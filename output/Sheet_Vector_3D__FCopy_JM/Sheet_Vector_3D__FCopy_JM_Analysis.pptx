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slides/slide1202.xml" ContentType="application/vnd.openxmlformats-officedocument.presentationml.slide+xml"/>
  <Override PartName="/ppt/slides/slide1203.xml" ContentType="application/vnd.openxmlformats-officedocument.presentationml.slide+xml"/>
  <Override PartName="/ppt/slides/slide1204.xml" ContentType="application/vnd.openxmlformats-officedocument.presentationml.slide+xml"/>
  <Override PartName="/ppt/slides/slide1205.xml" ContentType="application/vnd.openxmlformats-officedocument.presentationml.slide+xml"/>
  <Override PartName="/ppt/slides/slide1206.xml" ContentType="application/vnd.openxmlformats-officedocument.presentationml.slide+xml"/>
  <Override PartName="/ppt/slides/slide1207.xml" ContentType="application/vnd.openxmlformats-officedocument.presentationml.slide+xml"/>
  <Override PartName="/ppt/slides/slide1208.xml" ContentType="application/vnd.openxmlformats-officedocument.presentationml.slide+xml"/>
  <Override PartName="/ppt/slides/slide1209.xml" ContentType="application/vnd.openxmlformats-officedocument.presentationml.slide+xml"/>
  <Override PartName="/ppt/slides/slide121.xml" ContentType="application/vnd.openxmlformats-officedocument.presentationml.slide+xml"/>
  <Override PartName="/ppt/slides/slide1210.xml" ContentType="application/vnd.openxmlformats-officedocument.presentationml.slide+xml"/>
  <Override PartName="/ppt/slides/slide1211.xml" ContentType="application/vnd.openxmlformats-officedocument.presentationml.slide+xml"/>
  <Override PartName="/ppt/slides/slide1212.xml" ContentType="application/vnd.openxmlformats-officedocument.presentationml.slide+xml"/>
  <Override PartName="/ppt/slides/slide1213.xml" ContentType="application/vnd.openxmlformats-officedocument.presentationml.slide+xml"/>
  <Override PartName="/ppt/slides/slide1214.xml" ContentType="application/vnd.openxmlformats-officedocument.presentationml.slide+xml"/>
  <Override PartName="/ppt/slides/slide1215.xml" ContentType="application/vnd.openxmlformats-officedocument.presentationml.slide+xml"/>
  <Override PartName="/ppt/slides/slide1216.xml" ContentType="application/vnd.openxmlformats-officedocument.presentationml.slide+xml"/>
  <Override PartName="/ppt/slides/slide1217.xml" ContentType="application/vnd.openxmlformats-officedocument.presentationml.slide+xml"/>
  <Override PartName="/ppt/slides/slide1218.xml" ContentType="application/vnd.openxmlformats-officedocument.presentationml.slide+xml"/>
  <Override PartName="/ppt/slides/slide1219.xml" ContentType="application/vnd.openxmlformats-officedocument.presentationml.slide+xml"/>
  <Override PartName="/ppt/slides/slide122.xml" ContentType="application/vnd.openxmlformats-officedocument.presentationml.slide+xml"/>
  <Override PartName="/ppt/slides/slide1220.xml" ContentType="application/vnd.openxmlformats-officedocument.presentationml.slide+xml"/>
  <Override PartName="/ppt/slides/slide1221.xml" ContentType="application/vnd.openxmlformats-officedocument.presentationml.slide+xml"/>
  <Override PartName="/ppt/slides/slide1222.xml" ContentType="application/vnd.openxmlformats-officedocument.presentationml.slide+xml"/>
  <Override PartName="/ppt/slides/slide1223.xml" ContentType="application/vnd.openxmlformats-officedocument.presentationml.slide+xml"/>
  <Override PartName="/ppt/slides/slide1224.xml" ContentType="application/vnd.openxmlformats-officedocument.presentationml.slide+xml"/>
  <Override PartName="/ppt/slides/slide1225.xml" ContentType="application/vnd.openxmlformats-officedocument.presentationml.slide+xml"/>
  <Override PartName="/ppt/slides/slide1226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  <p:sldId id="691" r:id="rId443"/>
    <p:sldId id="692" r:id="rId444"/>
    <p:sldId id="693" r:id="rId445"/>
    <p:sldId id="694" r:id="rId446"/>
    <p:sldId id="695" r:id="rId447"/>
    <p:sldId id="696" r:id="rId448"/>
    <p:sldId id="697" r:id="rId449"/>
    <p:sldId id="698" r:id="rId450"/>
    <p:sldId id="699" r:id="rId451"/>
    <p:sldId id="700" r:id="rId452"/>
    <p:sldId id="701" r:id="rId453"/>
    <p:sldId id="702" r:id="rId454"/>
    <p:sldId id="703" r:id="rId455"/>
    <p:sldId id="704" r:id="rId456"/>
    <p:sldId id="705" r:id="rId457"/>
    <p:sldId id="706" r:id="rId458"/>
    <p:sldId id="707" r:id="rId459"/>
    <p:sldId id="708" r:id="rId460"/>
    <p:sldId id="709" r:id="rId461"/>
    <p:sldId id="710" r:id="rId462"/>
    <p:sldId id="711" r:id="rId463"/>
    <p:sldId id="712" r:id="rId464"/>
    <p:sldId id="713" r:id="rId465"/>
    <p:sldId id="714" r:id="rId466"/>
    <p:sldId id="715" r:id="rId467"/>
    <p:sldId id="716" r:id="rId468"/>
    <p:sldId id="717" r:id="rId469"/>
    <p:sldId id="718" r:id="rId470"/>
    <p:sldId id="719" r:id="rId471"/>
    <p:sldId id="720" r:id="rId472"/>
    <p:sldId id="721" r:id="rId473"/>
    <p:sldId id="722" r:id="rId474"/>
    <p:sldId id="723" r:id="rId475"/>
    <p:sldId id="724" r:id="rId476"/>
    <p:sldId id="725" r:id="rId477"/>
    <p:sldId id="726" r:id="rId478"/>
    <p:sldId id="727" r:id="rId479"/>
    <p:sldId id="728" r:id="rId480"/>
    <p:sldId id="729" r:id="rId481"/>
    <p:sldId id="730" r:id="rId482"/>
    <p:sldId id="731" r:id="rId483"/>
    <p:sldId id="732" r:id="rId484"/>
    <p:sldId id="733" r:id="rId485"/>
    <p:sldId id="734" r:id="rId486"/>
    <p:sldId id="735" r:id="rId487"/>
    <p:sldId id="736" r:id="rId488"/>
    <p:sldId id="737" r:id="rId489"/>
    <p:sldId id="738" r:id="rId490"/>
    <p:sldId id="739" r:id="rId491"/>
    <p:sldId id="740" r:id="rId492"/>
    <p:sldId id="741" r:id="rId493"/>
    <p:sldId id="742" r:id="rId494"/>
    <p:sldId id="743" r:id="rId495"/>
    <p:sldId id="744" r:id="rId496"/>
    <p:sldId id="745" r:id="rId497"/>
    <p:sldId id="746" r:id="rId498"/>
    <p:sldId id="747" r:id="rId499"/>
    <p:sldId id="748" r:id="rId500"/>
    <p:sldId id="749" r:id="rId501"/>
    <p:sldId id="750" r:id="rId502"/>
    <p:sldId id="751" r:id="rId503"/>
    <p:sldId id="752" r:id="rId504"/>
    <p:sldId id="753" r:id="rId505"/>
    <p:sldId id="754" r:id="rId506"/>
    <p:sldId id="755" r:id="rId507"/>
    <p:sldId id="756" r:id="rId508"/>
    <p:sldId id="757" r:id="rId509"/>
    <p:sldId id="758" r:id="rId510"/>
    <p:sldId id="759" r:id="rId511"/>
    <p:sldId id="760" r:id="rId512"/>
    <p:sldId id="761" r:id="rId513"/>
    <p:sldId id="762" r:id="rId514"/>
    <p:sldId id="763" r:id="rId515"/>
    <p:sldId id="764" r:id="rId516"/>
    <p:sldId id="765" r:id="rId517"/>
    <p:sldId id="766" r:id="rId518"/>
    <p:sldId id="767" r:id="rId519"/>
    <p:sldId id="768" r:id="rId520"/>
    <p:sldId id="769" r:id="rId521"/>
    <p:sldId id="770" r:id="rId522"/>
    <p:sldId id="771" r:id="rId523"/>
    <p:sldId id="772" r:id="rId524"/>
    <p:sldId id="773" r:id="rId525"/>
    <p:sldId id="774" r:id="rId526"/>
    <p:sldId id="775" r:id="rId527"/>
    <p:sldId id="776" r:id="rId528"/>
    <p:sldId id="777" r:id="rId529"/>
    <p:sldId id="778" r:id="rId530"/>
    <p:sldId id="779" r:id="rId531"/>
    <p:sldId id="780" r:id="rId532"/>
    <p:sldId id="781" r:id="rId533"/>
    <p:sldId id="782" r:id="rId534"/>
    <p:sldId id="783" r:id="rId535"/>
    <p:sldId id="784" r:id="rId536"/>
    <p:sldId id="785" r:id="rId537"/>
    <p:sldId id="786" r:id="rId538"/>
    <p:sldId id="787" r:id="rId539"/>
    <p:sldId id="788" r:id="rId540"/>
    <p:sldId id="789" r:id="rId541"/>
    <p:sldId id="790" r:id="rId542"/>
    <p:sldId id="791" r:id="rId543"/>
    <p:sldId id="792" r:id="rId544"/>
    <p:sldId id="793" r:id="rId545"/>
    <p:sldId id="794" r:id="rId546"/>
    <p:sldId id="795" r:id="rId547"/>
    <p:sldId id="796" r:id="rId548"/>
    <p:sldId id="797" r:id="rId549"/>
    <p:sldId id="798" r:id="rId550"/>
    <p:sldId id="799" r:id="rId551"/>
    <p:sldId id="800" r:id="rId552"/>
    <p:sldId id="801" r:id="rId553"/>
    <p:sldId id="802" r:id="rId554"/>
    <p:sldId id="803" r:id="rId555"/>
    <p:sldId id="804" r:id="rId556"/>
    <p:sldId id="805" r:id="rId557"/>
    <p:sldId id="806" r:id="rId558"/>
    <p:sldId id="807" r:id="rId559"/>
    <p:sldId id="808" r:id="rId560"/>
    <p:sldId id="809" r:id="rId561"/>
    <p:sldId id="810" r:id="rId562"/>
    <p:sldId id="811" r:id="rId563"/>
    <p:sldId id="812" r:id="rId564"/>
    <p:sldId id="813" r:id="rId565"/>
    <p:sldId id="814" r:id="rId566"/>
    <p:sldId id="815" r:id="rId567"/>
    <p:sldId id="816" r:id="rId568"/>
    <p:sldId id="817" r:id="rId569"/>
    <p:sldId id="818" r:id="rId570"/>
    <p:sldId id="819" r:id="rId571"/>
    <p:sldId id="820" r:id="rId572"/>
    <p:sldId id="821" r:id="rId573"/>
    <p:sldId id="822" r:id="rId574"/>
    <p:sldId id="823" r:id="rId575"/>
    <p:sldId id="824" r:id="rId576"/>
    <p:sldId id="825" r:id="rId577"/>
    <p:sldId id="826" r:id="rId578"/>
    <p:sldId id="827" r:id="rId579"/>
    <p:sldId id="828" r:id="rId580"/>
    <p:sldId id="829" r:id="rId581"/>
    <p:sldId id="830" r:id="rId582"/>
    <p:sldId id="831" r:id="rId583"/>
    <p:sldId id="832" r:id="rId584"/>
    <p:sldId id="833" r:id="rId585"/>
    <p:sldId id="834" r:id="rId586"/>
    <p:sldId id="835" r:id="rId587"/>
    <p:sldId id="836" r:id="rId588"/>
    <p:sldId id="837" r:id="rId589"/>
    <p:sldId id="838" r:id="rId590"/>
    <p:sldId id="839" r:id="rId591"/>
    <p:sldId id="840" r:id="rId592"/>
    <p:sldId id="841" r:id="rId593"/>
    <p:sldId id="842" r:id="rId594"/>
    <p:sldId id="843" r:id="rId595"/>
    <p:sldId id="844" r:id="rId596"/>
    <p:sldId id="845" r:id="rId597"/>
    <p:sldId id="846" r:id="rId598"/>
    <p:sldId id="847" r:id="rId599"/>
    <p:sldId id="848" r:id="rId600"/>
    <p:sldId id="849" r:id="rId601"/>
    <p:sldId id="850" r:id="rId602"/>
    <p:sldId id="851" r:id="rId603"/>
    <p:sldId id="852" r:id="rId604"/>
    <p:sldId id="853" r:id="rId605"/>
    <p:sldId id="854" r:id="rId606"/>
    <p:sldId id="855" r:id="rId607"/>
    <p:sldId id="856" r:id="rId608"/>
    <p:sldId id="857" r:id="rId609"/>
    <p:sldId id="858" r:id="rId610"/>
    <p:sldId id="859" r:id="rId611"/>
    <p:sldId id="860" r:id="rId612"/>
    <p:sldId id="861" r:id="rId613"/>
    <p:sldId id="862" r:id="rId614"/>
    <p:sldId id="863" r:id="rId615"/>
    <p:sldId id="864" r:id="rId616"/>
    <p:sldId id="865" r:id="rId617"/>
    <p:sldId id="866" r:id="rId618"/>
    <p:sldId id="867" r:id="rId619"/>
    <p:sldId id="868" r:id="rId620"/>
    <p:sldId id="869" r:id="rId621"/>
    <p:sldId id="870" r:id="rId622"/>
    <p:sldId id="871" r:id="rId623"/>
    <p:sldId id="872" r:id="rId624"/>
    <p:sldId id="873" r:id="rId625"/>
    <p:sldId id="874" r:id="rId626"/>
    <p:sldId id="875" r:id="rId627"/>
    <p:sldId id="876" r:id="rId628"/>
    <p:sldId id="877" r:id="rId629"/>
    <p:sldId id="878" r:id="rId630"/>
    <p:sldId id="879" r:id="rId631"/>
    <p:sldId id="880" r:id="rId632"/>
    <p:sldId id="881" r:id="rId633"/>
    <p:sldId id="882" r:id="rId634"/>
    <p:sldId id="883" r:id="rId635"/>
    <p:sldId id="884" r:id="rId636"/>
    <p:sldId id="885" r:id="rId637"/>
    <p:sldId id="886" r:id="rId638"/>
    <p:sldId id="887" r:id="rId639"/>
    <p:sldId id="888" r:id="rId640"/>
    <p:sldId id="889" r:id="rId641"/>
    <p:sldId id="890" r:id="rId642"/>
    <p:sldId id="891" r:id="rId643"/>
    <p:sldId id="892" r:id="rId644"/>
    <p:sldId id="893" r:id="rId645"/>
    <p:sldId id="894" r:id="rId646"/>
    <p:sldId id="895" r:id="rId647"/>
    <p:sldId id="896" r:id="rId648"/>
    <p:sldId id="897" r:id="rId649"/>
    <p:sldId id="898" r:id="rId650"/>
    <p:sldId id="899" r:id="rId651"/>
    <p:sldId id="900" r:id="rId652"/>
    <p:sldId id="901" r:id="rId653"/>
    <p:sldId id="902" r:id="rId654"/>
    <p:sldId id="903" r:id="rId655"/>
    <p:sldId id="904" r:id="rId656"/>
    <p:sldId id="905" r:id="rId657"/>
    <p:sldId id="906" r:id="rId658"/>
    <p:sldId id="907" r:id="rId659"/>
    <p:sldId id="908" r:id="rId660"/>
    <p:sldId id="909" r:id="rId661"/>
    <p:sldId id="910" r:id="rId662"/>
    <p:sldId id="911" r:id="rId663"/>
    <p:sldId id="912" r:id="rId664"/>
    <p:sldId id="913" r:id="rId665"/>
    <p:sldId id="914" r:id="rId666"/>
    <p:sldId id="915" r:id="rId667"/>
    <p:sldId id="916" r:id="rId668"/>
    <p:sldId id="917" r:id="rId669"/>
    <p:sldId id="918" r:id="rId670"/>
    <p:sldId id="919" r:id="rId671"/>
    <p:sldId id="920" r:id="rId672"/>
    <p:sldId id="921" r:id="rId673"/>
    <p:sldId id="922" r:id="rId674"/>
    <p:sldId id="923" r:id="rId675"/>
    <p:sldId id="924" r:id="rId676"/>
    <p:sldId id="925" r:id="rId677"/>
    <p:sldId id="926" r:id="rId678"/>
    <p:sldId id="927" r:id="rId679"/>
    <p:sldId id="928" r:id="rId680"/>
    <p:sldId id="929" r:id="rId681"/>
    <p:sldId id="930" r:id="rId682"/>
    <p:sldId id="931" r:id="rId683"/>
    <p:sldId id="932" r:id="rId684"/>
    <p:sldId id="933" r:id="rId685"/>
    <p:sldId id="934" r:id="rId686"/>
    <p:sldId id="935" r:id="rId687"/>
    <p:sldId id="936" r:id="rId688"/>
    <p:sldId id="937" r:id="rId689"/>
    <p:sldId id="938" r:id="rId690"/>
    <p:sldId id="939" r:id="rId691"/>
    <p:sldId id="940" r:id="rId692"/>
    <p:sldId id="941" r:id="rId693"/>
    <p:sldId id="942" r:id="rId694"/>
    <p:sldId id="943" r:id="rId695"/>
    <p:sldId id="944" r:id="rId696"/>
    <p:sldId id="945" r:id="rId697"/>
    <p:sldId id="946" r:id="rId698"/>
    <p:sldId id="947" r:id="rId699"/>
    <p:sldId id="948" r:id="rId700"/>
    <p:sldId id="949" r:id="rId701"/>
    <p:sldId id="950" r:id="rId702"/>
    <p:sldId id="951" r:id="rId703"/>
    <p:sldId id="952" r:id="rId704"/>
    <p:sldId id="953" r:id="rId705"/>
    <p:sldId id="954" r:id="rId706"/>
    <p:sldId id="955" r:id="rId707"/>
    <p:sldId id="956" r:id="rId708"/>
    <p:sldId id="957" r:id="rId709"/>
    <p:sldId id="958" r:id="rId710"/>
    <p:sldId id="959" r:id="rId711"/>
    <p:sldId id="960" r:id="rId712"/>
    <p:sldId id="961" r:id="rId713"/>
    <p:sldId id="962" r:id="rId714"/>
    <p:sldId id="963" r:id="rId715"/>
    <p:sldId id="964" r:id="rId716"/>
    <p:sldId id="965" r:id="rId717"/>
    <p:sldId id="966" r:id="rId718"/>
    <p:sldId id="967" r:id="rId719"/>
    <p:sldId id="968" r:id="rId720"/>
    <p:sldId id="969" r:id="rId721"/>
    <p:sldId id="970" r:id="rId722"/>
    <p:sldId id="971" r:id="rId723"/>
    <p:sldId id="972" r:id="rId724"/>
    <p:sldId id="973" r:id="rId725"/>
    <p:sldId id="974" r:id="rId726"/>
    <p:sldId id="975" r:id="rId727"/>
    <p:sldId id="976" r:id="rId728"/>
    <p:sldId id="977" r:id="rId729"/>
    <p:sldId id="978" r:id="rId730"/>
    <p:sldId id="979" r:id="rId731"/>
    <p:sldId id="980" r:id="rId732"/>
    <p:sldId id="981" r:id="rId733"/>
    <p:sldId id="982" r:id="rId734"/>
    <p:sldId id="983" r:id="rId735"/>
    <p:sldId id="984" r:id="rId736"/>
    <p:sldId id="985" r:id="rId737"/>
    <p:sldId id="986" r:id="rId738"/>
    <p:sldId id="987" r:id="rId739"/>
    <p:sldId id="988" r:id="rId740"/>
    <p:sldId id="989" r:id="rId741"/>
    <p:sldId id="990" r:id="rId742"/>
    <p:sldId id="991" r:id="rId743"/>
    <p:sldId id="992" r:id="rId744"/>
    <p:sldId id="993" r:id="rId745"/>
    <p:sldId id="994" r:id="rId746"/>
    <p:sldId id="995" r:id="rId747"/>
    <p:sldId id="996" r:id="rId748"/>
    <p:sldId id="997" r:id="rId749"/>
    <p:sldId id="998" r:id="rId750"/>
    <p:sldId id="999" r:id="rId751"/>
    <p:sldId id="1000" r:id="rId752"/>
    <p:sldId id="1001" r:id="rId753"/>
    <p:sldId id="1002" r:id="rId754"/>
    <p:sldId id="1003" r:id="rId755"/>
    <p:sldId id="1004" r:id="rId756"/>
    <p:sldId id="1005" r:id="rId757"/>
    <p:sldId id="1006" r:id="rId758"/>
    <p:sldId id="1007" r:id="rId759"/>
    <p:sldId id="1008" r:id="rId760"/>
    <p:sldId id="1009" r:id="rId761"/>
    <p:sldId id="1010" r:id="rId762"/>
    <p:sldId id="1011" r:id="rId763"/>
    <p:sldId id="1012" r:id="rId764"/>
    <p:sldId id="1013" r:id="rId765"/>
    <p:sldId id="1014" r:id="rId766"/>
    <p:sldId id="1015" r:id="rId767"/>
    <p:sldId id="1016" r:id="rId768"/>
    <p:sldId id="1017" r:id="rId769"/>
    <p:sldId id="1018" r:id="rId770"/>
    <p:sldId id="1019" r:id="rId771"/>
    <p:sldId id="1020" r:id="rId772"/>
    <p:sldId id="1021" r:id="rId773"/>
    <p:sldId id="1022" r:id="rId774"/>
    <p:sldId id="1023" r:id="rId775"/>
    <p:sldId id="1024" r:id="rId776"/>
    <p:sldId id="1025" r:id="rId777"/>
    <p:sldId id="1026" r:id="rId778"/>
    <p:sldId id="1027" r:id="rId779"/>
    <p:sldId id="1028" r:id="rId780"/>
    <p:sldId id="1029" r:id="rId781"/>
    <p:sldId id="1030" r:id="rId782"/>
    <p:sldId id="1031" r:id="rId783"/>
    <p:sldId id="1032" r:id="rId784"/>
    <p:sldId id="1033" r:id="rId785"/>
    <p:sldId id="1034" r:id="rId786"/>
    <p:sldId id="1035" r:id="rId787"/>
    <p:sldId id="1036" r:id="rId788"/>
    <p:sldId id="1037" r:id="rId789"/>
    <p:sldId id="1038" r:id="rId790"/>
    <p:sldId id="1039" r:id="rId791"/>
    <p:sldId id="1040" r:id="rId792"/>
    <p:sldId id="1041" r:id="rId793"/>
    <p:sldId id="1042" r:id="rId794"/>
    <p:sldId id="1043" r:id="rId795"/>
    <p:sldId id="1044" r:id="rId796"/>
    <p:sldId id="1045" r:id="rId797"/>
    <p:sldId id="1046" r:id="rId798"/>
    <p:sldId id="1047" r:id="rId799"/>
    <p:sldId id="1048" r:id="rId800"/>
    <p:sldId id="1049" r:id="rId801"/>
    <p:sldId id="1050" r:id="rId802"/>
    <p:sldId id="1051" r:id="rId803"/>
    <p:sldId id="1052" r:id="rId804"/>
    <p:sldId id="1053" r:id="rId805"/>
    <p:sldId id="1054" r:id="rId806"/>
    <p:sldId id="1055" r:id="rId807"/>
    <p:sldId id="1056" r:id="rId808"/>
    <p:sldId id="1057" r:id="rId809"/>
    <p:sldId id="1058" r:id="rId810"/>
    <p:sldId id="1059" r:id="rId811"/>
    <p:sldId id="1060" r:id="rId812"/>
    <p:sldId id="1061" r:id="rId813"/>
    <p:sldId id="1062" r:id="rId814"/>
    <p:sldId id="1063" r:id="rId815"/>
    <p:sldId id="1064" r:id="rId816"/>
    <p:sldId id="1065" r:id="rId817"/>
    <p:sldId id="1066" r:id="rId818"/>
    <p:sldId id="1067" r:id="rId819"/>
    <p:sldId id="1068" r:id="rId820"/>
    <p:sldId id="1069" r:id="rId821"/>
    <p:sldId id="1070" r:id="rId822"/>
    <p:sldId id="1071" r:id="rId823"/>
    <p:sldId id="1072" r:id="rId824"/>
    <p:sldId id="1073" r:id="rId825"/>
    <p:sldId id="1074" r:id="rId826"/>
    <p:sldId id="1075" r:id="rId827"/>
    <p:sldId id="1076" r:id="rId828"/>
    <p:sldId id="1077" r:id="rId829"/>
    <p:sldId id="1078" r:id="rId830"/>
    <p:sldId id="1079" r:id="rId831"/>
    <p:sldId id="1080" r:id="rId832"/>
    <p:sldId id="1081" r:id="rId833"/>
    <p:sldId id="1082" r:id="rId834"/>
    <p:sldId id="1083" r:id="rId835"/>
    <p:sldId id="1084" r:id="rId836"/>
    <p:sldId id="1085" r:id="rId837"/>
    <p:sldId id="1086" r:id="rId838"/>
    <p:sldId id="1087" r:id="rId839"/>
    <p:sldId id="1088" r:id="rId840"/>
    <p:sldId id="1089" r:id="rId841"/>
    <p:sldId id="1090" r:id="rId842"/>
    <p:sldId id="1091" r:id="rId843"/>
    <p:sldId id="1092" r:id="rId844"/>
    <p:sldId id="1093" r:id="rId845"/>
    <p:sldId id="1094" r:id="rId846"/>
    <p:sldId id="1095" r:id="rId847"/>
    <p:sldId id="1096" r:id="rId848"/>
    <p:sldId id="1097" r:id="rId849"/>
    <p:sldId id="1098" r:id="rId850"/>
    <p:sldId id="1099" r:id="rId851"/>
    <p:sldId id="1100" r:id="rId852"/>
    <p:sldId id="1101" r:id="rId853"/>
    <p:sldId id="1102" r:id="rId854"/>
    <p:sldId id="1103" r:id="rId855"/>
    <p:sldId id="1104" r:id="rId856"/>
    <p:sldId id="1105" r:id="rId857"/>
    <p:sldId id="1106" r:id="rId858"/>
    <p:sldId id="1107" r:id="rId859"/>
    <p:sldId id="1108" r:id="rId860"/>
    <p:sldId id="1109" r:id="rId861"/>
    <p:sldId id="1110" r:id="rId862"/>
    <p:sldId id="1111" r:id="rId863"/>
    <p:sldId id="1112" r:id="rId864"/>
    <p:sldId id="1113" r:id="rId865"/>
    <p:sldId id="1114" r:id="rId866"/>
    <p:sldId id="1115" r:id="rId867"/>
    <p:sldId id="1116" r:id="rId868"/>
    <p:sldId id="1117" r:id="rId869"/>
    <p:sldId id="1118" r:id="rId870"/>
    <p:sldId id="1119" r:id="rId871"/>
    <p:sldId id="1120" r:id="rId872"/>
    <p:sldId id="1121" r:id="rId873"/>
    <p:sldId id="1122" r:id="rId874"/>
    <p:sldId id="1123" r:id="rId875"/>
    <p:sldId id="1124" r:id="rId876"/>
    <p:sldId id="1125" r:id="rId877"/>
    <p:sldId id="1126" r:id="rId878"/>
    <p:sldId id="1127" r:id="rId879"/>
    <p:sldId id="1128" r:id="rId880"/>
    <p:sldId id="1129" r:id="rId881"/>
    <p:sldId id="1130" r:id="rId882"/>
    <p:sldId id="1131" r:id="rId883"/>
    <p:sldId id="1132" r:id="rId884"/>
    <p:sldId id="1133" r:id="rId885"/>
    <p:sldId id="1134" r:id="rId886"/>
    <p:sldId id="1135" r:id="rId887"/>
    <p:sldId id="1136" r:id="rId888"/>
    <p:sldId id="1137" r:id="rId889"/>
    <p:sldId id="1138" r:id="rId890"/>
    <p:sldId id="1139" r:id="rId891"/>
    <p:sldId id="1140" r:id="rId892"/>
    <p:sldId id="1141" r:id="rId893"/>
    <p:sldId id="1142" r:id="rId894"/>
    <p:sldId id="1143" r:id="rId895"/>
    <p:sldId id="1144" r:id="rId896"/>
    <p:sldId id="1145" r:id="rId897"/>
    <p:sldId id="1146" r:id="rId898"/>
    <p:sldId id="1147" r:id="rId899"/>
    <p:sldId id="1148" r:id="rId900"/>
    <p:sldId id="1149" r:id="rId901"/>
    <p:sldId id="1150" r:id="rId902"/>
    <p:sldId id="1151" r:id="rId903"/>
    <p:sldId id="1152" r:id="rId904"/>
    <p:sldId id="1153" r:id="rId905"/>
    <p:sldId id="1154" r:id="rId906"/>
    <p:sldId id="1155" r:id="rId907"/>
    <p:sldId id="1156" r:id="rId908"/>
    <p:sldId id="1157" r:id="rId909"/>
    <p:sldId id="1158" r:id="rId910"/>
    <p:sldId id="1159" r:id="rId911"/>
    <p:sldId id="1160" r:id="rId912"/>
    <p:sldId id="1161" r:id="rId913"/>
    <p:sldId id="1162" r:id="rId914"/>
    <p:sldId id="1163" r:id="rId915"/>
    <p:sldId id="1164" r:id="rId916"/>
    <p:sldId id="1165" r:id="rId917"/>
    <p:sldId id="1166" r:id="rId918"/>
    <p:sldId id="1167" r:id="rId919"/>
    <p:sldId id="1168" r:id="rId920"/>
    <p:sldId id="1169" r:id="rId921"/>
    <p:sldId id="1170" r:id="rId922"/>
    <p:sldId id="1171" r:id="rId923"/>
    <p:sldId id="1172" r:id="rId924"/>
    <p:sldId id="1173" r:id="rId925"/>
    <p:sldId id="1174" r:id="rId926"/>
    <p:sldId id="1175" r:id="rId927"/>
    <p:sldId id="1176" r:id="rId928"/>
    <p:sldId id="1177" r:id="rId929"/>
    <p:sldId id="1178" r:id="rId930"/>
    <p:sldId id="1179" r:id="rId931"/>
    <p:sldId id="1180" r:id="rId932"/>
    <p:sldId id="1181" r:id="rId933"/>
    <p:sldId id="1182" r:id="rId934"/>
    <p:sldId id="1183" r:id="rId935"/>
    <p:sldId id="1184" r:id="rId936"/>
    <p:sldId id="1185" r:id="rId937"/>
    <p:sldId id="1186" r:id="rId938"/>
    <p:sldId id="1187" r:id="rId939"/>
    <p:sldId id="1188" r:id="rId940"/>
    <p:sldId id="1189" r:id="rId941"/>
    <p:sldId id="1190" r:id="rId942"/>
    <p:sldId id="1191" r:id="rId943"/>
    <p:sldId id="1192" r:id="rId944"/>
    <p:sldId id="1193" r:id="rId945"/>
    <p:sldId id="1194" r:id="rId946"/>
    <p:sldId id="1195" r:id="rId947"/>
    <p:sldId id="1196" r:id="rId948"/>
    <p:sldId id="1197" r:id="rId949"/>
    <p:sldId id="1198" r:id="rId950"/>
    <p:sldId id="1199" r:id="rId951"/>
    <p:sldId id="1200" r:id="rId952"/>
    <p:sldId id="1201" r:id="rId953"/>
    <p:sldId id="1202" r:id="rId954"/>
    <p:sldId id="1203" r:id="rId955"/>
    <p:sldId id="1204" r:id="rId956"/>
    <p:sldId id="1205" r:id="rId957"/>
    <p:sldId id="1206" r:id="rId958"/>
    <p:sldId id="1207" r:id="rId959"/>
    <p:sldId id="1208" r:id="rId960"/>
    <p:sldId id="1209" r:id="rId961"/>
    <p:sldId id="1210" r:id="rId962"/>
    <p:sldId id="1211" r:id="rId963"/>
    <p:sldId id="1212" r:id="rId964"/>
    <p:sldId id="1213" r:id="rId965"/>
    <p:sldId id="1214" r:id="rId966"/>
    <p:sldId id="1215" r:id="rId967"/>
    <p:sldId id="1216" r:id="rId968"/>
    <p:sldId id="1217" r:id="rId969"/>
    <p:sldId id="1218" r:id="rId970"/>
    <p:sldId id="1219" r:id="rId971"/>
    <p:sldId id="1220" r:id="rId972"/>
    <p:sldId id="1221" r:id="rId973"/>
    <p:sldId id="1222" r:id="rId974"/>
    <p:sldId id="1223" r:id="rId975"/>
    <p:sldId id="1224" r:id="rId976"/>
    <p:sldId id="1225" r:id="rId977"/>
    <p:sldId id="1226" r:id="rId978"/>
    <p:sldId id="1227" r:id="rId979"/>
    <p:sldId id="1228" r:id="rId980"/>
    <p:sldId id="1229" r:id="rId981"/>
    <p:sldId id="1230" r:id="rId982"/>
    <p:sldId id="1231" r:id="rId983"/>
    <p:sldId id="1232" r:id="rId984"/>
    <p:sldId id="1233" r:id="rId985"/>
    <p:sldId id="1234" r:id="rId986"/>
    <p:sldId id="1235" r:id="rId987"/>
    <p:sldId id="1236" r:id="rId988"/>
    <p:sldId id="1237" r:id="rId989"/>
    <p:sldId id="1238" r:id="rId990"/>
    <p:sldId id="1239" r:id="rId991"/>
    <p:sldId id="1240" r:id="rId992"/>
    <p:sldId id="1241" r:id="rId993"/>
    <p:sldId id="1242" r:id="rId994"/>
    <p:sldId id="1243" r:id="rId995"/>
    <p:sldId id="1244" r:id="rId996"/>
    <p:sldId id="1245" r:id="rId997"/>
    <p:sldId id="1246" r:id="rId998"/>
    <p:sldId id="1247" r:id="rId999"/>
    <p:sldId id="1248" r:id="rId1000"/>
    <p:sldId id="1249" r:id="rId1001"/>
    <p:sldId id="1250" r:id="rId1002"/>
    <p:sldId id="1251" r:id="rId1003"/>
    <p:sldId id="1252" r:id="rId1004"/>
    <p:sldId id="1253" r:id="rId1005"/>
    <p:sldId id="1254" r:id="rId1006"/>
    <p:sldId id="1255" r:id="rId1007"/>
    <p:sldId id="1256" r:id="rId1008"/>
    <p:sldId id="1257" r:id="rId1009"/>
    <p:sldId id="1258" r:id="rId1010"/>
    <p:sldId id="1259" r:id="rId1011"/>
    <p:sldId id="1260" r:id="rId1012"/>
    <p:sldId id="1261" r:id="rId1013"/>
    <p:sldId id="1262" r:id="rId1014"/>
    <p:sldId id="1263" r:id="rId1015"/>
    <p:sldId id="1264" r:id="rId1016"/>
    <p:sldId id="1265" r:id="rId1017"/>
    <p:sldId id="1266" r:id="rId1018"/>
    <p:sldId id="1267" r:id="rId1019"/>
    <p:sldId id="1268" r:id="rId1020"/>
    <p:sldId id="1269" r:id="rId1021"/>
    <p:sldId id="1270" r:id="rId1022"/>
    <p:sldId id="1271" r:id="rId1023"/>
    <p:sldId id="1272" r:id="rId1024"/>
    <p:sldId id="1273" r:id="rId1025"/>
    <p:sldId id="1274" r:id="rId1026"/>
    <p:sldId id="1275" r:id="rId1027"/>
    <p:sldId id="1276" r:id="rId1028"/>
    <p:sldId id="1277" r:id="rId1029"/>
    <p:sldId id="1278" r:id="rId1030"/>
    <p:sldId id="1279" r:id="rId1031"/>
    <p:sldId id="1280" r:id="rId1032"/>
    <p:sldId id="1281" r:id="rId1033"/>
    <p:sldId id="1282" r:id="rId1034"/>
    <p:sldId id="1283" r:id="rId1035"/>
    <p:sldId id="1284" r:id="rId1036"/>
    <p:sldId id="1285" r:id="rId1037"/>
    <p:sldId id="1286" r:id="rId1038"/>
    <p:sldId id="1287" r:id="rId1039"/>
    <p:sldId id="1288" r:id="rId1040"/>
    <p:sldId id="1289" r:id="rId1041"/>
    <p:sldId id="1290" r:id="rId1042"/>
    <p:sldId id="1291" r:id="rId1043"/>
    <p:sldId id="1292" r:id="rId1044"/>
    <p:sldId id="1293" r:id="rId1045"/>
    <p:sldId id="1294" r:id="rId1046"/>
    <p:sldId id="1295" r:id="rId1047"/>
    <p:sldId id="1296" r:id="rId1048"/>
    <p:sldId id="1297" r:id="rId1049"/>
    <p:sldId id="1298" r:id="rId1050"/>
    <p:sldId id="1299" r:id="rId1051"/>
    <p:sldId id="1300" r:id="rId1052"/>
    <p:sldId id="1301" r:id="rId1053"/>
    <p:sldId id="1302" r:id="rId1054"/>
    <p:sldId id="1303" r:id="rId1055"/>
    <p:sldId id="1304" r:id="rId1056"/>
    <p:sldId id="1305" r:id="rId1057"/>
    <p:sldId id="1306" r:id="rId1058"/>
    <p:sldId id="1307" r:id="rId1059"/>
    <p:sldId id="1308" r:id="rId1060"/>
    <p:sldId id="1309" r:id="rId1061"/>
    <p:sldId id="1310" r:id="rId1062"/>
    <p:sldId id="1311" r:id="rId1063"/>
    <p:sldId id="1312" r:id="rId1064"/>
    <p:sldId id="1313" r:id="rId1065"/>
    <p:sldId id="1314" r:id="rId1066"/>
    <p:sldId id="1315" r:id="rId1067"/>
    <p:sldId id="1316" r:id="rId1068"/>
    <p:sldId id="1317" r:id="rId1069"/>
    <p:sldId id="1318" r:id="rId1070"/>
    <p:sldId id="1319" r:id="rId1071"/>
    <p:sldId id="1320" r:id="rId1072"/>
    <p:sldId id="1321" r:id="rId1073"/>
    <p:sldId id="1322" r:id="rId1074"/>
    <p:sldId id="1323" r:id="rId1075"/>
    <p:sldId id="1324" r:id="rId1076"/>
    <p:sldId id="1325" r:id="rId1077"/>
    <p:sldId id="1326" r:id="rId1078"/>
    <p:sldId id="1327" r:id="rId1079"/>
    <p:sldId id="1328" r:id="rId1080"/>
    <p:sldId id="1329" r:id="rId1081"/>
    <p:sldId id="1330" r:id="rId1082"/>
    <p:sldId id="1331" r:id="rId1083"/>
    <p:sldId id="1332" r:id="rId1084"/>
    <p:sldId id="1333" r:id="rId1085"/>
    <p:sldId id="1334" r:id="rId1086"/>
    <p:sldId id="1335" r:id="rId1087"/>
    <p:sldId id="1336" r:id="rId1088"/>
    <p:sldId id="1337" r:id="rId1089"/>
    <p:sldId id="1338" r:id="rId1090"/>
    <p:sldId id="1339" r:id="rId1091"/>
    <p:sldId id="1340" r:id="rId1092"/>
    <p:sldId id="1341" r:id="rId1093"/>
    <p:sldId id="1342" r:id="rId1094"/>
    <p:sldId id="1343" r:id="rId1095"/>
    <p:sldId id="1344" r:id="rId1096"/>
    <p:sldId id="1345" r:id="rId1097"/>
    <p:sldId id="1346" r:id="rId1098"/>
    <p:sldId id="1347" r:id="rId1099"/>
    <p:sldId id="1348" r:id="rId1100"/>
    <p:sldId id="1349" r:id="rId1101"/>
    <p:sldId id="1350" r:id="rId1102"/>
    <p:sldId id="1351" r:id="rId1103"/>
    <p:sldId id="1352" r:id="rId1104"/>
    <p:sldId id="1353" r:id="rId1105"/>
    <p:sldId id="1354" r:id="rId1106"/>
    <p:sldId id="1355" r:id="rId1107"/>
    <p:sldId id="1356" r:id="rId1108"/>
    <p:sldId id="1357" r:id="rId1109"/>
    <p:sldId id="1358" r:id="rId1110"/>
    <p:sldId id="1359" r:id="rId1111"/>
    <p:sldId id="1360" r:id="rId1112"/>
    <p:sldId id="1361" r:id="rId1113"/>
    <p:sldId id="1362" r:id="rId1114"/>
    <p:sldId id="1363" r:id="rId1115"/>
    <p:sldId id="1364" r:id="rId1116"/>
    <p:sldId id="1365" r:id="rId1117"/>
    <p:sldId id="1366" r:id="rId1118"/>
    <p:sldId id="1367" r:id="rId1119"/>
    <p:sldId id="1368" r:id="rId1120"/>
    <p:sldId id="1369" r:id="rId1121"/>
    <p:sldId id="1370" r:id="rId1122"/>
    <p:sldId id="1371" r:id="rId1123"/>
    <p:sldId id="1372" r:id="rId1124"/>
    <p:sldId id="1373" r:id="rId1125"/>
    <p:sldId id="1374" r:id="rId1126"/>
    <p:sldId id="1375" r:id="rId1127"/>
    <p:sldId id="1376" r:id="rId1128"/>
    <p:sldId id="1377" r:id="rId1129"/>
    <p:sldId id="1378" r:id="rId1130"/>
    <p:sldId id="1379" r:id="rId1131"/>
    <p:sldId id="1380" r:id="rId1132"/>
    <p:sldId id="1381" r:id="rId1133"/>
    <p:sldId id="1382" r:id="rId1134"/>
    <p:sldId id="1383" r:id="rId1135"/>
    <p:sldId id="1384" r:id="rId1136"/>
    <p:sldId id="1385" r:id="rId1137"/>
    <p:sldId id="1386" r:id="rId1138"/>
    <p:sldId id="1387" r:id="rId1139"/>
    <p:sldId id="1388" r:id="rId1140"/>
    <p:sldId id="1389" r:id="rId1141"/>
    <p:sldId id="1390" r:id="rId1142"/>
    <p:sldId id="1391" r:id="rId1143"/>
    <p:sldId id="1392" r:id="rId1144"/>
    <p:sldId id="1393" r:id="rId1145"/>
    <p:sldId id="1394" r:id="rId1146"/>
    <p:sldId id="1395" r:id="rId1147"/>
    <p:sldId id="1396" r:id="rId1148"/>
    <p:sldId id="1397" r:id="rId1149"/>
    <p:sldId id="1398" r:id="rId1150"/>
    <p:sldId id="1399" r:id="rId1151"/>
    <p:sldId id="1400" r:id="rId1152"/>
    <p:sldId id="1401" r:id="rId1153"/>
    <p:sldId id="1402" r:id="rId1154"/>
    <p:sldId id="1403" r:id="rId1155"/>
    <p:sldId id="1404" r:id="rId1156"/>
    <p:sldId id="1405" r:id="rId1157"/>
    <p:sldId id="1406" r:id="rId1158"/>
    <p:sldId id="1407" r:id="rId1159"/>
    <p:sldId id="1408" r:id="rId1160"/>
    <p:sldId id="1409" r:id="rId1161"/>
    <p:sldId id="1410" r:id="rId1162"/>
    <p:sldId id="1411" r:id="rId1163"/>
    <p:sldId id="1412" r:id="rId1164"/>
    <p:sldId id="1413" r:id="rId1165"/>
    <p:sldId id="1414" r:id="rId1166"/>
    <p:sldId id="1415" r:id="rId1167"/>
    <p:sldId id="1416" r:id="rId1168"/>
    <p:sldId id="1417" r:id="rId1169"/>
    <p:sldId id="1418" r:id="rId1170"/>
    <p:sldId id="1419" r:id="rId1171"/>
    <p:sldId id="1420" r:id="rId1172"/>
    <p:sldId id="1421" r:id="rId1173"/>
    <p:sldId id="1422" r:id="rId1174"/>
    <p:sldId id="1423" r:id="rId1175"/>
    <p:sldId id="1424" r:id="rId1176"/>
    <p:sldId id="1425" r:id="rId1177"/>
    <p:sldId id="1426" r:id="rId1178"/>
    <p:sldId id="1427" r:id="rId1179"/>
    <p:sldId id="1428" r:id="rId1180"/>
    <p:sldId id="1429" r:id="rId1181"/>
    <p:sldId id="1430" r:id="rId1182"/>
    <p:sldId id="1431" r:id="rId1183"/>
    <p:sldId id="1432" r:id="rId1184"/>
    <p:sldId id="1433" r:id="rId1185"/>
    <p:sldId id="1434" r:id="rId1186"/>
    <p:sldId id="1435" r:id="rId1187"/>
    <p:sldId id="1436" r:id="rId1188"/>
    <p:sldId id="1437" r:id="rId1189"/>
    <p:sldId id="1438" r:id="rId1190"/>
    <p:sldId id="1439" r:id="rId1191"/>
    <p:sldId id="1440" r:id="rId1192"/>
    <p:sldId id="1441" r:id="rId1193"/>
    <p:sldId id="1442" r:id="rId1194"/>
    <p:sldId id="1443" r:id="rId1195"/>
    <p:sldId id="1444" r:id="rId1196"/>
    <p:sldId id="1445" r:id="rId1197"/>
    <p:sldId id="1446" r:id="rId1198"/>
    <p:sldId id="1447" r:id="rId1199"/>
    <p:sldId id="1448" r:id="rId1200"/>
    <p:sldId id="1449" r:id="rId1201"/>
    <p:sldId id="1450" r:id="rId1202"/>
    <p:sldId id="1451" r:id="rId1203"/>
    <p:sldId id="1452" r:id="rId1204"/>
    <p:sldId id="1453" r:id="rId1205"/>
    <p:sldId id="1454" r:id="rId1206"/>
    <p:sldId id="1455" r:id="rId1207"/>
    <p:sldId id="1456" r:id="rId1208"/>
    <p:sldId id="1457" r:id="rId1209"/>
    <p:sldId id="1458" r:id="rId1210"/>
    <p:sldId id="1459" r:id="rId1211"/>
    <p:sldId id="1460" r:id="rId1212"/>
    <p:sldId id="1461" r:id="rId1213"/>
    <p:sldId id="1462" r:id="rId1214"/>
    <p:sldId id="1463" r:id="rId1215"/>
    <p:sldId id="1464" r:id="rId1216"/>
    <p:sldId id="1465" r:id="rId1217"/>
    <p:sldId id="1466" r:id="rId1218"/>
    <p:sldId id="1467" r:id="rId1219"/>
    <p:sldId id="1468" r:id="rId1220"/>
    <p:sldId id="1469" r:id="rId1221"/>
    <p:sldId id="1470" r:id="rId1222"/>
    <p:sldId id="1471" r:id="rId1223"/>
    <p:sldId id="1472" r:id="rId1224"/>
    <p:sldId id="1473" r:id="rId1225"/>
    <p:sldId id="1474" r:id="rId1226"/>
    <p:sldId id="1475" r:id="rId1227"/>
    <p:sldId id="1476" r:id="rId1228"/>
    <p:sldId id="1477" r:id="rId1229"/>
    <p:sldId id="1478" r:id="rId1230"/>
    <p:sldId id="1479" r:id="rId1231"/>
    <p:sldId id="1480" r:id="rId1232"/>
    <p:sldId id="1481" r:id="rId1233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Relationship Id="rId229" Type="http://schemas.openxmlformats.org/officeDocument/2006/relationships/slide" Target="slides/slide222.xml"/><Relationship Id="rId230" Type="http://schemas.openxmlformats.org/officeDocument/2006/relationships/slide" Target="slides/slide223.xml"/><Relationship Id="rId231" Type="http://schemas.openxmlformats.org/officeDocument/2006/relationships/slide" Target="slides/slide224.xml"/><Relationship Id="rId232" Type="http://schemas.openxmlformats.org/officeDocument/2006/relationships/slide" Target="slides/slide225.xml"/><Relationship Id="rId233" Type="http://schemas.openxmlformats.org/officeDocument/2006/relationships/slide" Target="slides/slide226.xml"/><Relationship Id="rId234" Type="http://schemas.openxmlformats.org/officeDocument/2006/relationships/slide" Target="slides/slide227.xml"/><Relationship Id="rId235" Type="http://schemas.openxmlformats.org/officeDocument/2006/relationships/slide" Target="slides/slide228.xml"/><Relationship Id="rId236" Type="http://schemas.openxmlformats.org/officeDocument/2006/relationships/slide" Target="slides/slide229.xml"/><Relationship Id="rId237" Type="http://schemas.openxmlformats.org/officeDocument/2006/relationships/slide" Target="slides/slide230.xml"/><Relationship Id="rId238" Type="http://schemas.openxmlformats.org/officeDocument/2006/relationships/slide" Target="slides/slide231.xml"/><Relationship Id="rId239" Type="http://schemas.openxmlformats.org/officeDocument/2006/relationships/slide" Target="slides/slide232.xml"/><Relationship Id="rId240" Type="http://schemas.openxmlformats.org/officeDocument/2006/relationships/slide" Target="slides/slide233.xml"/><Relationship Id="rId241" Type="http://schemas.openxmlformats.org/officeDocument/2006/relationships/slide" Target="slides/slide234.xml"/><Relationship Id="rId242" Type="http://schemas.openxmlformats.org/officeDocument/2006/relationships/slide" Target="slides/slide235.xml"/><Relationship Id="rId243" Type="http://schemas.openxmlformats.org/officeDocument/2006/relationships/slide" Target="slides/slide236.xml"/><Relationship Id="rId244" Type="http://schemas.openxmlformats.org/officeDocument/2006/relationships/slide" Target="slides/slide237.xml"/><Relationship Id="rId245" Type="http://schemas.openxmlformats.org/officeDocument/2006/relationships/slide" Target="slides/slide238.xml"/><Relationship Id="rId246" Type="http://schemas.openxmlformats.org/officeDocument/2006/relationships/slide" Target="slides/slide239.xml"/><Relationship Id="rId247" Type="http://schemas.openxmlformats.org/officeDocument/2006/relationships/slide" Target="slides/slide240.xml"/><Relationship Id="rId248" Type="http://schemas.openxmlformats.org/officeDocument/2006/relationships/slide" Target="slides/slide241.xml"/><Relationship Id="rId249" Type="http://schemas.openxmlformats.org/officeDocument/2006/relationships/slide" Target="slides/slide242.xml"/><Relationship Id="rId250" Type="http://schemas.openxmlformats.org/officeDocument/2006/relationships/slide" Target="slides/slide243.xml"/><Relationship Id="rId251" Type="http://schemas.openxmlformats.org/officeDocument/2006/relationships/slide" Target="slides/slide244.xml"/><Relationship Id="rId252" Type="http://schemas.openxmlformats.org/officeDocument/2006/relationships/slide" Target="slides/slide245.xml"/><Relationship Id="rId253" Type="http://schemas.openxmlformats.org/officeDocument/2006/relationships/slide" Target="slides/slide246.xml"/><Relationship Id="rId254" Type="http://schemas.openxmlformats.org/officeDocument/2006/relationships/slide" Target="slides/slide247.xml"/><Relationship Id="rId255" Type="http://schemas.openxmlformats.org/officeDocument/2006/relationships/slide" Target="slides/slide248.xml"/><Relationship Id="rId256" Type="http://schemas.openxmlformats.org/officeDocument/2006/relationships/slide" Target="slides/slide249.xml"/><Relationship Id="rId257" Type="http://schemas.openxmlformats.org/officeDocument/2006/relationships/slide" Target="slides/slide250.xml"/><Relationship Id="rId258" Type="http://schemas.openxmlformats.org/officeDocument/2006/relationships/slide" Target="slides/slide251.xml"/><Relationship Id="rId259" Type="http://schemas.openxmlformats.org/officeDocument/2006/relationships/slide" Target="slides/slide252.xml"/><Relationship Id="rId260" Type="http://schemas.openxmlformats.org/officeDocument/2006/relationships/slide" Target="slides/slide253.xml"/><Relationship Id="rId261" Type="http://schemas.openxmlformats.org/officeDocument/2006/relationships/slide" Target="slides/slide254.xml"/><Relationship Id="rId262" Type="http://schemas.openxmlformats.org/officeDocument/2006/relationships/slide" Target="slides/slide255.xml"/><Relationship Id="rId263" Type="http://schemas.openxmlformats.org/officeDocument/2006/relationships/slide" Target="slides/slide256.xml"/><Relationship Id="rId264" Type="http://schemas.openxmlformats.org/officeDocument/2006/relationships/slide" Target="slides/slide257.xml"/><Relationship Id="rId265" Type="http://schemas.openxmlformats.org/officeDocument/2006/relationships/slide" Target="slides/slide258.xml"/><Relationship Id="rId266" Type="http://schemas.openxmlformats.org/officeDocument/2006/relationships/slide" Target="slides/slide259.xml"/><Relationship Id="rId267" Type="http://schemas.openxmlformats.org/officeDocument/2006/relationships/slide" Target="slides/slide260.xml"/><Relationship Id="rId268" Type="http://schemas.openxmlformats.org/officeDocument/2006/relationships/slide" Target="slides/slide261.xml"/><Relationship Id="rId269" Type="http://schemas.openxmlformats.org/officeDocument/2006/relationships/slide" Target="slides/slide262.xml"/><Relationship Id="rId270" Type="http://schemas.openxmlformats.org/officeDocument/2006/relationships/slide" Target="slides/slide263.xml"/><Relationship Id="rId271" Type="http://schemas.openxmlformats.org/officeDocument/2006/relationships/slide" Target="slides/slide264.xml"/><Relationship Id="rId272" Type="http://schemas.openxmlformats.org/officeDocument/2006/relationships/slide" Target="slides/slide265.xml"/><Relationship Id="rId273" Type="http://schemas.openxmlformats.org/officeDocument/2006/relationships/slide" Target="slides/slide266.xml"/><Relationship Id="rId274" Type="http://schemas.openxmlformats.org/officeDocument/2006/relationships/slide" Target="slides/slide267.xml"/><Relationship Id="rId275" Type="http://schemas.openxmlformats.org/officeDocument/2006/relationships/slide" Target="slides/slide268.xml"/><Relationship Id="rId276" Type="http://schemas.openxmlformats.org/officeDocument/2006/relationships/slide" Target="slides/slide269.xml"/><Relationship Id="rId277" Type="http://schemas.openxmlformats.org/officeDocument/2006/relationships/slide" Target="slides/slide270.xml"/><Relationship Id="rId278" Type="http://schemas.openxmlformats.org/officeDocument/2006/relationships/slide" Target="slides/slide271.xml"/><Relationship Id="rId279" Type="http://schemas.openxmlformats.org/officeDocument/2006/relationships/slide" Target="slides/slide272.xml"/><Relationship Id="rId280" Type="http://schemas.openxmlformats.org/officeDocument/2006/relationships/slide" Target="slides/slide273.xml"/><Relationship Id="rId281" Type="http://schemas.openxmlformats.org/officeDocument/2006/relationships/slide" Target="slides/slide274.xml"/><Relationship Id="rId282" Type="http://schemas.openxmlformats.org/officeDocument/2006/relationships/slide" Target="slides/slide275.xml"/><Relationship Id="rId283" Type="http://schemas.openxmlformats.org/officeDocument/2006/relationships/slide" Target="slides/slide276.xml"/><Relationship Id="rId284" Type="http://schemas.openxmlformats.org/officeDocument/2006/relationships/slide" Target="slides/slide277.xml"/><Relationship Id="rId285" Type="http://schemas.openxmlformats.org/officeDocument/2006/relationships/slide" Target="slides/slide278.xml"/><Relationship Id="rId286" Type="http://schemas.openxmlformats.org/officeDocument/2006/relationships/slide" Target="slides/slide279.xml"/><Relationship Id="rId287" Type="http://schemas.openxmlformats.org/officeDocument/2006/relationships/slide" Target="slides/slide280.xml"/><Relationship Id="rId288" Type="http://schemas.openxmlformats.org/officeDocument/2006/relationships/slide" Target="slides/slide281.xml"/><Relationship Id="rId289" Type="http://schemas.openxmlformats.org/officeDocument/2006/relationships/slide" Target="slides/slide282.xml"/><Relationship Id="rId290" Type="http://schemas.openxmlformats.org/officeDocument/2006/relationships/slide" Target="slides/slide283.xml"/><Relationship Id="rId291" Type="http://schemas.openxmlformats.org/officeDocument/2006/relationships/slide" Target="slides/slide284.xml"/><Relationship Id="rId292" Type="http://schemas.openxmlformats.org/officeDocument/2006/relationships/slide" Target="slides/slide285.xml"/><Relationship Id="rId293" Type="http://schemas.openxmlformats.org/officeDocument/2006/relationships/slide" Target="slides/slide286.xml"/><Relationship Id="rId294" Type="http://schemas.openxmlformats.org/officeDocument/2006/relationships/slide" Target="slides/slide287.xml"/><Relationship Id="rId295" Type="http://schemas.openxmlformats.org/officeDocument/2006/relationships/slide" Target="slides/slide288.xml"/><Relationship Id="rId296" Type="http://schemas.openxmlformats.org/officeDocument/2006/relationships/slide" Target="slides/slide289.xml"/><Relationship Id="rId297" Type="http://schemas.openxmlformats.org/officeDocument/2006/relationships/slide" Target="slides/slide290.xml"/><Relationship Id="rId298" Type="http://schemas.openxmlformats.org/officeDocument/2006/relationships/slide" Target="slides/slide291.xml"/><Relationship Id="rId299" Type="http://schemas.openxmlformats.org/officeDocument/2006/relationships/slide" Target="slides/slide292.xml"/><Relationship Id="rId300" Type="http://schemas.openxmlformats.org/officeDocument/2006/relationships/slide" Target="slides/slide293.xml"/><Relationship Id="rId301" Type="http://schemas.openxmlformats.org/officeDocument/2006/relationships/slide" Target="slides/slide294.xml"/><Relationship Id="rId302" Type="http://schemas.openxmlformats.org/officeDocument/2006/relationships/slide" Target="slides/slide295.xml"/><Relationship Id="rId303" Type="http://schemas.openxmlformats.org/officeDocument/2006/relationships/slide" Target="slides/slide296.xml"/><Relationship Id="rId304" Type="http://schemas.openxmlformats.org/officeDocument/2006/relationships/slide" Target="slides/slide297.xml"/><Relationship Id="rId305" Type="http://schemas.openxmlformats.org/officeDocument/2006/relationships/slide" Target="slides/slide298.xml"/><Relationship Id="rId306" Type="http://schemas.openxmlformats.org/officeDocument/2006/relationships/slide" Target="slides/slide299.xml"/><Relationship Id="rId307" Type="http://schemas.openxmlformats.org/officeDocument/2006/relationships/slide" Target="slides/slide300.xml"/><Relationship Id="rId308" Type="http://schemas.openxmlformats.org/officeDocument/2006/relationships/slide" Target="slides/slide301.xml"/><Relationship Id="rId309" Type="http://schemas.openxmlformats.org/officeDocument/2006/relationships/slide" Target="slides/slide302.xml"/><Relationship Id="rId310" Type="http://schemas.openxmlformats.org/officeDocument/2006/relationships/slide" Target="slides/slide303.xml"/><Relationship Id="rId311" Type="http://schemas.openxmlformats.org/officeDocument/2006/relationships/slide" Target="slides/slide304.xml"/><Relationship Id="rId312" Type="http://schemas.openxmlformats.org/officeDocument/2006/relationships/slide" Target="slides/slide305.xml"/><Relationship Id="rId313" Type="http://schemas.openxmlformats.org/officeDocument/2006/relationships/slide" Target="slides/slide306.xml"/><Relationship Id="rId314" Type="http://schemas.openxmlformats.org/officeDocument/2006/relationships/slide" Target="slides/slide307.xml"/><Relationship Id="rId315" Type="http://schemas.openxmlformats.org/officeDocument/2006/relationships/slide" Target="slides/slide308.xml"/><Relationship Id="rId316" Type="http://schemas.openxmlformats.org/officeDocument/2006/relationships/slide" Target="slides/slide309.xml"/><Relationship Id="rId317" Type="http://schemas.openxmlformats.org/officeDocument/2006/relationships/slide" Target="slides/slide310.xml"/><Relationship Id="rId318" Type="http://schemas.openxmlformats.org/officeDocument/2006/relationships/slide" Target="slides/slide311.xml"/><Relationship Id="rId319" Type="http://schemas.openxmlformats.org/officeDocument/2006/relationships/slide" Target="slides/slide312.xml"/><Relationship Id="rId320" Type="http://schemas.openxmlformats.org/officeDocument/2006/relationships/slide" Target="slides/slide313.xml"/><Relationship Id="rId321" Type="http://schemas.openxmlformats.org/officeDocument/2006/relationships/slide" Target="slides/slide314.xml"/><Relationship Id="rId322" Type="http://schemas.openxmlformats.org/officeDocument/2006/relationships/slide" Target="slides/slide315.xml"/><Relationship Id="rId323" Type="http://schemas.openxmlformats.org/officeDocument/2006/relationships/slide" Target="slides/slide316.xml"/><Relationship Id="rId324" Type="http://schemas.openxmlformats.org/officeDocument/2006/relationships/slide" Target="slides/slide317.xml"/><Relationship Id="rId325" Type="http://schemas.openxmlformats.org/officeDocument/2006/relationships/slide" Target="slides/slide318.xml"/><Relationship Id="rId326" Type="http://schemas.openxmlformats.org/officeDocument/2006/relationships/slide" Target="slides/slide319.xml"/><Relationship Id="rId327" Type="http://schemas.openxmlformats.org/officeDocument/2006/relationships/slide" Target="slides/slide320.xml"/><Relationship Id="rId328" Type="http://schemas.openxmlformats.org/officeDocument/2006/relationships/slide" Target="slides/slide321.xml"/><Relationship Id="rId329" Type="http://schemas.openxmlformats.org/officeDocument/2006/relationships/slide" Target="slides/slide322.xml"/><Relationship Id="rId330" Type="http://schemas.openxmlformats.org/officeDocument/2006/relationships/slide" Target="slides/slide323.xml"/><Relationship Id="rId331" Type="http://schemas.openxmlformats.org/officeDocument/2006/relationships/slide" Target="slides/slide324.xml"/><Relationship Id="rId332" Type="http://schemas.openxmlformats.org/officeDocument/2006/relationships/slide" Target="slides/slide325.xml"/><Relationship Id="rId333" Type="http://schemas.openxmlformats.org/officeDocument/2006/relationships/slide" Target="slides/slide326.xml"/><Relationship Id="rId334" Type="http://schemas.openxmlformats.org/officeDocument/2006/relationships/slide" Target="slides/slide327.xml"/><Relationship Id="rId335" Type="http://schemas.openxmlformats.org/officeDocument/2006/relationships/slide" Target="slides/slide328.xml"/><Relationship Id="rId336" Type="http://schemas.openxmlformats.org/officeDocument/2006/relationships/slide" Target="slides/slide329.xml"/><Relationship Id="rId337" Type="http://schemas.openxmlformats.org/officeDocument/2006/relationships/slide" Target="slides/slide330.xml"/><Relationship Id="rId338" Type="http://schemas.openxmlformats.org/officeDocument/2006/relationships/slide" Target="slides/slide331.xml"/><Relationship Id="rId339" Type="http://schemas.openxmlformats.org/officeDocument/2006/relationships/slide" Target="slides/slide332.xml"/><Relationship Id="rId340" Type="http://schemas.openxmlformats.org/officeDocument/2006/relationships/slide" Target="slides/slide333.xml"/><Relationship Id="rId341" Type="http://schemas.openxmlformats.org/officeDocument/2006/relationships/slide" Target="slides/slide334.xml"/><Relationship Id="rId342" Type="http://schemas.openxmlformats.org/officeDocument/2006/relationships/slide" Target="slides/slide335.xml"/><Relationship Id="rId343" Type="http://schemas.openxmlformats.org/officeDocument/2006/relationships/slide" Target="slides/slide336.xml"/><Relationship Id="rId344" Type="http://schemas.openxmlformats.org/officeDocument/2006/relationships/slide" Target="slides/slide337.xml"/><Relationship Id="rId345" Type="http://schemas.openxmlformats.org/officeDocument/2006/relationships/slide" Target="slides/slide338.xml"/><Relationship Id="rId346" Type="http://schemas.openxmlformats.org/officeDocument/2006/relationships/slide" Target="slides/slide339.xml"/><Relationship Id="rId347" Type="http://schemas.openxmlformats.org/officeDocument/2006/relationships/slide" Target="slides/slide340.xml"/><Relationship Id="rId348" Type="http://schemas.openxmlformats.org/officeDocument/2006/relationships/slide" Target="slides/slide341.xml"/><Relationship Id="rId349" Type="http://schemas.openxmlformats.org/officeDocument/2006/relationships/slide" Target="slides/slide342.xml"/><Relationship Id="rId350" Type="http://schemas.openxmlformats.org/officeDocument/2006/relationships/slide" Target="slides/slide343.xml"/><Relationship Id="rId351" Type="http://schemas.openxmlformats.org/officeDocument/2006/relationships/slide" Target="slides/slide344.xml"/><Relationship Id="rId352" Type="http://schemas.openxmlformats.org/officeDocument/2006/relationships/slide" Target="slides/slide345.xml"/><Relationship Id="rId353" Type="http://schemas.openxmlformats.org/officeDocument/2006/relationships/slide" Target="slides/slide346.xml"/><Relationship Id="rId354" Type="http://schemas.openxmlformats.org/officeDocument/2006/relationships/slide" Target="slides/slide347.xml"/><Relationship Id="rId355" Type="http://schemas.openxmlformats.org/officeDocument/2006/relationships/slide" Target="slides/slide348.xml"/><Relationship Id="rId356" Type="http://schemas.openxmlformats.org/officeDocument/2006/relationships/slide" Target="slides/slide349.xml"/><Relationship Id="rId357" Type="http://schemas.openxmlformats.org/officeDocument/2006/relationships/slide" Target="slides/slide350.xml"/><Relationship Id="rId358" Type="http://schemas.openxmlformats.org/officeDocument/2006/relationships/slide" Target="slides/slide351.xml"/><Relationship Id="rId359" Type="http://schemas.openxmlformats.org/officeDocument/2006/relationships/slide" Target="slides/slide352.xml"/><Relationship Id="rId360" Type="http://schemas.openxmlformats.org/officeDocument/2006/relationships/slide" Target="slides/slide353.xml"/><Relationship Id="rId361" Type="http://schemas.openxmlformats.org/officeDocument/2006/relationships/slide" Target="slides/slide354.xml"/><Relationship Id="rId362" Type="http://schemas.openxmlformats.org/officeDocument/2006/relationships/slide" Target="slides/slide355.xml"/><Relationship Id="rId363" Type="http://schemas.openxmlformats.org/officeDocument/2006/relationships/slide" Target="slides/slide356.xml"/><Relationship Id="rId364" Type="http://schemas.openxmlformats.org/officeDocument/2006/relationships/slide" Target="slides/slide357.xml"/><Relationship Id="rId365" Type="http://schemas.openxmlformats.org/officeDocument/2006/relationships/slide" Target="slides/slide358.xml"/><Relationship Id="rId366" Type="http://schemas.openxmlformats.org/officeDocument/2006/relationships/slide" Target="slides/slide359.xml"/><Relationship Id="rId367" Type="http://schemas.openxmlformats.org/officeDocument/2006/relationships/slide" Target="slides/slide360.xml"/><Relationship Id="rId368" Type="http://schemas.openxmlformats.org/officeDocument/2006/relationships/slide" Target="slides/slide361.xml"/><Relationship Id="rId369" Type="http://schemas.openxmlformats.org/officeDocument/2006/relationships/slide" Target="slides/slide362.xml"/><Relationship Id="rId370" Type="http://schemas.openxmlformats.org/officeDocument/2006/relationships/slide" Target="slides/slide363.xml"/><Relationship Id="rId371" Type="http://schemas.openxmlformats.org/officeDocument/2006/relationships/slide" Target="slides/slide364.xml"/><Relationship Id="rId372" Type="http://schemas.openxmlformats.org/officeDocument/2006/relationships/slide" Target="slides/slide365.xml"/><Relationship Id="rId373" Type="http://schemas.openxmlformats.org/officeDocument/2006/relationships/slide" Target="slides/slide366.xml"/><Relationship Id="rId374" Type="http://schemas.openxmlformats.org/officeDocument/2006/relationships/slide" Target="slides/slide367.xml"/><Relationship Id="rId375" Type="http://schemas.openxmlformats.org/officeDocument/2006/relationships/slide" Target="slides/slide368.xml"/><Relationship Id="rId376" Type="http://schemas.openxmlformats.org/officeDocument/2006/relationships/slide" Target="slides/slide369.xml"/><Relationship Id="rId377" Type="http://schemas.openxmlformats.org/officeDocument/2006/relationships/slide" Target="slides/slide370.xml"/><Relationship Id="rId378" Type="http://schemas.openxmlformats.org/officeDocument/2006/relationships/slide" Target="slides/slide371.xml"/><Relationship Id="rId379" Type="http://schemas.openxmlformats.org/officeDocument/2006/relationships/slide" Target="slides/slide372.xml"/><Relationship Id="rId380" Type="http://schemas.openxmlformats.org/officeDocument/2006/relationships/slide" Target="slides/slide373.xml"/><Relationship Id="rId381" Type="http://schemas.openxmlformats.org/officeDocument/2006/relationships/slide" Target="slides/slide374.xml"/><Relationship Id="rId382" Type="http://schemas.openxmlformats.org/officeDocument/2006/relationships/slide" Target="slides/slide375.xml"/><Relationship Id="rId383" Type="http://schemas.openxmlformats.org/officeDocument/2006/relationships/slide" Target="slides/slide376.xml"/><Relationship Id="rId384" Type="http://schemas.openxmlformats.org/officeDocument/2006/relationships/slide" Target="slides/slide377.xml"/><Relationship Id="rId385" Type="http://schemas.openxmlformats.org/officeDocument/2006/relationships/slide" Target="slides/slide378.xml"/><Relationship Id="rId386" Type="http://schemas.openxmlformats.org/officeDocument/2006/relationships/slide" Target="slides/slide379.xml"/><Relationship Id="rId387" Type="http://schemas.openxmlformats.org/officeDocument/2006/relationships/slide" Target="slides/slide380.xml"/><Relationship Id="rId388" Type="http://schemas.openxmlformats.org/officeDocument/2006/relationships/slide" Target="slides/slide381.xml"/><Relationship Id="rId389" Type="http://schemas.openxmlformats.org/officeDocument/2006/relationships/slide" Target="slides/slide382.xml"/><Relationship Id="rId390" Type="http://schemas.openxmlformats.org/officeDocument/2006/relationships/slide" Target="slides/slide383.xml"/><Relationship Id="rId391" Type="http://schemas.openxmlformats.org/officeDocument/2006/relationships/slide" Target="slides/slide384.xml"/><Relationship Id="rId392" Type="http://schemas.openxmlformats.org/officeDocument/2006/relationships/slide" Target="slides/slide385.xml"/><Relationship Id="rId393" Type="http://schemas.openxmlformats.org/officeDocument/2006/relationships/slide" Target="slides/slide386.xml"/><Relationship Id="rId394" Type="http://schemas.openxmlformats.org/officeDocument/2006/relationships/slide" Target="slides/slide387.xml"/><Relationship Id="rId395" Type="http://schemas.openxmlformats.org/officeDocument/2006/relationships/slide" Target="slides/slide388.xml"/><Relationship Id="rId396" Type="http://schemas.openxmlformats.org/officeDocument/2006/relationships/slide" Target="slides/slide389.xml"/><Relationship Id="rId397" Type="http://schemas.openxmlformats.org/officeDocument/2006/relationships/slide" Target="slides/slide390.xml"/><Relationship Id="rId398" Type="http://schemas.openxmlformats.org/officeDocument/2006/relationships/slide" Target="slides/slide391.xml"/><Relationship Id="rId399" Type="http://schemas.openxmlformats.org/officeDocument/2006/relationships/slide" Target="slides/slide392.xml"/><Relationship Id="rId400" Type="http://schemas.openxmlformats.org/officeDocument/2006/relationships/slide" Target="slides/slide393.xml"/><Relationship Id="rId401" Type="http://schemas.openxmlformats.org/officeDocument/2006/relationships/slide" Target="slides/slide394.xml"/><Relationship Id="rId402" Type="http://schemas.openxmlformats.org/officeDocument/2006/relationships/slide" Target="slides/slide395.xml"/><Relationship Id="rId403" Type="http://schemas.openxmlformats.org/officeDocument/2006/relationships/slide" Target="slides/slide396.xml"/><Relationship Id="rId404" Type="http://schemas.openxmlformats.org/officeDocument/2006/relationships/slide" Target="slides/slide397.xml"/><Relationship Id="rId405" Type="http://schemas.openxmlformats.org/officeDocument/2006/relationships/slide" Target="slides/slide398.xml"/><Relationship Id="rId406" Type="http://schemas.openxmlformats.org/officeDocument/2006/relationships/slide" Target="slides/slide399.xml"/><Relationship Id="rId407" Type="http://schemas.openxmlformats.org/officeDocument/2006/relationships/slide" Target="slides/slide400.xml"/><Relationship Id="rId408" Type="http://schemas.openxmlformats.org/officeDocument/2006/relationships/slide" Target="slides/slide401.xml"/><Relationship Id="rId409" Type="http://schemas.openxmlformats.org/officeDocument/2006/relationships/slide" Target="slides/slide402.xml"/><Relationship Id="rId410" Type="http://schemas.openxmlformats.org/officeDocument/2006/relationships/slide" Target="slides/slide403.xml"/><Relationship Id="rId411" Type="http://schemas.openxmlformats.org/officeDocument/2006/relationships/slide" Target="slides/slide404.xml"/><Relationship Id="rId412" Type="http://schemas.openxmlformats.org/officeDocument/2006/relationships/slide" Target="slides/slide405.xml"/><Relationship Id="rId413" Type="http://schemas.openxmlformats.org/officeDocument/2006/relationships/slide" Target="slides/slide406.xml"/><Relationship Id="rId414" Type="http://schemas.openxmlformats.org/officeDocument/2006/relationships/slide" Target="slides/slide407.xml"/><Relationship Id="rId415" Type="http://schemas.openxmlformats.org/officeDocument/2006/relationships/slide" Target="slides/slide408.xml"/><Relationship Id="rId416" Type="http://schemas.openxmlformats.org/officeDocument/2006/relationships/slide" Target="slides/slide409.xml"/><Relationship Id="rId417" Type="http://schemas.openxmlformats.org/officeDocument/2006/relationships/slide" Target="slides/slide410.xml"/><Relationship Id="rId418" Type="http://schemas.openxmlformats.org/officeDocument/2006/relationships/slide" Target="slides/slide411.xml"/><Relationship Id="rId419" Type="http://schemas.openxmlformats.org/officeDocument/2006/relationships/slide" Target="slides/slide412.xml"/><Relationship Id="rId420" Type="http://schemas.openxmlformats.org/officeDocument/2006/relationships/slide" Target="slides/slide413.xml"/><Relationship Id="rId421" Type="http://schemas.openxmlformats.org/officeDocument/2006/relationships/slide" Target="slides/slide414.xml"/><Relationship Id="rId422" Type="http://schemas.openxmlformats.org/officeDocument/2006/relationships/slide" Target="slides/slide415.xml"/><Relationship Id="rId423" Type="http://schemas.openxmlformats.org/officeDocument/2006/relationships/slide" Target="slides/slide416.xml"/><Relationship Id="rId424" Type="http://schemas.openxmlformats.org/officeDocument/2006/relationships/slide" Target="slides/slide417.xml"/><Relationship Id="rId425" Type="http://schemas.openxmlformats.org/officeDocument/2006/relationships/slide" Target="slides/slide418.xml"/><Relationship Id="rId426" Type="http://schemas.openxmlformats.org/officeDocument/2006/relationships/slide" Target="slides/slide419.xml"/><Relationship Id="rId427" Type="http://schemas.openxmlformats.org/officeDocument/2006/relationships/slide" Target="slides/slide420.xml"/><Relationship Id="rId428" Type="http://schemas.openxmlformats.org/officeDocument/2006/relationships/slide" Target="slides/slide421.xml"/><Relationship Id="rId429" Type="http://schemas.openxmlformats.org/officeDocument/2006/relationships/slide" Target="slides/slide422.xml"/><Relationship Id="rId430" Type="http://schemas.openxmlformats.org/officeDocument/2006/relationships/slide" Target="slides/slide423.xml"/><Relationship Id="rId431" Type="http://schemas.openxmlformats.org/officeDocument/2006/relationships/slide" Target="slides/slide424.xml"/><Relationship Id="rId432" Type="http://schemas.openxmlformats.org/officeDocument/2006/relationships/slide" Target="slides/slide425.xml"/><Relationship Id="rId433" Type="http://schemas.openxmlformats.org/officeDocument/2006/relationships/slide" Target="slides/slide426.xml"/><Relationship Id="rId434" Type="http://schemas.openxmlformats.org/officeDocument/2006/relationships/slide" Target="slides/slide427.xml"/><Relationship Id="rId435" Type="http://schemas.openxmlformats.org/officeDocument/2006/relationships/slide" Target="slides/slide428.xml"/><Relationship Id="rId436" Type="http://schemas.openxmlformats.org/officeDocument/2006/relationships/slide" Target="slides/slide429.xml"/><Relationship Id="rId437" Type="http://schemas.openxmlformats.org/officeDocument/2006/relationships/slide" Target="slides/slide430.xml"/><Relationship Id="rId438" Type="http://schemas.openxmlformats.org/officeDocument/2006/relationships/slide" Target="slides/slide431.xml"/><Relationship Id="rId439" Type="http://schemas.openxmlformats.org/officeDocument/2006/relationships/slide" Target="slides/slide432.xml"/><Relationship Id="rId440" Type="http://schemas.openxmlformats.org/officeDocument/2006/relationships/slide" Target="slides/slide433.xml"/><Relationship Id="rId441" Type="http://schemas.openxmlformats.org/officeDocument/2006/relationships/slide" Target="slides/slide434.xml"/><Relationship Id="rId442" Type="http://schemas.openxmlformats.org/officeDocument/2006/relationships/slide" Target="slides/slide435.xml"/><Relationship Id="rId443" Type="http://schemas.openxmlformats.org/officeDocument/2006/relationships/slide" Target="slides/slide436.xml"/><Relationship Id="rId444" Type="http://schemas.openxmlformats.org/officeDocument/2006/relationships/slide" Target="slides/slide437.xml"/><Relationship Id="rId445" Type="http://schemas.openxmlformats.org/officeDocument/2006/relationships/slide" Target="slides/slide438.xml"/><Relationship Id="rId446" Type="http://schemas.openxmlformats.org/officeDocument/2006/relationships/slide" Target="slides/slide439.xml"/><Relationship Id="rId447" Type="http://schemas.openxmlformats.org/officeDocument/2006/relationships/slide" Target="slides/slide440.xml"/><Relationship Id="rId448" Type="http://schemas.openxmlformats.org/officeDocument/2006/relationships/slide" Target="slides/slide441.xml"/><Relationship Id="rId449" Type="http://schemas.openxmlformats.org/officeDocument/2006/relationships/slide" Target="slides/slide442.xml"/><Relationship Id="rId450" Type="http://schemas.openxmlformats.org/officeDocument/2006/relationships/slide" Target="slides/slide443.xml"/><Relationship Id="rId451" Type="http://schemas.openxmlformats.org/officeDocument/2006/relationships/slide" Target="slides/slide444.xml"/><Relationship Id="rId452" Type="http://schemas.openxmlformats.org/officeDocument/2006/relationships/slide" Target="slides/slide445.xml"/><Relationship Id="rId453" Type="http://schemas.openxmlformats.org/officeDocument/2006/relationships/slide" Target="slides/slide446.xml"/><Relationship Id="rId454" Type="http://schemas.openxmlformats.org/officeDocument/2006/relationships/slide" Target="slides/slide447.xml"/><Relationship Id="rId455" Type="http://schemas.openxmlformats.org/officeDocument/2006/relationships/slide" Target="slides/slide448.xml"/><Relationship Id="rId456" Type="http://schemas.openxmlformats.org/officeDocument/2006/relationships/slide" Target="slides/slide449.xml"/><Relationship Id="rId457" Type="http://schemas.openxmlformats.org/officeDocument/2006/relationships/slide" Target="slides/slide450.xml"/><Relationship Id="rId458" Type="http://schemas.openxmlformats.org/officeDocument/2006/relationships/slide" Target="slides/slide451.xml"/><Relationship Id="rId459" Type="http://schemas.openxmlformats.org/officeDocument/2006/relationships/slide" Target="slides/slide452.xml"/><Relationship Id="rId460" Type="http://schemas.openxmlformats.org/officeDocument/2006/relationships/slide" Target="slides/slide453.xml"/><Relationship Id="rId461" Type="http://schemas.openxmlformats.org/officeDocument/2006/relationships/slide" Target="slides/slide454.xml"/><Relationship Id="rId462" Type="http://schemas.openxmlformats.org/officeDocument/2006/relationships/slide" Target="slides/slide455.xml"/><Relationship Id="rId463" Type="http://schemas.openxmlformats.org/officeDocument/2006/relationships/slide" Target="slides/slide456.xml"/><Relationship Id="rId464" Type="http://schemas.openxmlformats.org/officeDocument/2006/relationships/slide" Target="slides/slide457.xml"/><Relationship Id="rId465" Type="http://schemas.openxmlformats.org/officeDocument/2006/relationships/slide" Target="slides/slide458.xml"/><Relationship Id="rId466" Type="http://schemas.openxmlformats.org/officeDocument/2006/relationships/slide" Target="slides/slide459.xml"/><Relationship Id="rId467" Type="http://schemas.openxmlformats.org/officeDocument/2006/relationships/slide" Target="slides/slide460.xml"/><Relationship Id="rId468" Type="http://schemas.openxmlformats.org/officeDocument/2006/relationships/slide" Target="slides/slide461.xml"/><Relationship Id="rId469" Type="http://schemas.openxmlformats.org/officeDocument/2006/relationships/slide" Target="slides/slide462.xml"/><Relationship Id="rId470" Type="http://schemas.openxmlformats.org/officeDocument/2006/relationships/slide" Target="slides/slide463.xml"/><Relationship Id="rId471" Type="http://schemas.openxmlformats.org/officeDocument/2006/relationships/slide" Target="slides/slide464.xml"/><Relationship Id="rId472" Type="http://schemas.openxmlformats.org/officeDocument/2006/relationships/slide" Target="slides/slide465.xml"/><Relationship Id="rId473" Type="http://schemas.openxmlformats.org/officeDocument/2006/relationships/slide" Target="slides/slide466.xml"/><Relationship Id="rId474" Type="http://schemas.openxmlformats.org/officeDocument/2006/relationships/slide" Target="slides/slide467.xml"/><Relationship Id="rId475" Type="http://schemas.openxmlformats.org/officeDocument/2006/relationships/slide" Target="slides/slide468.xml"/><Relationship Id="rId476" Type="http://schemas.openxmlformats.org/officeDocument/2006/relationships/slide" Target="slides/slide469.xml"/><Relationship Id="rId477" Type="http://schemas.openxmlformats.org/officeDocument/2006/relationships/slide" Target="slides/slide470.xml"/><Relationship Id="rId478" Type="http://schemas.openxmlformats.org/officeDocument/2006/relationships/slide" Target="slides/slide471.xml"/><Relationship Id="rId479" Type="http://schemas.openxmlformats.org/officeDocument/2006/relationships/slide" Target="slides/slide472.xml"/><Relationship Id="rId480" Type="http://schemas.openxmlformats.org/officeDocument/2006/relationships/slide" Target="slides/slide473.xml"/><Relationship Id="rId481" Type="http://schemas.openxmlformats.org/officeDocument/2006/relationships/slide" Target="slides/slide474.xml"/><Relationship Id="rId482" Type="http://schemas.openxmlformats.org/officeDocument/2006/relationships/slide" Target="slides/slide475.xml"/><Relationship Id="rId483" Type="http://schemas.openxmlformats.org/officeDocument/2006/relationships/slide" Target="slides/slide476.xml"/><Relationship Id="rId484" Type="http://schemas.openxmlformats.org/officeDocument/2006/relationships/slide" Target="slides/slide477.xml"/><Relationship Id="rId485" Type="http://schemas.openxmlformats.org/officeDocument/2006/relationships/slide" Target="slides/slide478.xml"/><Relationship Id="rId486" Type="http://schemas.openxmlformats.org/officeDocument/2006/relationships/slide" Target="slides/slide479.xml"/><Relationship Id="rId487" Type="http://schemas.openxmlformats.org/officeDocument/2006/relationships/slide" Target="slides/slide480.xml"/><Relationship Id="rId488" Type="http://schemas.openxmlformats.org/officeDocument/2006/relationships/slide" Target="slides/slide481.xml"/><Relationship Id="rId489" Type="http://schemas.openxmlformats.org/officeDocument/2006/relationships/slide" Target="slides/slide482.xml"/><Relationship Id="rId490" Type="http://schemas.openxmlformats.org/officeDocument/2006/relationships/slide" Target="slides/slide483.xml"/><Relationship Id="rId491" Type="http://schemas.openxmlformats.org/officeDocument/2006/relationships/slide" Target="slides/slide484.xml"/><Relationship Id="rId492" Type="http://schemas.openxmlformats.org/officeDocument/2006/relationships/slide" Target="slides/slide485.xml"/><Relationship Id="rId493" Type="http://schemas.openxmlformats.org/officeDocument/2006/relationships/slide" Target="slides/slide486.xml"/><Relationship Id="rId494" Type="http://schemas.openxmlformats.org/officeDocument/2006/relationships/slide" Target="slides/slide487.xml"/><Relationship Id="rId495" Type="http://schemas.openxmlformats.org/officeDocument/2006/relationships/slide" Target="slides/slide488.xml"/><Relationship Id="rId496" Type="http://schemas.openxmlformats.org/officeDocument/2006/relationships/slide" Target="slides/slide489.xml"/><Relationship Id="rId497" Type="http://schemas.openxmlformats.org/officeDocument/2006/relationships/slide" Target="slides/slide490.xml"/><Relationship Id="rId498" Type="http://schemas.openxmlformats.org/officeDocument/2006/relationships/slide" Target="slides/slide491.xml"/><Relationship Id="rId499" Type="http://schemas.openxmlformats.org/officeDocument/2006/relationships/slide" Target="slides/slide492.xml"/><Relationship Id="rId500" Type="http://schemas.openxmlformats.org/officeDocument/2006/relationships/slide" Target="slides/slide493.xml"/><Relationship Id="rId501" Type="http://schemas.openxmlformats.org/officeDocument/2006/relationships/slide" Target="slides/slide494.xml"/><Relationship Id="rId502" Type="http://schemas.openxmlformats.org/officeDocument/2006/relationships/slide" Target="slides/slide495.xml"/><Relationship Id="rId503" Type="http://schemas.openxmlformats.org/officeDocument/2006/relationships/slide" Target="slides/slide496.xml"/><Relationship Id="rId504" Type="http://schemas.openxmlformats.org/officeDocument/2006/relationships/slide" Target="slides/slide497.xml"/><Relationship Id="rId505" Type="http://schemas.openxmlformats.org/officeDocument/2006/relationships/slide" Target="slides/slide498.xml"/><Relationship Id="rId506" Type="http://schemas.openxmlformats.org/officeDocument/2006/relationships/slide" Target="slides/slide499.xml"/><Relationship Id="rId507" Type="http://schemas.openxmlformats.org/officeDocument/2006/relationships/slide" Target="slides/slide500.xml"/><Relationship Id="rId508" Type="http://schemas.openxmlformats.org/officeDocument/2006/relationships/slide" Target="slides/slide501.xml"/><Relationship Id="rId509" Type="http://schemas.openxmlformats.org/officeDocument/2006/relationships/slide" Target="slides/slide502.xml"/><Relationship Id="rId510" Type="http://schemas.openxmlformats.org/officeDocument/2006/relationships/slide" Target="slides/slide503.xml"/><Relationship Id="rId511" Type="http://schemas.openxmlformats.org/officeDocument/2006/relationships/slide" Target="slides/slide504.xml"/><Relationship Id="rId512" Type="http://schemas.openxmlformats.org/officeDocument/2006/relationships/slide" Target="slides/slide505.xml"/><Relationship Id="rId513" Type="http://schemas.openxmlformats.org/officeDocument/2006/relationships/slide" Target="slides/slide506.xml"/><Relationship Id="rId514" Type="http://schemas.openxmlformats.org/officeDocument/2006/relationships/slide" Target="slides/slide507.xml"/><Relationship Id="rId515" Type="http://schemas.openxmlformats.org/officeDocument/2006/relationships/slide" Target="slides/slide508.xml"/><Relationship Id="rId516" Type="http://schemas.openxmlformats.org/officeDocument/2006/relationships/slide" Target="slides/slide509.xml"/><Relationship Id="rId517" Type="http://schemas.openxmlformats.org/officeDocument/2006/relationships/slide" Target="slides/slide510.xml"/><Relationship Id="rId518" Type="http://schemas.openxmlformats.org/officeDocument/2006/relationships/slide" Target="slides/slide511.xml"/><Relationship Id="rId519" Type="http://schemas.openxmlformats.org/officeDocument/2006/relationships/slide" Target="slides/slide512.xml"/><Relationship Id="rId520" Type="http://schemas.openxmlformats.org/officeDocument/2006/relationships/slide" Target="slides/slide513.xml"/><Relationship Id="rId521" Type="http://schemas.openxmlformats.org/officeDocument/2006/relationships/slide" Target="slides/slide514.xml"/><Relationship Id="rId522" Type="http://schemas.openxmlformats.org/officeDocument/2006/relationships/slide" Target="slides/slide515.xml"/><Relationship Id="rId523" Type="http://schemas.openxmlformats.org/officeDocument/2006/relationships/slide" Target="slides/slide516.xml"/><Relationship Id="rId524" Type="http://schemas.openxmlformats.org/officeDocument/2006/relationships/slide" Target="slides/slide517.xml"/><Relationship Id="rId525" Type="http://schemas.openxmlformats.org/officeDocument/2006/relationships/slide" Target="slides/slide518.xml"/><Relationship Id="rId526" Type="http://schemas.openxmlformats.org/officeDocument/2006/relationships/slide" Target="slides/slide519.xml"/><Relationship Id="rId527" Type="http://schemas.openxmlformats.org/officeDocument/2006/relationships/slide" Target="slides/slide520.xml"/><Relationship Id="rId528" Type="http://schemas.openxmlformats.org/officeDocument/2006/relationships/slide" Target="slides/slide521.xml"/><Relationship Id="rId529" Type="http://schemas.openxmlformats.org/officeDocument/2006/relationships/slide" Target="slides/slide522.xml"/><Relationship Id="rId530" Type="http://schemas.openxmlformats.org/officeDocument/2006/relationships/slide" Target="slides/slide523.xml"/><Relationship Id="rId531" Type="http://schemas.openxmlformats.org/officeDocument/2006/relationships/slide" Target="slides/slide524.xml"/><Relationship Id="rId532" Type="http://schemas.openxmlformats.org/officeDocument/2006/relationships/slide" Target="slides/slide525.xml"/><Relationship Id="rId533" Type="http://schemas.openxmlformats.org/officeDocument/2006/relationships/slide" Target="slides/slide526.xml"/><Relationship Id="rId534" Type="http://schemas.openxmlformats.org/officeDocument/2006/relationships/slide" Target="slides/slide527.xml"/><Relationship Id="rId535" Type="http://schemas.openxmlformats.org/officeDocument/2006/relationships/slide" Target="slides/slide528.xml"/><Relationship Id="rId536" Type="http://schemas.openxmlformats.org/officeDocument/2006/relationships/slide" Target="slides/slide529.xml"/><Relationship Id="rId537" Type="http://schemas.openxmlformats.org/officeDocument/2006/relationships/slide" Target="slides/slide530.xml"/><Relationship Id="rId538" Type="http://schemas.openxmlformats.org/officeDocument/2006/relationships/slide" Target="slides/slide531.xml"/><Relationship Id="rId539" Type="http://schemas.openxmlformats.org/officeDocument/2006/relationships/slide" Target="slides/slide532.xml"/><Relationship Id="rId540" Type="http://schemas.openxmlformats.org/officeDocument/2006/relationships/slide" Target="slides/slide533.xml"/><Relationship Id="rId541" Type="http://schemas.openxmlformats.org/officeDocument/2006/relationships/slide" Target="slides/slide534.xml"/><Relationship Id="rId542" Type="http://schemas.openxmlformats.org/officeDocument/2006/relationships/slide" Target="slides/slide535.xml"/><Relationship Id="rId543" Type="http://schemas.openxmlformats.org/officeDocument/2006/relationships/slide" Target="slides/slide536.xml"/><Relationship Id="rId544" Type="http://schemas.openxmlformats.org/officeDocument/2006/relationships/slide" Target="slides/slide537.xml"/><Relationship Id="rId545" Type="http://schemas.openxmlformats.org/officeDocument/2006/relationships/slide" Target="slides/slide538.xml"/><Relationship Id="rId546" Type="http://schemas.openxmlformats.org/officeDocument/2006/relationships/slide" Target="slides/slide539.xml"/><Relationship Id="rId547" Type="http://schemas.openxmlformats.org/officeDocument/2006/relationships/slide" Target="slides/slide540.xml"/><Relationship Id="rId548" Type="http://schemas.openxmlformats.org/officeDocument/2006/relationships/slide" Target="slides/slide541.xml"/><Relationship Id="rId549" Type="http://schemas.openxmlformats.org/officeDocument/2006/relationships/slide" Target="slides/slide542.xml"/><Relationship Id="rId550" Type="http://schemas.openxmlformats.org/officeDocument/2006/relationships/slide" Target="slides/slide543.xml"/><Relationship Id="rId551" Type="http://schemas.openxmlformats.org/officeDocument/2006/relationships/slide" Target="slides/slide544.xml"/><Relationship Id="rId552" Type="http://schemas.openxmlformats.org/officeDocument/2006/relationships/slide" Target="slides/slide545.xml"/><Relationship Id="rId553" Type="http://schemas.openxmlformats.org/officeDocument/2006/relationships/slide" Target="slides/slide546.xml"/><Relationship Id="rId554" Type="http://schemas.openxmlformats.org/officeDocument/2006/relationships/slide" Target="slides/slide547.xml"/><Relationship Id="rId555" Type="http://schemas.openxmlformats.org/officeDocument/2006/relationships/slide" Target="slides/slide548.xml"/><Relationship Id="rId556" Type="http://schemas.openxmlformats.org/officeDocument/2006/relationships/slide" Target="slides/slide549.xml"/><Relationship Id="rId557" Type="http://schemas.openxmlformats.org/officeDocument/2006/relationships/slide" Target="slides/slide550.xml"/><Relationship Id="rId558" Type="http://schemas.openxmlformats.org/officeDocument/2006/relationships/slide" Target="slides/slide551.xml"/><Relationship Id="rId559" Type="http://schemas.openxmlformats.org/officeDocument/2006/relationships/slide" Target="slides/slide552.xml"/><Relationship Id="rId560" Type="http://schemas.openxmlformats.org/officeDocument/2006/relationships/slide" Target="slides/slide553.xml"/><Relationship Id="rId561" Type="http://schemas.openxmlformats.org/officeDocument/2006/relationships/slide" Target="slides/slide554.xml"/><Relationship Id="rId562" Type="http://schemas.openxmlformats.org/officeDocument/2006/relationships/slide" Target="slides/slide555.xml"/><Relationship Id="rId563" Type="http://schemas.openxmlformats.org/officeDocument/2006/relationships/slide" Target="slides/slide556.xml"/><Relationship Id="rId564" Type="http://schemas.openxmlformats.org/officeDocument/2006/relationships/slide" Target="slides/slide557.xml"/><Relationship Id="rId565" Type="http://schemas.openxmlformats.org/officeDocument/2006/relationships/slide" Target="slides/slide558.xml"/><Relationship Id="rId566" Type="http://schemas.openxmlformats.org/officeDocument/2006/relationships/slide" Target="slides/slide559.xml"/><Relationship Id="rId567" Type="http://schemas.openxmlformats.org/officeDocument/2006/relationships/slide" Target="slides/slide560.xml"/><Relationship Id="rId568" Type="http://schemas.openxmlformats.org/officeDocument/2006/relationships/slide" Target="slides/slide561.xml"/><Relationship Id="rId569" Type="http://schemas.openxmlformats.org/officeDocument/2006/relationships/slide" Target="slides/slide562.xml"/><Relationship Id="rId570" Type="http://schemas.openxmlformats.org/officeDocument/2006/relationships/slide" Target="slides/slide563.xml"/><Relationship Id="rId571" Type="http://schemas.openxmlformats.org/officeDocument/2006/relationships/slide" Target="slides/slide564.xml"/><Relationship Id="rId572" Type="http://schemas.openxmlformats.org/officeDocument/2006/relationships/slide" Target="slides/slide565.xml"/><Relationship Id="rId573" Type="http://schemas.openxmlformats.org/officeDocument/2006/relationships/slide" Target="slides/slide566.xml"/><Relationship Id="rId574" Type="http://schemas.openxmlformats.org/officeDocument/2006/relationships/slide" Target="slides/slide567.xml"/><Relationship Id="rId575" Type="http://schemas.openxmlformats.org/officeDocument/2006/relationships/slide" Target="slides/slide568.xml"/><Relationship Id="rId576" Type="http://schemas.openxmlformats.org/officeDocument/2006/relationships/slide" Target="slides/slide569.xml"/><Relationship Id="rId577" Type="http://schemas.openxmlformats.org/officeDocument/2006/relationships/slide" Target="slides/slide570.xml"/><Relationship Id="rId578" Type="http://schemas.openxmlformats.org/officeDocument/2006/relationships/slide" Target="slides/slide571.xml"/><Relationship Id="rId579" Type="http://schemas.openxmlformats.org/officeDocument/2006/relationships/slide" Target="slides/slide572.xml"/><Relationship Id="rId580" Type="http://schemas.openxmlformats.org/officeDocument/2006/relationships/slide" Target="slides/slide573.xml"/><Relationship Id="rId581" Type="http://schemas.openxmlformats.org/officeDocument/2006/relationships/slide" Target="slides/slide574.xml"/><Relationship Id="rId582" Type="http://schemas.openxmlformats.org/officeDocument/2006/relationships/slide" Target="slides/slide575.xml"/><Relationship Id="rId583" Type="http://schemas.openxmlformats.org/officeDocument/2006/relationships/slide" Target="slides/slide576.xml"/><Relationship Id="rId584" Type="http://schemas.openxmlformats.org/officeDocument/2006/relationships/slide" Target="slides/slide577.xml"/><Relationship Id="rId585" Type="http://schemas.openxmlformats.org/officeDocument/2006/relationships/slide" Target="slides/slide578.xml"/><Relationship Id="rId586" Type="http://schemas.openxmlformats.org/officeDocument/2006/relationships/slide" Target="slides/slide579.xml"/><Relationship Id="rId587" Type="http://schemas.openxmlformats.org/officeDocument/2006/relationships/slide" Target="slides/slide580.xml"/><Relationship Id="rId588" Type="http://schemas.openxmlformats.org/officeDocument/2006/relationships/slide" Target="slides/slide581.xml"/><Relationship Id="rId589" Type="http://schemas.openxmlformats.org/officeDocument/2006/relationships/slide" Target="slides/slide582.xml"/><Relationship Id="rId590" Type="http://schemas.openxmlformats.org/officeDocument/2006/relationships/slide" Target="slides/slide583.xml"/><Relationship Id="rId591" Type="http://schemas.openxmlformats.org/officeDocument/2006/relationships/slide" Target="slides/slide584.xml"/><Relationship Id="rId592" Type="http://schemas.openxmlformats.org/officeDocument/2006/relationships/slide" Target="slides/slide585.xml"/><Relationship Id="rId593" Type="http://schemas.openxmlformats.org/officeDocument/2006/relationships/slide" Target="slides/slide586.xml"/><Relationship Id="rId594" Type="http://schemas.openxmlformats.org/officeDocument/2006/relationships/slide" Target="slides/slide587.xml"/><Relationship Id="rId595" Type="http://schemas.openxmlformats.org/officeDocument/2006/relationships/slide" Target="slides/slide588.xml"/><Relationship Id="rId596" Type="http://schemas.openxmlformats.org/officeDocument/2006/relationships/slide" Target="slides/slide589.xml"/><Relationship Id="rId597" Type="http://schemas.openxmlformats.org/officeDocument/2006/relationships/slide" Target="slides/slide590.xml"/><Relationship Id="rId598" Type="http://schemas.openxmlformats.org/officeDocument/2006/relationships/slide" Target="slides/slide591.xml"/><Relationship Id="rId599" Type="http://schemas.openxmlformats.org/officeDocument/2006/relationships/slide" Target="slides/slide592.xml"/><Relationship Id="rId600" Type="http://schemas.openxmlformats.org/officeDocument/2006/relationships/slide" Target="slides/slide593.xml"/><Relationship Id="rId601" Type="http://schemas.openxmlformats.org/officeDocument/2006/relationships/slide" Target="slides/slide594.xml"/><Relationship Id="rId602" Type="http://schemas.openxmlformats.org/officeDocument/2006/relationships/slide" Target="slides/slide595.xml"/><Relationship Id="rId603" Type="http://schemas.openxmlformats.org/officeDocument/2006/relationships/slide" Target="slides/slide596.xml"/><Relationship Id="rId604" Type="http://schemas.openxmlformats.org/officeDocument/2006/relationships/slide" Target="slides/slide597.xml"/><Relationship Id="rId605" Type="http://schemas.openxmlformats.org/officeDocument/2006/relationships/slide" Target="slides/slide598.xml"/><Relationship Id="rId606" Type="http://schemas.openxmlformats.org/officeDocument/2006/relationships/slide" Target="slides/slide599.xml"/><Relationship Id="rId607" Type="http://schemas.openxmlformats.org/officeDocument/2006/relationships/slide" Target="slides/slide600.xml"/><Relationship Id="rId608" Type="http://schemas.openxmlformats.org/officeDocument/2006/relationships/slide" Target="slides/slide601.xml"/><Relationship Id="rId609" Type="http://schemas.openxmlformats.org/officeDocument/2006/relationships/slide" Target="slides/slide602.xml"/><Relationship Id="rId610" Type="http://schemas.openxmlformats.org/officeDocument/2006/relationships/slide" Target="slides/slide603.xml"/><Relationship Id="rId611" Type="http://schemas.openxmlformats.org/officeDocument/2006/relationships/slide" Target="slides/slide604.xml"/><Relationship Id="rId612" Type="http://schemas.openxmlformats.org/officeDocument/2006/relationships/slide" Target="slides/slide605.xml"/><Relationship Id="rId613" Type="http://schemas.openxmlformats.org/officeDocument/2006/relationships/slide" Target="slides/slide606.xml"/><Relationship Id="rId614" Type="http://schemas.openxmlformats.org/officeDocument/2006/relationships/slide" Target="slides/slide607.xml"/><Relationship Id="rId615" Type="http://schemas.openxmlformats.org/officeDocument/2006/relationships/slide" Target="slides/slide608.xml"/><Relationship Id="rId616" Type="http://schemas.openxmlformats.org/officeDocument/2006/relationships/slide" Target="slides/slide609.xml"/><Relationship Id="rId617" Type="http://schemas.openxmlformats.org/officeDocument/2006/relationships/slide" Target="slides/slide610.xml"/><Relationship Id="rId618" Type="http://schemas.openxmlformats.org/officeDocument/2006/relationships/slide" Target="slides/slide611.xml"/><Relationship Id="rId619" Type="http://schemas.openxmlformats.org/officeDocument/2006/relationships/slide" Target="slides/slide612.xml"/><Relationship Id="rId620" Type="http://schemas.openxmlformats.org/officeDocument/2006/relationships/slide" Target="slides/slide613.xml"/><Relationship Id="rId621" Type="http://schemas.openxmlformats.org/officeDocument/2006/relationships/slide" Target="slides/slide614.xml"/><Relationship Id="rId622" Type="http://schemas.openxmlformats.org/officeDocument/2006/relationships/slide" Target="slides/slide615.xml"/><Relationship Id="rId623" Type="http://schemas.openxmlformats.org/officeDocument/2006/relationships/slide" Target="slides/slide616.xml"/><Relationship Id="rId624" Type="http://schemas.openxmlformats.org/officeDocument/2006/relationships/slide" Target="slides/slide617.xml"/><Relationship Id="rId625" Type="http://schemas.openxmlformats.org/officeDocument/2006/relationships/slide" Target="slides/slide618.xml"/><Relationship Id="rId626" Type="http://schemas.openxmlformats.org/officeDocument/2006/relationships/slide" Target="slides/slide619.xml"/><Relationship Id="rId627" Type="http://schemas.openxmlformats.org/officeDocument/2006/relationships/slide" Target="slides/slide620.xml"/><Relationship Id="rId628" Type="http://schemas.openxmlformats.org/officeDocument/2006/relationships/slide" Target="slides/slide621.xml"/><Relationship Id="rId629" Type="http://schemas.openxmlformats.org/officeDocument/2006/relationships/slide" Target="slides/slide622.xml"/><Relationship Id="rId630" Type="http://schemas.openxmlformats.org/officeDocument/2006/relationships/slide" Target="slides/slide623.xml"/><Relationship Id="rId631" Type="http://schemas.openxmlformats.org/officeDocument/2006/relationships/slide" Target="slides/slide624.xml"/><Relationship Id="rId632" Type="http://schemas.openxmlformats.org/officeDocument/2006/relationships/slide" Target="slides/slide625.xml"/><Relationship Id="rId633" Type="http://schemas.openxmlformats.org/officeDocument/2006/relationships/slide" Target="slides/slide626.xml"/><Relationship Id="rId634" Type="http://schemas.openxmlformats.org/officeDocument/2006/relationships/slide" Target="slides/slide627.xml"/><Relationship Id="rId635" Type="http://schemas.openxmlformats.org/officeDocument/2006/relationships/slide" Target="slides/slide628.xml"/><Relationship Id="rId636" Type="http://schemas.openxmlformats.org/officeDocument/2006/relationships/slide" Target="slides/slide629.xml"/><Relationship Id="rId637" Type="http://schemas.openxmlformats.org/officeDocument/2006/relationships/slide" Target="slides/slide630.xml"/><Relationship Id="rId638" Type="http://schemas.openxmlformats.org/officeDocument/2006/relationships/slide" Target="slides/slide631.xml"/><Relationship Id="rId639" Type="http://schemas.openxmlformats.org/officeDocument/2006/relationships/slide" Target="slides/slide632.xml"/><Relationship Id="rId640" Type="http://schemas.openxmlformats.org/officeDocument/2006/relationships/slide" Target="slides/slide633.xml"/><Relationship Id="rId641" Type="http://schemas.openxmlformats.org/officeDocument/2006/relationships/slide" Target="slides/slide634.xml"/><Relationship Id="rId642" Type="http://schemas.openxmlformats.org/officeDocument/2006/relationships/slide" Target="slides/slide635.xml"/><Relationship Id="rId643" Type="http://schemas.openxmlformats.org/officeDocument/2006/relationships/slide" Target="slides/slide636.xml"/><Relationship Id="rId644" Type="http://schemas.openxmlformats.org/officeDocument/2006/relationships/slide" Target="slides/slide637.xml"/><Relationship Id="rId645" Type="http://schemas.openxmlformats.org/officeDocument/2006/relationships/slide" Target="slides/slide638.xml"/><Relationship Id="rId646" Type="http://schemas.openxmlformats.org/officeDocument/2006/relationships/slide" Target="slides/slide639.xml"/><Relationship Id="rId647" Type="http://schemas.openxmlformats.org/officeDocument/2006/relationships/slide" Target="slides/slide640.xml"/><Relationship Id="rId648" Type="http://schemas.openxmlformats.org/officeDocument/2006/relationships/slide" Target="slides/slide641.xml"/><Relationship Id="rId649" Type="http://schemas.openxmlformats.org/officeDocument/2006/relationships/slide" Target="slides/slide642.xml"/><Relationship Id="rId650" Type="http://schemas.openxmlformats.org/officeDocument/2006/relationships/slide" Target="slides/slide643.xml"/><Relationship Id="rId651" Type="http://schemas.openxmlformats.org/officeDocument/2006/relationships/slide" Target="slides/slide644.xml"/><Relationship Id="rId652" Type="http://schemas.openxmlformats.org/officeDocument/2006/relationships/slide" Target="slides/slide645.xml"/><Relationship Id="rId653" Type="http://schemas.openxmlformats.org/officeDocument/2006/relationships/slide" Target="slides/slide646.xml"/><Relationship Id="rId654" Type="http://schemas.openxmlformats.org/officeDocument/2006/relationships/slide" Target="slides/slide647.xml"/><Relationship Id="rId655" Type="http://schemas.openxmlformats.org/officeDocument/2006/relationships/slide" Target="slides/slide648.xml"/><Relationship Id="rId656" Type="http://schemas.openxmlformats.org/officeDocument/2006/relationships/slide" Target="slides/slide649.xml"/><Relationship Id="rId657" Type="http://schemas.openxmlformats.org/officeDocument/2006/relationships/slide" Target="slides/slide650.xml"/><Relationship Id="rId658" Type="http://schemas.openxmlformats.org/officeDocument/2006/relationships/slide" Target="slides/slide651.xml"/><Relationship Id="rId659" Type="http://schemas.openxmlformats.org/officeDocument/2006/relationships/slide" Target="slides/slide652.xml"/><Relationship Id="rId660" Type="http://schemas.openxmlformats.org/officeDocument/2006/relationships/slide" Target="slides/slide653.xml"/><Relationship Id="rId661" Type="http://schemas.openxmlformats.org/officeDocument/2006/relationships/slide" Target="slides/slide654.xml"/><Relationship Id="rId662" Type="http://schemas.openxmlformats.org/officeDocument/2006/relationships/slide" Target="slides/slide655.xml"/><Relationship Id="rId663" Type="http://schemas.openxmlformats.org/officeDocument/2006/relationships/slide" Target="slides/slide656.xml"/><Relationship Id="rId664" Type="http://schemas.openxmlformats.org/officeDocument/2006/relationships/slide" Target="slides/slide657.xml"/><Relationship Id="rId665" Type="http://schemas.openxmlformats.org/officeDocument/2006/relationships/slide" Target="slides/slide658.xml"/><Relationship Id="rId666" Type="http://schemas.openxmlformats.org/officeDocument/2006/relationships/slide" Target="slides/slide659.xml"/><Relationship Id="rId667" Type="http://schemas.openxmlformats.org/officeDocument/2006/relationships/slide" Target="slides/slide660.xml"/><Relationship Id="rId668" Type="http://schemas.openxmlformats.org/officeDocument/2006/relationships/slide" Target="slides/slide661.xml"/><Relationship Id="rId669" Type="http://schemas.openxmlformats.org/officeDocument/2006/relationships/slide" Target="slides/slide662.xml"/><Relationship Id="rId670" Type="http://schemas.openxmlformats.org/officeDocument/2006/relationships/slide" Target="slides/slide663.xml"/><Relationship Id="rId671" Type="http://schemas.openxmlformats.org/officeDocument/2006/relationships/slide" Target="slides/slide664.xml"/><Relationship Id="rId672" Type="http://schemas.openxmlformats.org/officeDocument/2006/relationships/slide" Target="slides/slide665.xml"/><Relationship Id="rId673" Type="http://schemas.openxmlformats.org/officeDocument/2006/relationships/slide" Target="slides/slide666.xml"/><Relationship Id="rId674" Type="http://schemas.openxmlformats.org/officeDocument/2006/relationships/slide" Target="slides/slide667.xml"/><Relationship Id="rId675" Type="http://schemas.openxmlformats.org/officeDocument/2006/relationships/slide" Target="slides/slide668.xml"/><Relationship Id="rId676" Type="http://schemas.openxmlformats.org/officeDocument/2006/relationships/slide" Target="slides/slide669.xml"/><Relationship Id="rId677" Type="http://schemas.openxmlformats.org/officeDocument/2006/relationships/slide" Target="slides/slide670.xml"/><Relationship Id="rId678" Type="http://schemas.openxmlformats.org/officeDocument/2006/relationships/slide" Target="slides/slide671.xml"/><Relationship Id="rId679" Type="http://schemas.openxmlformats.org/officeDocument/2006/relationships/slide" Target="slides/slide672.xml"/><Relationship Id="rId680" Type="http://schemas.openxmlformats.org/officeDocument/2006/relationships/slide" Target="slides/slide673.xml"/><Relationship Id="rId681" Type="http://schemas.openxmlformats.org/officeDocument/2006/relationships/slide" Target="slides/slide674.xml"/><Relationship Id="rId682" Type="http://schemas.openxmlformats.org/officeDocument/2006/relationships/slide" Target="slides/slide675.xml"/><Relationship Id="rId683" Type="http://schemas.openxmlformats.org/officeDocument/2006/relationships/slide" Target="slides/slide676.xml"/><Relationship Id="rId684" Type="http://schemas.openxmlformats.org/officeDocument/2006/relationships/slide" Target="slides/slide677.xml"/><Relationship Id="rId685" Type="http://schemas.openxmlformats.org/officeDocument/2006/relationships/slide" Target="slides/slide678.xml"/><Relationship Id="rId686" Type="http://schemas.openxmlformats.org/officeDocument/2006/relationships/slide" Target="slides/slide679.xml"/><Relationship Id="rId687" Type="http://schemas.openxmlformats.org/officeDocument/2006/relationships/slide" Target="slides/slide680.xml"/><Relationship Id="rId688" Type="http://schemas.openxmlformats.org/officeDocument/2006/relationships/slide" Target="slides/slide681.xml"/><Relationship Id="rId689" Type="http://schemas.openxmlformats.org/officeDocument/2006/relationships/slide" Target="slides/slide682.xml"/><Relationship Id="rId690" Type="http://schemas.openxmlformats.org/officeDocument/2006/relationships/slide" Target="slides/slide683.xml"/><Relationship Id="rId691" Type="http://schemas.openxmlformats.org/officeDocument/2006/relationships/slide" Target="slides/slide684.xml"/><Relationship Id="rId692" Type="http://schemas.openxmlformats.org/officeDocument/2006/relationships/slide" Target="slides/slide685.xml"/><Relationship Id="rId693" Type="http://schemas.openxmlformats.org/officeDocument/2006/relationships/slide" Target="slides/slide686.xml"/><Relationship Id="rId694" Type="http://schemas.openxmlformats.org/officeDocument/2006/relationships/slide" Target="slides/slide687.xml"/><Relationship Id="rId695" Type="http://schemas.openxmlformats.org/officeDocument/2006/relationships/slide" Target="slides/slide688.xml"/><Relationship Id="rId696" Type="http://schemas.openxmlformats.org/officeDocument/2006/relationships/slide" Target="slides/slide689.xml"/><Relationship Id="rId697" Type="http://schemas.openxmlformats.org/officeDocument/2006/relationships/slide" Target="slides/slide690.xml"/><Relationship Id="rId698" Type="http://schemas.openxmlformats.org/officeDocument/2006/relationships/slide" Target="slides/slide691.xml"/><Relationship Id="rId699" Type="http://schemas.openxmlformats.org/officeDocument/2006/relationships/slide" Target="slides/slide692.xml"/><Relationship Id="rId700" Type="http://schemas.openxmlformats.org/officeDocument/2006/relationships/slide" Target="slides/slide693.xml"/><Relationship Id="rId701" Type="http://schemas.openxmlformats.org/officeDocument/2006/relationships/slide" Target="slides/slide694.xml"/><Relationship Id="rId702" Type="http://schemas.openxmlformats.org/officeDocument/2006/relationships/slide" Target="slides/slide695.xml"/><Relationship Id="rId703" Type="http://schemas.openxmlformats.org/officeDocument/2006/relationships/slide" Target="slides/slide696.xml"/><Relationship Id="rId704" Type="http://schemas.openxmlformats.org/officeDocument/2006/relationships/slide" Target="slides/slide697.xml"/><Relationship Id="rId705" Type="http://schemas.openxmlformats.org/officeDocument/2006/relationships/slide" Target="slides/slide698.xml"/><Relationship Id="rId706" Type="http://schemas.openxmlformats.org/officeDocument/2006/relationships/slide" Target="slides/slide699.xml"/><Relationship Id="rId707" Type="http://schemas.openxmlformats.org/officeDocument/2006/relationships/slide" Target="slides/slide700.xml"/><Relationship Id="rId708" Type="http://schemas.openxmlformats.org/officeDocument/2006/relationships/slide" Target="slides/slide701.xml"/><Relationship Id="rId709" Type="http://schemas.openxmlformats.org/officeDocument/2006/relationships/slide" Target="slides/slide702.xml"/><Relationship Id="rId710" Type="http://schemas.openxmlformats.org/officeDocument/2006/relationships/slide" Target="slides/slide703.xml"/><Relationship Id="rId711" Type="http://schemas.openxmlformats.org/officeDocument/2006/relationships/slide" Target="slides/slide704.xml"/><Relationship Id="rId712" Type="http://schemas.openxmlformats.org/officeDocument/2006/relationships/slide" Target="slides/slide705.xml"/><Relationship Id="rId713" Type="http://schemas.openxmlformats.org/officeDocument/2006/relationships/slide" Target="slides/slide706.xml"/><Relationship Id="rId714" Type="http://schemas.openxmlformats.org/officeDocument/2006/relationships/slide" Target="slides/slide707.xml"/><Relationship Id="rId715" Type="http://schemas.openxmlformats.org/officeDocument/2006/relationships/slide" Target="slides/slide708.xml"/><Relationship Id="rId716" Type="http://schemas.openxmlformats.org/officeDocument/2006/relationships/slide" Target="slides/slide709.xml"/><Relationship Id="rId717" Type="http://schemas.openxmlformats.org/officeDocument/2006/relationships/slide" Target="slides/slide710.xml"/><Relationship Id="rId718" Type="http://schemas.openxmlformats.org/officeDocument/2006/relationships/slide" Target="slides/slide711.xml"/><Relationship Id="rId719" Type="http://schemas.openxmlformats.org/officeDocument/2006/relationships/slide" Target="slides/slide712.xml"/><Relationship Id="rId720" Type="http://schemas.openxmlformats.org/officeDocument/2006/relationships/slide" Target="slides/slide713.xml"/><Relationship Id="rId721" Type="http://schemas.openxmlformats.org/officeDocument/2006/relationships/slide" Target="slides/slide714.xml"/><Relationship Id="rId722" Type="http://schemas.openxmlformats.org/officeDocument/2006/relationships/slide" Target="slides/slide715.xml"/><Relationship Id="rId723" Type="http://schemas.openxmlformats.org/officeDocument/2006/relationships/slide" Target="slides/slide716.xml"/><Relationship Id="rId724" Type="http://schemas.openxmlformats.org/officeDocument/2006/relationships/slide" Target="slides/slide717.xml"/><Relationship Id="rId725" Type="http://schemas.openxmlformats.org/officeDocument/2006/relationships/slide" Target="slides/slide718.xml"/><Relationship Id="rId726" Type="http://schemas.openxmlformats.org/officeDocument/2006/relationships/slide" Target="slides/slide719.xml"/><Relationship Id="rId727" Type="http://schemas.openxmlformats.org/officeDocument/2006/relationships/slide" Target="slides/slide720.xml"/><Relationship Id="rId728" Type="http://schemas.openxmlformats.org/officeDocument/2006/relationships/slide" Target="slides/slide721.xml"/><Relationship Id="rId729" Type="http://schemas.openxmlformats.org/officeDocument/2006/relationships/slide" Target="slides/slide722.xml"/><Relationship Id="rId730" Type="http://schemas.openxmlformats.org/officeDocument/2006/relationships/slide" Target="slides/slide723.xml"/><Relationship Id="rId731" Type="http://schemas.openxmlformats.org/officeDocument/2006/relationships/slide" Target="slides/slide724.xml"/><Relationship Id="rId732" Type="http://schemas.openxmlformats.org/officeDocument/2006/relationships/slide" Target="slides/slide725.xml"/><Relationship Id="rId733" Type="http://schemas.openxmlformats.org/officeDocument/2006/relationships/slide" Target="slides/slide726.xml"/><Relationship Id="rId734" Type="http://schemas.openxmlformats.org/officeDocument/2006/relationships/slide" Target="slides/slide727.xml"/><Relationship Id="rId735" Type="http://schemas.openxmlformats.org/officeDocument/2006/relationships/slide" Target="slides/slide728.xml"/><Relationship Id="rId736" Type="http://schemas.openxmlformats.org/officeDocument/2006/relationships/slide" Target="slides/slide729.xml"/><Relationship Id="rId737" Type="http://schemas.openxmlformats.org/officeDocument/2006/relationships/slide" Target="slides/slide730.xml"/><Relationship Id="rId738" Type="http://schemas.openxmlformats.org/officeDocument/2006/relationships/slide" Target="slides/slide731.xml"/><Relationship Id="rId739" Type="http://schemas.openxmlformats.org/officeDocument/2006/relationships/slide" Target="slides/slide732.xml"/><Relationship Id="rId740" Type="http://schemas.openxmlformats.org/officeDocument/2006/relationships/slide" Target="slides/slide733.xml"/><Relationship Id="rId741" Type="http://schemas.openxmlformats.org/officeDocument/2006/relationships/slide" Target="slides/slide734.xml"/><Relationship Id="rId742" Type="http://schemas.openxmlformats.org/officeDocument/2006/relationships/slide" Target="slides/slide735.xml"/><Relationship Id="rId743" Type="http://schemas.openxmlformats.org/officeDocument/2006/relationships/slide" Target="slides/slide736.xml"/><Relationship Id="rId744" Type="http://schemas.openxmlformats.org/officeDocument/2006/relationships/slide" Target="slides/slide737.xml"/><Relationship Id="rId745" Type="http://schemas.openxmlformats.org/officeDocument/2006/relationships/slide" Target="slides/slide738.xml"/><Relationship Id="rId746" Type="http://schemas.openxmlformats.org/officeDocument/2006/relationships/slide" Target="slides/slide739.xml"/><Relationship Id="rId747" Type="http://schemas.openxmlformats.org/officeDocument/2006/relationships/slide" Target="slides/slide740.xml"/><Relationship Id="rId748" Type="http://schemas.openxmlformats.org/officeDocument/2006/relationships/slide" Target="slides/slide741.xml"/><Relationship Id="rId749" Type="http://schemas.openxmlformats.org/officeDocument/2006/relationships/slide" Target="slides/slide742.xml"/><Relationship Id="rId750" Type="http://schemas.openxmlformats.org/officeDocument/2006/relationships/slide" Target="slides/slide743.xml"/><Relationship Id="rId751" Type="http://schemas.openxmlformats.org/officeDocument/2006/relationships/slide" Target="slides/slide744.xml"/><Relationship Id="rId752" Type="http://schemas.openxmlformats.org/officeDocument/2006/relationships/slide" Target="slides/slide745.xml"/><Relationship Id="rId753" Type="http://schemas.openxmlformats.org/officeDocument/2006/relationships/slide" Target="slides/slide746.xml"/><Relationship Id="rId754" Type="http://schemas.openxmlformats.org/officeDocument/2006/relationships/slide" Target="slides/slide747.xml"/><Relationship Id="rId755" Type="http://schemas.openxmlformats.org/officeDocument/2006/relationships/slide" Target="slides/slide748.xml"/><Relationship Id="rId756" Type="http://schemas.openxmlformats.org/officeDocument/2006/relationships/slide" Target="slides/slide749.xml"/><Relationship Id="rId757" Type="http://schemas.openxmlformats.org/officeDocument/2006/relationships/slide" Target="slides/slide750.xml"/><Relationship Id="rId758" Type="http://schemas.openxmlformats.org/officeDocument/2006/relationships/slide" Target="slides/slide751.xml"/><Relationship Id="rId759" Type="http://schemas.openxmlformats.org/officeDocument/2006/relationships/slide" Target="slides/slide752.xml"/><Relationship Id="rId760" Type="http://schemas.openxmlformats.org/officeDocument/2006/relationships/slide" Target="slides/slide753.xml"/><Relationship Id="rId761" Type="http://schemas.openxmlformats.org/officeDocument/2006/relationships/slide" Target="slides/slide754.xml"/><Relationship Id="rId762" Type="http://schemas.openxmlformats.org/officeDocument/2006/relationships/slide" Target="slides/slide755.xml"/><Relationship Id="rId763" Type="http://schemas.openxmlformats.org/officeDocument/2006/relationships/slide" Target="slides/slide756.xml"/><Relationship Id="rId764" Type="http://schemas.openxmlformats.org/officeDocument/2006/relationships/slide" Target="slides/slide757.xml"/><Relationship Id="rId765" Type="http://schemas.openxmlformats.org/officeDocument/2006/relationships/slide" Target="slides/slide758.xml"/><Relationship Id="rId766" Type="http://schemas.openxmlformats.org/officeDocument/2006/relationships/slide" Target="slides/slide759.xml"/><Relationship Id="rId767" Type="http://schemas.openxmlformats.org/officeDocument/2006/relationships/slide" Target="slides/slide760.xml"/><Relationship Id="rId768" Type="http://schemas.openxmlformats.org/officeDocument/2006/relationships/slide" Target="slides/slide761.xml"/><Relationship Id="rId769" Type="http://schemas.openxmlformats.org/officeDocument/2006/relationships/slide" Target="slides/slide762.xml"/><Relationship Id="rId770" Type="http://schemas.openxmlformats.org/officeDocument/2006/relationships/slide" Target="slides/slide763.xml"/><Relationship Id="rId771" Type="http://schemas.openxmlformats.org/officeDocument/2006/relationships/slide" Target="slides/slide764.xml"/><Relationship Id="rId772" Type="http://schemas.openxmlformats.org/officeDocument/2006/relationships/slide" Target="slides/slide765.xml"/><Relationship Id="rId773" Type="http://schemas.openxmlformats.org/officeDocument/2006/relationships/slide" Target="slides/slide766.xml"/><Relationship Id="rId774" Type="http://schemas.openxmlformats.org/officeDocument/2006/relationships/slide" Target="slides/slide767.xml"/><Relationship Id="rId775" Type="http://schemas.openxmlformats.org/officeDocument/2006/relationships/slide" Target="slides/slide768.xml"/><Relationship Id="rId776" Type="http://schemas.openxmlformats.org/officeDocument/2006/relationships/slide" Target="slides/slide769.xml"/><Relationship Id="rId777" Type="http://schemas.openxmlformats.org/officeDocument/2006/relationships/slide" Target="slides/slide770.xml"/><Relationship Id="rId778" Type="http://schemas.openxmlformats.org/officeDocument/2006/relationships/slide" Target="slides/slide771.xml"/><Relationship Id="rId779" Type="http://schemas.openxmlformats.org/officeDocument/2006/relationships/slide" Target="slides/slide772.xml"/><Relationship Id="rId780" Type="http://schemas.openxmlformats.org/officeDocument/2006/relationships/slide" Target="slides/slide773.xml"/><Relationship Id="rId781" Type="http://schemas.openxmlformats.org/officeDocument/2006/relationships/slide" Target="slides/slide774.xml"/><Relationship Id="rId782" Type="http://schemas.openxmlformats.org/officeDocument/2006/relationships/slide" Target="slides/slide775.xml"/><Relationship Id="rId783" Type="http://schemas.openxmlformats.org/officeDocument/2006/relationships/slide" Target="slides/slide776.xml"/><Relationship Id="rId784" Type="http://schemas.openxmlformats.org/officeDocument/2006/relationships/slide" Target="slides/slide777.xml"/><Relationship Id="rId785" Type="http://schemas.openxmlformats.org/officeDocument/2006/relationships/slide" Target="slides/slide778.xml"/><Relationship Id="rId786" Type="http://schemas.openxmlformats.org/officeDocument/2006/relationships/slide" Target="slides/slide779.xml"/><Relationship Id="rId787" Type="http://schemas.openxmlformats.org/officeDocument/2006/relationships/slide" Target="slides/slide780.xml"/><Relationship Id="rId788" Type="http://schemas.openxmlformats.org/officeDocument/2006/relationships/slide" Target="slides/slide781.xml"/><Relationship Id="rId789" Type="http://schemas.openxmlformats.org/officeDocument/2006/relationships/slide" Target="slides/slide782.xml"/><Relationship Id="rId790" Type="http://schemas.openxmlformats.org/officeDocument/2006/relationships/slide" Target="slides/slide783.xml"/><Relationship Id="rId791" Type="http://schemas.openxmlformats.org/officeDocument/2006/relationships/slide" Target="slides/slide784.xml"/><Relationship Id="rId792" Type="http://schemas.openxmlformats.org/officeDocument/2006/relationships/slide" Target="slides/slide785.xml"/><Relationship Id="rId793" Type="http://schemas.openxmlformats.org/officeDocument/2006/relationships/slide" Target="slides/slide786.xml"/><Relationship Id="rId794" Type="http://schemas.openxmlformats.org/officeDocument/2006/relationships/slide" Target="slides/slide787.xml"/><Relationship Id="rId795" Type="http://schemas.openxmlformats.org/officeDocument/2006/relationships/slide" Target="slides/slide788.xml"/><Relationship Id="rId796" Type="http://schemas.openxmlformats.org/officeDocument/2006/relationships/slide" Target="slides/slide789.xml"/><Relationship Id="rId797" Type="http://schemas.openxmlformats.org/officeDocument/2006/relationships/slide" Target="slides/slide790.xml"/><Relationship Id="rId798" Type="http://schemas.openxmlformats.org/officeDocument/2006/relationships/slide" Target="slides/slide791.xml"/><Relationship Id="rId799" Type="http://schemas.openxmlformats.org/officeDocument/2006/relationships/slide" Target="slides/slide792.xml"/><Relationship Id="rId800" Type="http://schemas.openxmlformats.org/officeDocument/2006/relationships/slide" Target="slides/slide793.xml"/><Relationship Id="rId801" Type="http://schemas.openxmlformats.org/officeDocument/2006/relationships/slide" Target="slides/slide794.xml"/><Relationship Id="rId802" Type="http://schemas.openxmlformats.org/officeDocument/2006/relationships/slide" Target="slides/slide795.xml"/><Relationship Id="rId803" Type="http://schemas.openxmlformats.org/officeDocument/2006/relationships/slide" Target="slides/slide796.xml"/><Relationship Id="rId804" Type="http://schemas.openxmlformats.org/officeDocument/2006/relationships/slide" Target="slides/slide797.xml"/><Relationship Id="rId805" Type="http://schemas.openxmlformats.org/officeDocument/2006/relationships/slide" Target="slides/slide798.xml"/><Relationship Id="rId806" Type="http://schemas.openxmlformats.org/officeDocument/2006/relationships/slide" Target="slides/slide799.xml"/><Relationship Id="rId807" Type="http://schemas.openxmlformats.org/officeDocument/2006/relationships/slide" Target="slides/slide800.xml"/><Relationship Id="rId808" Type="http://schemas.openxmlformats.org/officeDocument/2006/relationships/slide" Target="slides/slide801.xml"/><Relationship Id="rId809" Type="http://schemas.openxmlformats.org/officeDocument/2006/relationships/slide" Target="slides/slide802.xml"/><Relationship Id="rId810" Type="http://schemas.openxmlformats.org/officeDocument/2006/relationships/slide" Target="slides/slide803.xml"/><Relationship Id="rId811" Type="http://schemas.openxmlformats.org/officeDocument/2006/relationships/slide" Target="slides/slide804.xml"/><Relationship Id="rId812" Type="http://schemas.openxmlformats.org/officeDocument/2006/relationships/slide" Target="slides/slide805.xml"/><Relationship Id="rId813" Type="http://schemas.openxmlformats.org/officeDocument/2006/relationships/slide" Target="slides/slide806.xml"/><Relationship Id="rId814" Type="http://schemas.openxmlformats.org/officeDocument/2006/relationships/slide" Target="slides/slide807.xml"/><Relationship Id="rId815" Type="http://schemas.openxmlformats.org/officeDocument/2006/relationships/slide" Target="slides/slide808.xml"/><Relationship Id="rId816" Type="http://schemas.openxmlformats.org/officeDocument/2006/relationships/slide" Target="slides/slide809.xml"/><Relationship Id="rId817" Type="http://schemas.openxmlformats.org/officeDocument/2006/relationships/slide" Target="slides/slide810.xml"/><Relationship Id="rId818" Type="http://schemas.openxmlformats.org/officeDocument/2006/relationships/slide" Target="slides/slide811.xml"/><Relationship Id="rId819" Type="http://schemas.openxmlformats.org/officeDocument/2006/relationships/slide" Target="slides/slide812.xml"/><Relationship Id="rId820" Type="http://schemas.openxmlformats.org/officeDocument/2006/relationships/slide" Target="slides/slide813.xml"/><Relationship Id="rId821" Type="http://schemas.openxmlformats.org/officeDocument/2006/relationships/slide" Target="slides/slide814.xml"/><Relationship Id="rId822" Type="http://schemas.openxmlformats.org/officeDocument/2006/relationships/slide" Target="slides/slide815.xml"/><Relationship Id="rId823" Type="http://schemas.openxmlformats.org/officeDocument/2006/relationships/slide" Target="slides/slide816.xml"/><Relationship Id="rId824" Type="http://schemas.openxmlformats.org/officeDocument/2006/relationships/slide" Target="slides/slide817.xml"/><Relationship Id="rId825" Type="http://schemas.openxmlformats.org/officeDocument/2006/relationships/slide" Target="slides/slide818.xml"/><Relationship Id="rId826" Type="http://schemas.openxmlformats.org/officeDocument/2006/relationships/slide" Target="slides/slide819.xml"/><Relationship Id="rId827" Type="http://schemas.openxmlformats.org/officeDocument/2006/relationships/slide" Target="slides/slide820.xml"/><Relationship Id="rId828" Type="http://schemas.openxmlformats.org/officeDocument/2006/relationships/slide" Target="slides/slide821.xml"/><Relationship Id="rId829" Type="http://schemas.openxmlformats.org/officeDocument/2006/relationships/slide" Target="slides/slide822.xml"/><Relationship Id="rId830" Type="http://schemas.openxmlformats.org/officeDocument/2006/relationships/slide" Target="slides/slide823.xml"/><Relationship Id="rId831" Type="http://schemas.openxmlformats.org/officeDocument/2006/relationships/slide" Target="slides/slide824.xml"/><Relationship Id="rId832" Type="http://schemas.openxmlformats.org/officeDocument/2006/relationships/slide" Target="slides/slide825.xml"/><Relationship Id="rId833" Type="http://schemas.openxmlformats.org/officeDocument/2006/relationships/slide" Target="slides/slide826.xml"/><Relationship Id="rId834" Type="http://schemas.openxmlformats.org/officeDocument/2006/relationships/slide" Target="slides/slide827.xml"/><Relationship Id="rId835" Type="http://schemas.openxmlformats.org/officeDocument/2006/relationships/slide" Target="slides/slide828.xml"/><Relationship Id="rId836" Type="http://schemas.openxmlformats.org/officeDocument/2006/relationships/slide" Target="slides/slide829.xml"/><Relationship Id="rId837" Type="http://schemas.openxmlformats.org/officeDocument/2006/relationships/slide" Target="slides/slide830.xml"/><Relationship Id="rId838" Type="http://schemas.openxmlformats.org/officeDocument/2006/relationships/slide" Target="slides/slide831.xml"/><Relationship Id="rId839" Type="http://schemas.openxmlformats.org/officeDocument/2006/relationships/slide" Target="slides/slide832.xml"/><Relationship Id="rId840" Type="http://schemas.openxmlformats.org/officeDocument/2006/relationships/slide" Target="slides/slide833.xml"/><Relationship Id="rId841" Type="http://schemas.openxmlformats.org/officeDocument/2006/relationships/slide" Target="slides/slide834.xml"/><Relationship Id="rId842" Type="http://schemas.openxmlformats.org/officeDocument/2006/relationships/slide" Target="slides/slide835.xml"/><Relationship Id="rId843" Type="http://schemas.openxmlformats.org/officeDocument/2006/relationships/slide" Target="slides/slide836.xml"/><Relationship Id="rId844" Type="http://schemas.openxmlformats.org/officeDocument/2006/relationships/slide" Target="slides/slide837.xml"/><Relationship Id="rId845" Type="http://schemas.openxmlformats.org/officeDocument/2006/relationships/slide" Target="slides/slide838.xml"/><Relationship Id="rId846" Type="http://schemas.openxmlformats.org/officeDocument/2006/relationships/slide" Target="slides/slide839.xml"/><Relationship Id="rId847" Type="http://schemas.openxmlformats.org/officeDocument/2006/relationships/slide" Target="slides/slide840.xml"/><Relationship Id="rId848" Type="http://schemas.openxmlformats.org/officeDocument/2006/relationships/slide" Target="slides/slide841.xml"/><Relationship Id="rId849" Type="http://schemas.openxmlformats.org/officeDocument/2006/relationships/slide" Target="slides/slide842.xml"/><Relationship Id="rId850" Type="http://schemas.openxmlformats.org/officeDocument/2006/relationships/slide" Target="slides/slide843.xml"/><Relationship Id="rId851" Type="http://schemas.openxmlformats.org/officeDocument/2006/relationships/slide" Target="slides/slide844.xml"/><Relationship Id="rId852" Type="http://schemas.openxmlformats.org/officeDocument/2006/relationships/slide" Target="slides/slide845.xml"/><Relationship Id="rId853" Type="http://schemas.openxmlformats.org/officeDocument/2006/relationships/slide" Target="slides/slide846.xml"/><Relationship Id="rId854" Type="http://schemas.openxmlformats.org/officeDocument/2006/relationships/slide" Target="slides/slide847.xml"/><Relationship Id="rId855" Type="http://schemas.openxmlformats.org/officeDocument/2006/relationships/slide" Target="slides/slide848.xml"/><Relationship Id="rId856" Type="http://schemas.openxmlformats.org/officeDocument/2006/relationships/slide" Target="slides/slide849.xml"/><Relationship Id="rId857" Type="http://schemas.openxmlformats.org/officeDocument/2006/relationships/slide" Target="slides/slide850.xml"/><Relationship Id="rId858" Type="http://schemas.openxmlformats.org/officeDocument/2006/relationships/slide" Target="slides/slide851.xml"/><Relationship Id="rId859" Type="http://schemas.openxmlformats.org/officeDocument/2006/relationships/slide" Target="slides/slide852.xml"/><Relationship Id="rId860" Type="http://schemas.openxmlformats.org/officeDocument/2006/relationships/slide" Target="slides/slide853.xml"/><Relationship Id="rId861" Type="http://schemas.openxmlformats.org/officeDocument/2006/relationships/slide" Target="slides/slide854.xml"/><Relationship Id="rId862" Type="http://schemas.openxmlformats.org/officeDocument/2006/relationships/slide" Target="slides/slide855.xml"/><Relationship Id="rId863" Type="http://schemas.openxmlformats.org/officeDocument/2006/relationships/slide" Target="slides/slide856.xml"/><Relationship Id="rId864" Type="http://schemas.openxmlformats.org/officeDocument/2006/relationships/slide" Target="slides/slide857.xml"/><Relationship Id="rId865" Type="http://schemas.openxmlformats.org/officeDocument/2006/relationships/slide" Target="slides/slide858.xml"/><Relationship Id="rId866" Type="http://schemas.openxmlformats.org/officeDocument/2006/relationships/slide" Target="slides/slide859.xml"/><Relationship Id="rId867" Type="http://schemas.openxmlformats.org/officeDocument/2006/relationships/slide" Target="slides/slide860.xml"/><Relationship Id="rId868" Type="http://schemas.openxmlformats.org/officeDocument/2006/relationships/slide" Target="slides/slide861.xml"/><Relationship Id="rId869" Type="http://schemas.openxmlformats.org/officeDocument/2006/relationships/slide" Target="slides/slide862.xml"/><Relationship Id="rId870" Type="http://schemas.openxmlformats.org/officeDocument/2006/relationships/slide" Target="slides/slide863.xml"/><Relationship Id="rId871" Type="http://schemas.openxmlformats.org/officeDocument/2006/relationships/slide" Target="slides/slide864.xml"/><Relationship Id="rId872" Type="http://schemas.openxmlformats.org/officeDocument/2006/relationships/slide" Target="slides/slide865.xml"/><Relationship Id="rId873" Type="http://schemas.openxmlformats.org/officeDocument/2006/relationships/slide" Target="slides/slide866.xml"/><Relationship Id="rId874" Type="http://schemas.openxmlformats.org/officeDocument/2006/relationships/slide" Target="slides/slide867.xml"/><Relationship Id="rId875" Type="http://schemas.openxmlformats.org/officeDocument/2006/relationships/slide" Target="slides/slide868.xml"/><Relationship Id="rId876" Type="http://schemas.openxmlformats.org/officeDocument/2006/relationships/slide" Target="slides/slide869.xml"/><Relationship Id="rId877" Type="http://schemas.openxmlformats.org/officeDocument/2006/relationships/slide" Target="slides/slide870.xml"/><Relationship Id="rId878" Type="http://schemas.openxmlformats.org/officeDocument/2006/relationships/slide" Target="slides/slide871.xml"/><Relationship Id="rId879" Type="http://schemas.openxmlformats.org/officeDocument/2006/relationships/slide" Target="slides/slide872.xml"/><Relationship Id="rId880" Type="http://schemas.openxmlformats.org/officeDocument/2006/relationships/slide" Target="slides/slide873.xml"/><Relationship Id="rId881" Type="http://schemas.openxmlformats.org/officeDocument/2006/relationships/slide" Target="slides/slide874.xml"/><Relationship Id="rId882" Type="http://schemas.openxmlformats.org/officeDocument/2006/relationships/slide" Target="slides/slide875.xml"/><Relationship Id="rId883" Type="http://schemas.openxmlformats.org/officeDocument/2006/relationships/slide" Target="slides/slide876.xml"/><Relationship Id="rId884" Type="http://schemas.openxmlformats.org/officeDocument/2006/relationships/slide" Target="slides/slide877.xml"/><Relationship Id="rId885" Type="http://schemas.openxmlformats.org/officeDocument/2006/relationships/slide" Target="slides/slide878.xml"/><Relationship Id="rId886" Type="http://schemas.openxmlformats.org/officeDocument/2006/relationships/slide" Target="slides/slide879.xml"/><Relationship Id="rId887" Type="http://schemas.openxmlformats.org/officeDocument/2006/relationships/slide" Target="slides/slide880.xml"/><Relationship Id="rId888" Type="http://schemas.openxmlformats.org/officeDocument/2006/relationships/slide" Target="slides/slide881.xml"/><Relationship Id="rId889" Type="http://schemas.openxmlformats.org/officeDocument/2006/relationships/slide" Target="slides/slide882.xml"/><Relationship Id="rId890" Type="http://schemas.openxmlformats.org/officeDocument/2006/relationships/slide" Target="slides/slide883.xml"/><Relationship Id="rId891" Type="http://schemas.openxmlformats.org/officeDocument/2006/relationships/slide" Target="slides/slide884.xml"/><Relationship Id="rId892" Type="http://schemas.openxmlformats.org/officeDocument/2006/relationships/slide" Target="slides/slide885.xml"/><Relationship Id="rId893" Type="http://schemas.openxmlformats.org/officeDocument/2006/relationships/slide" Target="slides/slide886.xml"/><Relationship Id="rId894" Type="http://schemas.openxmlformats.org/officeDocument/2006/relationships/slide" Target="slides/slide887.xml"/><Relationship Id="rId895" Type="http://schemas.openxmlformats.org/officeDocument/2006/relationships/slide" Target="slides/slide888.xml"/><Relationship Id="rId896" Type="http://schemas.openxmlformats.org/officeDocument/2006/relationships/slide" Target="slides/slide889.xml"/><Relationship Id="rId897" Type="http://schemas.openxmlformats.org/officeDocument/2006/relationships/slide" Target="slides/slide890.xml"/><Relationship Id="rId898" Type="http://schemas.openxmlformats.org/officeDocument/2006/relationships/slide" Target="slides/slide891.xml"/><Relationship Id="rId899" Type="http://schemas.openxmlformats.org/officeDocument/2006/relationships/slide" Target="slides/slide892.xml"/><Relationship Id="rId900" Type="http://schemas.openxmlformats.org/officeDocument/2006/relationships/slide" Target="slides/slide893.xml"/><Relationship Id="rId901" Type="http://schemas.openxmlformats.org/officeDocument/2006/relationships/slide" Target="slides/slide894.xml"/><Relationship Id="rId902" Type="http://schemas.openxmlformats.org/officeDocument/2006/relationships/slide" Target="slides/slide895.xml"/><Relationship Id="rId903" Type="http://schemas.openxmlformats.org/officeDocument/2006/relationships/slide" Target="slides/slide896.xml"/><Relationship Id="rId904" Type="http://schemas.openxmlformats.org/officeDocument/2006/relationships/slide" Target="slides/slide897.xml"/><Relationship Id="rId905" Type="http://schemas.openxmlformats.org/officeDocument/2006/relationships/slide" Target="slides/slide898.xml"/><Relationship Id="rId906" Type="http://schemas.openxmlformats.org/officeDocument/2006/relationships/slide" Target="slides/slide899.xml"/><Relationship Id="rId907" Type="http://schemas.openxmlformats.org/officeDocument/2006/relationships/slide" Target="slides/slide900.xml"/><Relationship Id="rId908" Type="http://schemas.openxmlformats.org/officeDocument/2006/relationships/slide" Target="slides/slide901.xml"/><Relationship Id="rId909" Type="http://schemas.openxmlformats.org/officeDocument/2006/relationships/slide" Target="slides/slide902.xml"/><Relationship Id="rId910" Type="http://schemas.openxmlformats.org/officeDocument/2006/relationships/slide" Target="slides/slide903.xml"/><Relationship Id="rId911" Type="http://schemas.openxmlformats.org/officeDocument/2006/relationships/slide" Target="slides/slide904.xml"/><Relationship Id="rId912" Type="http://schemas.openxmlformats.org/officeDocument/2006/relationships/slide" Target="slides/slide905.xml"/><Relationship Id="rId913" Type="http://schemas.openxmlformats.org/officeDocument/2006/relationships/slide" Target="slides/slide906.xml"/><Relationship Id="rId914" Type="http://schemas.openxmlformats.org/officeDocument/2006/relationships/slide" Target="slides/slide907.xml"/><Relationship Id="rId915" Type="http://schemas.openxmlformats.org/officeDocument/2006/relationships/slide" Target="slides/slide908.xml"/><Relationship Id="rId916" Type="http://schemas.openxmlformats.org/officeDocument/2006/relationships/slide" Target="slides/slide909.xml"/><Relationship Id="rId917" Type="http://schemas.openxmlformats.org/officeDocument/2006/relationships/slide" Target="slides/slide910.xml"/><Relationship Id="rId918" Type="http://schemas.openxmlformats.org/officeDocument/2006/relationships/slide" Target="slides/slide911.xml"/><Relationship Id="rId919" Type="http://schemas.openxmlformats.org/officeDocument/2006/relationships/slide" Target="slides/slide912.xml"/><Relationship Id="rId920" Type="http://schemas.openxmlformats.org/officeDocument/2006/relationships/slide" Target="slides/slide913.xml"/><Relationship Id="rId921" Type="http://schemas.openxmlformats.org/officeDocument/2006/relationships/slide" Target="slides/slide914.xml"/><Relationship Id="rId922" Type="http://schemas.openxmlformats.org/officeDocument/2006/relationships/slide" Target="slides/slide915.xml"/><Relationship Id="rId923" Type="http://schemas.openxmlformats.org/officeDocument/2006/relationships/slide" Target="slides/slide916.xml"/><Relationship Id="rId924" Type="http://schemas.openxmlformats.org/officeDocument/2006/relationships/slide" Target="slides/slide917.xml"/><Relationship Id="rId925" Type="http://schemas.openxmlformats.org/officeDocument/2006/relationships/slide" Target="slides/slide918.xml"/><Relationship Id="rId926" Type="http://schemas.openxmlformats.org/officeDocument/2006/relationships/slide" Target="slides/slide919.xml"/><Relationship Id="rId927" Type="http://schemas.openxmlformats.org/officeDocument/2006/relationships/slide" Target="slides/slide920.xml"/><Relationship Id="rId928" Type="http://schemas.openxmlformats.org/officeDocument/2006/relationships/slide" Target="slides/slide921.xml"/><Relationship Id="rId929" Type="http://schemas.openxmlformats.org/officeDocument/2006/relationships/slide" Target="slides/slide922.xml"/><Relationship Id="rId930" Type="http://schemas.openxmlformats.org/officeDocument/2006/relationships/slide" Target="slides/slide923.xml"/><Relationship Id="rId931" Type="http://schemas.openxmlformats.org/officeDocument/2006/relationships/slide" Target="slides/slide924.xml"/><Relationship Id="rId932" Type="http://schemas.openxmlformats.org/officeDocument/2006/relationships/slide" Target="slides/slide925.xml"/><Relationship Id="rId933" Type="http://schemas.openxmlformats.org/officeDocument/2006/relationships/slide" Target="slides/slide926.xml"/><Relationship Id="rId934" Type="http://schemas.openxmlformats.org/officeDocument/2006/relationships/slide" Target="slides/slide927.xml"/><Relationship Id="rId935" Type="http://schemas.openxmlformats.org/officeDocument/2006/relationships/slide" Target="slides/slide928.xml"/><Relationship Id="rId936" Type="http://schemas.openxmlformats.org/officeDocument/2006/relationships/slide" Target="slides/slide929.xml"/><Relationship Id="rId937" Type="http://schemas.openxmlformats.org/officeDocument/2006/relationships/slide" Target="slides/slide930.xml"/><Relationship Id="rId938" Type="http://schemas.openxmlformats.org/officeDocument/2006/relationships/slide" Target="slides/slide931.xml"/><Relationship Id="rId939" Type="http://schemas.openxmlformats.org/officeDocument/2006/relationships/slide" Target="slides/slide932.xml"/><Relationship Id="rId940" Type="http://schemas.openxmlformats.org/officeDocument/2006/relationships/slide" Target="slides/slide933.xml"/><Relationship Id="rId941" Type="http://schemas.openxmlformats.org/officeDocument/2006/relationships/slide" Target="slides/slide934.xml"/><Relationship Id="rId942" Type="http://schemas.openxmlformats.org/officeDocument/2006/relationships/slide" Target="slides/slide935.xml"/><Relationship Id="rId943" Type="http://schemas.openxmlformats.org/officeDocument/2006/relationships/slide" Target="slides/slide936.xml"/><Relationship Id="rId944" Type="http://schemas.openxmlformats.org/officeDocument/2006/relationships/slide" Target="slides/slide937.xml"/><Relationship Id="rId945" Type="http://schemas.openxmlformats.org/officeDocument/2006/relationships/slide" Target="slides/slide938.xml"/><Relationship Id="rId946" Type="http://schemas.openxmlformats.org/officeDocument/2006/relationships/slide" Target="slides/slide939.xml"/><Relationship Id="rId947" Type="http://schemas.openxmlformats.org/officeDocument/2006/relationships/slide" Target="slides/slide940.xml"/><Relationship Id="rId948" Type="http://schemas.openxmlformats.org/officeDocument/2006/relationships/slide" Target="slides/slide941.xml"/><Relationship Id="rId949" Type="http://schemas.openxmlformats.org/officeDocument/2006/relationships/slide" Target="slides/slide942.xml"/><Relationship Id="rId950" Type="http://schemas.openxmlformats.org/officeDocument/2006/relationships/slide" Target="slides/slide943.xml"/><Relationship Id="rId951" Type="http://schemas.openxmlformats.org/officeDocument/2006/relationships/slide" Target="slides/slide944.xml"/><Relationship Id="rId952" Type="http://schemas.openxmlformats.org/officeDocument/2006/relationships/slide" Target="slides/slide945.xml"/><Relationship Id="rId953" Type="http://schemas.openxmlformats.org/officeDocument/2006/relationships/slide" Target="slides/slide946.xml"/><Relationship Id="rId954" Type="http://schemas.openxmlformats.org/officeDocument/2006/relationships/slide" Target="slides/slide947.xml"/><Relationship Id="rId955" Type="http://schemas.openxmlformats.org/officeDocument/2006/relationships/slide" Target="slides/slide948.xml"/><Relationship Id="rId956" Type="http://schemas.openxmlformats.org/officeDocument/2006/relationships/slide" Target="slides/slide949.xml"/><Relationship Id="rId957" Type="http://schemas.openxmlformats.org/officeDocument/2006/relationships/slide" Target="slides/slide950.xml"/><Relationship Id="rId958" Type="http://schemas.openxmlformats.org/officeDocument/2006/relationships/slide" Target="slides/slide951.xml"/><Relationship Id="rId959" Type="http://schemas.openxmlformats.org/officeDocument/2006/relationships/slide" Target="slides/slide952.xml"/><Relationship Id="rId960" Type="http://schemas.openxmlformats.org/officeDocument/2006/relationships/slide" Target="slides/slide953.xml"/><Relationship Id="rId961" Type="http://schemas.openxmlformats.org/officeDocument/2006/relationships/slide" Target="slides/slide954.xml"/><Relationship Id="rId962" Type="http://schemas.openxmlformats.org/officeDocument/2006/relationships/slide" Target="slides/slide955.xml"/><Relationship Id="rId963" Type="http://schemas.openxmlformats.org/officeDocument/2006/relationships/slide" Target="slides/slide956.xml"/><Relationship Id="rId964" Type="http://schemas.openxmlformats.org/officeDocument/2006/relationships/slide" Target="slides/slide957.xml"/><Relationship Id="rId965" Type="http://schemas.openxmlformats.org/officeDocument/2006/relationships/slide" Target="slides/slide958.xml"/><Relationship Id="rId966" Type="http://schemas.openxmlformats.org/officeDocument/2006/relationships/slide" Target="slides/slide959.xml"/><Relationship Id="rId967" Type="http://schemas.openxmlformats.org/officeDocument/2006/relationships/slide" Target="slides/slide960.xml"/><Relationship Id="rId968" Type="http://schemas.openxmlformats.org/officeDocument/2006/relationships/slide" Target="slides/slide961.xml"/><Relationship Id="rId969" Type="http://schemas.openxmlformats.org/officeDocument/2006/relationships/slide" Target="slides/slide962.xml"/><Relationship Id="rId970" Type="http://schemas.openxmlformats.org/officeDocument/2006/relationships/slide" Target="slides/slide963.xml"/><Relationship Id="rId971" Type="http://schemas.openxmlformats.org/officeDocument/2006/relationships/slide" Target="slides/slide964.xml"/><Relationship Id="rId972" Type="http://schemas.openxmlformats.org/officeDocument/2006/relationships/slide" Target="slides/slide965.xml"/><Relationship Id="rId973" Type="http://schemas.openxmlformats.org/officeDocument/2006/relationships/slide" Target="slides/slide966.xml"/><Relationship Id="rId974" Type="http://schemas.openxmlformats.org/officeDocument/2006/relationships/slide" Target="slides/slide967.xml"/><Relationship Id="rId975" Type="http://schemas.openxmlformats.org/officeDocument/2006/relationships/slide" Target="slides/slide968.xml"/><Relationship Id="rId976" Type="http://schemas.openxmlformats.org/officeDocument/2006/relationships/slide" Target="slides/slide969.xml"/><Relationship Id="rId977" Type="http://schemas.openxmlformats.org/officeDocument/2006/relationships/slide" Target="slides/slide970.xml"/><Relationship Id="rId978" Type="http://schemas.openxmlformats.org/officeDocument/2006/relationships/slide" Target="slides/slide971.xml"/><Relationship Id="rId979" Type="http://schemas.openxmlformats.org/officeDocument/2006/relationships/slide" Target="slides/slide972.xml"/><Relationship Id="rId980" Type="http://schemas.openxmlformats.org/officeDocument/2006/relationships/slide" Target="slides/slide973.xml"/><Relationship Id="rId981" Type="http://schemas.openxmlformats.org/officeDocument/2006/relationships/slide" Target="slides/slide974.xml"/><Relationship Id="rId982" Type="http://schemas.openxmlformats.org/officeDocument/2006/relationships/slide" Target="slides/slide975.xml"/><Relationship Id="rId983" Type="http://schemas.openxmlformats.org/officeDocument/2006/relationships/slide" Target="slides/slide976.xml"/><Relationship Id="rId984" Type="http://schemas.openxmlformats.org/officeDocument/2006/relationships/slide" Target="slides/slide977.xml"/><Relationship Id="rId985" Type="http://schemas.openxmlformats.org/officeDocument/2006/relationships/slide" Target="slides/slide978.xml"/><Relationship Id="rId986" Type="http://schemas.openxmlformats.org/officeDocument/2006/relationships/slide" Target="slides/slide979.xml"/><Relationship Id="rId987" Type="http://schemas.openxmlformats.org/officeDocument/2006/relationships/slide" Target="slides/slide980.xml"/><Relationship Id="rId988" Type="http://schemas.openxmlformats.org/officeDocument/2006/relationships/slide" Target="slides/slide981.xml"/><Relationship Id="rId989" Type="http://schemas.openxmlformats.org/officeDocument/2006/relationships/slide" Target="slides/slide982.xml"/><Relationship Id="rId990" Type="http://schemas.openxmlformats.org/officeDocument/2006/relationships/slide" Target="slides/slide983.xml"/><Relationship Id="rId991" Type="http://schemas.openxmlformats.org/officeDocument/2006/relationships/slide" Target="slides/slide984.xml"/><Relationship Id="rId992" Type="http://schemas.openxmlformats.org/officeDocument/2006/relationships/slide" Target="slides/slide985.xml"/><Relationship Id="rId993" Type="http://schemas.openxmlformats.org/officeDocument/2006/relationships/slide" Target="slides/slide986.xml"/><Relationship Id="rId994" Type="http://schemas.openxmlformats.org/officeDocument/2006/relationships/slide" Target="slides/slide987.xml"/><Relationship Id="rId995" Type="http://schemas.openxmlformats.org/officeDocument/2006/relationships/slide" Target="slides/slide988.xml"/><Relationship Id="rId996" Type="http://schemas.openxmlformats.org/officeDocument/2006/relationships/slide" Target="slides/slide989.xml"/><Relationship Id="rId997" Type="http://schemas.openxmlformats.org/officeDocument/2006/relationships/slide" Target="slides/slide990.xml"/><Relationship Id="rId998" Type="http://schemas.openxmlformats.org/officeDocument/2006/relationships/slide" Target="slides/slide991.xml"/><Relationship Id="rId999" Type="http://schemas.openxmlformats.org/officeDocument/2006/relationships/slide" Target="slides/slide992.xml"/><Relationship Id="rId1000" Type="http://schemas.openxmlformats.org/officeDocument/2006/relationships/slide" Target="slides/slide993.xml"/><Relationship Id="rId1001" Type="http://schemas.openxmlformats.org/officeDocument/2006/relationships/slide" Target="slides/slide994.xml"/><Relationship Id="rId1002" Type="http://schemas.openxmlformats.org/officeDocument/2006/relationships/slide" Target="slides/slide995.xml"/><Relationship Id="rId1003" Type="http://schemas.openxmlformats.org/officeDocument/2006/relationships/slide" Target="slides/slide996.xml"/><Relationship Id="rId1004" Type="http://schemas.openxmlformats.org/officeDocument/2006/relationships/slide" Target="slides/slide997.xml"/><Relationship Id="rId1005" Type="http://schemas.openxmlformats.org/officeDocument/2006/relationships/slide" Target="slides/slide998.xml"/><Relationship Id="rId1006" Type="http://schemas.openxmlformats.org/officeDocument/2006/relationships/slide" Target="slides/slide999.xml"/><Relationship Id="rId1007" Type="http://schemas.openxmlformats.org/officeDocument/2006/relationships/slide" Target="slides/slide1000.xml"/><Relationship Id="rId1008" Type="http://schemas.openxmlformats.org/officeDocument/2006/relationships/slide" Target="slides/slide1001.xml"/><Relationship Id="rId1009" Type="http://schemas.openxmlformats.org/officeDocument/2006/relationships/slide" Target="slides/slide1002.xml"/><Relationship Id="rId1010" Type="http://schemas.openxmlformats.org/officeDocument/2006/relationships/slide" Target="slides/slide1003.xml"/><Relationship Id="rId1011" Type="http://schemas.openxmlformats.org/officeDocument/2006/relationships/slide" Target="slides/slide1004.xml"/><Relationship Id="rId1012" Type="http://schemas.openxmlformats.org/officeDocument/2006/relationships/slide" Target="slides/slide1005.xml"/><Relationship Id="rId1013" Type="http://schemas.openxmlformats.org/officeDocument/2006/relationships/slide" Target="slides/slide1006.xml"/><Relationship Id="rId1014" Type="http://schemas.openxmlformats.org/officeDocument/2006/relationships/slide" Target="slides/slide1007.xml"/><Relationship Id="rId1015" Type="http://schemas.openxmlformats.org/officeDocument/2006/relationships/slide" Target="slides/slide1008.xml"/><Relationship Id="rId1016" Type="http://schemas.openxmlformats.org/officeDocument/2006/relationships/slide" Target="slides/slide1009.xml"/><Relationship Id="rId1017" Type="http://schemas.openxmlformats.org/officeDocument/2006/relationships/slide" Target="slides/slide1010.xml"/><Relationship Id="rId1018" Type="http://schemas.openxmlformats.org/officeDocument/2006/relationships/slide" Target="slides/slide1011.xml"/><Relationship Id="rId1019" Type="http://schemas.openxmlformats.org/officeDocument/2006/relationships/slide" Target="slides/slide1012.xml"/><Relationship Id="rId1020" Type="http://schemas.openxmlformats.org/officeDocument/2006/relationships/slide" Target="slides/slide1013.xml"/><Relationship Id="rId1021" Type="http://schemas.openxmlformats.org/officeDocument/2006/relationships/slide" Target="slides/slide1014.xml"/><Relationship Id="rId1022" Type="http://schemas.openxmlformats.org/officeDocument/2006/relationships/slide" Target="slides/slide1015.xml"/><Relationship Id="rId1023" Type="http://schemas.openxmlformats.org/officeDocument/2006/relationships/slide" Target="slides/slide1016.xml"/><Relationship Id="rId1024" Type="http://schemas.openxmlformats.org/officeDocument/2006/relationships/slide" Target="slides/slide1017.xml"/><Relationship Id="rId1025" Type="http://schemas.openxmlformats.org/officeDocument/2006/relationships/slide" Target="slides/slide1018.xml"/><Relationship Id="rId1026" Type="http://schemas.openxmlformats.org/officeDocument/2006/relationships/slide" Target="slides/slide1019.xml"/><Relationship Id="rId1027" Type="http://schemas.openxmlformats.org/officeDocument/2006/relationships/slide" Target="slides/slide1020.xml"/><Relationship Id="rId1028" Type="http://schemas.openxmlformats.org/officeDocument/2006/relationships/slide" Target="slides/slide1021.xml"/><Relationship Id="rId1029" Type="http://schemas.openxmlformats.org/officeDocument/2006/relationships/slide" Target="slides/slide1022.xml"/><Relationship Id="rId1030" Type="http://schemas.openxmlformats.org/officeDocument/2006/relationships/slide" Target="slides/slide1023.xml"/><Relationship Id="rId1031" Type="http://schemas.openxmlformats.org/officeDocument/2006/relationships/slide" Target="slides/slide1024.xml"/><Relationship Id="rId1032" Type="http://schemas.openxmlformats.org/officeDocument/2006/relationships/slide" Target="slides/slide1025.xml"/><Relationship Id="rId1033" Type="http://schemas.openxmlformats.org/officeDocument/2006/relationships/slide" Target="slides/slide1026.xml"/><Relationship Id="rId1034" Type="http://schemas.openxmlformats.org/officeDocument/2006/relationships/slide" Target="slides/slide1027.xml"/><Relationship Id="rId1035" Type="http://schemas.openxmlformats.org/officeDocument/2006/relationships/slide" Target="slides/slide1028.xml"/><Relationship Id="rId1036" Type="http://schemas.openxmlformats.org/officeDocument/2006/relationships/slide" Target="slides/slide1029.xml"/><Relationship Id="rId1037" Type="http://schemas.openxmlformats.org/officeDocument/2006/relationships/slide" Target="slides/slide1030.xml"/><Relationship Id="rId1038" Type="http://schemas.openxmlformats.org/officeDocument/2006/relationships/slide" Target="slides/slide1031.xml"/><Relationship Id="rId1039" Type="http://schemas.openxmlformats.org/officeDocument/2006/relationships/slide" Target="slides/slide1032.xml"/><Relationship Id="rId1040" Type="http://schemas.openxmlformats.org/officeDocument/2006/relationships/slide" Target="slides/slide1033.xml"/><Relationship Id="rId1041" Type="http://schemas.openxmlformats.org/officeDocument/2006/relationships/slide" Target="slides/slide1034.xml"/><Relationship Id="rId1042" Type="http://schemas.openxmlformats.org/officeDocument/2006/relationships/slide" Target="slides/slide1035.xml"/><Relationship Id="rId1043" Type="http://schemas.openxmlformats.org/officeDocument/2006/relationships/slide" Target="slides/slide1036.xml"/><Relationship Id="rId1044" Type="http://schemas.openxmlformats.org/officeDocument/2006/relationships/slide" Target="slides/slide1037.xml"/><Relationship Id="rId1045" Type="http://schemas.openxmlformats.org/officeDocument/2006/relationships/slide" Target="slides/slide1038.xml"/><Relationship Id="rId1046" Type="http://schemas.openxmlformats.org/officeDocument/2006/relationships/slide" Target="slides/slide1039.xml"/><Relationship Id="rId1047" Type="http://schemas.openxmlformats.org/officeDocument/2006/relationships/slide" Target="slides/slide1040.xml"/><Relationship Id="rId1048" Type="http://schemas.openxmlformats.org/officeDocument/2006/relationships/slide" Target="slides/slide1041.xml"/><Relationship Id="rId1049" Type="http://schemas.openxmlformats.org/officeDocument/2006/relationships/slide" Target="slides/slide1042.xml"/><Relationship Id="rId1050" Type="http://schemas.openxmlformats.org/officeDocument/2006/relationships/slide" Target="slides/slide1043.xml"/><Relationship Id="rId1051" Type="http://schemas.openxmlformats.org/officeDocument/2006/relationships/slide" Target="slides/slide1044.xml"/><Relationship Id="rId1052" Type="http://schemas.openxmlformats.org/officeDocument/2006/relationships/slide" Target="slides/slide1045.xml"/><Relationship Id="rId1053" Type="http://schemas.openxmlformats.org/officeDocument/2006/relationships/slide" Target="slides/slide1046.xml"/><Relationship Id="rId1054" Type="http://schemas.openxmlformats.org/officeDocument/2006/relationships/slide" Target="slides/slide1047.xml"/><Relationship Id="rId1055" Type="http://schemas.openxmlformats.org/officeDocument/2006/relationships/slide" Target="slides/slide1048.xml"/><Relationship Id="rId1056" Type="http://schemas.openxmlformats.org/officeDocument/2006/relationships/slide" Target="slides/slide1049.xml"/><Relationship Id="rId1057" Type="http://schemas.openxmlformats.org/officeDocument/2006/relationships/slide" Target="slides/slide1050.xml"/><Relationship Id="rId1058" Type="http://schemas.openxmlformats.org/officeDocument/2006/relationships/slide" Target="slides/slide1051.xml"/><Relationship Id="rId1059" Type="http://schemas.openxmlformats.org/officeDocument/2006/relationships/slide" Target="slides/slide1052.xml"/><Relationship Id="rId1060" Type="http://schemas.openxmlformats.org/officeDocument/2006/relationships/slide" Target="slides/slide1053.xml"/><Relationship Id="rId1061" Type="http://schemas.openxmlformats.org/officeDocument/2006/relationships/slide" Target="slides/slide1054.xml"/><Relationship Id="rId1062" Type="http://schemas.openxmlformats.org/officeDocument/2006/relationships/slide" Target="slides/slide1055.xml"/><Relationship Id="rId1063" Type="http://schemas.openxmlformats.org/officeDocument/2006/relationships/slide" Target="slides/slide1056.xml"/><Relationship Id="rId1064" Type="http://schemas.openxmlformats.org/officeDocument/2006/relationships/slide" Target="slides/slide1057.xml"/><Relationship Id="rId1065" Type="http://schemas.openxmlformats.org/officeDocument/2006/relationships/slide" Target="slides/slide1058.xml"/><Relationship Id="rId1066" Type="http://schemas.openxmlformats.org/officeDocument/2006/relationships/slide" Target="slides/slide1059.xml"/><Relationship Id="rId1067" Type="http://schemas.openxmlformats.org/officeDocument/2006/relationships/slide" Target="slides/slide1060.xml"/><Relationship Id="rId1068" Type="http://schemas.openxmlformats.org/officeDocument/2006/relationships/slide" Target="slides/slide1061.xml"/><Relationship Id="rId1069" Type="http://schemas.openxmlformats.org/officeDocument/2006/relationships/slide" Target="slides/slide1062.xml"/><Relationship Id="rId1070" Type="http://schemas.openxmlformats.org/officeDocument/2006/relationships/slide" Target="slides/slide1063.xml"/><Relationship Id="rId1071" Type="http://schemas.openxmlformats.org/officeDocument/2006/relationships/slide" Target="slides/slide1064.xml"/><Relationship Id="rId1072" Type="http://schemas.openxmlformats.org/officeDocument/2006/relationships/slide" Target="slides/slide1065.xml"/><Relationship Id="rId1073" Type="http://schemas.openxmlformats.org/officeDocument/2006/relationships/slide" Target="slides/slide1066.xml"/><Relationship Id="rId1074" Type="http://schemas.openxmlformats.org/officeDocument/2006/relationships/slide" Target="slides/slide1067.xml"/><Relationship Id="rId1075" Type="http://schemas.openxmlformats.org/officeDocument/2006/relationships/slide" Target="slides/slide1068.xml"/><Relationship Id="rId1076" Type="http://schemas.openxmlformats.org/officeDocument/2006/relationships/slide" Target="slides/slide1069.xml"/><Relationship Id="rId1077" Type="http://schemas.openxmlformats.org/officeDocument/2006/relationships/slide" Target="slides/slide1070.xml"/><Relationship Id="rId1078" Type="http://schemas.openxmlformats.org/officeDocument/2006/relationships/slide" Target="slides/slide1071.xml"/><Relationship Id="rId1079" Type="http://schemas.openxmlformats.org/officeDocument/2006/relationships/slide" Target="slides/slide1072.xml"/><Relationship Id="rId1080" Type="http://schemas.openxmlformats.org/officeDocument/2006/relationships/slide" Target="slides/slide1073.xml"/><Relationship Id="rId1081" Type="http://schemas.openxmlformats.org/officeDocument/2006/relationships/slide" Target="slides/slide1074.xml"/><Relationship Id="rId1082" Type="http://schemas.openxmlformats.org/officeDocument/2006/relationships/slide" Target="slides/slide1075.xml"/><Relationship Id="rId1083" Type="http://schemas.openxmlformats.org/officeDocument/2006/relationships/slide" Target="slides/slide1076.xml"/><Relationship Id="rId1084" Type="http://schemas.openxmlformats.org/officeDocument/2006/relationships/slide" Target="slides/slide1077.xml"/><Relationship Id="rId1085" Type="http://schemas.openxmlformats.org/officeDocument/2006/relationships/slide" Target="slides/slide1078.xml"/><Relationship Id="rId1086" Type="http://schemas.openxmlformats.org/officeDocument/2006/relationships/slide" Target="slides/slide1079.xml"/><Relationship Id="rId1087" Type="http://schemas.openxmlformats.org/officeDocument/2006/relationships/slide" Target="slides/slide1080.xml"/><Relationship Id="rId1088" Type="http://schemas.openxmlformats.org/officeDocument/2006/relationships/slide" Target="slides/slide1081.xml"/><Relationship Id="rId1089" Type="http://schemas.openxmlformats.org/officeDocument/2006/relationships/slide" Target="slides/slide1082.xml"/><Relationship Id="rId1090" Type="http://schemas.openxmlformats.org/officeDocument/2006/relationships/slide" Target="slides/slide1083.xml"/><Relationship Id="rId1091" Type="http://schemas.openxmlformats.org/officeDocument/2006/relationships/slide" Target="slides/slide1084.xml"/><Relationship Id="rId1092" Type="http://schemas.openxmlformats.org/officeDocument/2006/relationships/slide" Target="slides/slide1085.xml"/><Relationship Id="rId1093" Type="http://schemas.openxmlformats.org/officeDocument/2006/relationships/slide" Target="slides/slide1086.xml"/><Relationship Id="rId1094" Type="http://schemas.openxmlformats.org/officeDocument/2006/relationships/slide" Target="slides/slide1087.xml"/><Relationship Id="rId1095" Type="http://schemas.openxmlformats.org/officeDocument/2006/relationships/slide" Target="slides/slide1088.xml"/><Relationship Id="rId1096" Type="http://schemas.openxmlformats.org/officeDocument/2006/relationships/slide" Target="slides/slide1089.xml"/><Relationship Id="rId1097" Type="http://schemas.openxmlformats.org/officeDocument/2006/relationships/slide" Target="slides/slide1090.xml"/><Relationship Id="rId1098" Type="http://schemas.openxmlformats.org/officeDocument/2006/relationships/slide" Target="slides/slide1091.xml"/><Relationship Id="rId1099" Type="http://schemas.openxmlformats.org/officeDocument/2006/relationships/slide" Target="slides/slide1092.xml"/><Relationship Id="rId1100" Type="http://schemas.openxmlformats.org/officeDocument/2006/relationships/slide" Target="slides/slide1093.xml"/><Relationship Id="rId1101" Type="http://schemas.openxmlformats.org/officeDocument/2006/relationships/slide" Target="slides/slide1094.xml"/><Relationship Id="rId1102" Type="http://schemas.openxmlformats.org/officeDocument/2006/relationships/slide" Target="slides/slide1095.xml"/><Relationship Id="rId1103" Type="http://schemas.openxmlformats.org/officeDocument/2006/relationships/slide" Target="slides/slide1096.xml"/><Relationship Id="rId1104" Type="http://schemas.openxmlformats.org/officeDocument/2006/relationships/slide" Target="slides/slide1097.xml"/><Relationship Id="rId1105" Type="http://schemas.openxmlformats.org/officeDocument/2006/relationships/slide" Target="slides/slide1098.xml"/><Relationship Id="rId1106" Type="http://schemas.openxmlformats.org/officeDocument/2006/relationships/slide" Target="slides/slide1099.xml"/><Relationship Id="rId1107" Type="http://schemas.openxmlformats.org/officeDocument/2006/relationships/slide" Target="slides/slide1100.xml"/><Relationship Id="rId1108" Type="http://schemas.openxmlformats.org/officeDocument/2006/relationships/slide" Target="slides/slide1101.xml"/><Relationship Id="rId1109" Type="http://schemas.openxmlformats.org/officeDocument/2006/relationships/slide" Target="slides/slide1102.xml"/><Relationship Id="rId1110" Type="http://schemas.openxmlformats.org/officeDocument/2006/relationships/slide" Target="slides/slide1103.xml"/><Relationship Id="rId1111" Type="http://schemas.openxmlformats.org/officeDocument/2006/relationships/slide" Target="slides/slide1104.xml"/><Relationship Id="rId1112" Type="http://schemas.openxmlformats.org/officeDocument/2006/relationships/slide" Target="slides/slide1105.xml"/><Relationship Id="rId1113" Type="http://schemas.openxmlformats.org/officeDocument/2006/relationships/slide" Target="slides/slide1106.xml"/><Relationship Id="rId1114" Type="http://schemas.openxmlformats.org/officeDocument/2006/relationships/slide" Target="slides/slide1107.xml"/><Relationship Id="rId1115" Type="http://schemas.openxmlformats.org/officeDocument/2006/relationships/slide" Target="slides/slide1108.xml"/><Relationship Id="rId1116" Type="http://schemas.openxmlformats.org/officeDocument/2006/relationships/slide" Target="slides/slide1109.xml"/><Relationship Id="rId1117" Type="http://schemas.openxmlformats.org/officeDocument/2006/relationships/slide" Target="slides/slide1110.xml"/><Relationship Id="rId1118" Type="http://schemas.openxmlformats.org/officeDocument/2006/relationships/slide" Target="slides/slide1111.xml"/><Relationship Id="rId1119" Type="http://schemas.openxmlformats.org/officeDocument/2006/relationships/slide" Target="slides/slide1112.xml"/><Relationship Id="rId1120" Type="http://schemas.openxmlformats.org/officeDocument/2006/relationships/slide" Target="slides/slide1113.xml"/><Relationship Id="rId1121" Type="http://schemas.openxmlformats.org/officeDocument/2006/relationships/slide" Target="slides/slide1114.xml"/><Relationship Id="rId1122" Type="http://schemas.openxmlformats.org/officeDocument/2006/relationships/slide" Target="slides/slide1115.xml"/><Relationship Id="rId1123" Type="http://schemas.openxmlformats.org/officeDocument/2006/relationships/slide" Target="slides/slide1116.xml"/><Relationship Id="rId1124" Type="http://schemas.openxmlformats.org/officeDocument/2006/relationships/slide" Target="slides/slide1117.xml"/><Relationship Id="rId1125" Type="http://schemas.openxmlformats.org/officeDocument/2006/relationships/slide" Target="slides/slide1118.xml"/><Relationship Id="rId1126" Type="http://schemas.openxmlformats.org/officeDocument/2006/relationships/slide" Target="slides/slide1119.xml"/><Relationship Id="rId1127" Type="http://schemas.openxmlformats.org/officeDocument/2006/relationships/slide" Target="slides/slide1120.xml"/><Relationship Id="rId1128" Type="http://schemas.openxmlformats.org/officeDocument/2006/relationships/slide" Target="slides/slide1121.xml"/><Relationship Id="rId1129" Type="http://schemas.openxmlformats.org/officeDocument/2006/relationships/slide" Target="slides/slide1122.xml"/><Relationship Id="rId1130" Type="http://schemas.openxmlformats.org/officeDocument/2006/relationships/slide" Target="slides/slide1123.xml"/><Relationship Id="rId1131" Type="http://schemas.openxmlformats.org/officeDocument/2006/relationships/slide" Target="slides/slide1124.xml"/><Relationship Id="rId1132" Type="http://schemas.openxmlformats.org/officeDocument/2006/relationships/slide" Target="slides/slide1125.xml"/><Relationship Id="rId1133" Type="http://schemas.openxmlformats.org/officeDocument/2006/relationships/slide" Target="slides/slide1126.xml"/><Relationship Id="rId1134" Type="http://schemas.openxmlformats.org/officeDocument/2006/relationships/slide" Target="slides/slide1127.xml"/><Relationship Id="rId1135" Type="http://schemas.openxmlformats.org/officeDocument/2006/relationships/slide" Target="slides/slide1128.xml"/><Relationship Id="rId1136" Type="http://schemas.openxmlformats.org/officeDocument/2006/relationships/slide" Target="slides/slide1129.xml"/><Relationship Id="rId1137" Type="http://schemas.openxmlformats.org/officeDocument/2006/relationships/slide" Target="slides/slide1130.xml"/><Relationship Id="rId1138" Type="http://schemas.openxmlformats.org/officeDocument/2006/relationships/slide" Target="slides/slide1131.xml"/><Relationship Id="rId1139" Type="http://schemas.openxmlformats.org/officeDocument/2006/relationships/slide" Target="slides/slide1132.xml"/><Relationship Id="rId1140" Type="http://schemas.openxmlformats.org/officeDocument/2006/relationships/slide" Target="slides/slide1133.xml"/><Relationship Id="rId1141" Type="http://schemas.openxmlformats.org/officeDocument/2006/relationships/slide" Target="slides/slide1134.xml"/><Relationship Id="rId1142" Type="http://schemas.openxmlformats.org/officeDocument/2006/relationships/slide" Target="slides/slide1135.xml"/><Relationship Id="rId1143" Type="http://schemas.openxmlformats.org/officeDocument/2006/relationships/slide" Target="slides/slide1136.xml"/><Relationship Id="rId1144" Type="http://schemas.openxmlformats.org/officeDocument/2006/relationships/slide" Target="slides/slide1137.xml"/><Relationship Id="rId1145" Type="http://schemas.openxmlformats.org/officeDocument/2006/relationships/slide" Target="slides/slide1138.xml"/><Relationship Id="rId1146" Type="http://schemas.openxmlformats.org/officeDocument/2006/relationships/slide" Target="slides/slide1139.xml"/><Relationship Id="rId1147" Type="http://schemas.openxmlformats.org/officeDocument/2006/relationships/slide" Target="slides/slide1140.xml"/><Relationship Id="rId1148" Type="http://schemas.openxmlformats.org/officeDocument/2006/relationships/slide" Target="slides/slide1141.xml"/><Relationship Id="rId1149" Type="http://schemas.openxmlformats.org/officeDocument/2006/relationships/slide" Target="slides/slide1142.xml"/><Relationship Id="rId1150" Type="http://schemas.openxmlformats.org/officeDocument/2006/relationships/slide" Target="slides/slide1143.xml"/><Relationship Id="rId1151" Type="http://schemas.openxmlformats.org/officeDocument/2006/relationships/slide" Target="slides/slide1144.xml"/><Relationship Id="rId1152" Type="http://schemas.openxmlformats.org/officeDocument/2006/relationships/slide" Target="slides/slide1145.xml"/><Relationship Id="rId1153" Type="http://schemas.openxmlformats.org/officeDocument/2006/relationships/slide" Target="slides/slide1146.xml"/><Relationship Id="rId1154" Type="http://schemas.openxmlformats.org/officeDocument/2006/relationships/slide" Target="slides/slide1147.xml"/><Relationship Id="rId1155" Type="http://schemas.openxmlformats.org/officeDocument/2006/relationships/slide" Target="slides/slide1148.xml"/><Relationship Id="rId1156" Type="http://schemas.openxmlformats.org/officeDocument/2006/relationships/slide" Target="slides/slide1149.xml"/><Relationship Id="rId1157" Type="http://schemas.openxmlformats.org/officeDocument/2006/relationships/slide" Target="slides/slide1150.xml"/><Relationship Id="rId1158" Type="http://schemas.openxmlformats.org/officeDocument/2006/relationships/slide" Target="slides/slide1151.xml"/><Relationship Id="rId1159" Type="http://schemas.openxmlformats.org/officeDocument/2006/relationships/slide" Target="slides/slide1152.xml"/><Relationship Id="rId1160" Type="http://schemas.openxmlformats.org/officeDocument/2006/relationships/slide" Target="slides/slide1153.xml"/><Relationship Id="rId1161" Type="http://schemas.openxmlformats.org/officeDocument/2006/relationships/slide" Target="slides/slide1154.xml"/><Relationship Id="rId1162" Type="http://schemas.openxmlformats.org/officeDocument/2006/relationships/slide" Target="slides/slide1155.xml"/><Relationship Id="rId1163" Type="http://schemas.openxmlformats.org/officeDocument/2006/relationships/slide" Target="slides/slide1156.xml"/><Relationship Id="rId1164" Type="http://schemas.openxmlformats.org/officeDocument/2006/relationships/slide" Target="slides/slide1157.xml"/><Relationship Id="rId1165" Type="http://schemas.openxmlformats.org/officeDocument/2006/relationships/slide" Target="slides/slide1158.xml"/><Relationship Id="rId1166" Type="http://schemas.openxmlformats.org/officeDocument/2006/relationships/slide" Target="slides/slide1159.xml"/><Relationship Id="rId1167" Type="http://schemas.openxmlformats.org/officeDocument/2006/relationships/slide" Target="slides/slide1160.xml"/><Relationship Id="rId1168" Type="http://schemas.openxmlformats.org/officeDocument/2006/relationships/slide" Target="slides/slide1161.xml"/><Relationship Id="rId1169" Type="http://schemas.openxmlformats.org/officeDocument/2006/relationships/slide" Target="slides/slide1162.xml"/><Relationship Id="rId1170" Type="http://schemas.openxmlformats.org/officeDocument/2006/relationships/slide" Target="slides/slide1163.xml"/><Relationship Id="rId1171" Type="http://schemas.openxmlformats.org/officeDocument/2006/relationships/slide" Target="slides/slide1164.xml"/><Relationship Id="rId1172" Type="http://schemas.openxmlformats.org/officeDocument/2006/relationships/slide" Target="slides/slide1165.xml"/><Relationship Id="rId1173" Type="http://schemas.openxmlformats.org/officeDocument/2006/relationships/slide" Target="slides/slide1166.xml"/><Relationship Id="rId1174" Type="http://schemas.openxmlformats.org/officeDocument/2006/relationships/slide" Target="slides/slide1167.xml"/><Relationship Id="rId1175" Type="http://schemas.openxmlformats.org/officeDocument/2006/relationships/slide" Target="slides/slide1168.xml"/><Relationship Id="rId1176" Type="http://schemas.openxmlformats.org/officeDocument/2006/relationships/slide" Target="slides/slide1169.xml"/><Relationship Id="rId1177" Type="http://schemas.openxmlformats.org/officeDocument/2006/relationships/slide" Target="slides/slide1170.xml"/><Relationship Id="rId1178" Type="http://schemas.openxmlformats.org/officeDocument/2006/relationships/slide" Target="slides/slide1171.xml"/><Relationship Id="rId1179" Type="http://schemas.openxmlformats.org/officeDocument/2006/relationships/slide" Target="slides/slide1172.xml"/><Relationship Id="rId1180" Type="http://schemas.openxmlformats.org/officeDocument/2006/relationships/slide" Target="slides/slide1173.xml"/><Relationship Id="rId1181" Type="http://schemas.openxmlformats.org/officeDocument/2006/relationships/slide" Target="slides/slide1174.xml"/><Relationship Id="rId1182" Type="http://schemas.openxmlformats.org/officeDocument/2006/relationships/slide" Target="slides/slide1175.xml"/><Relationship Id="rId1183" Type="http://schemas.openxmlformats.org/officeDocument/2006/relationships/slide" Target="slides/slide1176.xml"/><Relationship Id="rId1184" Type="http://schemas.openxmlformats.org/officeDocument/2006/relationships/slide" Target="slides/slide1177.xml"/><Relationship Id="rId1185" Type="http://schemas.openxmlformats.org/officeDocument/2006/relationships/slide" Target="slides/slide1178.xml"/><Relationship Id="rId1186" Type="http://schemas.openxmlformats.org/officeDocument/2006/relationships/slide" Target="slides/slide1179.xml"/><Relationship Id="rId1187" Type="http://schemas.openxmlformats.org/officeDocument/2006/relationships/slide" Target="slides/slide1180.xml"/><Relationship Id="rId1188" Type="http://schemas.openxmlformats.org/officeDocument/2006/relationships/slide" Target="slides/slide1181.xml"/><Relationship Id="rId1189" Type="http://schemas.openxmlformats.org/officeDocument/2006/relationships/slide" Target="slides/slide1182.xml"/><Relationship Id="rId1190" Type="http://schemas.openxmlformats.org/officeDocument/2006/relationships/slide" Target="slides/slide1183.xml"/><Relationship Id="rId1191" Type="http://schemas.openxmlformats.org/officeDocument/2006/relationships/slide" Target="slides/slide1184.xml"/><Relationship Id="rId1192" Type="http://schemas.openxmlformats.org/officeDocument/2006/relationships/slide" Target="slides/slide1185.xml"/><Relationship Id="rId1193" Type="http://schemas.openxmlformats.org/officeDocument/2006/relationships/slide" Target="slides/slide1186.xml"/><Relationship Id="rId1194" Type="http://schemas.openxmlformats.org/officeDocument/2006/relationships/slide" Target="slides/slide1187.xml"/><Relationship Id="rId1195" Type="http://schemas.openxmlformats.org/officeDocument/2006/relationships/slide" Target="slides/slide1188.xml"/><Relationship Id="rId1196" Type="http://schemas.openxmlformats.org/officeDocument/2006/relationships/slide" Target="slides/slide1189.xml"/><Relationship Id="rId1197" Type="http://schemas.openxmlformats.org/officeDocument/2006/relationships/slide" Target="slides/slide1190.xml"/><Relationship Id="rId1198" Type="http://schemas.openxmlformats.org/officeDocument/2006/relationships/slide" Target="slides/slide1191.xml"/><Relationship Id="rId1199" Type="http://schemas.openxmlformats.org/officeDocument/2006/relationships/slide" Target="slides/slide1192.xml"/><Relationship Id="rId1200" Type="http://schemas.openxmlformats.org/officeDocument/2006/relationships/slide" Target="slides/slide1193.xml"/><Relationship Id="rId1201" Type="http://schemas.openxmlformats.org/officeDocument/2006/relationships/slide" Target="slides/slide1194.xml"/><Relationship Id="rId1202" Type="http://schemas.openxmlformats.org/officeDocument/2006/relationships/slide" Target="slides/slide1195.xml"/><Relationship Id="rId1203" Type="http://schemas.openxmlformats.org/officeDocument/2006/relationships/slide" Target="slides/slide1196.xml"/><Relationship Id="rId1204" Type="http://schemas.openxmlformats.org/officeDocument/2006/relationships/slide" Target="slides/slide1197.xml"/><Relationship Id="rId1205" Type="http://schemas.openxmlformats.org/officeDocument/2006/relationships/slide" Target="slides/slide1198.xml"/><Relationship Id="rId1206" Type="http://schemas.openxmlformats.org/officeDocument/2006/relationships/slide" Target="slides/slide1199.xml"/><Relationship Id="rId1207" Type="http://schemas.openxmlformats.org/officeDocument/2006/relationships/slide" Target="slides/slide1200.xml"/><Relationship Id="rId1208" Type="http://schemas.openxmlformats.org/officeDocument/2006/relationships/slide" Target="slides/slide1201.xml"/><Relationship Id="rId1209" Type="http://schemas.openxmlformats.org/officeDocument/2006/relationships/slide" Target="slides/slide1202.xml"/><Relationship Id="rId1210" Type="http://schemas.openxmlformats.org/officeDocument/2006/relationships/slide" Target="slides/slide1203.xml"/><Relationship Id="rId1211" Type="http://schemas.openxmlformats.org/officeDocument/2006/relationships/slide" Target="slides/slide1204.xml"/><Relationship Id="rId1212" Type="http://schemas.openxmlformats.org/officeDocument/2006/relationships/slide" Target="slides/slide1205.xml"/><Relationship Id="rId1213" Type="http://schemas.openxmlformats.org/officeDocument/2006/relationships/slide" Target="slides/slide1206.xml"/><Relationship Id="rId1214" Type="http://schemas.openxmlformats.org/officeDocument/2006/relationships/slide" Target="slides/slide1207.xml"/><Relationship Id="rId1215" Type="http://schemas.openxmlformats.org/officeDocument/2006/relationships/slide" Target="slides/slide1208.xml"/><Relationship Id="rId1216" Type="http://schemas.openxmlformats.org/officeDocument/2006/relationships/slide" Target="slides/slide1209.xml"/><Relationship Id="rId1217" Type="http://schemas.openxmlformats.org/officeDocument/2006/relationships/slide" Target="slides/slide1210.xml"/><Relationship Id="rId1218" Type="http://schemas.openxmlformats.org/officeDocument/2006/relationships/slide" Target="slides/slide1211.xml"/><Relationship Id="rId1219" Type="http://schemas.openxmlformats.org/officeDocument/2006/relationships/slide" Target="slides/slide1212.xml"/><Relationship Id="rId1220" Type="http://schemas.openxmlformats.org/officeDocument/2006/relationships/slide" Target="slides/slide1213.xml"/><Relationship Id="rId1221" Type="http://schemas.openxmlformats.org/officeDocument/2006/relationships/slide" Target="slides/slide1214.xml"/><Relationship Id="rId1222" Type="http://schemas.openxmlformats.org/officeDocument/2006/relationships/slide" Target="slides/slide1215.xml"/><Relationship Id="rId1223" Type="http://schemas.openxmlformats.org/officeDocument/2006/relationships/slide" Target="slides/slide1216.xml"/><Relationship Id="rId1224" Type="http://schemas.openxmlformats.org/officeDocument/2006/relationships/slide" Target="slides/slide1217.xml"/><Relationship Id="rId1225" Type="http://schemas.openxmlformats.org/officeDocument/2006/relationships/slide" Target="slides/slide1218.xml"/><Relationship Id="rId1226" Type="http://schemas.openxmlformats.org/officeDocument/2006/relationships/slide" Target="slides/slide1219.xml"/><Relationship Id="rId1227" Type="http://schemas.openxmlformats.org/officeDocument/2006/relationships/slide" Target="slides/slide1220.xml"/><Relationship Id="rId1228" Type="http://schemas.openxmlformats.org/officeDocument/2006/relationships/slide" Target="slides/slide1221.xml"/><Relationship Id="rId1229" Type="http://schemas.openxmlformats.org/officeDocument/2006/relationships/slide" Target="slides/slide1222.xml"/><Relationship Id="rId1230" Type="http://schemas.openxmlformats.org/officeDocument/2006/relationships/slide" Target="slides/slide1223.xml"/><Relationship Id="rId1231" Type="http://schemas.openxmlformats.org/officeDocument/2006/relationships/slide" Target="slides/slide1224.xml"/><Relationship Id="rId1232" Type="http://schemas.openxmlformats.org/officeDocument/2006/relationships/slide" Target="slides/slide1225.xml"/><Relationship Id="rId1233" Type="http://schemas.openxmlformats.org/officeDocument/2006/relationships/slide" Target="slides/slide1226.xml"/></Relationships>
</file>

<file path=ppt/charts/_rels/chart1.xml.rels><?xml version='1.0' encoding='UTF-8' standalone='yes'?>
<Relationships xmlns="http://schemas.openxmlformats.org/package/2006/relationships"><Relationship Id="rId1" Type="http://schemas.openxmlformats.org/officeDocument/2006/relationships/package" Target="../embeddings/Microsoft_Excel_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Level</c:v>
                </c:pt>
              </c:strCache>
            </c:strRef>
          </c:tx>
          <c:dPt>
            <c:idx val="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1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9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0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0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1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2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2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2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6"/>
            <c:spPr>
              <a:solidFill>
                <a:srgbClr val="93C47D"/>
              </a:solidFill>
              <a:ln w="9525">
                <a:solidFill>
                  <a:srgbClr val="111827"/>
                </a:solidFill>
              </a:ln>
            </c:spPr>
          </c:dPt>
          <c:dPt>
            <c:idx val="12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2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3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3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3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4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4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4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4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4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4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5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5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5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6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6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6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6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6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6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6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6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6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6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7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7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7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7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7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7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7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7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7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7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8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8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8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8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8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9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9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cat>
            <c:strRef>
              <c:f>Sheet1!$A$2:$A$198</c:f>
              <c:strCache>
                <c:ptCount val="197"/>
                <c:pt idx="0">
                  <c:v>Q1</c:v>
                </c:pt>
                <c:pt idx="1">
                  <c:v>Q2</c:v>
                </c:pt>
                <c:pt idx="2">
                  <c:v>Q3</c:v>
                </c:pt>
                <c:pt idx="3">
                  <c:v>Q4</c:v>
                </c:pt>
                <c:pt idx="4">
                  <c:v>Q5</c:v>
                </c:pt>
                <c:pt idx="5">
                  <c:v>Q6</c:v>
                </c:pt>
                <c:pt idx="6">
                  <c:v>Q7</c:v>
                </c:pt>
                <c:pt idx="7">
                  <c:v>Q8</c:v>
                </c:pt>
                <c:pt idx="8">
                  <c:v>Q9</c:v>
                </c:pt>
                <c:pt idx="9">
                  <c:v>Q10</c:v>
                </c:pt>
                <c:pt idx="10">
                  <c:v>Q11</c:v>
                </c:pt>
                <c:pt idx="11">
                  <c:v>Q12</c:v>
                </c:pt>
                <c:pt idx="12">
                  <c:v>Q13</c:v>
                </c:pt>
                <c:pt idx="13">
                  <c:v>Q14</c:v>
                </c:pt>
                <c:pt idx="14">
                  <c:v>Q15</c:v>
                </c:pt>
                <c:pt idx="15">
                  <c:v>Q16</c:v>
                </c:pt>
                <c:pt idx="16">
                  <c:v>Q17</c:v>
                </c:pt>
                <c:pt idx="17">
                  <c:v>Q18</c:v>
                </c:pt>
                <c:pt idx="18">
                  <c:v>Q19</c:v>
                </c:pt>
                <c:pt idx="19">
                  <c:v>Q20</c:v>
                </c:pt>
                <c:pt idx="20">
                  <c:v>Q21</c:v>
                </c:pt>
                <c:pt idx="21">
                  <c:v>Q22</c:v>
                </c:pt>
                <c:pt idx="22">
                  <c:v>Q23</c:v>
                </c:pt>
                <c:pt idx="23">
                  <c:v>Q24</c:v>
                </c:pt>
                <c:pt idx="24">
                  <c:v>Q25</c:v>
                </c:pt>
                <c:pt idx="25">
                  <c:v>Q26</c:v>
                </c:pt>
                <c:pt idx="26">
                  <c:v>Q27</c:v>
                </c:pt>
                <c:pt idx="27">
                  <c:v>Q28</c:v>
                </c:pt>
                <c:pt idx="28">
                  <c:v>Q29</c:v>
                </c:pt>
                <c:pt idx="29">
                  <c:v>Q30</c:v>
                </c:pt>
                <c:pt idx="30">
                  <c:v>Q31</c:v>
                </c:pt>
                <c:pt idx="31">
                  <c:v>Q32</c:v>
                </c:pt>
                <c:pt idx="32">
                  <c:v>Q33</c:v>
                </c:pt>
                <c:pt idx="33">
                  <c:v>Q34</c:v>
                </c:pt>
                <c:pt idx="34">
                  <c:v>Q35</c:v>
                </c:pt>
                <c:pt idx="35">
                  <c:v>Q36</c:v>
                </c:pt>
                <c:pt idx="36">
                  <c:v>Q37</c:v>
                </c:pt>
                <c:pt idx="37">
                  <c:v>Q38</c:v>
                </c:pt>
                <c:pt idx="38">
                  <c:v>Q39</c:v>
                </c:pt>
                <c:pt idx="39">
                  <c:v>Q40</c:v>
                </c:pt>
                <c:pt idx="40">
                  <c:v>Q41</c:v>
                </c:pt>
                <c:pt idx="41">
                  <c:v>Q42</c:v>
                </c:pt>
                <c:pt idx="42">
                  <c:v>Q43</c:v>
                </c:pt>
                <c:pt idx="43">
                  <c:v>Q44</c:v>
                </c:pt>
                <c:pt idx="44">
                  <c:v>Q45</c:v>
                </c:pt>
                <c:pt idx="45">
                  <c:v>Q46</c:v>
                </c:pt>
                <c:pt idx="46">
                  <c:v>Q47</c:v>
                </c:pt>
                <c:pt idx="47">
                  <c:v>Q48</c:v>
                </c:pt>
                <c:pt idx="48">
                  <c:v>Q49</c:v>
                </c:pt>
                <c:pt idx="49">
                  <c:v>Q50</c:v>
                </c:pt>
                <c:pt idx="50">
                  <c:v>Q51</c:v>
                </c:pt>
                <c:pt idx="51">
                  <c:v>Q52</c:v>
                </c:pt>
                <c:pt idx="52">
                  <c:v>Q53</c:v>
                </c:pt>
                <c:pt idx="53">
                  <c:v>Q54</c:v>
                </c:pt>
                <c:pt idx="54">
                  <c:v>Q55</c:v>
                </c:pt>
                <c:pt idx="55">
                  <c:v>Q56</c:v>
                </c:pt>
                <c:pt idx="56">
                  <c:v>Q57</c:v>
                </c:pt>
                <c:pt idx="57">
                  <c:v>Q58</c:v>
                </c:pt>
                <c:pt idx="58">
                  <c:v>Q59</c:v>
                </c:pt>
                <c:pt idx="59">
                  <c:v>Q60</c:v>
                </c:pt>
                <c:pt idx="60">
                  <c:v>Q61</c:v>
                </c:pt>
                <c:pt idx="61">
                  <c:v>Q62</c:v>
                </c:pt>
                <c:pt idx="62">
                  <c:v>Q63</c:v>
                </c:pt>
                <c:pt idx="63">
                  <c:v>Q64</c:v>
                </c:pt>
                <c:pt idx="64">
                  <c:v>Q65</c:v>
                </c:pt>
                <c:pt idx="65">
                  <c:v>Q66</c:v>
                </c:pt>
                <c:pt idx="66">
                  <c:v>Q67</c:v>
                </c:pt>
                <c:pt idx="67">
                  <c:v>Q68</c:v>
                </c:pt>
                <c:pt idx="68">
                  <c:v>Q69</c:v>
                </c:pt>
                <c:pt idx="69">
                  <c:v>Q70</c:v>
                </c:pt>
                <c:pt idx="70">
                  <c:v>Q71</c:v>
                </c:pt>
                <c:pt idx="71">
                  <c:v>Q72</c:v>
                </c:pt>
                <c:pt idx="72">
                  <c:v>Q73</c:v>
                </c:pt>
                <c:pt idx="73">
                  <c:v>Q74</c:v>
                </c:pt>
                <c:pt idx="74">
                  <c:v>Q75</c:v>
                </c:pt>
                <c:pt idx="75">
                  <c:v>Q76</c:v>
                </c:pt>
                <c:pt idx="76">
                  <c:v>Q77</c:v>
                </c:pt>
                <c:pt idx="77">
                  <c:v>Q78</c:v>
                </c:pt>
                <c:pt idx="78">
                  <c:v>Q79</c:v>
                </c:pt>
                <c:pt idx="79">
                  <c:v>Q80</c:v>
                </c:pt>
                <c:pt idx="80">
                  <c:v>Q81</c:v>
                </c:pt>
                <c:pt idx="81">
                  <c:v>Q82</c:v>
                </c:pt>
                <c:pt idx="82">
                  <c:v>Q83</c:v>
                </c:pt>
                <c:pt idx="83">
                  <c:v>Q84</c:v>
                </c:pt>
                <c:pt idx="84">
                  <c:v>Q85</c:v>
                </c:pt>
                <c:pt idx="85">
                  <c:v>Q86</c:v>
                </c:pt>
                <c:pt idx="86">
                  <c:v>Q87</c:v>
                </c:pt>
                <c:pt idx="87">
                  <c:v>Q88</c:v>
                </c:pt>
                <c:pt idx="88">
                  <c:v>Q89</c:v>
                </c:pt>
                <c:pt idx="89">
                  <c:v>Q90</c:v>
                </c:pt>
                <c:pt idx="90">
                  <c:v>Q91</c:v>
                </c:pt>
                <c:pt idx="91">
                  <c:v>Q92</c:v>
                </c:pt>
                <c:pt idx="92">
                  <c:v>Q93</c:v>
                </c:pt>
                <c:pt idx="93">
                  <c:v>Q94</c:v>
                </c:pt>
                <c:pt idx="94">
                  <c:v>Q95</c:v>
                </c:pt>
                <c:pt idx="95">
                  <c:v>Q96</c:v>
                </c:pt>
                <c:pt idx="96">
                  <c:v>Q97</c:v>
                </c:pt>
                <c:pt idx="97">
                  <c:v>Q98</c:v>
                </c:pt>
                <c:pt idx="98">
                  <c:v>Q99</c:v>
                </c:pt>
                <c:pt idx="99">
                  <c:v>Q100</c:v>
                </c:pt>
                <c:pt idx="100">
                  <c:v>Q101</c:v>
                </c:pt>
                <c:pt idx="101">
                  <c:v>Q102</c:v>
                </c:pt>
                <c:pt idx="102">
                  <c:v>Q103</c:v>
                </c:pt>
                <c:pt idx="103">
                  <c:v>Q104</c:v>
                </c:pt>
                <c:pt idx="104">
                  <c:v>Q105</c:v>
                </c:pt>
                <c:pt idx="105">
                  <c:v>Q106</c:v>
                </c:pt>
                <c:pt idx="106">
                  <c:v>Q107</c:v>
                </c:pt>
                <c:pt idx="107">
                  <c:v>Q108</c:v>
                </c:pt>
                <c:pt idx="108">
                  <c:v>Q109</c:v>
                </c:pt>
                <c:pt idx="109">
                  <c:v>Q110</c:v>
                </c:pt>
                <c:pt idx="110">
                  <c:v>Q111</c:v>
                </c:pt>
                <c:pt idx="111">
                  <c:v>Q112</c:v>
                </c:pt>
                <c:pt idx="112">
                  <c:v>Q113</c:v>
                </c:pt>
                <c:pt idx="113">
                  <c:v>Q114</c:v>
                </c:pt>
                <c:pt idx="114">
                  <c:v>Q115</c:v>
                </c:pt>
                <c:pt idx="115">
                  <c:v>Q116</c:v>
                </c:pt>
                <c:pt idx="116">
                  <c:v>Q117</c:v>
                </c:pt>
                <c:pt idx="117">
                  <c:v>Q118</c:v>
                </c:pt>
                <c:pt idx="118">
                  <c:v>Q119</c:v>
                </c:pt>
                <c:pt idx="119">
                  <c:v>Q120</c:v>
                </c:pt>
                <c:pt idx="120">
                  <c:v>Q121</c:v>
                </c:pt>
                <c:pt idx="121">
                  <c:v>Q122</c:v>
                </c:pt>
                <c:pt idx="122">
                  <c:v>Q123</c:v>
                </c:pt>
                <c:pt idx="123">
                  <c:v>Q124</c:v>
                </c:pt>
                <c:pt idx="124">
                  <c:v>Q125</c:v>
                </c:pt>
                <c:pt idx="125">
                  <c:v>Q126</c:v>
                </c:pt>
                <c:pt idx="126">
                  <c:v>Q127</c:v>
                </c:pt>
                <c:pt idx="127">
                  <c:v>Q128</c:v>
                </c:pt>
                <c:pt idx="128">
                  <c:v>Q129</c:v>
                </c:pt>
                <c:pt idx="129">
                  <c:v>Q130</c:v>
                </c:pt>
                <c:pt idx="130">
                  <c:v>Q131</c:v>
                </c:pt>
                <c:pt idx="131">
                  <c:v>Q132</c:v>
                </c:pt>
                <c:pt idx="132">
                  <c:v>Q133</c:v>
                </c:pt>
                <c:pt idx="133">
                  <c:v>Q134</c:v>
                </c:pt>
                <c:pt idx="134">
                  <c:v>Q135</c:v>
                </c:pt>
                <c:pt idx="135">
                  <c:v>Q136</c:v>
                </c:pt>
                <c:pt idx="136">
                  <c:v>Q137</c:v>
                </c:pt>
                <c:pt idx="137">
                  <c:v>Q138</c:v>
                </c:pt>
                <c:pt idx="138">
                  <c:v>Q139</c:v>
                </c:pt>
                <c:pt idx="139">
                  <c:v>Q140</c:v>
                </c:pt>
                <c:pt idx="140">
                  <c:v>Q141</c:v>
                </c:pt>
                <c:pt idx="141">
                  <c:v>Q142</c:v>
                </c:pt>
                <c:pt idx="142">
                  <c:v>Q143</c:v>
                </c:pt>
                <c:pt idx="143">
                  <c:v>Q144</c:v>
                </c:pt>
                <c:pt idx="144">
                  <c:v>Q145</c:v>
                </c:pt>
                <c:pt idx="145">
                  <c:v>Q146</c:v>
                </c:pt>
                <c:pt idx="146">
                  <c:v>Q147</c:v>
                </c:pt>
                <c:pt idx="147">
                  <c:v>Q148</c:v>
                </c:pt>
                <c:pt idx="148">
                  <c:v>Q149</c:v>
                </c:pt>
                <c:pt idx="149">
                  <c:v>Q150</c:v>
                </c:pt>
                <c:pt idx="150">
                  <c:v>Q151</c:v>
                </c:pt>
                <c:pt idx="151">
                  <c:v>Q152</c:v>
                </c:pt>
                <c:pt idx="152">
                  <c:v>Q153</c:v>
                </c:pt>
                <c:pt idx="153">
                  <c:v>Q154</c:v>
                </c:pt>
                <c:pt idx="154">
                  <c:v>Q155</c:v>
                </c:pt>
                <c:pt idx="155">
                  <c:v>Q156</c:v>
                </c:pt>
                <c:pt idx="156">
                  <c:v>Q157</c:v>
                </c:pt>
                <c:pt idx="157">
                  <c:v>Q158</c:v>
                </c:pt>
                <c:pt idx="158">
                  <c:v>Q159</c:v>
                </c:pt>
                <c:pt idx="159">
                  <c:v>Q160</c:v>
                </c:pt>
                <c:pt idx="160">
                  <c:v>Q161</c:v>
                </c:pt>
                <c:pt idx="161">
                  <c:v>Q162</c:v>
                </c:pt>
                <c:pt idx="162">
                  <c:v>Q163</c:v>
                </c:pt>
                <c:pt idx="163">
                  <c:v>Q164</c:v>
                </c:pt>
                <c:pt idx="164">
                  <c:v>Q165</c:v>
                </c:pt>
                <c:pt idx="165">
                  <c:v>Q166</c:v>
                </c:pt>
                <c:pt idx="166">
                  <c:v>Q167</c:v>
                </c:pt>
                <c:pt idx="167">
                  <c:v>Q168</c:v>
                </c:pt>
                <c:pt idx="168">
                  <c:v>Q169</c:v>
                </c:pt>
                <c:pt idx="169">
                  <c:v>Q170</c:v>
                </c:pt>
                <c:pt idx="170">
                  <c:v>Q171</c:v>
                </c:pt>
                <c:pt idx="171">
                  <c:v>Q172</c:v>
                </c:pt>
                <c:pt idx="172">
                  <c:v>Q173</c:v>
                </c:pt>
                <c:pt idx="173">
                  <c:v>Q174</c:v>
                </c:pt>
                <c:pt idx="174">
                  <c:v>Q175</c:v>
                </c:pt>
                <c:pt idx="175">
                  <c:v>Q176</c:v>
                </c:pt>
                <c:pt idx="176">
                  <c:v>Q177</c:v>
                </c:pt>
                <c:pt idx="177">
                  <c:v>Q178</c:v>
                </c:pt>
                <c:pt idx="178">
                  <c:v>Q179</c:v>
                </c:pt>
                <c:pt idx="179">
                  <c:v>Q180</c:v>
                </c:pt>
                <c:pt idx="180">
                  <c:v>Q181</c:v>
                </c:pt>
                <c:pt idx="181">
                  <c:v>Q182</c:v>
                </c:pt>
                <c:pt idx="182">
                  <c:v>Q183</c:v>
                </c:pt>
                <c:pt idx="183">
                  <c:v>Q184</c:v>
                </c:pt>
                <c:pt idx="184">
                  <c:v>Q185</c:v>
                </c:pt>
                <c:pt idx="185">
                  <c:v>Q186</c:v>
                </c:pt>
                <c:pt idx="186">
                  <c:v>Q187</c:v>
                </c:pt>
                <c:pt idx="187">
                  <c:v>Q188</c:v>
                </c:pt>
                <c:pt idx="188">
                  <c:v>Q189</c:v>
                </c:pt>
                <c:pt idx="189">
                  <c:v>Q190</c:v>
                </c:pt>
                <c:pt idx="190">
                  <c:v>Q191</c:v>
                </c:pt>
                <c:pt idx="191">
                  <c:v>Q192</c:v>
                </c:pt>
                <c:pt idx="192">
                  <c:v>Q193</c:v>
                </c:pt>
                <c:pt idx="193">
                  <c:v>Q194</c:v>
                </c:pt>
                <c:pt idx="194">
                  <c:v>Q195</c:v>
                </c:pt>
                <c:pt idx="195">
                  <c:v>Q196</c:v>
                </c:pt>
                <c:pt idx="196">
                  <c:v>Q197</c:v>
                </c:pt>
              </c:strCache>
            </c:strRef>
          </c:cat>
          <c:val>
            <c:numRef>
              <c:f>Sheet1!$B$2:$B$198</c:f>
              <c:numCache>
                <c:formatCode>General</c:formatCode>
                <c:ptCount val="197"/>
                <c:pt idx="0">
                  <c:v>1.0</c:v>
                </c:pt>
                <c:pt idx="1">
                  <c:v>1.0</c:v>
                </c:pt>
                <c:pt idx="2">
                  <c:v>2.0</c:v>
                </c:pt>
                <c:pt idx="3">
                  <c:v>2.0</c:v>
                </c:pt>
                <c:pt idx="4">
                  <c:v>1.0</c:v>
                </c:pt>
                <c:pt idx="5">
                  <c:v>2.0</c:v>
                </c:pt>
                <c:pt idx="6">
                  <c:v>2.0</c:v>
                </c:pt>
                <c:pt idx="7">
                  <c:v>2.0</c:v>
                </c:pt>
                <c:pt idx="8">
                  <c:v>2.0</c:v>
                </c:pt>
                <c:pt idx="9">
                  <c:v>2.0</c:v>
                </c:pt>
                <c:pt idx="10">
                  <c:v>3.0</c:v>
                </c:pt>
                <c:pt idx="11">
                  <c:v>1.0</c:v>
                </c:pt>
                <c:pt idx="12">
                  <c:v>1.0</c:v>
                </c:pt>
                <c:pt idx="13">
                  <c:v>2.0</c:v>
                </c:pt>
                <c:pt idx="14">
                  <c:v>2.0</c:v>
                </c:pt>
                <c:pt idx="15">
                  <c:v>0.0</c:v>
                </c:pt>
                <c:pt idx="16">
                  <c:v>2.0</c:v>
                </c:pt>
                <c:pt idx="17">
                  <c:v>3.0</c:v>
                </c:pt>
                <c:pt idx="18">
                  <c:v>3.0</c:v>
                </c:pt>
                <c:pt idx="19">
                  <c:v>3.0</c:v>
                </c:pt>
                <c:pt idx="20">
                  <c:v>1.0</c:v>
                </c:pt>
                <c:pt idx="21">
                  <c:v>1.0</c:v>
                </c:pt>
                <c:pt idx="22">
                  <c:v>1.0</c:v>
                </c:pt>
                <c:pt idx="23">
                  <c:v>2.0</c:v>
                </c:pt>
                <c:pt idx="24">
                  <c:v>1.0</c:v>
                </c:pt>
                <c:pt idx="25">
                  <c:v>1.0</c:v>
                </c:pt>
                <c:pt idx="26">
                  <c:v>2.0</c:v>
                </c:pt>
                <c:pt idx="27">
                  <c:v>2.0</c:v>
                </c:pt>
                <c:pt idx="28">
                  <c:v>1.0</c:v>
                </c:pt>
                <c:pt idx="29">
                  <c:v>2.0</c:v>
                </c:pt>
                <c:pt idx="30">
                  <c:v>2.0</c:v>
                </c:pt>
                <c:pt idx="31">
                  <c:v>1.0</c:v>
                </c:pt>
                <c:pt idx="32">
                  <c:v>2.0</c:v>
                </c:pt>
                <c:pt idx="33">
                  <c:v>2.0</c:v>
                </c:pt>
                <c:pt idx="34">
                  <c:v>1.0</c:v>
                </c:pt>
                <c:pt idx="35">
                  <c:v>2.0</c:v>
                </c:pt>
                <c:pt idx="36">
                  <c:v>1.0</c:v>
                </c:pt>
                <c:pt idx="37">
                  <c:v>1.0</c:v>
                </c:pt>
                <c:pt idx="38">
                  <c:v>3.0</c:v>
                </c:pt>
                <c:pt idx="39">
                  <c:v>2.0</c:v>
                </c:pt>
                <c:pt idx="40">
                  <c:v>2.0</c:v>
                </c:pt>
                <c:pt idx="41">
                  <c:v>2.0</c:v>
                </c:pt>
                <c:pt idx="42">
                  <c:v>1.0</c:v>
                </c:pt>
                <c:pt idx="43">
                  <c:v>2.0</c:v>
                </c:pt>
                <c:pt idx="44">
                  <c:v>1.0</c:v>
                </c:pt>
                <c:pt idx="45">
                  <c:v>2.0</c:v>
                </c:pt>
                <c:pt idx="46">
                  <c:v>2.0</c:v>
                </c:pt>
                <c:pt idx="47">
                  <c:v>2.0</c:v>
                </c:pt>
                <c:pt idx="48">
                  <c:v>2.0</c:v>
                </c:pt>
                <c:pt idx="49">
                  <c:v>2.0</c:v>
                </c:pt>
                <c:pt idx="50">
                  <c:v>2.0</c:v>
                </c:pt>
                <c:pt idx="51">
                  <c:v>3.0</c:v>
                </c:pt>
                <c:pt idx="52">
                  <c:v>1.0</c:v>
                </c:pt>
                <c:pt idx="53">
                  <c:v>2.0</c:v>
                </c:pt>
                <c:pt idx="54">
                  <c:v>2.0</c:v>
                </c:pt>
                <c:pt idx="55">
                  <c:v>2.0</c:v>
                </c:pt>
                <c:pt idx="56">
                  <c:v>3.0</c:v>
                </c:pt>
                <c:pt idx="57">
                  <c:v>1.0</c:v>
                </c:pt>
                <c:pt idx="58">
                  <c:v>2.0</c:v>
                </c:pt>
                <c:pt idx="59">
                  <c:v>2.0</c:v>
                </c:pt>
                <c:pt idx="60">
                  <c:v>2.0</c:v>
                </c:pt>
                <c:pt idx="61">
                  <c:v>2.0</c:v>
                </c:pt>
                <c:pt idx="62">
                  <c:v>1.0</c:v>
                </c:pt>
                <c:pt idx="63">
                  <c:v>2.0</c:v>
                </c:pt>
                <c:pt idx="64">
                  <c:v>2.0</c:v>
                </c:pt>
                <c:pt idx="65">
                  <c:v>3.0</c:v>
                </c:pt>
                <c:pt idx="66">
                  <c:v>2.0</c:v>
                </c:pt>
                <c:pt idx="67">
                  <c:v>2.0</c:v>
                </c:pt>
                <c:pt idx="68">
                  <c:v>1.0</c:v>
                </c:pt>
                <c:pt idx="69">
                  <c:v>2.0</c:v>
                </c:pt>
                <c:pt idx="70">
                  <c:v>1.0</c:v>
                </c:pt>
                <c:pt idx="71">
                  <c:v>2.0</c:v>
                </c:pt>
                <c:pt idx="72">
                  <c:v>1.0</c:v>
                </c:pt>
                <c:pt idx="73">
                  <c:v>2.0</c:v>
                </c:pt>
                <c:pt idx="74">
                  <c:v>1.0</c:v>
                </c:pt>
                <c:pt idx="75">
                  <c:v>1.0</c:v>
                </c:pt>
                <c:pt idx="76">
                  <c:v>2.0</c:v>
                </c:pt>
                <c:pt idx="77">
                  <c:v>2.0</c:v>
                </c:pt>
                <c:pt idx="78">
                  <c:v>1.0</c:v>
                </c:pt>
                <c:pt idx="79">
                  <c:v>1.0</c:v>
                </c:pt>
                <c:pt idx="80">
                  <c:v>2.0</c:v>
                </c:pt>
                <c:pt idx="81">
                  <c:v>2.0</c:v>
                </c:pt>
                <c:pt idx="82">
                  <c:v>2.0</c:v>
                </c:pt>
                <c:pt idx="83">
                  <c:v>3.0</c:v>
                </c:pt>
                <c:pt idx="84">
                  <c:v>2.0</c:v>
                </c:pt>
                <c:pt idx="85">
                  <c:v>1.0</c:v>
                </c:pt>
                <c:pt idx="86">
                  <c:v>2.0</c:v>
                </c:pt>
                <c:pt idx="87">
                  <c:v>1.0</c:v>
                </c:pt>
                <c:pt idx="88">
                  <c:v>2.0</c:v>
                </c:pt>
                <c:pt idx="89">
                  <c:v>2.0</c:v>
                </c:pt>
                <c:pt idx="90">
                  <c:v>2.0</c:v>
                </c:pt>
                <c:pt idx="91">
                  <c:v>3.0</c:v>
                </c:pt>
                <c:pt idx="92">
                  <c:v>1.0</c:v>
                </c:pt>
                <c:pt idx="93">
                  <c:v>2.0</c:v>
                </c:pt>
                <c:pt idx="94">
                  <c:v>2.0</c:v>
                </c:pt>
                <c:pt idx="95">
                  <c:v>2.0</c:v>
                </c:pt>
                <c:pt idx="96">
                  <c:v>2.0</c:v>
                </c:pt>
                <c:pt idx="97">
                  <c:v>1.0</c:v>
                </c:pt>
                <c:pt idx="98">
                  <c:v>1.0</c:v>
                </c:pt>
                <c:pt idx="99">
                  <c:v>2.0</c:v>
                </c:pt>
                <c:pt idx="100">
                  <c:v>2.0</c:v>
                </c:pt>
                <c:pt idx="101">
                  <c:v>3.0</c:v>
                </c:pt>
                <c:pt idx="102">
                  <c:v>2.0</c:v>
                </c:pt>
                <c:pt idx="103">
                  <c:v>2.0</c:v>
                </c:pt>
                <c:pt idx="104">
                  <c:v>1.0</c:v>
                </c:pt>
                <c:pt idx="105">
                  <c:v>1.0</c:v>
                </c:pt>
                <c:pt idx="106">
                  <c:v>1.0</c:v>
                </c:pt>
                <c:pt idx="107">
                  <c:v>2.0</c:v>
                </c:pt>
                <c:pt idx="108">
                  <c:v>2.0</c:v>
                </c:pt>
                <c:pt idx="109">
                  <c:v>2.0</c:v>
                </c:pt>
                <c:pt idx="110">
                  <c:v>2.0</c:v>
                </c:pt>
                <c:pt idx="111">
                  <c:v>2.0</c:v>
                </c:pt>
                <c:pt idx="112">
                  <c:v>2.0</c:v>
                </c:pt>
                <c:pt idx="113">
                  <c:v>2.0</c:v>
                </c:pt>
                <c:pt idx="114">
                  <c:v>2.0</c:v>
                </c:pt>
                <c:pt idx="115">
                  <c:v>2.0</c:v>
                </c:pt>
                <c:pt idx="116">
                  <c:v>1.0</c:v>
                </c:pt>
                <c:pt idx="117">
                  <c:v>2.0</c:v>
                </c:pt>
                <c:pt idx="118">
                  <c:v>2.0</c:v>
                </c:pt>
                <c:pt idx="119">
                  <c:v>2.0</c:v>
                </c:pt>
                <c:pt idx="120">
                  <c:v>1.0</c:v>
                </c:pt>
                <c:pt idx="121">
                  <c:v>1.0</c:v>
                </c:pt>
                <c:pt idx="122">
                  <c:v>1.0</c:v>
                </c:pt>
                <c:pt idx="123">
                  <c:v>2.0</c:v>
                </c:pt>
                <c:pt idx="124">
                  <c:v>2.0</c:v>
                </c:pt>
                <c:pt idx="125">
                  <c:v>2.0</c:v>
                </c:pt>
                <c:pt idx="126">
                  <c:v>0.0</c:v>
                </c:pt>
                <c:pt idx="127">
                  <c:v>2.0</c:v>
                </c:pt>
                <c:pt idx="128">
                  <c:v>1.0</c:v>
                </c:pt>
                <c:pt idx="129">
                  <c:v>2.0</c:v>
                </c:pt>
                <c:pt idx="130">
                  <c:v>1.0</c:v>
                </c:pt>
                <c:pt idx="131">
                  <c:v>1.0</c:v>
                </c:pt>
                <c:pt idx="132">
                  <c:v>2.0</c:v>
                </c:pt>
                <c:pt idx="133">
                  <c:v>2.0</c:v>
                </c:pt>
                <c:pt idx="134">
                  <c:v>2.0</c:v>
                </c:pt>
                <c:pt idx="135">
                  <c:v>2.0</c:v>
                </c:pt>
                <c:pt idx="136">
                  <c:v>1.0</c:v>
                </c:pt>
                <c:pt idx="137">
                  <c:v>2.0</c:v>
                </c:pt>
                <c:pt idx="138">
                  <c:v>2.0</c:v>
                </c:pt>
                <c:pt idx="139">
                  <c:v>2.0</c:v>
                </c:pt>
                <c:pt idx="140">
                  <c:v>2.0</c:v>
                </c:pt>
                <c:pt idx="141">
                  <c:v>1.0</c:v>
                </c:pt>
                <c:pt idx="142">
                  <c:v>1.0</c:v>
                </c:pt>
                <c:pt idx="143">
                  <c:v>2.0</c:v>
                </c:pt>
                <c:pt idx="144">
                  <c:v>2.0</c:v>
                </c:pt>
                <c:pt idx="145">
                  <c:v>1.0</c:v>
                </c:pt>
                <c:pt idx="146">
                  <c:v>1.0</c:v>
                </c:pt>
                <c:pt idx="147">
                  <c:v>1.0</c:v>
                </c:pt>
                <c:pt idx="148">
                  <c:v>1.0</c:v>
                </c:pt>
                <c:pt idx="149">
                  <c:v>1.0</c:v>
                </c:pt>
                <c:pt idx="150">
                  <c:v>2.0</c:v>
                </c:pt>
                <c:pt idx="151">
                  <c:v>2.0</c:v>
                </c:pt>
                <c:pt idx="152">
                  <c:v>2.0</c:v>
                </c:pt>
                <c:pt idx="153">
                  <c:v>3.0</c:v>
                </c:pt>
                <c:pt idx="154">
                  <c:v>2.0</c:v>
                </c:pt>
                <c:pt idx="155">
                  <c:v>2.0</c:v>
                </c:pt>
                <c:pt idx="156">
                  <c:v>2.0</c:v>
                </c:pt>
                <c:pt idx="157">
                  <c:v>1.0</c:v>
                </c:pt>
                <c:pt idx="158">
                  <c:v>2.0</c:v>
                </c:pt>
                <c:pt idx="159">
                  <c:v>1.0</c:v>
                </c:pt>
                <c:pt idx="160">
                  <c:v>2.0</c:v>
                </c:pt>
                <c:pt idx="161">
                  <c:v>1.0</c:v>
                </c:pt>
                <c:pt idx="162">
                  <c:v>2.0</c:v>
                </c:pt>
                <c:pt idx="163">
                  <c:v>2.0</c:v>
                </c:pt>
                <c:pt idx="164">
                  <c:v>1.0</c:v>
                </c:pt>
                <c:pt idx="165">
                  <c:v>2.0</c:v>
                </c:pt>
                <c:pt idx="166">
                  <c:v>1.0</c:v>
                </c:pt>
                <c:pt idx="167">
                  <c:v>2.0</c:v>
                </c:pt>
                <c:pt idx="168">
                  <c:v>2.0</c:v>
                </c:pt>
                <c:pt idx="169">
                  <c:v>1.0</c:v>
                </c:pt>
                <c:pt idx="170">
                  <c:v>2.0</c:v>
                </c:pt>
                <c:pt idx="171">
                  <c:v>2.0</c:v>
                </c:pt>
                <c:pt idx="172">
                  <c:v>2.0</c:v>
                </c:pt>
                <c:pt idx="173">
                  <c:v>2.0</c:v>
                </c:pt>
                <c:pt idx="174">
                  <c:v>3.0</c:v>
                </c:pt>
                <c:pt idx="175">
                  <c:v>2.0</c:v>
                </c:pt>
                <c:pt idx="176">
                  <c:v>2.0</c:v>
                </c:pt>
                <c:pt idx="177">
                  <c:v>2.0</c:v>
                </c:pt>
                <c:pt idx="178">
                  <c:v>3.0</c:v>
                </c:pt>
                <c:pt idx="179">
                  <c:v>3.0</c:v>
                </c:pt>
                <c:pt idx="180">
                  <c:v>1.0</c:v>
                </c:pt>
                <c:pt idx="181">
                  <c:v>2.0</c:v>
                </c:pt>
                <c:pt idx="182">
                  <c:v>1.0</c:v>
                </c:pt>
                <c:pt idx="183">
                  <c:v>2.0</c:v>
                </c:pt>
                <c:pt idx="184">
                  <c:v>2.0</c:v>
                </c:pt>
                <c:pt idx="185">
                  <c:v>1.0</c:v>
                </c:pt>
                <c:pt idx="186">
                  <c:v>2.0</c:v>
                </c:pt>
                <c:pt idx="187">
                  <c:v>2.0</c:v>
                </c:pt>
                <c:pt idx="188">
                  <c:v>3.0</c:v>
                </c:pt>
                <c:pt idx="189">
                  <c:v>1.0</c:v>
                </c:pt>
                <c:pt idx="190">
                  <c:v>2.0</c:v>
                </c:pt>
                <c:pt idx="191">
                  <c:v>2.0</c:v>
                </c:pt>
                <c:pt idx="192">
                  <c:v>3.0</c:v>
                </c:pt>
                <c:pt idx="193">
                  <c:v>2.0</c:v>
                </c:pt>
                <c:pt idx="194">
                  <c:v>2.0</c:v>
                </c:pt>
                <c:pt idx="195">
                  <c:v>2.0</c:v>
                </c:pt>
                <c:pt idx="196">
                  <c:v>2.0</c:v>
                </c:pt>
              </c:numCache>
            </c:numRef>
          </c:val>
        </c:ser>
        <c:dLbls>
          <c:numFmt formatCode="0.0#" sourceLinked="0"/>
          <c:txPr>
            <a:bodyPr/>
            <a:lstStyle/>
            <a:p>
              <a:pPr>
                <a:defRPr sz="2000" b="1">
                  <a:solidFill>
                    <a:srgbClr val="111827"/>
                  </a:solidFill>
                  <a:latin typeface="Arial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2000" b="1">
                <a:latin typeface="Arial"/>
              </a:defRPr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5.5"/>
          <c:min val="0.0"/>
        </c:scaling>
        <c:delete val="0"/>
        <c:axPos val="l"/>
        <c:majorGridlines>
          <c:spPr>
            <a:ln>
              <a:solidFill>
                <a:srgbClr val="D1D5DB"/>
              </a:solidFill>
            </a:ln>
          </c:spPr>
        </c:majorGridlines>
        <c:title>
          <c:tx>
            <c:rich>
              <a:bodyPr/>
              <a:lstStyle/>
              <a:p>
                <a:r>
                  <a:rPr sz="2000"/>
                  <a:t>Level</a:t>
                </a:r>
              </a:p>
            </c:rich>
          </c:tx>
          <c:layout/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2000">
                <a:latin typeface="Arial"/>
              </a:defRPr>
            </a:pPr>
          </a:p>
        </c:txPr>
        <c:crossAx val="-2068027336"/>
        <c:crosses val="autoZero"/>
        <c:majorUnit val="1.0"/>
      </c:valAx>
    </c:plotArea>
    <c:dispBlanksAs val="gap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1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2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6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0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6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2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8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4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0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6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2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8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3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8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4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1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6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2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8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4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0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6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2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8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4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0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6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2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7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3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0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6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2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8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4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0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6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1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7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3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9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5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1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7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3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9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5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1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7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2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0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5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1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7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4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0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5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1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7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3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0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6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2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8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3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9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5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1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8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4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0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6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2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8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4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0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6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2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8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4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9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5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1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7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3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8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7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3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9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4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8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4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0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6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4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0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6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2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8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4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0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6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3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8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4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9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4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9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5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1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7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2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8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6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2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8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44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2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7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3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9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5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1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7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4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0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6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2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9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5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31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37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3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0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6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2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8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6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2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8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5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1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7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3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9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26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2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9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5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1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6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2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8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4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0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Typo only: the PDF's line '4-16α+6-9λ-25λ-20=0' writes the letter alpha where lambda is meant (the first term should be -16λ). All values and the final answer 7 are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Typo only: the PDF writes '|c|' (and '++') in the line r.c = (c + λb).c = |c| - ..., where the square |c|^2 = 74 is meant; the later value 74 is correct, so the final answer 34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Last determinant: the PDF gets 2i+10j+6k, but the i-component is 1(-5)-(-1)(3) = -2, so the cross product is -2i+10j+6k (it equals -2(a x b), as it must). Squaring removes the sign, so 4+100+36 = 140 and the answer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typos only: it writes $\lambda=\frac{\vec a\cdot\vec c}{\vec a\cdot\vec b}=-\frac85$ (minus sign missing, value $-\frac85$ is right), the numerator as $5(5\hat i-3\hat i+3\hat k)-8(\hat i-\hat j+2\hat k)$ (should be $-3\hat j$), and $\vec r=\frac{17\hat i-7\hat j+\hat k}5$ (the $\hat k$ component is $15-16=-1$, not $+1$). The sum $289+50$ and the answer 339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QUESTION FLAWED: with $\vec b=\hat i+3\hat j+5\hat k$ as printed, $\vec a\cdot\vec b=-13$ (the PDF also gets $-\frac{13}{\sqrt{35}}$) and no option has $\pm13$, so the key says Drop. The options fit $\vec b=\hat i+3\hat j-5\hat k$ (where $\vec a\cdot\vec b=17$ and the answer is (D)), so the sign of the $\hat k$ coefficient in $\vec b$ looks like a typo in the PDF. The PDF's solution stops after the projection value and does not discuss direction; completed here.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typo: it prints $\overrightarrow{AC}=2\vec a+3\vec b-4\vec c$; $C-A=(-1-1)\vec a+(2+1)\vec b+(-3-1)\vec c=-2\vec a+3\vec b-4\vec c$. The determinant in the PDF correctly uses $-2,3,-4$, so the final working and answer $\lambda=2$ are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$PQ=\sqrt{1+4+4}$ in the last step; with $Q=(3,8,1)$ and $P=(4,6,-2)$ the differences are $(-1,2,3)$, so it must be $\sqrt{1+4+9}=\sqrt{14}$ (the PDF's printed value $\sqrt{14}$ is right, the radicand shown was a slip).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second line as $\frac{z}{-2}$ in the solution (the question has $\frac{z}{2}$; the cross product it then computes, $-4\hat i-8\hat j-8\hat k$, correctly uses $+2$) and takes $\vec{AB}$ as $3\hat i+10\hat j+2\hat k$ ($=A-B$, sign reversed; harmless inside the modulus). Both corrected here: direction of $L_2$ is $(2,-3,2)$ and $\vec{AB}=B-A=(-3,-10,-2)$. Final answer 9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reaches $\lambda=9,-15$ and writes $\alpha+2\gamma=5-2\lambda=-13,35$ without using the condition $\lambda\ge0$, so the value $35$ should not appear; with $\lambda\ge0$ only $\lambda=9$ and $\alpha+2\gamma=-13$ remain. The PDF also leaves the other options unchecked (it only concludes B). The answer (B) is correct either way; the check of the other options is added here.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Only a notational slip: the PDF writes the first component of $\vec a\times\vec b$ as $a_1b_3-a_3b_2$; it should be $a_2b_3-a_3b_2$. The numbers it substitutes ($-10+12$, $-5+3$, $4-2$) are correct, so the answer $6\sqrt3$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Sign slip in the PDF: it prints $\vec a\times\vec b=-4\hat i+6\hat j-12\hat k$, but the correct value is $4\hat i+6\hat j-12\hat k$. The magnitude (14) and the triple product (196) used afterwards are correct, so the answer 14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The PDF has no usable solution for this question; the solution was written by Claude.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first equation in the PDF is misprinted (right side $21\sqrt{21}$ instead of the area 21); the correct equation is $\frac12\cdot2\sqrt{21}\cdot\frac{|\vec{PA}\times\vec d|}{\sqrt{38}}=21$, i.e. $|\vec{PA}\times\vec d|=\sqrt{21}\sqrt{38}$, which is what the next line of the PDF uses. All later steps and the answer 9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Typographical slip in the PDF: it prints $\vec{QR}\times\vec{QP}=-12\hat i66-24\hat j$; the correct value is $-12\hat i-24\hat j+0\hat k$. The magnitude $\sqrt{144+576}$ used next and the answer 180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cross product $\vec{AC}\times\vec{BD}$ has sign slips in the $\hat j$ and $\hat k$ components (it prints $(3\lambda+15)\hat i+24\hat j-24\hat k$; the correct value is $(3\lambda+15)\hat i-24\hat j+24\hat k$). The magnitude, the quadratic $\lambda^2+10\lambda+9=0$ and the answer 11 are unaffected. Also note the PDF applies $\frac12|\vec{AC}\times\vec{BD}|$ without remarking it needs planarity; this holds at $\lambda=-1$.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Typo in the PDF working: it writes the given line as (x-1)/(-1)=(y+4)/2=(z+2)/2; the z-denominator should be 3 (direction (-1,2,3)), as in the question and as used in the rest of the PDF working. All values (k=2, C=(1/3,2/3,-5/3), lambda=11/14, drs -1,-26,17, answer 10)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opening remark (the given equation 'is not an equation of a plane as gamma z is present; if we consider y is gamma ...') is wrong: alpha, beta, gamma are constants, so alpha x + beta y + gamma z = 1 is a perfectly valid linear equation of a plane in x, y, z. No relabelling is needed. The PDF working (normal 3i-j-2k, plane 3x-y-2z=1) and the answer 6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Typo in the PDF: the formula is printed as S.D. = ((a2 . a1) . (b1 x b2)) / |b1 x b2|; it should be (a2 - a1) . (b1 x b2) (the displayed numbers, rows (3,0,5),(3,4,5),(0,0,1) giving 12, are the correct a2-a1 scalar triple product). The value 12/5 and the answer (D)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Typo in the PDF: the substitution line reads 2(1+3L)+6(1+4L)(-2)+5L-6=0 with a stray factor 6; it should be 2(1+3L)-2(1+4L)+5L-6=0. The next line (2+6L-2-8L+5L-6=0) and all later values (L=2, plane 5x+7y+9z+4=0, d^2=620)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expansion line (6+a-6)+(3a+8)+(a^2-6a-16)=0 is correct, but the next line printed is a^2-2a-14=0; the constant should be -8 (a+3a+8+a^2-6a-16 = a^2-2a-8). The PDF's final 'sum of values of alpha = 2' is still correct since the sum of the roots is 2 whichever constant is used (true roots are 4 and -2).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Notation slip in the PDF: it prints 'AB x AC = |OP . (AB x AC) / |AB x AC||'; the left side should be 'Projection of OP on AB x AC', as the sentence 'Projection of OP on' (cut at the page break) indicates. The numbers (AB x AC = 5i-10j+10k, value 3)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proves (B) by $|\vec{a}|&lt;\sqrt{3/100}=\frac{\sqrt3}{10}&lt;\frac{3}{10}$ and then writes $|\vec{a}|&lt;3\max$. That only bounds $|\vec{a}|$ by a constant, not by $3\max|a_i|$ (the maximum can be tiny), so the step is invalid. Correct proof: $|\vec{a}|^2\le3M^2$. Final answer (A) is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Minor typos in the PDF: it writes $\vec{a}=\lambda|\vec{n}_2\times\vec{n}_2|$ (should be $\lambda(\vec{n}_1\times\vec{n}_2)$, no modulus, since $\vec{n}_1\times\vec{n}_2=-2\hat{j}+2\hat{k}$ as it computes) and uses $\hat{i}-\hat{k}$ for the second plane (same plane as $\hat{j}-\hat{k}$). Answer (A)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penultimate line writes the cross term as $\frac{2\times5\times11\times3}{10}$ (=33), giving $|72-(72+33)|=33$, yet jumps to $|66|$; the term should equal 66 ($2\cdot10\sqrt{11}\cdot\frac{\sqrt{99}}{10}=66$). PDF also ignores $\cos\theta&lt;0$, which gives the same final value 66. Answer 66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Only a notation slip: the PDF's formula has a cross product between $(\vec a-\vec b)$ and $(\vec n_1\times\vec n_2)$; it must be a dot product (scalar triple product). All numbers and the answer $3\sqrt6$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has two slips. (i) It writes the distance numerator as $12+6+4+b$ instead of $-12-6-4-b=-(b+22)$ (same absolute value, so harmless). (ii) The line 'b &gt;= -8n' used to reject $b=-40$ is garbled/meaningless; the correct filter is $|a-b|\le10$, i.e. $-12\le b\le8$ for $a=-2$. Final answer 32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step 'alpha = -8 (rejected)' is wrong: $|12\alpha-10|=26$ gives $\alpha=3$ or $\alpha=-\frac43$ (not $-8$). The rejection conclusion and the final answer $a=4$ are unchanged. The PDF also silently takes $B(2,3,a)$ (i.e. $\alpha=3$) and omits the $a=-5/2$ root; both are made explicit. Its cross product and normal $(3,-4,12)$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first line uses the point $(0,-1,0)$; it should be $(0,-1,2)$ (its later equation $8(x-0)+5(y+1)+7(z-2)=0$ uses $(0,-1,2)$ correctly). PDF's cross product line reads $\hat i(16)-\hat j(10)+\hat k(-14)$; the correct first component is $\hat i(-18+2)=-16$, so $\vec n=(-16,-10,-14)\parallel(8,5,7)$, which is what the PDF then uses. Final plane $8x+5y+7z=9$ and answer (B)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writes '$\overrightarrow{AN}\cdot\overrightarrow{BN}=6\sqrt2$' (a dot product) from the area formula; the dot product is actually $0$ (AN is perpendicular to BN). What it means is $|AN|\,|BN|=6\sqrt2$, which is what the next line uses. Also the PDF skips the step $\alpha=2\beta+8$ substituted into $BN^2$ and the integrality filter; both added. Final answer 7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third condition has a typo: it writes '$\frac{x}{\sqrt2}+\frac{4}{\sqrt2}=\frac{-1}{2}$' where the second term should be $\frac{y}{\sqrt2}$ (giving $x+y=-\frac1{\sqrt2}$, which is what it then uses). Also the PDF's line $|\hat u-\vec v|^2=\left(\sqrt{\frac42+\frac12}\right)^2$ is terse; written out in full. Final answer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Typo only: the PDF writes $|\vec c|^2=4|\vec a\times\vec b|+9|\vec b|^2$ (missing square on $|\vec a\times\vec b|$) and omits the reason the cross term vanishes; the subsequent numbers (12, 144, 192) are right. Answer (C)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Sign slip: $\vec{AC}\times\vec{BD}=(17,8,-11)$, not $(-17,-8,11)$ as printed (the PDF's cross-product row is $-5,1,-7$ over $1,2,3$). Magnitude and answer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final line is written with $\pm1$ in the $x$-denominator and the sign is never resolved; it also never checks which option fits. The acute angle with the $x$-axis fixes $l=+\frac12$, so the direction is $(1,-1,-\sqrt2)$ and only option (D) lies on the line. Answer D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step $\beta$: from $\frac{\beta+3}{2}=\frac{97}{29}$ it prints $\beta=\frac{167}{29}$; the correct value is $\frac{194}{29}-3=\frac{107}{29}$. The next line uses $321=3\times107$, so only the printed value is a typo. Also the last line writes $4\lambda$ for $4\gamma$. Answer 33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PDF's working for $b$ is inconsistent: it writes $b=\frac{1\pm\frac{2\sqrt2}{3}-1}{4}=-\pm\frac1{3\sqrt2}$, but with $a=\frac12\pm\frac{\sqrt2}{3}$ one has $1-2a=\mp\frac{2\sqrt2}{3}$, so $b=\mp\frac1{3\sqrt2}$ (sign opposite to that of the $\sqrt2$ in $a$). The PDF also adds the given vector for one root only and never checks the other root, which gives a vector matching no option. Final answer (C) agrees with the key.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writes $\overrightarrow{AC}=\hat i-\hat j-2\hat k$, which is the reverse of $C-A=(-1,1,2)$ (sign error; it does not change the magnitude of the cross product), and it stops after listing $\overrightarrow{BD}$ and $\overrightarrow{AC}$ without computing the cross product. The cross product and the final area $\frac{4\sqrt2}{3}$ (option D, matches the key) are filled in here.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writes $|\vec c|^2+|\vec a|-2\vec c\cdot\vec a=8$ (missing the square on $|\vec a|$) but then correctly uses $|\vec a|^2=38$ (giving $|\vec c|^2-12|\vec c|+30=0$); corrected here. Question itself is inconsistent: since $\vec a\cdot\vec c=6|\vec c|$ the angle between $\vec c$ and $\vec a$ has $\cos=6/\sqrt{38}$, and $\vec a\times\vec b\perp\vec a$, so the angle between $\vec c$ and $\vec a\times\vec b$ must be at least $90^\circ-\cos^{-1}(6/\sqrt{38})\approx76.7^\circ$ and cannot be $60^\circ$; no such $\vec c$ exists. The intended answer (key B, $\frac92(6+\sqrt6)$) is what the formulas give.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Step '3 = k(-3+3 lambda)' in the PDF is a slip: b.a + c.a = -7 + (1+3 lambda) = -6+3 lambda (the PDF's own next lines use -6+3 lambda). Also the PDF writes r = k(5i - 2j - (5-lambda)k) but b+c = 5i + 2j + (lambda-5)k (sign of the j and k components); the magnitude is unaffected. Final answer 25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figure labels the foot of the perpendicular T while the working calls it S, and it writes cos(theta)=-3/sqrt23 in one line and +3/sqrt23 in the next (the angle with the line is taken acute, so the modulus is needed). Values, area 9 sqrt14 and K=81 are correct; the labels and modulus are fixed and the missing sin(theta) step supplied.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b - a = (2 - lambda)i + j + 4k (printed 'gamma' for lambda and a j-component 1); the j-component is 0 since both lines pass through y=4. The cross product printed afterwards, -12i + 4 lambda j + 3(2-lambda)k, is the correct one for b-a=(2-lambda,0,4), so the answer is unaffected. Corrected the line. Also note lambda=11/25 is a second valid value but not an option (option A is 13/25, not 11/25).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the perpendicularity condition as 'PM . B = 0' but evaluates (lambda-1, -lambda, -2lambda-1), which is AM (A is (2,2,2)), not PM, so the label is wrong (PM would be (lambda, -lambda, -2lambda)). The numbers and the answer 6 are correct; corrected to AM.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only 'lambda + 21 = +22' and then states |lambda|max = 43; that is inconsistent, since lambda=1 gives |lambda|=1. The modulus gives lambda+21=+-22, so lambda=1 or -43, and the maximum of |lambda| is 43 (from the negative root). Fixed. Answer 43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2.xml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3.xml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4.xml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5.xml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6.xml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7.xml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8.xml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9.xml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0.xml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1.xml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2.xml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3.xml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4.xml"/></Relationships>
</file>

<file path=ppt/slides/_rels/slide4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5.xml"/></Relationships>
</file>

<file path=ppt/slides/_rels/slide4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6.xml"/></Relationships>
</file>

<file path=ppt/slides/_rels/slide4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7.xml"/></Relationships>
</file>

<file path=ppt/slides/_rels/slide4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8.xml"/></Relationships>
</file>

<file path=ppt/slides/_rels/slide4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9.xml"/></Relationships>
</file>

<file path=ppt/slides/_rels/slide4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0.xml"/></Relationships>
</file>

<file path=ppt/slides/_rels/slide4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1.xml"/></Relationships>
</file>

<file path=ppt/slides/_rels/slide4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2.xml"/></Relationships>
</file>

<file path=ppt/slides/_rels/slide4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3.xml"/></Relationships>
</file>

<file path=ppt/slides/_rels/slide4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4.xml"/></Relationships>
</file>

<file path=ppt/slides/_rels/slide4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5.xml"/></Relationships>
</file>

<file path=ppt/slides/_rels/slide5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6.xml"/></Relationships>
</file>

<file path=ppt/slides/_rels/slide5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7.xml"/></Relationships>
</file>

<file path=ppt/slides/_rels/slide5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8.xml"/></Relationships>
</file>

<file path=ppt/slides/_rels/slide5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9.xml"/></Relationships>
</file>

<file path=ppt/slides/_rels/slide5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0.xml"/></Relationships>
</file>

<file path=ppt/slides/_rels/slide5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1.xml"/></Relationships>
</file>

<file path=ppt/slides/_rels/slide5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2.xml"/></Relationships>
</file>

<file path=ppt/slides/_rels/slide5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3.xml"/></Relationships>
</file>

<file path=ppt/slides/_rels/slide5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4.xml"/></Relationships>
</file>

<file path=ppt/slides/_rels/slide5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5.xml"/></Relationships>
</file>

<file path=ppt/slides/_rels/slide5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6.xml"/></Relationships>
</file>

<file path=ppt/slides/_rels/slide5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7.xml"/></Relationships>
</file>

<file path=ppt/slides/_rels/slide5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8.xml"/></Relationships>
</file>

<file path=ppt/slides/_rels/slide5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9.xml"/></Relationships>
</file>

<file path=ppt/slides/_rels/slide5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0.xml"/></Relationships>
</file>

<file path=ppt/slides/_rels/slide5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1.xml"/></Relationships>
</file>

<file path=ppt/slides/_rels/slide5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2.xml"/></Relationships>
</file>

<file path=ppt/slides/_rels/slide6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3.xml"/></Relationships>
</file>

<file path=ppt/slides/_rels/slide6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4.xml"/></Relationships>
</file>

<file path=ppt/slides/_rels/slide6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5.xml"/></Relationships>
</file>

<file path=ppt/slides/_rels/slide6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6.xml"/></Relationships>
</file>

<file path=ppt/slides/_rels/slide6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7.xml"/></Relationships>
</file>

<file path=ppt/slides/_rels/slide6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8.xml"/></Relationships>
</file>

<file path=ppt/slides/_rels/slide6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9.xml"/></Relationships>
</file>

<file path=ppt/slides/_rels/slide6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0.xml"/></Relationships>
</file>

<file path=ppt/slides/_rels/slide6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1.xml"/></Relationships>
</file>

<file path=ppt/slides/_rels/slide6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2.xml"/></Relationships>
</file>

<file path=ppt/slides/_rels/slide6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3.xml"/></Relationships>
</file>

<file path=ppt/slides/_rels/slide6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4.xml"/></Relationships>
</file>

<file path=ppt/slides/_rels/slide6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5.xml"/></Relationships>
</file>

<file path=ppt/slides/_rels/slide6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6.xml"/></Relationships>
</file>

<file path=ppt/slides/_rels/slide6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7.xml"/></Relationships>
</file>

<file path=ppt/slides/_rels/slide6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8.xml"/></Relationships>
</file>

<file path=ppt/slides/_rels/slide7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9.xml"/></Relationships>
</file>

<file path=ppt/slides/_rels/slide7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0.xml"/></Relationships>
</file>

<file path=ppt/slides/_rels/slide7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1.xml"/></Relationships>
</file>

<file path=ppt/slides/_rels/slide7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2.xml"/></Relationships>
</file>

<file path=ppt/slides/_rels/slide7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3.xml"/></Relationships>
</file>

<file path=ppt/slides/_rels/slide7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4.xml"/></Relationships>
</file>

<file path=ppt/slides/_rels/slide7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5.xml"/></Relationships>
</file>

<file path=ppt/slides/_rels/slide7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6.xml"/></Relationships>
</file>

<file path=ppt/slides/_rels/slide7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7.xml"/></Relationships>
</file>

<file path=ppt/slides/_rels/slide7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8.xml"/></Relationships>
</file>

<file path=ppt/slides/_rels/slide7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9.xml"/></Relationships>
</file>

<file path=ppt/slides/_rels/slide7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0.xml"/></Relationships>
</file>

<file path=ppt/slides/_rels/slide7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1.xml"/></Relationships>
</file>

<file path=ppt/slides/_rels/slide7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2.xml"/></Relationships>
</file>

<file path=ppt/slides/_rels/slide7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3.xml"/></Relationships>
</file>

<file path=ppt/slides/_rels/slide7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4.xml"/></Relationships>
</file>

<file path=ppt/slides/_rels/slide7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5.xml"/></Relationships>
</file>

<file path=ppt/slides/_rels/slide8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6.xml"/></Relationships>
</file>

<file path=ppt/slides/_rels/slide8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7.xml"/></Relationships>
</file>

<file path=ppt/slides/_rels/slide8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8.xml"/></Relationships>
</file>

<file path=ppt/slides/_rels/slide8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9.xml"/></Relationships>
</file>

<file path=ppt/slides/_rels/slide8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0.xml"/></Relationships>
</file>

<file path=ppt/slides/_rels/slide8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1.xml"/></Relationships>
</file>

<file path=ppt/slides/_rels/slide8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2.xml"/></Relationships>
</file>

<file path=ppt/slides/_rels/slide8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3.xml"/></Relationships>
</file>

<file path=ppt/slides/_rels/slide8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4.xml"/></Relationships>
</file>

<file path=ppt/slides/_rels/slide8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5.xml"/></Relationships>
</file>

<file path=ppt/slides/_rels/slide8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6.xml"/></Relationships>
</file>

<file path=ppt/slides/_rels/slide8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7.xml"/></Relationships>
</file>

<file path=ppt/slides/_rels/slide8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8.xml"/></Relationships>
</file>

<file path=ppt/slides/_rels/slide8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9.xml"/></Relationships>
</file>

<file path=ppt/slides/_rels/slide8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0.xml"/></Relationships>
</file>

<file path=ppt/slides/_rels/slide8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1.xml"/></Relationships>
</file>

<file path=ppt/slides/_rels/slide8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2.xml"/></Relationships>
</file>

<file path=ppt/slides/_rels/slide9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3.xml"/></Relationships>
</file>

<file path=ppt/slides/_rels/slide9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4.xml"/></Relationships>
</file>

<file path=ppt/slides/_rels/slide9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5.xml"/></Relationships>
</file>

<file path=ppt/slides/_rels/slide9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6.xml"/></Relationships>
</file>

<file path=ppt/slides/_rels/slide9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7.xml"/></Relationships>
</file>

<file path=ppt/slides/_rels/slide9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8.xml"/></Relationships>
</file>

<file path=ppt/slides/_rels/slide9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9.xml"/></Relationships>
</file>

<file path=ppt/slides/_rels/slide9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0.xml"/></Relationships>
</file>

<file path=ppt/slides/_rels/slide9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1.xml"/></Relationships>
</file>

<file path=ppt/slides/_rels/slide9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2.xml"/></Relationships>
</file>

<file path=ppt/slides/_rels/slide9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3.xml"/></Relationships>
</file>

<file path=ppt/slides/_rels/slide9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4.xml"/></Relationships>
</file>

<file path=ppt/slides/_rels/slide9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5.xml"/></Relationships>
</file>

<file path=ppt/slides/_rels/slide9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6.xml"/></Relationships>
</file>

<file path=ppt/slides/_rels/slide9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7.xml"/></Relationships>
</file>

<file path=ppt/slides/_rels/slide9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8.xml"/></Relationships>
</file>

<file path=ppt/slides/_rels/slide10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9.xml"/></Relationships>
</file>

<file path=ppt/slides/_rels/slide10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0.xml"/></Relationships>
</file>

<file path=ppt/slides/_rels/slide10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1.xml"/></Relationships>
</file>

<file path=ppt/slides/_rels/slide10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2.xml"/></Relationships>
</file>

<file path=ppt/slides/_rels/slide10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3.xml"/></Relationships>
</file>

<file path=ppt/slides/_rels/slide10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4.xml"/></Relationships>
</file>

<file path=ppt/slides/_rels/slide10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5.xml"/></Relationships>
</file>

<file path=ppt/slides/_rels/slide10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6.xml"/></Relationships>
</file>

<file path=ppt/slides/_rels/slide10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7.xml"/></Relationships>
</file>

<file path=ppt/slides/_rels/slide10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8.xml"/></Relationships>
</file>

<file path=ppt/slides/_rels/slide10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9.xml"/></Relationships>
</file>

<file path=ppt/slides/_rels/slide10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0.xml"/></Relationships>
</file>

<file path=ppt/slides/_rels/slide10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1.xml"/></Relationships>
</file>

<file path=ppt/slides/_rels/slide10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2.xml"/></Relationships>
</file>

<file path=ppt/slides/_rels/slide10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3.xml"/></Relationships>
</file>

<file path=ppt/slides/_rels/slide10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4.xml"/></Relationships>
</file>

<file path=ppt/slides/_rels/slide1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5.xml"/></Relationships>
</file>

<file path=ppt/slides/_rels/slide1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6.xml"/></Relationships>
</file>

<file path=ppt/slides/_rels/slide1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7.xml"/></Relationships>
</file>

<file path=ppt/slides/_rels/slide1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8.xml"/></Relationships>
</file>

<file path=ppt/slides/_rels/slide1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9.xml"/></Relationships>
</file>

<file path=ppt/slides/_rels/slide1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0.xml"/></Relationships>
</file>

<file path=ppt/slides/_rels/slide1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1.xml"/></Relationships>
</file>

<file path=ppt/slides/_rels/slide1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2.xml"/></Relationships>
</file>

<file path=ppt/slides/_rels/slide1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3.xml"/></Relationships>
</file>

<file path=ppt/slides/_rels/slide1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4.xml"/></Relationships>
</file>

<file path=ppt/slides/_rels/slide1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5.xml"/></Relationships>
</file>

<file path=ppt/slides/_rels/slide1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6.xml"/></Relationships>
</file>

<file path=ppt/slides/_rels/slide1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7.xml"/></Relationships>
</file>

<file path=ppt/slides/_rels/slide1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chart" Target="../charts/chart1.xml"/></Relationships>
</file>

<file path=ppt/slides/_rels/slide1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/>
          <a:lstStyle>
            <a:lvl1pPr>
              <a:defRPr sz="4000">
                <a:solidFill>
                  <a:srgbClr val="FFFFFF"/>
                </a:solidFill>
              </a:defRPr>
            </a:lvl1pPr>
          </a:lstStyle>
          <a:p>
            <a:pPr algn="ctr">
              <a:defRPr sz="4000">
                <a:solidFill>
                  <a:srgbClr val="FFFFFF"/>
                </a:solidFill>
              </a:defRPr>
            </a:pPr>
            <a:r>
              <a:rPr sz="4000" b="1">
                <a:solidFill>
                  <a:srgbClr val="FFFFFF"/>
                </a:solidFill>
                <a:latin typeface="Arial"/>
              </a:rPr>
              <a:t>Vector &amp; 3D Geometry (Exercise J-M) — Paper Analysis</a:t>
            </a:r>
            <a:endParaRPr sz="4000">
              <a:solidFill>
                <a:srgbClr val="FFFFFF"/>
              </a:solidFill>
            </a:endParaRPr>
          </a:p>
          <a:p>
            <a:pPr algn="ctr"/>
            <a:r>
              <a:rPr sz="2200">
                <a:solidFill>
                  <a:srgbClr val="FFFFFF"/>
                </a:solidFill>
                <a:latin typeface="Arial"/>
              </a:rPr>
              <a:t>Sheet Vector 3D · Exercise J-M · detailed solutions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Mixed Types (JEE Main previous-year questions)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Q01 – Q197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No marks printed - JEE Main default assumed: 4 marks for every question (single correct and numerical)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Question types are interleaved in the sheet; type and marks are shown on each question slide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$\vec{u}=\hat{i}-\hat{j}-2\hat{k}$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$\vec{v}=2\hat{i}+\hat{j}-\hat{k}$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$\vec{v}\cdot\vec{w}=2$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$\vec{v}\times\vec{w}=\vec{u}+\lambda\vec{v}$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(cross) product and scalar product identities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cross product is perpendicular to both factors, so dotting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cross product is perpendicular to both factors, so dotting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$\vec{v}\times\vec{w}$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$\vec{w}$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the dot product of both sides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$\vec{v}\times\vec{w}=\vec{u}+\lambda\vec{v}$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the dot product of both sides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$(\vec{v}\times\vec{w})\cdot\vec{v}=0$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$0=\vec{u}\cdot\vec{v}+\lambda|\vec{v}|^2$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$\lambda=-\frac{\vec{u}\cdot\vec{v}}{|\vec{v}|^2}=-\left(\frac{2-1+2}{6}\right)=-\frac{1}{2}$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take the dot product of the given relation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take the dot product of the given relation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$(\vec{v}\times\vec{w})\cdot\vec{w}=\vec{u}\cdot\vec{w}+\lambda\,\vec{v}\cdot\vec{w}$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$\vec{v}\cdot\vec{w}=2$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$0=\vec{u}\cdot\vec{w}+2\lambda$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$\vec{u}\cdot\vec{w}=-2\lambda$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$\vec{u}\cdot\vec{w}=-2\left(-\frac{1}{2}\right)=1$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 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never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$\vec{w}$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$\vec{v}\times(\vec{v}\times\vec{w})$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never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$\vec{v}\times(\vec{v}\times\vec{w})=(\vec{v}\cdot\vec{w})\vec{v}-|\vec{v}|^2\vec{w}=2\vec{v}-6\vec{w}$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$\vec{v}\times(\vec{v}\times\vec{w})=\vec{v}\times(\vec{u}+\lambda\vec{v})=\vec{v}\times\vec{u}$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$\vec{v}\times\vec{v}=\vec{0}$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$6\vec{w}=2\vec{v}-\vec{v}\times\vec{u}=2\vec{v}+\vec{u}\times\vec{v}$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$\vec{w}=\frac{2\vec{v}+\vec{u}\times\vec{v}}{6}$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scalar triple product with a repeated vector is zero,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(Explicitly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$\vec{u}\cdot\vec{w}=\frac{2\,\vec{u}\cdot\vec{v}+\vec{u}\cdot(\vec{u}\times\vec{v})}{6}$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scalar triple product with a repeated vector is zero,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$\vec{u}\cdot(\vec{u}\times\vec{v})=0$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$\vec{u}\cdot\vec{v}=3$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$\vec{u}\cdot\vec{w}=\frac{2\cdot3}{6}=1$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(Explicitly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$\vec{w}=\frac{1}{6}(7,-1,1)$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dotting an equation containing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removes the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conditions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fix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repeated vector in a scalar triple product).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$\vec{p}=\vec{v}\times\vec{w}$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$\vec{p}\perp\vec{v}$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$\vec{p}\perp\vec{w}$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dotting an equation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$\vec{v}\times\vec{w}$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removes the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$\vec{v}\neq\vec{0}$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conditions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$\vec{v}\cdot\vec{w}=k$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$\vec{v}\times\vec{w}=\vec{p}$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$\vec{p}\perp\vec{v}$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$\vec{w}=\frac{k\vec{v}+\vec{p}\times\vec{v}}{|\vec{v}|^2}$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$\vec{x}\cdot(\vec{x}\times\vec{y})=0$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$\vec{x},\vec{y}$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repeated vector in a scalar triple product).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$\vec{u}\cdot\vec{w}=-\lambda\,\vec{v}\cdot\vec{w}$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$\vec{v}\times\vec{w}=\vec{u}+\lambda\vec{v}$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$\vec{\alpha}=4\hat{i}+3\hat{j}+5\hat{k}$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$\vec{\beta}=\hat{i}+2\hat{j}-4\hat{k}$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$\vec{\beta}=\vec{\beta}_1+\vec{\beta}_2$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$5\vec{\beta}_2\cdot(\hat{i}+\hat{j}+\hat{k})$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Resolution of a vector parallel and perpendicular to a given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impose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$\vec{\beta}_1=\lambda\vec{\alpha}$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impose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$\vec{\beta}_2\cdot\vec{\alpha}=0$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$\vec{\beta}_1=\lambda\vec{\alpha}$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$\vec{\beta}_2=\vec{\beta}-\vec{\beta}_1=(1-4\lambda)\hat{i}+(2-3\lambda)\hat{j}-(5\lambda+4)\hat{k}$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$\vec{\beta}_2\perp\vec{\alpha}$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$\vec{\beta}_2\cdot\vec{\alpha}=0$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$4(1-4\lambda)+3(2-3\lambda)-5(5\lambda+4)=0$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$4-16\lambda+6-9\lambda-25\lambda-20=0$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$-50\lambda-10=0$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$50\lambda=-10$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$\vec{\beta}_2=\left(1+\frac{4}{5}\right)\hat{i}+\left(2+\frac{3}{5}\right)\hat{j}-(-1+4)\hat{k}=\frac{9}{5}\hat{i}+\frac{13}{5}\hat{j}-3\hat{k}$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$5\vec{\beta}_2=9\hat{i}+13\hat{j}-15\hat{k}$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$5\vec{\beta}_2\cdot(\hat{i}+\hat{j}+\hat{k})=9+13-15=7$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Never find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subtract the parallel part's dot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that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projections.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Never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$\vec{\beta}_2$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subtract the parallel part's dot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that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$\vec{\beta}$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projections.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parallel part is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$\vec{\beta}_2=\vec{\beta}-\vec{\beta}_1$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$\vec{\beta}_2\cdot\vec{n}=\vec{\beta}\cdot\vec{n}-\vec{\beta}_1\cdot\vec{n}$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parallel part is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$\vec{\beta}_1=\frac{\vec{\beta}\cdot\vec{\alpha}}{|\vec{\alpha}|^2}\vec{\alpha}$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$\vec{\beta}\cdot\vec{\alpha}=4+6-20=-10$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$|\vec{\alpha}|^2=16+9+25=50$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$\vec{\beta}_1=-\frac{1}{5}\vec{\alpha}$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$\vec{\beta}_1\cdot\vec{n}=-\frac{1}{5}(4+3+5)=-\frac{12}{5}$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$\vec{\beta}\cdot\vec{n}=1+2-4=-1$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$\vec{\beta}_2\cdot\vec{n}=-1+\frac{12}{5}=\frac{7}{5}$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$5\vec{\beta}_2\cdot\vec{n}=7$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Resolution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and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perpendicular part can also be written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products are linear, so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computing components.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Resolution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and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$\vec{\beta}_1=\frac{\vec{\beta}\cdot\vec{\alpha}}{|\vec{\alpha}|^2}\vec{\alpha}$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$\vec{\beta}_2=\vec{\beta}-\vec{\beta}_1$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perpendicular part can also be written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$\vec{\beta}_2=\frac{\vec{\alpha}\times(\vec{\beta}\times\vec{\alpha})}{|\vec{\alpha}|^2}$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products are linear,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$\vec{\beta}_2\cdot\vec{n}=\vec{\beta}\cdot\vec{n}-\frac{\vec{\beta}\cdot\vec{\alpha}}{|\vec{\alpha}|^2}\,\vec{\alpha}\cdot\vec{n}$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computing components.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$\vec{\beta}_1=-\frac{1}{5}\vec{\alpha}$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$\vec{\beta}_2=\frac{1}{5}(9,13,-15)$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$\vec{\beta}_2\cdot\vec{\alpha}=0$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non-zero vectors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non-zero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$\vec{a}\times(\vec{b}\times\vec{c})=\frac{\vec{b}-\vec{c}}{2}$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$\vec{b}\cdot\vec{d}=\vec{a}\cdot\vec{b}$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$(\vec{a}\times\vec{b})\cdot(\vec{c}\times\vec{d})$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 and Lagrange identity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compare coefficients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(independent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then use the Lagrange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$\vec{a}\times(\vec{b}\times\vec{c})$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compare coefficients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(independent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$\vec{b}\perp\vec{c}$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then use the Lagrange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non-zero and perpendicular, hence linearly independent, so the coefficients match.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$\vec{a}\times(\vec{b}\times\vec{c})=(\vec{a}\cdot\vec{c})\vec{b}-(\vec{a}\cdot\vec{b})\vec{c}=\frac{\vec{b}}{2}-\frac{\vec{c}}{2}$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non-zero and perpendicular, hence linearly independent, so the coefficients match.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expression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$\vec{b}\cdot\vec{d}=\vec{a}\cdot\vec{b}$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$\vec{b}\cdot\vec{d}=\frac{1}{2}$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$(\vec{a}\times\vec{b})\cdot(\vec{c}\times\vec{d})=(\vec{a}\cdot\vec{c})(\vec{b}\cdot\vec{d})-(\vec{a}\cdot\vec{d})(\vec{b}\cdot\vec{c})$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expression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$\frac{1}{2}\cdot\frac{1}{2}-0=\frac{1}{4}$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Choose coordinates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-axes and expand the two cross products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Choose coordinates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-axes and expand the two cross products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triple product condition, as in the main solution).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$\vec{b}\perp\vec{c}$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$\vec{b}=(\beta,0,0)$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$\vec{c}=(0,\gamma,0)$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$\beta,\gamma\neq0$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$\vec{a}=(a_1,a_2,a_3)$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$\vec{d}=(d_1,d_2,d_3)$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$\vec{a}\cdot\vec{b}=a_1\beta=\frac{1}{2}$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$\vec{a}\cdot\vec{c}=a_2\gamma=\frac{1}{2}$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triple product condition, as in the main solution).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$\vec{b}\cdot\vec{d}=\vec{a}\cdot\vec{b}$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 d_1=\frac{1}{2}$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product: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$\vec{a}\times\vec{b}=(0,\;a_3\beta,\;-a_2\beta)$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$\vec{c}\times\vec{d}=(\gamma d_3,\;0,\;-\gamma d_1)$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$0+0+(-a_2\beta)(-\gamma d_1)=(a_2\gamma)(\beta d_1)$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$=\frac{1}{2}\cdot\frac{1}{2}=\frac{1}{4}$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(BAC-CAB).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non-zero and non-parallel,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coefficients can be compared.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Special case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$\vec{a}\times(\vec{b}\times\vec{c})=(\vec{a}\cdot\vec{c})\vec{b}-(\vec{a}\cdot\vec{b})\vec{c}$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(BAC-CAB).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non-zero and non-parallel,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$x\vec{b}+y\vec{c}=\vec{0}$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coefficients can be compared.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$(\vec{a}\times\vec{b})\cdot(\vec{c}\times\vec{d})=(\vec{a}\cdot\vec{c})(\vec{b}\cdot\vec{d})-(\vec{a}\cdot\vec{d})(\vec{b}\cdot\vec{c})$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Special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$\vec{c}=\vec{a},\vec{d}=\vec{b}$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$|\vec{a}\times\vec{b}|^2=|\vec{a}|^2|\vec{b}|^2-(\vec{a}\cdot\vec{b})^2$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rotated through a right angle, passing through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in its way, and the resulting vector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projection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$\vec{a}=-\hat{i}+2\hat{j}+\hat{k}$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rotated through a right angle, passing through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in its way, and the resulting vector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$3\vec{a}+\sqrt{2}\,\vec{b}$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$\vec{c}=5\hat{i}+4\hat{j}+3\hat{k}$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Rotation of a vector in a plane and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Passing through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Passing through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$\hat{j}$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$\vec{b}\parallel\vec{a}\times(\vec{a}\times\hat{j})$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$|\vec{b}|=|\vec{a}|$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Rotation keeps length: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$\vec{b}=\lambda\,\vec{a}\times(\vec{a}\times\hat{j})$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$\vec{a}\times\hat{j}=(-1,0,-1)$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$\vec{a}\times(\vec{a}\times\hat{j})=-2\hat{i}-2\hat{j}+2\hat{k}$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$\vec{b}=\lambda(-2\hat{i}-2\hat{j}+2\hat{k})$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Rotation keeps length: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$\sqrt{6}=\sqrt{12}\,|\lambda|$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$\lambda=\pm\frac{1}{\sqrt{2}}$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Passing through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ends on the other side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making an acute angle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Passing through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ends on the other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making an acute angle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$\lambda=+\frac{1}{\sqrt{2}}$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$\lambda=-\frac{1}{\sqrt{2}}$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$\vec{b}=-\sqrt{2}(-\hat{i}-\hat{j}+\hat{k})=\sqrt{2}(\hat{i}+\hat{j}-\hat{k})$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$3\vec{a}+\sqrt{2}\vec{b}=(-3,6,3)+(2,2,-2)=(-1,8,1)$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$\frac{(3\vec{a}+\sqrt{2}\vec{b})\cdot\vec{c}}{|\vec{c}|}=\frac{-5+32+3}{\sqrt{50}}=\frac{30}{5\sqrt{2}}=3\sqrt{2}$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Rotate within the plane directly: the perpendicular component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relative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direction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Rotate within the plane directly: the perpendicular component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$\hat{j}$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relative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direction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turn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towards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beyond goes in the direction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⟂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part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⟂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(towards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Unit vector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turn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towards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beyond goes in the 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$\hat{j}_\perp=\hat{j}-\frac{\vec{a}\cdot\hat{j}}{|\vec{a}|^2}\vec{a}$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part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$\hat{j}_\perp=(0,1,0)-\frac{2}{6}(-1,2,1)=\left(\frac13,\frac13,-\frac13\right)$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(towards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Unit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$\frac{1}{\sqrt{3}}(1,1,-1)$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$|\vec{b}|=|\vec{a}|=\sqrt{6}$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$\vec{b}=\sqrt{6}\cdot\frac{1}{\sqrt{3}}(1,1,-1)=\sqrt{2}(1,1,-1)$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is a right 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$\vec{a}\cdot\vec{b}=\sqrt{2}(-1+2-1)=0$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is a right 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$3\vec{a}+\sqrt{2}\vec{b}=(-3,6,3)+(2,2,-2)=(-1,8,1)$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$\frac{(-1,8,1)\cdot(5,4,3)}{\sqrt{50}}=\frac{30}{5\sqrt{2}}=3\sqrt{2}$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rotation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⟂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unit vector of that perpendicular component, taken in the direction of rotation.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(scalar component)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signed.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the right 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$\vec{x}-\frac{\vec{x}\cdot\vec{a}}{|\vec{a}|^2}\vec{a}=-\frac{\vec{a}\times(\vec{a}\times\vec{x})}{|\vec{a}|^2}$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rotation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$\vec{b}=|\vec{a}|\,\hat{x}_\perp$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unit vector of that perpendicular component, taken in the direction of rotation.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(scalar component)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$\frac{\vec{p}\cdot\vec{c}}{|\vec{c}|}$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signed.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$\vec{b}=\sqrt{2}(1,1,-1)$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the right 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four points, whose position vectors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coplanar,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four points, whose position vectors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$3\hat{i}-4\hat{j}+2\hat{k}$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$\hat{i}+2\hat{j}-\hat{k}$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$-2\hat{i}-\hat{j}+3\hat{k}$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$5\hat{i}-2\alpha\hat{j}+4\hat{k}$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coplanar,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$-\frac{73}{17}$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$\frac{107}{17}$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$\frac{73}{17}$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$-\frac{107}{17}$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four points (scalar triple product)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Four points are coplanar exactly when the determinant of the three difference vectors from one point is zero.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points are coplanar iff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rows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points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$\left[\overrightarrow{P_4P_1},\overrightarrow{P_4P_2},\overrightarrow{P_4P_3}\right]=0$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rows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$(3-5,\,-4+2\alpha,\,2-4)$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$(3-1,\,-4-2,\,2+1)$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$(3+2,\,-4+1,\,2-3)$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$\left|\begin{matrix}-2&amp;2\alpha-4&amp;-2\\2&amp;-6&amp;3\\5&amp;-3&amp;-1\end{matrix}\right|=0$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$C_1\to C_1-C_3$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$\left|\begin{matrix}0&amp;2\alpha-4&amp;-2\\-1&amp;-6&amp;3\\6&amp;-3&amp;-1\end{matrix}\right|=0$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$-(2\alpha-4)\big((-1)(-1)-3\cdot6\big)-2\big((-1)(-3)-(-6)(6)\big)=0$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$-(2\alpha-4)(1-18)-2(3+36)=0$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$17(2\alpha-4)-78=0$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$(\alpha-2)(17)=39$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$\alpha-2=\frac{39}{17}$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$\alpha=2+\frac{39}{17}=\frac{34+39}{17}=\frac{73}{17}$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$\frac{73}{17}$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Find the plane through the three fixed points with a cross product, then force the fourth point onto it.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vector: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$P_1=(3,-4,2)$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$P_3=(-2,-1,3)$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$\overrightarrow{P_1P_2}=(-2,6,-3)$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$\overrightarrow{P_1P_3}=(-5,3,1)$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vector: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$(-2,6,-3)\times(-5,3,1)=(6+9,\;15+2,\;-6+30)=(15,17,24)$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$15(x-3)+17(y+4)+24(z-2)=0$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$15x+17y+24z=25$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$15+34-24=25$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$-30-17+72=25$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$P_4=(5,-2\alpha,4)$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$75-34\alpha+96=25$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$34\alpha=146$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$\alpha=\frac{73}{17}$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$\frac{73}{17}$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(volume of the tetrahedron is zero).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determinant is unchanged by column or row operations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creates zeros before expansion.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plane through the three fixed points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$\iff[\overrightarrow{AB},\overrightarrow{AC},\overrightarrow{AD}]=0$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(volume of the tetrahedron is zero).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$\vec{d}-\vec{a}$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$(\vec{b}-\vec{a})\times(\vec{c}-\vec{a})$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determinant is unchanged by column or row operations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$C_i\to C_i\pm C_j$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creates zeros before expansion.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plane through the three fixed points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$15x+17y+24z=25$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$\vec{a}=-\hat{i}-\hat{j}+\hat{k}$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$\vec{a}\times\vec{b}=\hat{i}-\hat{j}$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$\vec{a}-6\vec{b}$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$3(\hat{i}+\hat{j}+\hat{k})$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$3(\hat{i}-\hat{j}-\hat{k})$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$3(\hat{i}+\hat{j}-\hat{k})$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$3(\hat{i}-\hat{j}+\hat{k})$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145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Cross the given relation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left: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produces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Cross the given relation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left: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$\vec{a}\times(\vec{a}\times\vec{b})=(\vec{a}\cdot\vec{b})\vec{a}-|\vec{a}|^2\vec{b}$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produces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$\vec{a}-3\vec{b}$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the cross product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RHS: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$\vec{a}\times\vec{b}=\hat{i}-\hat{j}$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the cross product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left: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$\vec{a}\times(\vec{a}\times\vec{b})=\vec{a}\times(\hat{i}-\hat{j})$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$=(\vec{a}\cdot\vec{b})\vec{a}-(\vec{a}\cdot\vec{a})\vec{b}=\vec{a}-3\vec{b}$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RHS: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$(-\hat{i}-\hat{j}+\hat{k})\times(\hat{i}-\hat{j})=\hat{i}+\hat{j}+2\hat{k}$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$\vec{a}-3\vec{b}=\hat{i}+\hat{j}+2\hat{k}$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$2\vec{a}-6\vec{b}=2\hat{i}+2\hat{j}+4\hat{k}$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$\vec{a}-6\vec{b}=(2\hat{i}+2\hat{j}+4\hat{k})-(-\hat{i}-\hat{j}+\hat{k})=3\hat{i}+3\hat{j}+3\hat{k}$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$3(\hat{i}+\hat{j}+\hat{k})$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a linear system: 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solve the dot and cross conditions in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a linear system: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$\vec{b}=(x,y,z)$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solve the dot and cross conditions in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this must equal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$-x-y+z=1$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$\vec{a}\times\vec{b}=(-z-y,\;x+z,\;x-y)$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this must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also satisfies all four conditions).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$z=-1-x$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$-x-y+z=1$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$-x-x-1-x=1$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$\vec{b}=\left(-\frac23,-\frac23,-\frac13\right)$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also satisfies all four conditions).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$\vec{a}-6\vec{b}=(-1+4,\;-1+4,\;1+2)=(3,3,3)=3(\hat{i}+\hat{j}+\hat{k})$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$3(\hat{i}+\hat{j}+\hat{k})$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given (with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unique: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Consistency requires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this question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$\vec{a}\times(\vec{a}\times\vec{b})=(\vec{a}\cdot\vec{b})\vec{a}-|\vec{a}|^2\vec{b}$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given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$\vec{u}\perp\vec{a}$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$\vec{a}\neq\vec{0}$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unique: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$\vec{b}=\frac{k\vec{a}+\vec{u}\times\vec{a}}{|\vec{a}|^2}$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Consistency requires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$\vec{a}\cdot\vec{u}=0$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$(-1)(1)+(-1)(-1)+0=0$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this question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$\vec{b}=\frac{\vec{a}+\vec{u}\times\vec{a}}{3}=\left(-\frac23,-\frac23,-\frac13\right)$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$\vec{u}=\hat{i}-\hat{j}$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and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units, then the sum of all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$\vec{a}=\lambda\hat{i}+\mu\hat{j}+4\hat{k}$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$\vec{b}=-2\hat{i}+4\hat{j}-2\hat{k}$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$\vec{c}=2\hat{i}+3\hat{j}+\hat{k}$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and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units, then the sum of all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three vectors and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gives one linear relation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projection condition gives a second. Solve the pair.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gives one linear relation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$\lambda,\mu$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projection condition gives a second. Solve the pair.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$\left|\begin{matrix}\lambda&amp;\mu&amp;4\\-2&amp;4&amp;-2\\2&amp;3&amp;1\end{matrix}\right|=0$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$\lambda(4+6)-\mu(-2+4)+4(-6-8)=0$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$10\lambda-2\mu-56=0$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$5\lambda-\mu=28$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$\frac{\vec{a}\cdot\vec{b}}{|\vec{b}|}=\sqrt{54}$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$|\vec{b}|=\sqrt{24}$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$\vec{a}\cdot\vec{b}=-2\lambda+4\mu-8$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in (2):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if the projection is read as a magnitude, the other case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sum of all possible values is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$-2\lambda+4\mu-8=\sqrt{54\times24}=36$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$-\lambda+2\mu=22$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$\mu=5\lambda-28$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in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$-\lambda+10\lambda-56=22$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$9\lambda=78$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$\lambda=\frac{26}{3}$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$\mu=\frac{130}{3}-28=\frac{46}{3}$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$\lambda+\mu=\frac{72}{3}=24$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if the projection is read as a magnitude, the other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$\vec{a}\cdot\vec{b}=-36$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$\lambda=\frac{14}{3},\mu=-\frac{14}{3}$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sum of all possible values is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$24+0=24$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projection condition then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$\vec{a}=p\vec{b}+q\vec{c}$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projection condition then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parallel, so coplanarity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parallel, so coplanarity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$\vec{a}=p\vec{b}+q\vec{c}$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$-2p+q=4$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$q=4+2p$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$\vec{b}\cdot\vec{b}=24$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$\vec{b}\cdot\vec{c}=-4+12-2=6$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$\vec{a}\cdot\vec{b}=24p+6q$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$\frac{24p+6q}{\sqrt{24}}=\sqrt{54}$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$24p+6q=36$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$4p+q=6$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$q=4+2p$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$6p+4=6$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$q=\frac{14}{3}$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$\lambda=-2p+2q=-\frac23+\frac{28}{3}=\frac{26}{3}$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$\mu=4p+3q=\frac43+14=\frac{46}{3}$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$\lambda+\mu=24$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equivalent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signed; a statement 'projection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Reading 'projection' as a length gives both signs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check whether both cases change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$\iff[\vec{a},\vec{b},\vec{c}]=0$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$\vec{b}\nparallel\vec{c}$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equivalent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$\vec{a}=p\vec{b}+q\vec{c}$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$\frac{\vec{a}\cdot\vec{b}}{|\vec{b}|}$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signed; a statement 'projection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$\vec{a}\cdot\vec{b}=k|\vec{b}|$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Reading 'projection' as a length gives both signs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$\vec{a}\cdot\vec{b}=\pm k|\vec{b}|$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check whether both cases change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$\vec{a}=\frac13\vec{b}+\frac{14}{3}\vec{c}=\left(\frac{26}{3},\frac{46}{3},4\right)$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$\vec{c}=7\hat{i}-3\hat{j}+4\hat{k}$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$\vec{r}\times\vec{b}+\vec{b}\times\vec{c}=\vec{0}$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$\vec{r}\cdot\vec{a}=0$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952239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equation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scalar product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952239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$\vec{r}\times\vec{b}=\vec{c}\times\vec{b}$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scalar product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$\vec{r}\times\vec{b}=\vec{c}\times\vec{b}$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$\vec{r}-\vec{c}\parallel\vec{b}$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$\vec{r}=\vec{c}+\lambda\vec{b}$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$\vec{r}\times\vec{b}+\vec{b}\times\vec{c}=\vec{0}$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$\vec{r}\times\vec{b}-\vec{c}\times\vec{b}=\vec{0}$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$(\vec{r}-\vec{c})\times\vec{b}=\vec{0}$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$\vec{r}-\vec{c}=\lambda\vec{b}$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$\vec{r}=\vec{c}+\lambda\vec{b}$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$\vec{r}\cdot\vec{a}=0$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$(\vec{c}+\lambda\vec{b})\cdot\vec{a}=0$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$\vec{c}\cdot\vec{a}+\lambda\,\vec{b}\cdot\vec{a}=0$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$\lambda=-\frac{\vec{c}\cdot\vec{a}}{\vec{b}\cdot\vec{a}}=-\frac{15}{3}=-5$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$\vec{r}\cdot\vec{c}=(\vec{c}+\lambda\vec{b})\cdot\vec{c}=|\vec{c}|^2+\lambda\,\vec{b}\cdot\vec{c}=|\vec{c}|^2-\frac{\vec{c}\cdot\vec{a}}{\vec{b}\cdot\vec{a}}(\vec{b}\cdot\vec{c})$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$|\vec{c}|^2=49+9+16=74$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$\vec{c}\cdot\vec{a}=7+8=15$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$\vec{b}\cdot\vec{a}=3$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$\vec{b}\cdot\vec{c}=7-3+4=8$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$\vec{r}\cdot\vec{c}=74-\frac{15}{3}\cdot8=74-40=34$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in components: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three linear equations,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closes the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in components: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$\vec{r}\times\vec{b}=\vec{c}\times\vec{b}$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three linear equations,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$\vec{r}\cdot\vec{a}=0$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closes the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(these add 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two are independent).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$\vec{r}\times\vec{b}=(y-z,\;z-x,\;x-y)$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$\vec{c}\times\vec{b}=(-3\cdot1-4\cdot1,\;4\cdot1-7\cdot1,\;7\cdot1+3\cdot1)=(-7,-3,10)$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$y-z=-7$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$z-x=-3$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(these add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two are independent).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$\vec{r}\cdot\vec{a}=0$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$z=x-3$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$x+2x-6=0$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$y=z-7=-8$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$\vec{r}=(2,-8,-1)$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$\vec{r}\cdot\vec{c}=14+24-4=34$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solutions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condition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the point where that line meets the plane through the origin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solution is the oblique projection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components always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$\vec{x}\times\vec{b}=\vec{y}\times\vec{b}\iff(\vec{x}-\vec{y})\parallel\vec{b}$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solutions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$\vec{r}\times\vec{b}=\vec{c}\times\vec{b}$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$\vec{c}+\lambda\vec{b}$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$\vec{r}\cdot\vec{a}=0$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the point where that line meets the plane through the origin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solution is the oblique projection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$\vec{r}=\vec{c}-\frac{\vec{a}\cdot\vec{c}}{\vec{a}\cdot\vec{b}}\vec{b}$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$(2,-8,-1)$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$\vec{r}\times\vec{b}=(y-z,z-x,x-y)$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components always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$\vec{a}=4\hat{i}+3\hat{j}$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$\vec{b}=3\hat{i}-4\hat{j}+5\hat{k}$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$\vec{c}\cdot(\vec{a}\times\vec{b})+25=0$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$\vec{c}\cdot(\hat{i}+\hat{j}+\hat{k})=4$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$\frac{5}{\sqrt{2}}$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product, projection and system of linear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three given conditions are three linear equations that determine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$\vec{c}=(x,y,z)$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three given conditions are three linear equations that determine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$\vec{a}\times\vec{b}=15\hat{i}-20\hat{j}-25\hat{k}$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$\vec{c}=x\hat{i}+y\hat{j}+z\hat{k}$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$15x-20y-25z+25=0$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$3x-4y-5z=-5$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$\frac{\vec{c}\cdot\vec{a}}{|\vec{a}|}=1$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$4x+3y=5$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first two equations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Together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first two equations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$3x-4y-5(4-x-y)=-5$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$8x+y=15$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Together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$4x+3y=5$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$\vec{c}=2\hat{i}-\hat{j}+3\hat{k}$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$\frac{\vec{c}\cdot\vec{b}}{|\vec{b}|}=\frac{6+4+15}{\sqrt{50}}=\frac{25}{5\sqrt{2}}=\frac{5}{\sqrt{2}}$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$\frac{5}{\sqrt{2}}$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Notice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orthogonal basis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 be expanded in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Notice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$\{\vec{a},\vec{b},\vec{a}\times\vec{b}\}$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orthogonal basis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 be expanded in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perpendicular. 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$\vec{a}\cdot\vec{b}=12-12+0=0$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perpendicular.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$\vec{c}=p\vec{a}+q\vec{b}+r(\vec{a}\times\vec{b})$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$|\vec{a}\times\vec{b}|^2=225+400+625=1250$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$\vec{c}\cdot\vec{a}=25p$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$\vec{c}\cdot(\vec{a}\times\vec{b})=-25=1250\,r$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$r=-\frac{1}{50}$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$\vec{c}\cdot(\hat{i}+\hat{j}+\hat{k})=4$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$\vec{a}\cdot(1,1,1)=7$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$\vec{b}\cdot(1,1,1)=4$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$(\vec{a}\times\vec{b})\cdot(1,1,1)=-30$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$7p+4q-30r=4$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$\frac75+4q+\frac{3}{5}=4$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$\frac{\vec{c}\cdot\vec{b}}{|\vec{b}|}=\frac{q|\vec{b}|^2}{|\vec{b}|}=\frac12\sqrt{50}=\frac{5}{\sqrt{2}}$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$\frac{5}{\sqrt{2}}$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(non-zero),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orthogonal basis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independent linear conditions of the type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(non-zero),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orthogonal basis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$\vec{c}=\frac{\vec{c}\cdot\vec{a}}{|\vec{a}|^2}\vec{a}+\frac{\vec{c}\cdot\vec{b}}{|\vec{b}|^2}\vec{b}+\frac{\vec{c}\cdot(\vec{a}\times\vec{b})}{|\vec{a}\times\vec{b}|^2}(\vec{a}\times\vec{b})$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independent linear conditions of the type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$\vec{c}\cdot\vec{p}_i=k_i$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$[\vec{p}_1,\vec{p}_2,\vec{p}_3]\neq0$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$|\vec{a}\times\vec{b}|^2=|\vec{a}|^2|\vec{b}|^2-(\vec{a}\cdot\vec{b})^2$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$=25\cdot50=1250$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$\vec{c}=\frac15\vec{a}+\frac12\vec{b}-\frac1{50}(\vec{a}\times\vec{b})=(2,-1,3)$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three non-zero vectors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three non-zero vectors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$\vec{a}=\alpha\vec{b}-\hat{n}$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$(\alpha\neq0)$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$|\vec{c}\times(\vec{a}\times\vec{b})|$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$\vec{c}\times(\vec{a}\times\vec{b})=(\vec{c}\cdot\vec{b})\vec{a}-(\vec{c}\cdot\vec{a})\vec{b}$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$\vec{a}\cdot\vec{c}=\alpha\,\vec{b}\cdot\vec{c}$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$\vec{a}-\alpha\vec{b}=-\hat{n}$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$\hat{n}\cdot\vec{c}=0$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$|\hat{n}|=1$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$\vec{a}=\alpha\vec{b}-\hat{n}$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$\vec{a}\cdot\vec{c}=\alpha\,\vec{b}\cdot\vec{c}-\hat{n}\cdot\vec{c}=12\alpha-0=12\alpha$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$\vec{c}\times(\vec{a}\times\vec{b})=(\vec{c}\cdot\vec{b})\vec{a}-(\vec{c}\cdot\vec{a})\vec{b}$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$=12\vec{a}-12\alpha\vec{b}$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$=12(\vec{a}-\alpha\vec{b})=12(-\hat{n})$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$|\vec{c}\times(\vec{a}\times\vec{b})|=12|\hat{n}|=12$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Simplify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first: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Simplify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first: 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$\vec{a}=\alpha\vec{b}-\hat{n}$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$\vec{a}\times\vec{b}=-\hat{n}\times\vec{b}$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its magnitude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$\vec{a}\times\vec{b}=(\alpha\vec{b}-\hat{n})\times\vec{b}=-\hat{n}\times\vec{b}$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$\vec{b}\times\vec{b}=\vec{0}$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$\vec{c}\times(\vec{a}\times\vec{b})=-\vec{c}\times(\hat{n}\times\vec{b})$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$\vec{c}\times(\hat{n}\times\vec{b})=\hat{n}(\vec{c}\cdot\vec{b})-\vec{b}(\vec{c}\cdot\hat{n})$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$\vec{c}\cdot\hat{n}=0$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$\vec{c}\cdot\vec{b}=12$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$12\hat{n}$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$\vec{c}\times(\vec{a}\times\vec{b})=-12\hat{n}$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its magnitude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adding a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changes the cross product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answer is independent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with random vectors satisfying the hypotheses always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$\vec{x}\times(\vec{y}\times\vec{z})=\vec{y}(\vec{x}\cdot\vec{z})-\vec{z}(\vec{x}\cdot\vec{y})$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$\vec{a}=\alpha\vec{b}+\vec{m}$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$\vec{a}\times\vec{b}=\vec{m}\times\vec{b}$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adding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changes the cross product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$\vec{c}\perp\vec{n}$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$|\vec{c}\times(\hat{n}\times\vec{b})|=|\vec{c}\cdot\vec{b}|\,|\hat{n}|$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answer is independent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with random vectors satisfying the hypotheses always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$\vec{a}=\lambda\hat{i}+2\hat{j}-3\hat{k}$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$\vec{b}=\hat{i}-\lambda\hat{j}+2\hat{k}$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$\left((\vec{a}+\vec{b})\times(\vec{a}\times\vec{b})\right)\times(\vec{a}-\vec{b})=8\hat{i}-40\hat{j}-24\hat{k}$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$\left|\lambda(\vec{a}+\vec{b})\times(\vec{a}-\vec{b})\right|^2$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 identities and cross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Reverse the outer cross product, expand with BAC-CAB: the result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Reverse the outer cross product, expand with BAC-CAB: the result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$(|\vec{a}|^2-|\vec{b}|^2)(\vec{a}\times\vec{b})$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$|\vec{a}|^2-|\vec{b}|^2=8$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bracket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(triple product with a repeated vector),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$\left((\vec{a}+\vec{b})\times(\vec{a}\times\vec{b})\right)\times(\vec{a}-\vec{b})=(\vec{b}-\vec{a})\times\left((\vec{a}+\vec{b})\times(\vec{a}\times\vec{b})\right)$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$=(\vec{a}+\vec{b})\big[(\vec{b}-\vec{a})\cdot(\vec{a}\times\vec{b})\big]-(\vec{a}\times\vec{b})\big[(\vec{b}-\vec{a})\cdot(\vec{a}+\vec{b})\big]$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(triple product with a repeated vector),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$(\vec{a}-\vec{b})\cdot(\vec{a}+\vec{b})=|\vec{a}|^2-|\vec{b}|^2=(\lambda^2+13)-(\lambda^2+5)=8$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expression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Equating the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expression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$8(\vec{a}\times\vec{b})=8\hat{i}-40\hat{j}-24\hat{k}$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$\vec{a}\times\vec{b}=\hat{i}-5\hat{j}-3\hat{k}$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$\vec{a}\times\vec{b}=(4-3\lambda)\hat{i}-(2\lambda+3)\hat{j}+(-\lambda^2-2)\hat{k}$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$4-3\lambda=1$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$2\lambda+3=5$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$\vec{a}=\hat{i}+2\hat{j}-3\hat{k}$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$\vec{b}=\hat{i}-\hat{j}+2\hat{k}$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$\vec{a}+\vec{b}=2\hat{i}+\hat{j}-\hat{k}$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$\vec{a}-\vec{b}=3\hat{j}-5\hat{k}$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$(\vec{a}+\vec{b})\times(\vec{a}-\vec{b})=\left|\begin{matrix}\hat{i}&amp;\hat{j}&amp;\hat{k}\\2&amp;1&amp;-1\\0&amp;3&amp;-5\end{matrix}\right|=-2\hat{i}+10\hat{j}+6\hat{k}$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$=1^2\left(4+100+36\right)=140$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last cross product is never computed.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$(\vec{a}+\vec{b})\times(\vec{a}-\vec{b})=-2(\vec{a}\times\vec{b})$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last cross product is never computed.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the given expression as in the main solution to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components agree).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the given expression as in the main solution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$(|\vec{a}|^2-|\vec{b}|^2)(\vec{a}\times\vec{b})=8(\vec{a}\times\vec{b})$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$\vec{a}\times\vec{b}=(1,-5,-3)$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$\vec{a}\times\vec{b}=(4-3\lambda,\,-2\lambda-3,\,-\lambda^2-2)$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$4-3\lambda=1$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components agree).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$(\vec{a}+\vec{b})\times(\vec{a}-\vec{b})=\vec{a}\times\vec{a}-\vec{a}\times\vec{b}+\vec{b}\times\vec{a}-\vec{b}\times\vec{b}=-2(\vec{a}\times\vec{b})$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$|\vec{a}\times\vec{b}|^2=1+25+9=35$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$\left|\lambda(\vec{a}+\vec{b})\times(\vec{a}-\vec{b})\right|^2=\lambda^2\cdot4\,|\vec{a}\times\vec{b}|^2=1\cdot4\cdot35=140$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vectors; its magnitude is twice the parallelogram area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on random integer vectors).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rhombus has perpendicular diagonals).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$(\vec{a}+\vec{b})\times(\vec{a}-\vec{b})=-2(\vec{a}\times\vec{b})$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vectors; its magnitude is twice the parallelogram area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$\left((\vec{a}+\vec{b})\times(\vec{a}\times\vec{b})\right)\times(\vec{a}-\vec{b})=(|\vec{a}|^2-|\vec{b}|^2)(\vec{a}\times\vec{b})$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on random integer vectors).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$(\vec{a}-\vec{b})\cdot(\vec{a}+\vec{b})=|\vec{a}|^2-|\vec{b}|^2$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rhombus has perpendicular diagonals).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$\vec{a}\times\vec{b}=(1,-5,-3)$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octant is inclined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an acute angle. If a plane passing through the points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normal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octant is inclined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an acute angle. If a plane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$\left(\sqrt{2},-1,1\right)$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normal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$a+\sqrt{2}\,b+c=1$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$\sqrt{2}\,a+b+c=1$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$a+b+\sqrt{2}\,c=1$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$\sqrt{2}\,a-b+c=1$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Direction cosines and equation of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direction cosines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they are the direction ratios of the plane's normal.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direction cosines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they are the direction ratios of the plane's normal.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reject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first octant (acute angle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$l=\cos60^\circ=\frac12$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$m=\cos45^\circ=\frac{1}{\sqrt2}$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$\vec{v}=l\hat{i}+m\hat{j}+n\hat{k}$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$\frac14+\frac12+n^2=1$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$n=\pm\frac12$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reject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the first octant (acute angle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to the plane is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ratios can be taken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to the plane is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ratios can be taken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$1,\sqrt2,1$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$\left(\sqrt2,-1,1\right)$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$1\left(a-\sqrt2\right)+\sqrt2\left(b+1\right)+1\left(c-1\right)=0$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$a+\sqrt2\,b+c=1$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$a+\sqrt{2}\,b+c=1$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Elimination with the options: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 lies on the plane, so only the correct relation holds there.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Elimination with the options: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$(a,b,c)=\left(\sqrt{2},-1,1\right)$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 lies on the plane, so only the correct relation holds there.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locus equation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satisfied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A: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B: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$\left(\sqrt2,-1,1\right)$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locus equation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satisfied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$a=\sqrt2,\;b=-1,\;c=1$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$\sqrt2+\sqrt2(-1)+1=1$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B: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$\sqrt2\cdot\sqrt2-1+1=2\neq1$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C: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D: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A can be the plane's equation. (It also matches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found from the direction cosines.)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$\sqrt2-1+\sqrt2\cdot1=2\sqrt2-1\neq1$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$\sqrt2\cdot\sqrt2+1+1=4\neq1$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A can be the plane's equation. (It also matches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$(1,\sqrt2,1)$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found from the direction cosines.)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$a+\sqrt{2}\,b+c=1$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satisfy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the first octant all three are positive, which settles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normal to a line with direction cosines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any point of the plane, its locus equation is just the plane equation in the variables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axes force the third angle to be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the first octant all three are positive, which settles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normal to a line with direction cosines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$l(x-x_0)+m(y-y_0)+n(z-z_0)=0$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any point of the plane, its locus equation is just the plane equation in the variables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$60^\circ,45^\circ$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axes force the third angle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vectors.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$\vec{c}=(2\vec{a}\times\vec{b})-3\vec{b}$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and properties of the cross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$\vec{b}\cdot(\vec{a}\times\vec{b})=0$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$\vec{c}=(2\vec{a}\times\vec{b})-3\vec{b}$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$\vec{b}\cdot\vec{c}=2\,\vec{b}\cdot(\vec{a}\times\vec{b})-3\,\vec{b}\cdot\vec{b}$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$\vec{b}\cdot\vec{c}=0-3|\vec{b}|^2=-3(16)=-48$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$-48$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Pick coordinates satisfying the data and evaluate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(a special-case check).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Pick coordinates satisfying the data and evaluate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$\vec{b}\cdot\vec{c}$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(a special-case check).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general argument.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$\vec{b}=(4,0,0)$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$\vec{a}=(a_1,a_2,0)$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$\vec{a}\cdot\vec{b}=4a_1=2$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$a_2=\frac{\sqrt3}{2}$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$\vec{a}=\left(\frac12,\frac{\sqrt3}{2},0\right)$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$\vec{a}\times\vec{b}=(0,0,-2\sqrt3)$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$2\,\vec{a}\times\vec{b}=(0,0,-4\sqrt3)$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$\vec{c}=(0,0,-4\sqrt3)-3(4,0,0)=(-12,0,-4\sqrt3)$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$\vec{b}\cdot\vec{c}=4(-12)=-48$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the general argument.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$-48$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cross product is perpendicular to both factors.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Data not needed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safely be ignored; it only guarantees that such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$\vec{x}\cdot(\vec{x}\times\vec{y})=0$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$\vec{y}\cdot(\vec{x}\times\vec{y})=0$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cross product is perpendicular to both factors.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$\vec{c}=\vec{p}\times\vec{b}+k\vec{b}$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$\vec{b}\cdot\vec{c}=k|\vec{b}|^2$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Data not needed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safely be ignored; it only guarantees that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$|\vec{a}\cdot\vec{b}|\le|\vec{a}||\vec{b}|$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$-3|\vec{b}|^2=-48$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837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non-zero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 the following two statements: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always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Then,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Both (A) and (B) are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(A) is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(B) is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Neither (A) nor (B) is correct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837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$\vec{a}=2\hat{i}+\hat{j}+\hat{k}$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non-zero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$|\vec{a}+\vec{b}+\vec{c}|=|\vec{a}+\vec{b}-\vec{c}|$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 the following two statements: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$|\vec{a}+\lambda\vec{c}|\ge|\vec{a}|$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always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Then,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Both (A) and (B) are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(A) is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(B) is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Neither (A) nor (B) is correct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scalar product and parallel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this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$|\vec{x}+\vec{c}|=|\vec{x}-\vec{c}|\iff\vec{x}\cdot\vec{c}=0$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$\vec{b}\cdot\vec{c}=0$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this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$\vec{a}\cdot\vec{c}=0$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Expanding: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squares cancel).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$|\vec{a}+\vec{b}+\vec{c}|^2=|\vec{a}+\vec{b}-\vec{c}|^2$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$2\vec{a}\cdot\vec{b}+2\vec{b}\cdot\vec{c}+2\vec{c}\cdot\vec{a}=2\vec{a}\cdot\vec{b}-2\vec{b}\cdot\vec{c}-2\vec{c}\cdot\vec{a}$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squares cancel).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non-zero and perpendicular, so they cannot be parallel. (B)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(A) is true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(A)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$4\,\vec{b}\cdot\vec{c}+4\,\vec{c}\cdot\vec{a}=0$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non-zero and perpendicular, so they cannot be parallel. (B)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$|\vec{a}+\lambda\vec{c}|^2=|\vec{a}|^2+2\lambda\,\vec{a}\cdot\vec{c}+\lambda^2|\vec{c}|^2=|\vec{a}|^2+\lambda^2|\vec{c}|^2$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$|\vec{a}+\lambda\vec{c}|^2\ge|\vec{a}|^2$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$\lambda^2|\vec{c}|^2\ge0$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(A) is true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(A)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Only (A) is correct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Geometric view: the two points are equidistant from the origin, and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 line is its nearest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Geometric view: the two points are equidistant from the origin, and the foot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 line is its nearest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the point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equal length.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perpendicular bisector plane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$P=\vec{a}+\vec{b}+\vec{c}$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$Q=\vec{a}+\vec{b}-\vec{c}$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equal length.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perpendicular bisector plane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the points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tip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tip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nearest point,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a non-zero vector perpendicular to a non-zero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never be parallel to it. Example: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all the conditions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(A)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$\vec{a}+\lambda\vec{c}$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tip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tip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nearest point,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$|\vec{a}+\lambda\vec{c}|\ge|\vec{a}|$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a non-zero vector perpendicular to a non-zero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never be parallel to it. Example: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$\vec{c}=(1,-2,0)$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$\vec{b}=(0,0,1)$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all the conditions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$\vec{a}\times\vec{c}\neq\vec{0}$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(A)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Only (A) is correct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parallelogram with equal diagonals is a rectangle).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(Pythagoras), with equality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non-zero vectors are parallel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non-zero perpendicular vectors satisfy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Statements of the form 'always parallel' are disproved by a single example, e.g.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$|\vec{x}+\vec{y}|=|\vec{x}-\vec{y}|\iff\vec{x}\cdot\vec{y}=0$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parallelogram with equal diagonals is a rectangle).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$|\vec{a}+\lambda\vec{c}|^2=|\vec{a}|^2+\lambda^2|\vec{c}|^2\ge|\vec{a}|^2$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(Pythagoras), with equality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non-zero vectors are parallel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$\vec{x}\times\vec{y}=\vec{0}$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non-zero perpendicular vectors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$|\vec{x}\times\vec{y}|=|\vec{x}||\vec{y}|\neq0$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Statements of the form 'always parallel' are disproved by a single example,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$\vec{c}=(1,-2,0)$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336   (B) 560   (C) 339   (D) 449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 i-\hat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c=5\hat i-3\hat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b=\vec c\times\vec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$25|\vec r|^2$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336   (B) 560   (C) 339   (D) 449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product, parallel vectors and dot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r\times\vec b=\vec c\times\vec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r-\vec c\parallel\vec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r=\vec c+\lambda\vec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r\cdot\vec a=0$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b=\vec c\times\vec b\Rightarrow(\vec r-\vec c)\times\vec b=\vec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r-\vec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r-\vec c=\lambda\vec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c+\lambda\vec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c+\lambda\vec b)\cdot\vec a=0\Rightarrow\vec a\cdot\vec c+\lambda(\vec a\cdot\vec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c=5-6+9=8$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b=1-2+6=5$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$\lambda=-\frac{\vec a\cdot\vec c}{\vec a\cdot\vec b}=-\frac85$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c-\frac85\vec b=\frac{5(5\hat i-3\hat j+3\hat k)-8(\hat i-\hat j+2\hat k)}{5}$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$25-8=17$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$-15+8=-7$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$15-16=-1$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r=\frac{17\hat i-7\hat j-\hat k}{5}$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r|^2=\frac1{25}\left(289+49+1\right)=\frac1{25}(289+50)=\frac{339}{25}$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$25|\vec r|^2=339$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339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a linear system: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known vector,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equations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a linear system: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known vector,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r\times\vec b=\vec c\times\vec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equations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first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 (the system has rank 2, a line of solutions).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b=(5,-3,3)\times(1,-1,2)=(-6+3,\,3-10,\,-5+3)=(-3,-7,-2)$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b=(2y+z,\;z-2x,\;-x-y)$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$2y+z=-3$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$z-2x=-7$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$-x-y=-2$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first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$z=-3-2y$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$z-2x=-3-2y-2x=-3-2(2)=-7$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 (the system has rank 2, a line of solutions).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$x+2y+3z=0\Rightarrow x+2y-9-6y=0\Rightarrow x-4y=9$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$2-5y=9\Rightarrow y=-\frac75$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$x=\frac{17}5$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$z=-3+\frac{14}5=-\frac15$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$25|\vec r|^2=25\cdot\frac{289+49+1}{25}=339$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339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a cross-product equation fixes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up to a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 second condition (here a dot product) fixes the multiple.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Geometrically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point where the line through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through the origin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line is parallel to that plane and there is no solution unless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x\times\vec b=\vec y\times\vec b\iff(\vec x-\vec y)\parallel\vec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b\ne\vec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a cross-product equation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up to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 second condition (here a dot product) fixes the multiple.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b=\vec c\times\vec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c-\frac{\vec a\cdot\vec c}{\vec a\cdot\vec b}\,\vec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point where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plane through the origin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line is parallel to that plane and there is no solution unless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r=\frac15(17,-7,-1)$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$25|\vec r|^2=339$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statements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projection vector is same as that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projection vector is opposite to the direction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projection vector is opposite to the direction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projection vector is same as that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93217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a=5\hat i-\hat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 i+3\hat j+5\hat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statements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$\frac{-17}{\sqrt{35}}$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projection vector is same as that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projection vector is opposite to the 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$\frac{-17}{\sqrt{35}}$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projection vector is opposite to the 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projection vector is same as that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Projection of a vector on another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0(Easier than 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Scalar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sign tells whether the projection vector is along or opposite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Scalar projection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$\frac{\vec a\cdot\vec b}{|\vec b|}$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sign tells whether the projection vector is along or opposite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422648"/>
                <a:ext cx="10725912" cy="225247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422648"/>
                <a:ext cx="10725912" cy="225247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a\cdot\vec b}{|\vec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b=5(1)+(-1)(3)+(-3)(5)=5-3-15=-13$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b|=\sqrt{1+9+25}=\sqrt{35}$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$\frac{-13}{\sqrt{35}}$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negative projection means the projection vector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points opposite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options give magnitude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equal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option is correct for the printed data (the PDF key says Drop).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(likely intended),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projection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negative projection means the projection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a\cdot\vec b}{|\vec b|^2}\vec b=-\frac{13}{35}\vec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points opposite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options give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option is correct for the printed data (the PDF key says Drop).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 i+3\hat j-5\hat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(likely intended),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b=5-3+15=17$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projection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No option matches (key: Drop). As printed, the projection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opposite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it would be (D).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No option matches (key: Drop). As printed, the projection is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$-\frac{13}{\sqrt{35}}$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opposite to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. With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$\vec b=\hat i+3\hat j-5\hat k$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it would be (D).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Pythagoras: Split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parts along and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projection, sign from the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Pythagoras: 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parts along and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a|^2=p^2+\frac{|\vec a\times\vec b|^2}{|\vec b|^2}$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projection, sign from the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magnitude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b=(5,-1,-3)\times(1,3,5)=(-5+9,\,-3-25,\,15+1)=(4,-28,16)$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b|^2=16+784+256=1056$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a|^2=25+1+9=35$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$p^2=|\vec a|^2-\frac{|\vec a\times\vec b|^2}{|\vec b|^2}=35-\frac{1056}{35}=\frac{169}{35}$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magnitude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between them is obtuse and the projection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opposite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again differs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no option fits the printed data.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sign: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b=-13&lt;0$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between them is obtuse and the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$-\frac{13}{\sqrt{35}}$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opposite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again differs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$\pm\frac{17}{\sqrt{35}}$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no option fits the printed data.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No option matches (key: Drop). As printed, the projection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opposite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it would be (D).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No option matches (key: Drop). As printed, the projection is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$-\frac{13}{\sqrt{35}}$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, opposite to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. With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$\vec b=\hat i+3\hat j-5\hat k$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it would be (D).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vector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 rule: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projection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one opposite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obtuse).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(Lagrange);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the same as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they differ by the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a\cdot\hat b=\frac{\vec a\cdot\vec b}{|\vec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vector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a\cdot\vec b}{|\vec b|^2}\vec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projection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one opposite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obtuse).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a|^2=\frac{(\vec a\cdot\vec b)^2+|\vec a\times\vec b|^2}{|\vec b|^2}$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$\frac{169+1056}{35}=35$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the same as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they differ by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a|:|\vec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given vectors.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a=2\hat i-7\hat j+5\hat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 i+\hat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c=\hat i+2\hat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given vectors.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a=\vec c\times\vec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$\frac{11}{7}\sqrt2$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$\frac{\sqrt{914}}{7}$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$\frac{11}{5}\sqrt2$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$\frac{11}{7}$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product, parallel vectors and dot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condition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r-\vec c)\times\vec a=\vec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r=\vec c+\lambda\vec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condition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r\cdot\vec 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a=\vec c\times\vec a\Rightarrow(\vec r-\vec c)\times\vec a=\vec 0\Rightarrow\vec r-\vec c=\lambda\vec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c+\lambda\vec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b=\vec c\cdot\vec b+\lambda\,\vec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b=1-3=-2$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b=2+5=7$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$0=(1-3)+\lambda(2+5)$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$2=7\lambda\Rightarrow\lambda=\frac27$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Components: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121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c+\frac27\vec a=\hat i+2\hat j-3\hat k+\frac27(2\hat i-7\hat j+5\hat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$1+\frac47=\frac{11}7$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$-3+\frac{10}7=-\frac{11}7$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r=\frac{11\hat i-11\hat k}{7}$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r|=\frac{\sqrt{121+121}}{7}=\frac{11\sqrt2}{7}$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$\frac{11}{7}\sqrt2$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 to cut the unknowns to two, then impose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proportional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r\cdot\vec 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 to cut the unknowns to two, then impose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r-\vec c\parallel\vec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proportional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and third: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r=(p,q,-p)$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r-\vec c=(p-1,\,q-2,\,3-p)$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a=(2,-7,5)$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$\frac{p-1}{2}=\frac{q-2}{-7}=\frac{3-p}{5}$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and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$5(p-1)=2(3-p)\Rightarrow7p=11\Rightarrow p=\frac{11}7$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$\frac{p-1}2=\frac{4/7}{2}=\frac27$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$q-2=-7\cdot\frac27=-2$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r=\left(\frac{11}7,0,-\frac{11}7\right)$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r|=\frac{11\sqrt2}7$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$\frac{11}{7}\sqrt2$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solution of a cross-product equation is a whole line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Special case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x\times\vec a=\vec y\times\vec a\iff\vec x-\vec y=\lambda\vec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solution of a cross-product equation is a whole line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c-\frac{\vec c\cdot\vec b}{\vec a\cdot\vec b}\vec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b=\vec c\cdot\vec b-\vec c\cdot\vec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Special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r|=\frac{|\vec c\times\vec a|}{|\vec a|}$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b=-2$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c+\frac27\vec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×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𝑐</m:t>
                                    </m:r>
                                  </m:e>
                                </m:acc>
                              </m:num>
                              <m:den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a|=\sqrt{31}$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$4|\vec b|=|\vec c|=2$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$2(\vec a\times\vec b)=3(\vec c\times\vec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$\left(\frac{\vec a\times\vec c}{\vec a\cdot\vec b}\right)^2$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08196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product, dot product and Lagrange's identity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rearranges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$2(\vec a\times\vec b)=3(\vec c\times\vec 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rearranges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$(3\vec c+2\vec b)\times\vec a=\vec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$3\vec c+2\vec b=\pm\vec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Data: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both sides: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$3(\vec c\times\vec a)+2(\vec b\times\vec a)=\vec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$2(\vec a\times\vec b)=3(\vec c\times\vec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$(3\vec c+2\vec b)\times\vec a=\vec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 c+2\vec b=\lambda\vec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Data: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c=\frac12\cdot2\cos\frac{2\pi}3=-\frac12$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both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$9|\vec c|^2+4|\vec b|^2+12\,\vec b\cdot\vec c=\lambda^2|\vec a|^2\Rightarrow36+1-6=31\lambda^2$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 c+2\vec b=\pm\vec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$3\,\vec b\cdot\vec c+2|\vec b|^2=\pm\vec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$-\frac32+\frac12=-1=\pm\vec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given relation,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×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𝑐</m:t>
                                    </m:r>
                                  </m:e>
                                </m:acc>
                              </m:num>
                              <m:den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given relation,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c\times\vec a|^2=\frac49|\vec a\times\vec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b)^2=\frac{31}4-1=\frac{27}4$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c|^2=|\vec c\times\vec a|^2=\frac49\cdot\frac{27}4=3$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$\left(\frac{\vec a\times\vec c}{\vec a\cdot\vec b}\right)^2=\frac{|\vec a\times\vec c|^2}{(\vec a\cdot\vec b)^2}=\frac31=3$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Cross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straight from the given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Cross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$3\vec c+2\vec b=\pm\vec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a\times\vec c|=2|\vec b\times\vec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straight from the given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squaring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$(3\vec c+2\vec b)\times\vec a=\vec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 c+2\vec b=\lambda\vec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squaring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 c+2\vec b=\pm\vec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$3(\vec c\times\vec c)+2(\vec b\times\vec c)=\pm(\vec a\times\vec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c=\pm2(\vec b\times\vec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c|=|\vec b||\vec c|\sin\frac{2\pi}3=\frac12\cdot2\cdot\frac{\sqrt3}2=\frac{\sqrt3}2$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c|=\sqrt3$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c|^2=3$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value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 c+2\vec b=\pm\vec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$\pm\vec a\cdot\vec b=3\left(-\frac12\right)+2\cdot\frac14=-1$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taking squared norms then fixes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crossing a linear relation with one of its vectors kills that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x\times\vec a=\vec 0\Rightarrow\vec x=\lambda\vec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a\ne\vec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taking squared norms then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a=\alpha\vec c+\beta\vec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c=\beta(\vec b\times\vec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crossing a linear relation with one of its vectors kills that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$3\vec c+2\vec b=\pm\vec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c|=2|\vec b\times\vec c|=\sqrt3$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a\cdot\vec b|=1$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two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angle between the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length of the perpendicular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$\lambda_1&lt;\lambda_2$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two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angle between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$P_1:\vec r\cdot(3\hat i-5\hat j+\hat k)=7$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$P_2:\vec r\cdot(\lambda\hat i+\hat j-3\hat k)=9$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$\sin^{-1}\left(\frac{2\sqrt6}{5}\right)$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length of the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$(38\lambda_1,10\lambda_2,2)$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703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between planes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roots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$\sin\theta=\frac{2\sqrt6}5$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$\cos^2\theta=\frac1{25}$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roots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$\frac{25}{19}$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= angle between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Clear denominators: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= angle between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n_1=3\hat i-5\hat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n_2=\lambda\hat i+\hat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$\cos\theta=\frac{\vec n_1\cdot\vec n_2}{|\vec n_1||\vec n_2|}=\frac{3\lambda-5-3}{\sqrt{35}\sqrt{\lambda^2+10}}=\frac{3\lambda-8}{\sqrt{35}\sqrt{\lambda^2+10}}$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$\sin\theta=\frac{2\sqrt6}5\Rightarrow\sin^2\theta=\frac{24}{25}\Rightarrow1-\cos^2\theta=\frac{24}{25}$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$\;1-\frac{(3\lambda-8)^2}{35(\lambda^2+10)}=\frac{24}{25}$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Clear denominators: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$25\left[35(\lambda^2+10)-(3\lambda-8)^2\right]=35\cdot24(\lambda^2+10)$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$5\left[35\lambda^2+350-9\lambda^2+48\lambda-64\right]=168\lambda^2+1680$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$175\lambda^2+1750-45\lambda^2+240\lambda-320-168\lambda^2-1680=0$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$-38\lambda^2+240\lambda-250=0\Rightarrow19\lambda^2-120\lambda+125=0\Rightarrow(19\lambda-25)(\lambda-5)=0$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$\lambda_1&lt;\lambda_2$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$\lambda_1=\frac{25}{19}$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$\left(38\cdot\frac{25}{19},\,10\cdot5,\,2\right)=(50,50,2)$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$P_1:3x-5y+z-7=0$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$d=\frac{|3(50)-5(50)+2-7|}{\sqrt{9+25+1}}=\frac{|150-250+2-7|}{\sqrt{35}}=\frac{105}{\sqrt{35}}$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$d^2=\frac{105\times105}{35}=315$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so the given sine is used without converting to cosine.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$\sin\theta=\frac{|\vec n_1\times\vec n_2|}{|\vec n_1||\vec n_2|}$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so the given sine is used without converting to cosine.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n_2=(3,-5,1)\times(\lambda,1,-3)=(15-1,\;\lambda+9,\;3+5\lambda)=(14,\lambda+9,5\lambda+3)$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n_1\times\vec n_2|^2=196+(\lambda+9)^2+(5\lambda+3)^2=26\lambda^2+48\lambda+286$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n_1\times\vec n_2|^2=|\vec n_1|^2|\vec n_2|^2\sin^2\theta=35(\lambda^2+10)\cdot\frac{24}{25}=\frac{168}5(\lambda^2+10)$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5: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square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11025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5: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$130\lambda^2+240\lambda+1430=168\lambda^2+1680$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$38\lambda^2-240\lambda+250=0$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$19\lambda^2-120\lambda+125=0$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$\lambda_1=\frac{25}{19}$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$(50,50,2)$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$3x-5y+z-7=0$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$\frac{105}{\sqrt{35}}$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square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$\frac{11025}{35}=315$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planes: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(Lagrange: both together satisfy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both orientations of the normals, which is why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admissible values: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1-5-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triangle): convert early to the simpler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vector form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 n_1\cdot\vec n_2|}{|\vec n_1||\vec n_2|}$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$\sin\theta=\frac{|\vec n_1\times\vec n_2|}{|\vec n_1||\vec n_2|}$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(Lagrange: both together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$\sin^2+\cos^2=1$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both orientations of the normals, which is why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admissible values: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$3\lambda-8=7&gt;0$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$-\frac{77}{19}&lt;0$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$\lambda=\frac{25}{19}$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$\sin\theta=\frac{2\sqrt6}5$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1-5-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triangle): convert early to the simpler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vector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n=k$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i+2\hat j+\lambda\hat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b=3\hat i-5\hat j-\lambda\hat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b\cdot\vec c+43=0$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c=\vec b\times\vec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product, parallel vectors and dot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dotting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two equations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a-\vec b)\times\vec c=\vec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a-\vec b=\mu\vec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dotting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two equations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$\lambda^2,\mu$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c=\vec b\times\vec c\Rightarrow(\vec a-\vec b)\times\vec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b=\mu\vec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b=-2\hat i+7\hat j+2\lambda\hat k=\mu\vec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a|^2-\vec a\cdot\vec b=\mu\,\vec a\cdot\vec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a|^2=5+\lambda^2$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b=3-10-\lambda^2=-7-\lambda^2$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$2\lambda^2+12=7\mu$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b-|\vec b|^2=\mu\,\vec b\cdot\vec c=-\frac{43}2\mu$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b|^2=34+\lambda^2$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$-41-2\lambda^2=-\frac{43}2\mu$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$4\lambda^2+82=43\mu$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$43(2\lambda^2+12)=7(4\lambda^2+82)\Rightarrow86\lambda^2+516=28\lambda^2+574\Rightarrow58\lambda^2=58$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$\mu=\frac{2+12}{7}=2$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b=-7-\lambda^2=-8$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a\cdot\vec b|=8$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two ways (from components and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which avoids dotting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a-\vec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two ways (from components and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$\mu\vec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which avoids dotting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components: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b=\mu\vec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b|^2=\mu(\vec a-\vec b)\cdot\vec c=\mu\left(7+\frac{43}2\right)=\frac{57}2\mu$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components: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a-\vec b|^2=4+49+4\lambda^2=53+4\lambda^2$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$53+4\lambda^2=\frac{57}2\mu$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b=\mu\vec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$2\lambda^2+12=7\mu$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$4\lambda^2+24=14\mu$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indeed has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$29=\left(\frac{57}2-14\right)\mu=\frac{29}2\mu\Rightarrow\mu=2$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$2\lambda^2+12=14\Rightarrow\lambda^2=1$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c=\frac{\vec a-\vec b}2=\left(-1,\frac72,\lambda\right)$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indeed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c=-1+7+\lambda^2=7$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a\cdot\vec b|=|-7-\lambda^2|=8$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Dotting one vector equation with different vectors converts it into scalar equations; here dotting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determines 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enters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give the same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solver confirms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both cases.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quick consistency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x\times\vec c=\vec y\times\vec c\iff\vec x-\vec y\parallel\vec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c\ne\vec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Dotting one vector equation with different vectors converts it into scalar equations; here dotting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b=\mu\vec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determines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enters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b=-7-\lambda^2$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give the same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solver confirms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c=(-1,\frac72,\lambda)$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both cases.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c-\vec b\cdot\vec c=(\vec a-\vec b)\cdot\vec c=\mu|\vec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quick consistency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non-zero non-coplanar vectors. Let the position vectors of four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non-zero non-coplanar vectors. Let the position vectors of four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$\lambda\vec a-3\vec b+4\vec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$-\vec a+2\vec b-3\vec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a-4\vec b+6\vec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independent, three vectors in them are coplanar exactly when the coefficient determinant is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independent, three vectors in them are coplanar exactly when the coefficient determinant is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Position vectors: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Position vectors: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$A=\vec a-\vec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$B=\lambda\vec a-3\vec b+4\vec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$C=-\vec a+2\vec b-3\vec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$D=2\vec a-4\vec b+6\vec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$\overrightarrow{AB}=(\lambda-1)\vec a-2\vec b+3\vec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$\overrightarrow{AC}=-2\vec a+3\vec b-4\vec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$\overrightarrow{AD}=\vec a-3\vec b+5\vec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non-coplanar, these three are coplanar iff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non-coplanar, these three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$\left|\begin{matrix}\lambda-1&amp;-2&amp;3\\-2&amp;3&amp;-4\\1&amp;-3&amp;5\end{matrix}\right|=0$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$(\lambda-1)(15-12)+2(-10+4)+3(6-3)=0$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$3(\lambda-1)-12+9=0\Rightarrow\lambda-1=1\Rightarrow\lambda=2$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with two non-parallel vectors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compare coefficients of the independent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with two non-parallel vectors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$\overrightarrow{AB}=x\,\overrightarrow{AC}+y\,\overrightarrow{AD}$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compare coefficients of the independent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parallel, so coplanarity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$\overrightarrow{AC}=-2\vec a+3\vec b-4\vec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$\overrightarrow{AD}=\vec a-3\vec b+5\vec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parallel, so coplanarity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$\overrightarrow{AB}=x\overrightarrow{AC}+y\overrightarrow{AD}$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$-2=3x-3y$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$x-y=-\frac23$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$3=-4x+5y$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$x=y-\frac23$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$-4y+\frac83+5y=3\Rightarrow y=\frac13$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$\lambda-1=-2x+y=\frac23+\frac13=1$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non-coplanar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vectors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etc. are coplanar iff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coefficients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(their triple product is that determinant times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coplanar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any one point) is an affine combination of the other three: weights summing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(weights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here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there is exactly one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non-coplanar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$p_1\vec a+q_1\vec b+r_1\vec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etc. are coplanar iff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coefficients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(their triple product is that determinant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a\,\vec b\,\vec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$\overrightarrow{AB},\overrightarrow{AC},\overrightarrow{AD}$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$[\overrightarrow{AB}\;\overrightarrow{AC}\;\overrightarrow{AD}]=0$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any one point) is an affine combination of the other three: weights summing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$B=A-\frac13C+\frac13D$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(weights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$1-\frac13+\frac13=1$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here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there is exactly one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b|=\sqrt{48}$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Lagrange's identity for dot and cross products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a\cdot\vec b)^2+|\vec a\times\vec b|^2=|\vec a|^2|\vec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between the vectors,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and adding: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between the vectors,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b=|\vec a||\vec b|\cos\theta$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b|=|\vec a||\vec b|\sin\theta$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and 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b)^2+|\vec a\times\vec b|^2=|\vec a|^2|\vec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b)^2+48=14\times6=84$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b)^2=84-48=36$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then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confirm with explicit vectors.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$\cos^2\theta=1-\sin^2\theta$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confirm with explicit vectors.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48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$\sin\theta=\frac{|\vec a\times\vec b|}{|\vec a||\vec b|}=\frac{\sqrt{48}}{\sqrt{84}}$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$\sin^2\theta=\frac{48}{84}=\frac47$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$\cos^2\theta=1-\frac47=\frac37$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explicit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b)^2=|\vec a|^2|\vec b|^2\cos^2\theta=84\cdot\frac37=36$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explicit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b=(-1,2,1)$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b=(-4,-4,4)$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 in all dimensions of 3D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requires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any two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third follows, but only the magnitude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its sign).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Example: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 in all dimensions of 3D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requires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b|\le|\vec a||\vec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$48\le84$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any two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a\cdot\vec b|,|\vec a\times\vec b|,|\vec a||\vec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third follows, but only the magnitude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its sign).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b=(-1,2,1)$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$6^2+48=14\cdot6$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the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line that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makes an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normal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$P_1:\vec r\cdot(\hat i+\hat j+2\hat k)=9$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$P_2:\vec r\cdot(2\hat i-\hat j+\hat k)=15$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line that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$(4,-2,5)$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makes an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$(\tan^2\theta)(\cot^2\alpha)$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between planes and angle between a line and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angle between a line and a plane is the complement of its angle with the normal,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angle between a line and a plane is the complement of its angle with the normal,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$\alpha=\frac\pi2-\theta$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$\cot\alpha=\tan\theta$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the planes equals the angle between normals: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normal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the angle with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the planes equals the angle between 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$\cos\theta=\frac{(\hat i+\hat j+2\hat k)\cdot(2\hat i-\hat j+\hat k)}{\sqrt6\cdot\sqrt6}=\frac{2-1+2}{6}=\frac12$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the angle with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$\alpha=\frac\pi2-\theta=\frac\pi6$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$\tan^2\theta=\tan^2\frac\pi3=3$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$\cot^2\alpha=\cot^2\frac\pi6=3$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$(\tan^2\theta)(\cot^2\alpha)=3\times3=9$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Build an explicit direction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its normal and in-plane components and read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off the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Build an explicit direction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its normal and in-plane components and read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off the components.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unit vector in the plane: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unit direction making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in-plane component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n=\frac{(2,-1,1)}{\sqrt6}$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unit vector in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e=\frac{(1,1,-1)}{\sqrt3}$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$2-1-1=0$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unit direction making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$\sin\theta=\frac{\sqrt3}2$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d=\frac12\hat n+\frac{\sqrt3}2\hat 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in-plane component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$\tan\alpha=\frac{1/2}{\sqrt3/2}=\frac1{\sqrt3}$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$\cot^2\alpha=3$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$\tan^2\theta=\frac{\sin^2\theta}{\cos^2\theta}=\frac{3/4}{1/4}=3$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= angle between their normals (acute value taken):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line (direction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plane (normal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Consequently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locates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does not affect any 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planes = angle between their normals (acute value taken):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 n_1\cdot\vec n_2|}{|\vec n_1||\vec n_2|}$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plane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$\sin\alpha=\frac{|\vec d\cdot\vec n|}{|\vec d||\vec n|}=\cos\phi$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$\alpha=\frac\pi2-\phi$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Consequently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$\cot\alpha=\tan\phi$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$(\tan^2\theta)(\cot^2\alpha)=\tan^4\theta=9$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$\tan^2\frac\pi3=3$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$(4,-2,5)$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locates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does not affect any 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minimum value of the scalar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3401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 natural numbers,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v=\alpha\hat i+2\hat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w=2\alpha\hat i+\hat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minimum value of the scalar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u\;\vec v\;\vec w]$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$-\alpha\sqrt{3401}$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u\cdot\hat i|^2=\frac mn$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 natural numbers,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703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and its extreme value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least,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antiparallel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 u\,\vec v\,\vec w]=\vec u\cdot(\vec v\times\vec w)$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least,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$-|\vec u||\vec v\times\vec w|$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antiparallel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v\times\vec 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minimum is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3401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3401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antiparallel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u\,\vec v\,\vec w]=\vec u\cdot(\vec v\times\vec w)=|\vec u||\vec v\times\vec w|\cos\phi$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minimum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$\cos\phi=-1$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$-\alpha|\vec v\times\vec w|$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$-\alpha\sqrt{3401}$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v\times\vec w|=\sqrt{3401}$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antiparallel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w=\left|\begin{matrix}\hat i&amp;\hat j&amp;\hat k\\\alpha&amp;2&amp;-3\\2\alpha&amp;1&amp;-1\end{matrix}\right|=\hat i-5\alpha\hat j-3\alpha\hat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$-2+3=1$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$-(-\alpha+6\alpha)=-5\alpha$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$\alpha-4\alpha=-3\alpha$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v\times\vec w|^2=1+25\alpha^2+9\alpha^2=1+34\alpha^2=3401\Rightarrow34\alpha^2=3400$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3401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3401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shares no factor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u=\lambda(\hat i-5\alpha\hat j-3\alpha\hat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u|^2=\alpha^2$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$100=\lambda^2(1+34\cdot100)=3401\lambda^2$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u\cdot\hat i=\lambda$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u\cdot\hat i|^2=\lambda^2=\frac{100}{3401}=\frac mn$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$3401=19\times179$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shares no factor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$n=3401$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$m+n=3501$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3501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unit vector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scalar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to be solved.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unit vector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v\times\vec 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scalar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to be solved.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minimum,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3401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3401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3401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minimum,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u=-\alpha\,\widehat{(\vec v\times\vec w)}$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w=(1,-5\alpha,-3\alpha)$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v\times\vec w|^2=1+34\alpha^2=3401$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w=(1,-50,-30)$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v\times\vec w|=\sqrt{3401}$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u=-10\cdot\frac{(1,-50,-30)}{\sqrt{3401}}$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$-\frac{10}{\sqrt{3401}}$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3401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minimum value: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3401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3401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u\cdot\hat i|^2=\frac{100}{3401}$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$\gcd(100,3401)=1$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$m+n=3501$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minimum value: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u\cdot(\vec v\times\vec w)=-10\sqrt{3401}=-\alpha\sqrt{3401}$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3501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fixed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ranges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extremes occur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45426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42025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of given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unit vector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3401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Extremum questions on triple products are always settled by the cosine factor, never by algebra on components.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fixed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u\,\vec v\,\vec w]$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ranges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$[-|\vec u||\vec v\times\vec w|,\;|\vec u||\vec v\times\vec w|]$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extremes occur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u\parallel\pm(\vec v\times\vec w)$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v\times\vec w|^2=|\vec v|^2|\vec w|^2-(\vec v\cdot\vec w)^2$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$113\cdot402-205^2=45426-42025=3401$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of given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unit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u\cdot\hat i)^2=\alpha^2n_x^2$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$n_x^2=\frac1{3401}$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Extremum questions on triple products are always settled by the cosine factor, never by algebra on components.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5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4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$(7,-3,-4)$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5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4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three points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Find the plane through the three points, then apply the point-to-plane distance formula.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two in-plane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two in-plane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$(-1-2,\,1+3,\,-2-1)=(-3,4,-3)$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$(3-(-1),\,-4-1,\,2-(-2))=(4,-5,4)$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$\left|\begin{matrix}x-2&amp;y+3&amp;z-1\\-3&amp;4&amp;-3\\4&amp;-5&amp;4\end{matrix}\right|=0$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$(x-2)(16-15)-(y+3)(-12+12)+(z-1)(15-16)=0$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$(x-2)-(z-1)=0$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all three points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$x-z-1=0$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all three points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$(7,-3,-4)$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$d=\frac{|7-(-4)-1|}{\sqrt{1+0+1}}=\frac{|7+4-1|}{\sqrt2}=\frac{10}{\sqrt2}=5\sqrt2$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Notice by inspection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all three points, so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Notice by inspection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$x-z$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all three points, so the plane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$x-z=1$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points are not collinear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parallel), so they determine a unique plane, which must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$x-z=-1+2=1$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points are not collinear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parallel), so they determine a unique plane, which must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$(7,-3,-4)$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$\frac{|7+4-1|}{\sqrt2}=\frac{10}{\sqrt2}=5\sqrt2$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$5\sqrt2$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a multiple.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 differ freely but a combination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over the points, read the plane off: check each point in a trial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Non-collinearity of the three points must hold; otherwise the determinant vanishes identically.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$P_1,P_2,P_3$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n=(\vec P_2-\vec P_1)\times(\vec P_3-\vec P_1)$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a multiple.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 differ freely but a combination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over the points, read the plane off: check each point in a trial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$ax+bz=c$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Non-collinearity of the three points must hold; otherwise the determinant vanishes identically.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parallel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31   (D) 26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$(-1,9,-16)$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$\frac{x+4}{3}=\frac{2-y}{4}=\frac{z-3}{12}$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31   (D) 26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 plane measured along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Distance measured parallel to a line means walking along that line from the point until it meets the plane.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line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general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line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$\frac{x+4}{3}=\frac{y-2}{-4}=\frac{z-3}{12}$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$(3,-4,12)$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$(-1,9,-16)$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$\frac{x+1}{3}=\frac{y-9}{-4}=\frac{z+16}{12}=\lambda$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$(3\lambda-1,\,-4\lambda+9,\,12\lambda-16)$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$2(3\lambda-1)+3(-4\lambda+9)-(12\lambda-16)=5$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676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$6\lambda-2-12\lambda+27-12\lambda+16=5\Rightarrow41-18\lambda=5\Rightarrow\lambda=2$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$(5,1,8)$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$=\sqrt{(5+1)^2+(1-9)^2+(8+16)^2}=\sqrt{36+64+576}=\sqrt{676}=26$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along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= (perpendicular distance) divided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normal,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along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= (perpendicular distance) divided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angle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normal, i.e.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$\frac{|k-\vec n\cdot P|\,|\vec d|}{|\vec n\cdot\vec d|}$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(in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-units) away;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n=(2,3,-1)$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$P=(-1,9,-16)$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d=(3,-4,12)$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P=-2+27+16=41$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$41-5=36$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(in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-units) away;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d=6-12-12=-18$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Parameter to reach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(moving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Parameter to reach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$\lambda=\frac{5-41}{-18}=2$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(moving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$=|\lambda||\vec d|=2\sqrt{9+16+144}=2\times13=26$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otherwise the line is parallel to the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equals the perpendicular distance divided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perpendicular distance.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here: perpendicular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the direction ratios of the given line are used; its position is irrelevant.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$\frac{|k-\vec n\cdot P|\,|\vec d|}{|\vec n\cdot\vec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otherwise the line is parallel to the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equals the perpendicular distance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perpendicular distance.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here: perpendicular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$\frac{36}{\sqrt{14}}$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$\cos\varphi=\frac{18}{13\sqrt{14}}$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the direction ratios of the given line are used; its position is irrelevant.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foot of the perpendicular drawn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   (B) 3   (C) -1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foot of the perpendicular drawn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$(1,9,7)$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   (B) 3   (C) -1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the perpendicular on a line, line parallel to two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line parallel to two planes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foot is found from the perpendicularity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line parallel to two planes has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foot is found from the perpendicularity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 n_1\times\vec n_2=\left|\begin{matrix}\hat i&amp;\hat j&amp;\hat k\\1&amp;2&amp;1\\0&amp;3&amp;-1\end{matrix}\right|=\hat i(-2-3)-\hat j(-1)+\hat k(3)=-5\hat i+\hat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$\frac{x-3}{-5}=\frac{y-2}{1}=\frac{z-1}{3}=\lambda$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$N=(-5\lambda+3,\,\lambda+2,\,3\lambda+1)$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$A=(1,9,7)$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$(-5\lambda+2,\;\lambda-7,\;3\lambda-6)$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$AN\perp$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$(-5\lambda+2)(-5)+(\lambda-7)(1)+(3\lambda-6)(3)=0$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$25\lambda-10+\lambda-7+9\lambda-18=0\Rightarrow35\lambda=35\Rightarrow\lambda=1$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$N=(-2,3,4)$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$\alpha+\beta+\gamma=-2+3+4=5$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lies on three planes at once: the two planes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the given ones, and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lies on three planes at once: the two planes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$(3,2,1)$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the given ones, and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the intersection of the planes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given planes: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the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satisfies all three.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from the first: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the intersection of the planes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given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$x+2y+z=3+4+1=8$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$3y-z=6-1=5$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$A(1,9,7)$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the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$-5x+y+3z=-5+9+21=25$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satisfies all three.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$3y-z=5$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$z=3y-5$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from the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$x=13-5y$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the third: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foot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the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$-5(13-5y)+y+3(3y-5)=25\Rightarrow35y-80=25\Rightarrow 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parallel to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1890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is the intersection of the line with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the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parallel to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$t=\frac{(P-A)\cdot\vec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$\frac{(-2,7,6)\cdot(-5,1,3)}{35}=1$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$\frac{|(P-A)\times\vec d|}{|\vec d|}=\sqrt{\frac{1890}{35}}=\sqrt{54}$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$|PN|=|(3,6,3)|$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is the intersection of the line with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the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containing the line of intersection of the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containing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$P_1:x+(\lambda+4)y+z=1$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$P_2:2x+y+z=2$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$(2\lambda,\lambda,-\lambda)$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the line of intersection of two planes,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the form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given points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$P_1\cap P_2$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the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$P_1+kP_2=0$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given points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of intersection: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of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$P_1+kP_2=0$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$x+(\lambda+4)y+z-1+k(2x+y+z-2)=0$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$(\lambda+4)-1+k(1-2)=0\Rightarrow\lambda-k=-3$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$(1+1-1)+k(2+1-2)=0\Rightarrow1+k=0\Rightarrow k=-1$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$\lambda=k-3=-4$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$(2\lambda,\lambda,-\lambda)=(-8,-4,4)$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$P_2:2x+y+z-2=0$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$\frac{|-16-4+4-2|}{\sqrt{4+1+1}}=\frac{18}{\sqrt6}=3\sqrt6$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both planes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required plane is fixed by three points; then force the line's direction to lie in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both planes for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required plane is fixed by three points; then force the line's direction to lie in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 vanishes: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contains the line of intersection iff the line's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 vanishes: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$P_1\cap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$=(B-A)\times(C-A)=(1,-1,1)\times(1,-1,0)=(1,1,0)$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contains the line of intersection iff the line's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n_1=(1,\lambda+4,1)$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n_2=(\lambda+3,\,1,\,-2\lambda-7)$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distance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$(\lambda+3)+1=0\Rightarrow\lambda=-4$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$(-8,-4,4)$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$\frac{18}{\sqrt6}=3\sqrt6$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family misses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itself, which is not needed here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contains a line iff it contains one point of the line and its normal is perpendicular to the line's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whose coordinates kill the parameter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often lies on the intersection line for every parameter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$P_1\cap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$P_1+kP_2=0$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family misses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itself, which is not needed here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$A\notin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contains a line iff it contains one point of the line and its normal is perpendicular to the line's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$P_1\cap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$(\lambda+3,1,-2\lambda-7)$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whose coordinates kill the parameter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often lies on the intersection line for every parameter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a line with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$P(4,6,-2)$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a line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$3,3,-1$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 line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on the line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distance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on the line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$\vec{PQ}\cdot\vec 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distance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of line (1)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 (1),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$3,3,-1$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$\frac{x+3}{3}=\frac{y-2}{3}=\frac{z-3}{-1}=r$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$Q(3r-3,\,3r+2,\,-r+3)$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of line (1)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$(3r-3-4,\;3r+2-6,\;-r+3+2)=(3r-7,\,3r-4,\,-r+5)$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 (1),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$3(3r-7)+3(3r-4)+(-1)(-r+5)=0$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$9r-21+9r-12+r-5=0$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$19r=38$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$Q=(3,\,8,\,1)$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$PQ=\sqrt{(3-4)^2+(8-6)^2+(1+2)^2}=\sqrt{1+4+9}=\sqrt{14}$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$\sqrt{14}$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point of the line (area of parallelogram divided by its base).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$d=\dfrac{|\vec{AP}\times\vec d|}{|\vec d|}$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$A=(-3,2,3)$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point of the line (area of parallelogram divided by its base).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$A(-3,2,3)$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d=(3,3,-1)$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$\vec{AP}=(4+3,\,6-2,\,-2-3)=(7,4,-5)$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$\vec{AP}\times\vec d=\left|\begin{matrix}\hat i&amp;\hat j&amp;\hat k\\7&amp;4&amp;-5\\3&amp;3&amp;-1\end{matrix}\right|=(-4+15)\hat i-(-7+15)\hat j+(21-12)\hat k=(11,-8,9)$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$|\vec{AP}\times\vec d|^2=121+64+81=266$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d|^2=9+9+1=19$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$^2=\frac{266}{19}=14$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$\sqrt{14}$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(always valid, no foot needed).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𝑃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 on the projection).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projection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is at parameter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may be scaled freely; only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matters, but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computed from the same vector used in the cross product.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a+\lambda\vec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P-\vec a)\times\vec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(always valid, no foot needed).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$d^2=|\vec{AP}|^2-\left(\frac{\vec{AP}\cdot\vec d}{|\vec d|}\right)^2$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 on the projection).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$|\vec{AP}|^2=90$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projection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$^2=\frac{(21+12+5)^2}{19}=76$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is at parameter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$\lambda=\frac{\vec{AP}\cdot\vec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$\frac{38}{19}=2$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may be scaled freely; only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$3:3:-1$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matters, but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computed from the same vector used in the cross product.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given by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having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length of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 \frac{x-1}{2}=\frac{y-3}{1}=\frac{z-2}{2}$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 \frac{x-2}{1}=\frac{y-2}{2}=\frac{z-3}{3}$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having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$1,-1,-2$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length of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intersecting two skew lines with given direction ratios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along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proportional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gives equations in the two parameters.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proportional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$(1,-1,-2)$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gives equations in the two parameters.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must be proportional to the direction ratios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$P(2r_1+1,\;r_1+3,\;2r_1+2)$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$Q(r_2+2,\;2r_2+2,\;3r_2+3)$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$(2r_1-r_2-1,\;r_1-2r_2+1,\;2r_1-3r_2-1)$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must be proportional to the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$-1,1,2$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$\frac{2r_1-r_2-1}{-1}=\frac{r_1-2r_2+1}{1}=\frac{2r_1-3r_2-1}{2}$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equality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second equality: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equality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$2r_1-r_2-1=-r_1+2r_2-1$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$3r_1=3r_2$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$r_1=r_2=r$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second equality: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$\frac{1-r}{1}=\frac{-r-1}{2}$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$2-2r=-r-1$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$r_1=r_2=3$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$P=(7,6,8)$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$Q=(5,8,12)$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$PQ=\sqrt{(7-5)^2+(6-8)^2+(8-12)^2}=\sqrt{4+4+16}=2\sqrt6$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does not change along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$\vec{PQ}\parallel(1,-1,-2)$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combination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does not change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$r_1=r_2$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$\vec{PQ}=t(1,-1,-2)$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$P-Q=(t,-t,-2t)$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$P=(2a+1,\,a+3,\,2a+2)$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$Q=(b+2,\,2b+2,\,3b+3)$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$(x+y)_P-(x+y)_Q=(3a+4)-(3b+4)=3a-3b$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$3a-3b=0$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$P-Q=(a-1,\;1-a,\;-a-1)$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$-a-1=-2t=-2(a-1)=-2a+2$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$PQ=|t|\sqrt{1+1+4}=2\sqrt6$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transversal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meets lines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parameters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(two independent) linear equations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combination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along the transversal;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Choosing such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cuts the work.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segment cut off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known.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lines with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given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unique transversal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transversal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meets lines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parameters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$s,t$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$\vec{PQ}\times\vec m=\vec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(two independent) linear equations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$s,t$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c\perp\vec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along the transversal;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m=(1,-1,-2)$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Choosing 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cuts the work.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segment cut off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$=|t|\,|\vec m|$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$\vec{PQ}=t\vec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known.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lines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given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unique transversal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m\ \vec d_1\ \vec d_2]\ne0$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$[(1,-1,-2),(2,1,2),(1,2,3)]=-3\ne0$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is NOT correct?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$\frac{x+1}{2}=\frac{y-1}{5}=\frac{z+1}{-1}$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is NOT correct?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$\frac{\beta}{\gamma}=-5$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$\frac{\gamma}{\alpha}=\frac58$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$\frac{\alpha}{\beta}=-8$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$\frac{\alpha\beta}{\gamma}=\frac{4}{15}$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the perpendicular from a point to a line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is the point where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each option is a ratio check.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is the point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$\vec{PA}\cdot\vec 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each option is a ratio check.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$L:\frac{x+1}{2}=\frac{y-1}{5}=\frac{z+1}{-1}=\lambda$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$P(2\lambda-1,\,5\lambda+1,\,-\lambda-1)$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line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(A) is not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correct.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$\vec{PA}=(3-2\lambda)\hat i-(5\lambda+1)\hat j+(6+\lambda)\hat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of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b=2\hat i+5\hat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$2(3-2\lambda)-5(5\lambda+1)-(6+\lambda)=0$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$6-4\lambda-25\lambda-5-6-\lambda=0$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$-30\lambda-5=0$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$\alpha=2\left(-\frac16\right)-1=-\frac43$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$\beta=5\left(-\frac16\right)+1=\frac16$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$\gamma=-\lambda-1=-\frac56$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$\frac{\beta}{\gamma}=\frac{1/6}{-5/6}=-\frac15\ne-5$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(A) is not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$\frac{\gamma}{\alpha}=\frac{-5/6}{-4/3}=\frac58$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correct.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$\frac{\alpha}{\beta}=\frac{-4/3}{1/6}=-8$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correct. Hence the answer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$\frac{\alpha\beta}{\gamma}=\frac{(-4/3)(1/6)}{-5/6}=\frac{4}{15}$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correct. Hence the answer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$\frac{\beta}{\gamma}=-5$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option (A) on the general point of the line: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impossible for every point of the line, so the foot need not be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option (A) on the general point of the line: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$\frac{\beta}{\gamma}=-5$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impossible for every point of the line, so the foot need not be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point of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reduces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false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no point of the line (the foot in particular) satisfies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point of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$(2\lambda-1,\,5\lambda+1,\,-\lambda-1)$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$\beta=5\lambda+1$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$\gamma=-\lambda-1$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$\frac{\beta}{\gamma}=-5$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$5\lambda+1=-5(-\lambda-1)=5\lambda+5$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reduces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false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no point of the line (the foot in particular) satisfies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one option can be 'not correct', so the answer is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(consistency): at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(B), (C), (D) all hold, as in the main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one option can be 'not correct', so the answer is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(consistency): at 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$\frac{\beta}{\gamma}=-\frac15$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(B), (C), (D) all hold, as in the main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$\frac{\beta}{\gamma}=-5$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'which is NOT correct' questions, test each option against the parametric form of the line before computing the specific point: an option that is false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coordinates of a point 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satisfy a linear relation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the line is the intersection of two planes.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p+\lambda\vec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$\lambda=\frac{(\vec A-\vec p)\cdot\vec b}{|\vec b|^2}$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$\frac{(3,-1,6)\cdot(2,5,-1)}{30}=-\frac16$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'which is NOT correct' questions, test each option against the parametric form of the line before computing the specific point: an option that is false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coordinates of a point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$\frac{x-x_0}{l}=\frac{y-y_0}{m}=\frac{z-z_0}{n}$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satisfy a linear relation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$\beta=5\lambda+1$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$\gamma=-\lambda-1$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$\beta+5\gamma=-4$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the line is the intersection of two planes.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$x+1=2y=-12z$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$x=y+2=6z-6$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1825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both lines in symmetric form, then apply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both lines in symmetric form, then apply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$\frac{|(\vec b-\vec a)\cdot(\vec p\times\vec q)|}{|\vec p\times\vec q|}$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modulus is the same).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$\frac{x+1}{1}=\frac{y}{1/2}=\frac{z}{-1/12}$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p=\left(1,\frac12,-\frac1{12}\right)$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$\frac{x}{1}=\frac{y+2}{1}=\frac{z-1}{1/6}$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q=\left(1,1,\frac16\right)$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$=\frac{|(\vec b-\vec a)\cdot(\vec p\times\vec q)|}{|\vec p\times\vec 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b-\vec a=(1,-2,1)$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b=-\hat i+2\hat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modulus is the same).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12</m:t>
                                  </m:r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den>
                              </m:f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the scaled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S.D.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q=\left|\begin{matrix}\hat i&amp;\hat j&amp;\hat k\\1&amp;\frac12&amp;-\frac1{12}\\1&amp;1&amp;\frac16\end{matrix}\right|=\frac16\hat i-\frac14\hat j+\frac12\hat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i-3\hat j+6\hat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the scaled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n=2\hat i-3\hat j+6\hat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$(-\hat i+2\hat j-\hat k)\cdot\vec n=-2-6-6=-14$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n|=\sqrt{4+9+36}=7$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S.D.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$=\left|\frac{-14}{7}\right|=2$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between two parallel planes: the planes through each line parallel to the other share the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between two parallel planes: the planes through each line parallel to the other share the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n=(2,-3,6)$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Clear fractions in the directions: line 1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line 2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common normal is the cross product: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line 1 (point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Clear fractions in the directions: line 1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$(12,6,-1)$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line 2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$(6,6,1)$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common normal is the cross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$(12,6,-1)\times(6,6,1)=(6+6,\,-(12+6),\,72-36)=(12,-18,36)=6(2,-3,6)$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n=(2,-3,6)$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line 1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$2x-3y+6z=-2$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line 2 (point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lie in these parallel planes, so the shortest distance is the gap between them: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line 2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$2x-3y+6z=6+6=12$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lie in these parallel planes, so the shortest distance is the gap between them: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$\frac{|12-(-2)|}{\sqrt{4+9+36}}=\frac{14}{7}=2$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(distance between the two parallel planes containing them).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forms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dividing: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ratios may be scaled to integers.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(lines intersect or are parallel-coplanar); for parallel lines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answer comes out an integer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numerator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a+s\vec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b+t\vec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b-\vec a)\cdot(\vec p\times\vec q)|}{|\vec p\times\vec 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(distance between the two parallel planes containing them).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$\frac{x-x_0}{l}=\frac{y-y_0}{m}=\frac{z-z_0}{n}$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forms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$x+1=2y=-12z$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dividing: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$2y=k\Rightarrow\frac{y}{1/2}=k$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ratios may be scaled to integers.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b-\vec a,\ \vec p,\ \vec q]=0$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(lines intersect or are parallel-coplanar); for parallel lines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b-\vec a)\times\vec p|}{|\vec p|}$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answer comes out an integer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$\frac{x-1}{1}=\frac{y-2}{2}=\frac{z+3}{1}$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$\frac{x-a}{2}=\frac{y+2}{3}=\frac{z-3}{1}$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two lines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Equating coordinates of general points of the two lines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two equations; the third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Equating coordinates of general points of the two lines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$\lambda,\mu$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two equations; the third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$(\lambda+1,\;2\lambda+2,\;\lambda-3)$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$(2\mu+a,\;3\mu-2,\;\mu+3)$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$\lambda-3=\mu+3$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$\lambda=\mu+6$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$2\lambda+2=3\mu-2$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$2\lambda=3\mu-4$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(1) in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(1) in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$2\mu+12=3\mu-4$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$P=(23,\,46,\,19)$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$23=2(16)+a$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$|19-(-9)|=28$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Intersecting lines are coplanar: the scalar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Intersecting lines are coplanar: the scalar triple product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$[\vec{a_2}-\vec{a_1},\vec d_1,\vec d_2]=0$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join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join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$(a-1,\,-4,\,6)$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$\left|\begin{matrix}a-1&amp;-4&amp;6\\1&amp;2&amp;1\\2&amp;3&amp;1\end{matrix}\right|=(a-1)(2-3)+4(1-2)+6(3-4)=0$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$-(a-1)-4-6=0$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$\frac{x+9}{2}=\frac{y+2}{3}=\frac{z-3}{1}$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$y+2=3(z-3)$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$y=2\lambda+2$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$z=\lambda-3$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$2\lambda+4=3(\lambda-6)$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$P=(23,46,19)$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$19+9=28$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Cartesian form of a line as two planes: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combine with the other line's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its parameter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just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an unknown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appearing in only one of three equations, solve the two free equations first and use the third to find the unknown.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a_1+s\vec 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a_2+t\vec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a_2-\vec a_1,\vec d_1,\vec d_2]=0$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d_1\nparallel\vec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Cartesian form of a line as two planes: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$\frac{y+2}{3}=\frac{z-3}{1}$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$y+2=3(z-3)$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combine with the other line's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its parameter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just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$|z_0-c|$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an unknown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appearing in only one of three equations, solve the two free equations first and use the third to find the unknown.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the line segment joining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the line segment joining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$A(a,-2,4)$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$B(2,b,-3)$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$(a-b,\,b,\,2b-a)$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$CP^2$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$\frac{73}{3}$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Section formula and plane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Section formula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terms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plane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selecting the root.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Section formula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terms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plane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$a-b=2$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$OC^2=5$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$ab&lt;0$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selecting the root.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$AC:CB=2:1$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$C=\left(\frac{a+4}{3},\,\frac{2b-2}{3},\,\frac{-2}{3}\right)$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$\frac{2a+8}{3}-\frac{2b-2}{3}-\frac23=4$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$2a-2b+8=12$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$OC=\sqrt5$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$\left(\frac{a+4}{3}\right)^2+\left(\frac{2b-2}{3}\right)^2+\frac49=5$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$(b+6)^2+(2b-2)^2=41$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$5b^2+4b-1=0$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rules out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rules 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$\left(\frac{11}{5},\frac15\right)$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$(a,b)=(1,-1)$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$C=\left(\frac53,-\frac43,-\frac23\right)$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$P=(2,-1,-3)$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$CP^2=\frac19+\frac19+\frac{49}{9}=\frac{51}{9}=\frac{17}{3}$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$\frac{17}{3}$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cuts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ratio of the signed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its equation,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computing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cuts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ratio of the signed values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$f(A):f(B)$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its equation, which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$a-b=2$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computing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opposite signs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$f(x,y,z)=2x-y+z-4$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$f(A)=2a+2+4-4=2a+2$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$f(B)=4-b-3-4=-b-3$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$AC:CB=2:1$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opposite signs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$\frac{f(A)}{f(B)}=-2$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$2a+2=2(b+3)$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$OC^2=5$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$C=\frac{2B+A}{3}$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$C=\left(\frac{b+6}{3},\,\frac{2b-2}{3},\,-\frac23\right)$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$(b+6)^2+(2b-2)^2+4=45$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$5b^2+4b-1=0$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$a=b+2&gt;0&gt;b$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$a=\frac{11}5&gt;0$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$P=(2,-1,-3)$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$C=\left(\frac53,-\frac43,-\frac23\right)$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$CP^2=\frac{1+1+49}{9}=\frac{17}{3}$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$\frac{17}{3}$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(internally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opposite signs). It gives the plane condition in one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Internal division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sign test to pick one root of a quadratic: always substitute both roots before discarding.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 numerically here: both roots satisfy the plane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$\frac{AC}{CB}=\left|\frac{f(A)}{f(B)}\right|$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(internally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$f(A),f(B)$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opposite signs). It gives the plane condition in one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Internal division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$m:n$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$C=\frac{mB+nA}{m+n}$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$m:n=2:1$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$C=\frac{2B+A}{3}$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sign test to pick one root of a quadratic: always substitute both roots before discarding.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 numerically here: both roots satisfy the plane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$OC^2=5$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$\frac{x-1}{2}=\frac{y+8}{-7}=\frac{z-4}{5}$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$\frac{x-1}{2}=\frac{y-2}{1}=\frac{z-6}{-3}$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$\frac{|(\vec a-\vec b)\cdot(\vec p\times\vec q)|}{|\vec p\times\vec q|}$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line: point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line: point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line: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i-8\hat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p=2\hat i-7\hat j+5\hat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line: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 i+2\hat j+6\hat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q=2\hat i+\hat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q=\left|\begin{matrix}\hat i&amp;\hat j&amp;\hat k\\2&amp;-7&amp;5\\2&amp;1&amp;-3\end{matrix}\right|=16\hat i-(-16)\hat j+16\hat k=16(\hat i+\hat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q|=16\sqrt3$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b=-10\hat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$d=\left|\frac{(\vec a-\vec b)\cdot(\vec p\times\vec q)}{|\vec p\times\vec q|}\right|=\left|\frac{(-10\hat j-2\hat k)\cdot16(\hat i+\hat j+\hat k)}{16\sqrt3}\right|$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$d=\left|\frac{-12}{\sqrt3}\right|=4\sqrt3$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directions are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(their components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const are the two parallel planes; compare the constants.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directions are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(their components sum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$x+y+z=$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const are the two parallel planes; compare the constants.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both lines are parallel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common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each line lies in 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Line 2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$2-7+5=0$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$2+1-3=0$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both lines are parallel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common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each line lies in 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$(1,-8,4)$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$k_1=1-8+4=-3$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Line 2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$k_2=1+2+6=9$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is the distance between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is the distance between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$d=\frac{|9-(-3)|}{\sqrt3}=\frac{12}{\sqrt3}=4\sqrt3$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guessed, check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a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whose sum is zero are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recognising this saves the determinant.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skew lines is the distance between the parallel planes through them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guessed,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p=\vec n\cdot\vec 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$d=\frac{|\vec n\cdot(\vec b-\vec a)|}{|\vec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a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whose sum is zero are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recognising this saves the determinant.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skew lines is the distance between the parallel planes through them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$(2,-7,5)\times(2,1,-3)=(16,16,16)$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700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unit vector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angles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positive directions of the co-ordinate axes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one of the following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700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unit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$\widehat{OP}$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angles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positive directions of the co-ordinate axes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$OX,OY,OZ$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$\beta\in\left(0,\frac\pi2\right)$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$\widehat{OP}$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$(1,5,7)$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one of the following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$\alpha\in\left(\frac\pi2,\pi\right)$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$\gamma\in\left(0,\frac\pi2\right)$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$\gamma\in\left(0,\frac\pi2\right)$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$\alpha\in\left(\frac\pi2,\pi\right)$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$\gamma\in\left(\frac\pi2,\pi\right)$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$\gamma\in\left(\frac\pi2,\pi\right)$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Direction cosines and plane through three 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unit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acute forces the sign making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unit normal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$\pm\frac{(1,-4,3)}{\sqrt{26}}$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acute forces the sign making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$\cos\beta&gt;0$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three points: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three 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$\left|\begin{matrix}x-1&amp;y-2&amp;z-3\\1&amp;1&amp;1\\0&amp;3&amp;4\end{matrix}\right|=0$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its normal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d>
                      <m:dPr>
                        <m:begChr m:val="⟨"/>
                        <m:sepChr m:val=""/>
                        <m:endChr m:val="⟩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26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26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26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the sign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$(x-1)(4-3)-(y-2)(4-0)+(z-3)(3-0)=0$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$(x-1)-4(y-2)+3(z-3)=0$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$x-4y+3z=2$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direction ratios of its normal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$\langle1,-4,3\rangle$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$\pm\left\langle\frac{1}{\sqrt{26}},\,\frac{-4}{\sqrt{26}},\,\frac{3}{\sqrt{26}}\right\rangle$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$\cos\beta&gt;0$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the sign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$\cos\beta=\frac{4}{\sqrt{26}}$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$\cos\alpha=\frac{-1}{\sqrt{26}}&lt;0$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$\frac\pi2&lt;\alpha&lt;\pi$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$\cos\gamma=\frac{-3}{\sqrt{26}}&lt;0$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$\frac\pi2&lt;\gamma&lt;\pi$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$\alpha\in\left(\frac\pi2,\pi\right)$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$\gamma\in\left(\frac\pi2,\pi\right)$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Signs alone decide: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other two components are forced negative.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Signs alone decide: the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$\perp(1,1,1)$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$\perp(0,3,4)$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other two components are forced negative.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vectors in the plane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unit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acute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obtuse.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vectors in the plane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$(1,5,7)$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unit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$(a,b,c)\cdot(0,3,4)=0$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$3b+4c=0$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$c=-\frac{3b}{4}$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acute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$\cos\beta=b&gt;0$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obtuse.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obtuse.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$(a,b,c)\cdot(1,1,1)=0$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$a=-b-c=-b+\frac{3b}{4}=-\frac b4&lt;0$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obtuse.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$\alpha,\gamma\in\left(\frac\pi2,\pi\right)$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$\alpha\in\left(\frac\pi2,\pi\right)$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$\gamma\in\left(\frac\pi2,\pi\right)$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unit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in-plane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solve the two linear equations: only the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needed, and the sign comes from the given 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line satisfy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acute angle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obtuse one.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to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unit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in-plane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solve the two linear equations: only the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$a:b:c$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needed, and the sign comes from the given 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$l,m,n$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line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acute angle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obtuse one.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$(0,p,q)$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$\propto(q-p,\,-q,\,p)$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$(p,q)=(3,4)$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to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$(1,1,1)\times(0,3,4)=(1,-4,3)$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shortest distance between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$2x+y-2z=10$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shortest distance between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$\frac{x+1}{2}=\frac{y+4}{-3}=\frac{z}{2}$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lines, Line perpendicular to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line perpendicular to a plane has the plane's normal as direction; then apply the skew-line distance formula.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perpendicular direction: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$2x+y-2z=10$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$l_1:\frac{x-2}{2}=\frac{y-6}{1}=\frac{z-2}{-2}$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$L_2:\frac{x+1}{2}=\frac{y+4}{-3}=\frac{z}{2}$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$B(-1,-4,0)$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$A=(2,6,2)$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$\vec{AB}=(-3,-10,-2)$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perpendicular direction: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$\vec{MN}=(2,1,-2)\times(2,-3,2)=\left|\begin{matrix}\hat i&amp;\hat j&amp;\hat k\\2&amp;1&amp;-2\\2&amp;-3&amp;2\end{matrix}\right|=-4\hat i-8\hat j-8\hat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$|\vec{MN}|=\sqrt{16+64+64}=12$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$=\frac{|\vec{AB}\cdot\vec{MN}|}{|\vec{MN}|}=\frac{|12+80+16|}{12}$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$=\frac{108}{12}=9$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Minimise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the two parameters; the minimum is the shortest distance (calculus, no cross product).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Minimise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$|A+s\vec n-B-t\vec d|^2$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the two parameters; the minimum is the shortest distance (calculus, no cross product).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$A+s(2,1,-2)=(2+2s,\,6+s,\,2-2s)$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$B+t(2,-3,2)=(-1+2t,\,-4-3t,\,2t)$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$D=(3+2s-2t,\;10+s+3t,\;2-2s-2t)$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$D\perp(2,1,-2)$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$2(3+2s-2t)+(10+s+3t)-2(2-2s-2t)=0$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$12+9s+3t=0$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$D\perp(2,-3,2)$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$2(3+2s-2t)-3(10+s+3t)+2(2-2s-2t)=0$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$-20-3s-17t=0$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from the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from the first,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$t=-4-3s$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$-20-3s+68+51s=0$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$48s=-48$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$D=(3-2+2,\;10-1-3,\;2+2+2)=(3,6,6)$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$|D|=\sqrt{9+36+36}=9$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 other information from the plane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foot-pair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product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 other information from the plane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b-\vec a)\cdot(\vec p\times\vec q)|}{|\vec p\times\vec 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foot-pair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$D\perp\vec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$D\perp\vec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$D=\mu(\vec p\times\vec 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$D=(3,6,6)=-\frac34(-4,-8,-8)$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q|=|\vec p||\vec q|\sin\theta$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q|=\sqrt{17}$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$\cos\theta=\frac{-3}{3\sqrt{17}}$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$\sin\theta=\frac{4}{\sqrt{17}}$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product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737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plane passes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737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plane passes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$(-1,k,0)$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$(2,k,-1)$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$\frac{x-1}{1}=\frac{2y+1}{2}=\frac{z+1}{-1}$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$\frac{k^2+1}{(k-1)(k-2)}$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$\frac{5}{17}$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$\frac{6}{13}$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98246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three points parallel to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be perpendicular to the line's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$=\vec{AB}\times\vec{AC}$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be perpendicular to the line's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vector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parallel to the line,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$\frac{x-1}{1}=\frac{y+\frac12}{1}=\frac{z+1}{-1}$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i+\hat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$A(-1,k,0)$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$B(2,k,-1)$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$\vec{AB}=(3,0,-1)$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$\vec{AC}=(2,1-k,2)$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n=\vec{AB}\times\vec{AC}=\left|\begin{matrix}\hat i&amp;\hat j&amp;\hat k\\3&amp;0&amp;-1\\2&amp;1-k&amp;2\end{matrix}\right|=(1-k)\hat i-8\hat j+(3-3k)\hat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parallel to the line,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n\cdot(\hat i+\hat j-\hat k)=0$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$(1-k)-8-(3-3k)=0$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$1-k-8-3+3k=0$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$2k-10=0$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$\frac{k^2+1}{(k-1)(k-2)}=\frac{26}{4\cdot3}=\frac{13}{6}$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$\frac{13}{6}$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coplanar: use the scalar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coplanar: use the scalar triple product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$[\vec{AB},\vec{AC},\vec d]=0$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$\vec{AB},\vec{AC},\vec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$[\vec{AB},\vec{AC},\vec d]=\left|\begin{matrix}3&amp;0&amp;-1\\2&amp;1-k&amp;2\\1&amp;1&amp;-1\end{matrix}\right|=0$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$3\big[(1-k)(-1)-2\big]-0+(-1)\big[2-(1-k)\big]$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$=3(k-3)-(1+k)=2k-10$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$2k-10=0$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$\frac{k^2+1}{(k-1)(k-2)}=\frac{26}{12}=\frac{13}{6}$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$\frac{13}{6}$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rewrite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direction ratio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triple product as a determinant: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rows; it is unchanged by cyclic permutation. Verified here: both methods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frequent trap: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$[\vec{AB},\vec{AC},\vec d]=0$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$\frac{2y+1}{2}$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rewrite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direction ratio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triple product as a determinant: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a,\vec b,\vec c]=\det$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rows; it is unchanged by cyclic permutation. Verified here: both methods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$\frac{x-1}{1}=\frac{2y+1}{2}$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frequent trap: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shortest distance between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is NOT possible?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$L:\frac{x-5}{-2}=\frac{y-\lambda}{0}=\frac{z+\lambda}{1},\ \lambda\ge0$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$L_1:x+1=y-1=4-z$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is NOT possible?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$2\alpha-\gamma=9$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$\alpha+2\gamma=24$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$2\alpha+\gamma=7$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$\alpha-2\gamma=19$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532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lines, Parametric form of a line (restricted parameter)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survives, and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$\lambda\ge0$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$\lambda=9$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survives, and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$x+2z$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minus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b_1=(-2,0,1)$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$(5,\lambda,-\lambda)$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$\frac{x+1}{1}=\frac{y-1}{1}=\frac{z-4}{-1}$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b_2=(1,1,-1)$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b_2=\left|\begin{matrix}\hat i&amp;\hat j&amp;\hat k\\-2&amp;0&amp;1\\1&amp;1&amp;-1\end{matrix}\right|=-\hat i-\hat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a_1=6\hat i+(\lambda-1)\hat j+(-\lambda-4)\hat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minus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others: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take every real value,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attainable.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$2\sqrt6=\left|\frac{-6-(\lambda-1)+2(\lambda+4)}{\sqrt6}\right|=\frac{|\lambda+3|}{\sqrt6}$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$|\lambda+3|=12$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$(5-2k,\;9,\;k-9)$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$\alpha=5-2k$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$\gamma=k-9$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$\alpha+2\gamma=5-2k+2k-18=-13$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$\alpha+2\gamma=24$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others: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$2\alpha-\gamma=19-5k$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$2\alpha+\gamma=1-3k$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$\alpha-2\gamma=23-4k$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take every real value,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$9,\,7,\,19$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attainable.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$\alpha+2\gamma=24$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Along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invariant (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depends only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combination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$x+2z$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invariant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b_1=(-2,0,1)$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$-2+2=0$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$\alpha+2\gamma=5-2\lambda$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depends only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value at every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points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condition: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$(1,0,2)\cdot(-2,0,1)=0$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value at every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$(5,\lambda,-\lambda)$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$x+2z=5-2\lambda$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$\alpha+2\gamma=5-2\lambda$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condition: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$\propto(1,1,2)$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$x+y+2z=8$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can never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(B) is not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three options involve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are non-constant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takes every real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$\frac{|5+\lambda-2\lambda-8|}{\sqrt6}=\frac{|\lambda+3|}{\sqrt6}=2\sqrt6$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$|\lambda+3|=12$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$\alpha+2\gamma=5-18=-13$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can never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(B) is not possible.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three options involve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$2\alpha\mp\gamma$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are non-constant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takes every real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$\alpha+2\gamma=24$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along the line: a linear 'invariant' makes 'which value is possible' questions immediate.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a point of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plane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for all points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shortest distance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parameter restriction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in a family of lines is used to discard extraneous roots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apply it before listing possible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shortest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 along the line: a linear 'invariant' makes 'which value is possible' questions immediate.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a point of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plane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for all 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shortest distance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parameter restriction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in a family of lines is used to discard extraneous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$|\lambda+3|=12$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apply it before listing possible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$\frac{12}{\sqrt6}=2\sqrt6$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</m:mr>
                        </m:m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$\begin{pmatrix}\alpha&amp;\beta&amp;\gamma\end{pmatrix}\begin{pmatrix}2&amp;10&amp;8\\9&amp;3&amp;8\\8&amp;4&amp;8\end{pmatrix}=\begin{pmatrix}0&amp;0&amp;0\end{pmatrix}$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$2x+4y+3z=5$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$6\alpha+9\beta+7\gamma$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Matrices as a homogeneous system, Plane and direction ratios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row-vector product gives three linear equations; two of them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plane fixes the scale.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row-vector product gives three linear equations; two of them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$\alpha:\beta:\gamma=1:6:-7$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plane fixes the scale.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out: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(3) by cross multiplication: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(Check with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out: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$2\alpha+9\beta+8\gamma=0$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$10\alpha+3\beta+4\gamma=0$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$8\alpha+8\beta+8\gamma=0$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(3) by cross multiplication: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$\frac\alpha1=\frac\beta6=\frac\gamma{-7}=k$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$\alpha=k,\ \beta=6k,\ \gamma=-7k$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(Check with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$10k+18k-28k=0$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$2x+4y+3z=5$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$2\alpha+4\beta+3\gamma=5$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$2k+24k-21k=5$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$6\alpha+9\beta+7\gamma=6k+54k-49k=11k=11$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combination of the three expressions that vanish and the plane expression, so the value is read off without finding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$6\alpha+9\beta+7\gamma$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combination of the three expressions that vanish and the plane expression, so the value is read off without finding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Seek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Comparing coefficients: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minus first: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third minus first: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Solving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$E_1=2\alpha+9\beta+8\gamma=0$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$E_3=8\alpha+8\beta+8\gamma=0$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$E_p=2\alpha+4\beta+3\gamma=5$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Seek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$6\alpha+9\beta+7\gamma=c\,E_p+x\,E_1+y\,E_3$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Comparing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$2c+2x+8y=6$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$4c+9x+8y=9$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$3c+8x+8y=7$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minus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$2c+7x=3$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third minus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$c+6x=1$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Solving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$\frac{11}{5}(2,4,3)-\frac15(2,9,8)+\frac14(8,8,8)=(6,9,7)$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$6\alpha+9\beta+7\gamma=\frac{11}{5}\cdot5-\frac15\cdot0+\frac14\cdot0=11$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every column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non-trivial solution exists and is a multiple of the cross product of two independent columns.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homogeneous system with rank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unknowns, the solution is a line through the origin: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an extra plane equation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Linear-combination trick: any linear expression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span of the known constraints has a value determined by them, with no need to solve.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Column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the system immediately.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$(\alpha\ \beta\ \gamma)M=\vec0$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every column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$\det M=0$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non-trivial solution exists and is a multiple of the cross product of two independent columns.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$\det M=0$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homogeneous system with rank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unknowns, the solution is a line through the origin: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$P=k\,\vec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an extra plane equation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Linear-combination trick: any linear expression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span of the known constraints has a value determined by them, with no need to solve.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Column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the system immediately.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the origin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 meets the co-ordinate axes at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volume of the tetrahedron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points is NOT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the origin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 meets the co-ordinate axes at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$(2,a,4)$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volume of the tetrahedron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which of the following points is NOT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$(3,0,4)$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Intercept form of a plane and volume of a tetrahedron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has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intercepts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volume equation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has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$(2,a,4)$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$(2,a,4)$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intercepts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$\frac{20+a^2}{2},\frac{20+a^2}{a},\frac{20+a^2}{4}$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volume equation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$(2,a,4)$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i+a\hat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$(2\hat i+a\hat j+4\hat k)\cdot[(x-2)\hat i+(y-a)\hat j+(z-4)\hat k]=0$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$2x+ay+4z=20+a^2$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$A\left(\frac{20+a^2}{2},0,0\right)$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$B\left(0,\frac{20+a^2}{a},0\right)$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$C\left(0,0,\frac{20+a^2}{4}\right)$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it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13824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in fact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positive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points: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it, but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(D) is not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$=\frac16[\vec{OA},\vec{OB},\vec{OC}]=\frac16\cdot\frac{20+a^2}{2}\cdot\frac{20+a^2}{a}\cdot\frac{20+a^2}{4}=144$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$(20+a^2)^3=144\times48\times a=6912\,a$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it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$24^3=13824=6912\times2$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in fact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$(20+a^2)^3-6912a=(a-2)^2(a^4+4a^3+72a^2+272a+2000)$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positive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$2x+2y+4z=24$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$x+y+2z=12$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$(0,4,4)\to12$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$(2,2,4)\to12$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$(0,6,3)\to12$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it,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$(3,0,4)\to3+8=11\ne12$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(D) is not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$(3,0,4)$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each option against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natural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only: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would need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impossible; so no volume calculation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each option against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$2x+ay+4z=20+a^2$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natural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$(3,0,4)$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would need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impossible; so no volume calculation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(natural).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(natural,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$2x+ay+4z=20+a^2$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$4a+16=20+a^2\Rightarrow(a-2)^2=0\Rightarrow 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(natural).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$4+2a+16=20+a^2\Rightarrow a(a-2)=0\Rightarrow 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(natural,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no natural solution,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never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Exactly one option is not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all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 the volume gives), so the answer is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$6a+12=20+a^2\Rightarrow(a-2)(a-4)=0\Rightarrow 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$6+16=20+a^2\Rightarrow a^2=2$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no natural solution,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never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Exactly one option is not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$(0,4,4),(2,2,4),(0,6,3)$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all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 the volume gives), so the answer is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$(3,0,4)$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plane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with intercepts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cuts off a tetrahedron of volume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foot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 cosines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 absolute value).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192.9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169.4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minimum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only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F\cdot\vec r=|\vec F|^2$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$2x+ay+4z=20+a^2$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with intercepts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cuts off a tetrahedron of 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$\frac{|pqr|}{6}$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foot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direction cosines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$l,m,n$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$V=\frac{d^3}{6\,lmn}$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 absolute value).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$d^2=20+a^2$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$lmn=\frac{8a}{(20+a^2)^{3/2}}$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$V=\frac{(20+a^2)^3}{48a}$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$V(2)=\frac{24^3}{96}=144$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$V(1)=192.9$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$V(3)=169.4$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$V(4)=243$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minimum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only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parallel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intercept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$P:8x+\alpha_1y+\alpha_2z+12=0$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$L:\frac{x+2}{2}=\frac{y-3}{3}=\frac{z+4}{5}$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intercept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$\sqrt{\frac72}$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parallel to a line, distance between a line and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Parallel to the line means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direction;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-intercept fixes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distance is that of any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Parallel to the line means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direction;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-intercept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distance is that of any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$(8,\alpha_1,\alpha_2)$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$8\times2+3\alpha_1+5\alpha_2=0$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$y=\frac{-12}{\alpha_1}=1$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$16-36+5\alpha_2=0$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between them equals 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$8x-12y+4z+12=0$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$2x-3y+z+3=0$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$L\parallel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between them equals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$A(-2,3,-4)$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$d=\frac{|2(-2)-3(3)-4+3|}{\sqrt{2^2+(-3)^2+1^2}}=\frac{|-4-9-4+3|}{\sqrt{14}}=\frac{14}{\sqrt{14}}=\sqrt{14}$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$\sqrt{14}$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inspection and project the vector from a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unit normal.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$(2,-3,1)\perp(2,3,5)$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inspection and project the vector from a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unit normal.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must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direction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$(8,-12,\alpha_2)\parallel(2,-3,\alpha_2/4)$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must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$\perp(2,3,5)$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$4-9+5\cdot\frac{\alpha_2}{4}=0$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$(0,1,0)\in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$A(-2,3,-4)\in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u=(-2,2,-4)$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$=\left|\vec u\cdot\hat n\right|=\frac{|(-2)(2)+2(-3)+(-4)(1)|}{\sqrt{14}}=\frac{14}{\sqrt{14}}=\sqrt{14}$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$\sqrt{14}$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lies in it iff additionally one point satisfies the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 parallel to a plane, every point of the line is at the same distance from the plane; use any convenient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axes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verified: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lies in it iff additionally one point satisfies the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 parallel to a plane, every point of the line is at the same distance from the plane; use any convenient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axes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 da,-\frac db,-\frac dc$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$=\frac{-12}{\alpha_1}$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verified: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$\frac{14}{\sqrt{14}}=\sqrt{14}$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plane,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joining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plane,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joining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perpendicular to a line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plane perpendicular to a line has the line's direction vector as its normal.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direction of the line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direction of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$(4-2,\,1-4,\,-3-3)=(2,-3,-6)$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$A(1,-1,-5)$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$P:\ 2(x-1)-3(y+1)-6(z+5)=0$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$2x-2-3y-3-6z-30=0$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$2x-3y-6z-35=0$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denominator: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distance is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$\left|\frac{2(3)-3(-2)-6(2)-35}{\sqrt{2^2+(-3)^2+(-6)^2}}\right|$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$6+6-12-35=-35$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$\sqrt{4+9+36}=7$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$\left|\frac{-35}{7}\right|=5$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the plane is perpendicular to the line, the distance is the length of 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line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the plane is perpendicular to the line, the distance is the length of the component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line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the plane has the same component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d=(2,-3,-6)$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d|=\sqrt{4+9+36}=7$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$A(1,-1,-5)$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the plane has the same component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$T(3,-2,2)$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$\frac{|\vec{AT}\cdot\vec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$\vec{AT}=(3-1,\,-2+1,\,2+5)=(2,-1,7)$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need to write the plane equation.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$\vec{AT}\cdot\vec d=4+3-42=-35$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$=\frac{35}{7}=5$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need to write the plane equation.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a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with a whole-number length are common: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make the denominator free.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joining two points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the normal of every plane perpendicular to it, e.g. the perpendicular bisector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a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d\cdot(\vec r-\vec 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d\cdot(\vec T-\vec A)|}{|\vec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$\frac{35}{7}=5$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with a whole-number length are common: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$(1,2,2)\to3$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$(2,3,6)\to7$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$(1,4,8)\to9$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$(2,6,9)\to11$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make the denominator free.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joining two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$P_1,P_2$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$\vec{P_1P_2}$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the normal of every plane perpendicular to it, e.g. the perpendicular bisector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$3x+2y+z+29=0$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$\frac{24\sqrt2}{7}$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$\frac{22\sqrt2}{7}$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moved along the normal by twice its signed distance,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moved along the normal by twice its signed distance,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$Q=P-2\frac{f(P)}{|n|^2}\vec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$\frac{x-2}{1}=\frac{y+1}{2}=\frac{z-3}{-1}=\frac{-2(2-2-3)}{1^2+2^2+(-1)^2}$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$\frac{-2(-3)}{6}=\frac66=1$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$x-2=1,\ y+1=2,\ z-3=-1$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$x=3,\ y=1,\ 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$3x+2y+z+29=0$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$d=\left|\frac{3(3)+2(1)+2+29}{\sqrt{3^2+2^2+1^2}}\right|$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$d=\left|\frac{9+2+2+29}{\sqrt{14}}\right|=\frac{42}{\sqrt{14}}$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$\frac{42}{\sqrt{14}}=\frac{3\cdot14}{\sqrt{14}}=3\sqrt{14}$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$3\sqrt{14}$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second plane's expression changes by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n|^2=6$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$f(P)=-3$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$Q=P+\vec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second plane's expression changes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n_2\cdot\vec n_1$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$f_1=x+2y-z$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$f_1(P)=2-2-3=-3$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n_1|^2=6$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$Q=P-\frac{2f_1(P)}{|\vec n_1|^2}\vec n_1=P+\vec n_1=(3,1,2)$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$f_2=3x+2y+z+29$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$f_2(Q)=f_2(P)+\vec n_2\cdot(Q-P)=f_2(P)+\vec n_2\cdot\vec n_1$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$f_2(P)=6-2+3+29=36$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n_2\cdot\vec n_1=3+4-1=6$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$f_2(Q)=42$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$=\frac{42}{|\vec n_2|}=\frac{42}{\sqrt{14}}=3\sqrt{14}$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$3\sqrt{14}$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of the perpendicular has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(half of it).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image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equidistant from the plane on opposite sides.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value of another plane's expression at a displaced point needs only a dot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this question: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and,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expected.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$\frac{x-x_0}{a}=\frac{y-y_0}{b}=\frac{z-z_0}{c}=-\frac{2(ax_0+by_0+cz_0+d)}{a^2+b^2+c^2}$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of the perpendicular has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$-\frac{(\cdots)}{a^2+b^2+c^2}$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(half of it).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$f(x,y,z)=ax+by+cz+d$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image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$Q=P-\frac{2f(P)}{|\vec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$f(Q)=-f(P)$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equidistant from the plane on opposite sides.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$g(Q)=g(P)+\vec n_g\cdot(Q-P)$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value of another plane's expression at a displaced point needs only a dot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this question: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$f(P)=2-2-3=-3$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and,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$f(Q)=3+2-2=3=-f(P)$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expected.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$\frac{x-5}{1}=\frac{y-2}{2}=\frac{z-4}{-3}$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$\frac{x+3}{1}=\frac{y+5}{4}=\frac{z-1}{-5}$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$6\sqrt3$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between skew lines is the projection of the join of two points 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between skew lines is the projection of the join of two points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b_1\times\vec b_2$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lines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baseJc m:val="center"/>
                                <m:plcHide m:val="on"/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𝑧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𝑧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mr>
                              <m:mr>
                                <m:e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mr>
                              <m:mr>
                                <m:e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𝑏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𝑏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𝑏</m:t>
                                      </m:r>
                                    </m:e>
                                    <m:sub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mr>
                            </m:m>
                          </m:e>
                        </m: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lines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$(x_1,y_1,z_1),(x_2,y_2,z_2)$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$(a_1,a_2,a_3),(b_1,b_2,b_3)$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$SD=\frac{\left|\begin{matrix}x_1-x_2&amp;y_1-y_2&amp;z_1-z_2\\a_1&amp;a_2&amp;a_3\\b_1&amp;b_2&amp;b_3\end{matrix}\right|}{\sqrt{(a_2b_3-a_3b_2)^2+(a_3b_1-a_1b_3)^2+(a_1b_2-a_2b_1)^2}}$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$(x_1-x_2,\,y_1-y_2,\,z_1-z_2)=(5+3,\,2+5,\,4-1)=(8,7,3)$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a=(1,2,-3)$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b=(1,4,-5)$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b=(2(-5)-(-3)(4),\ (-3)(1)-(1)(-5),\ 1\cdot4-2\cdot1)=(2,2,2)$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$\sqrt{2^2+2^2+2^2}=\sqrt{12}=2\sqrt3$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$\left|\begin{matrix}8&amp;7&amp;3\\1&amp;2&amp;-3\\1&amp;4&amp;-5\end{matrix}\right|=8(-10+12)-7(-5+3)+3(4-2)=16+14+6=36$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$SD=\frac{36}{2\sqrt3}=\frac{18}{\sqrt3}=6\sqrt3$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Take general points on the two lines and impose that the joining segment is perpendicular to both directions.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first line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second.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common perpendicular 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condition: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condition: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$P(5+s,\,2+2s,\,4-3s)$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first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$Q(-3+t,\,-5+4t,\,1-5t)$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second.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$\vec{QP}=P-Q=(8+s-t,\ 7+2s-4t,\ 3-3s+5t)$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common perpendicular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$\vec{QP}\cdot(1,2,-3)=0$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$\vec{QP}\cdot(1,4,-5)=0$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$(8+s-t)+2(7+2s-4t)-3(3-3s+5t)=0$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$14s-24t+13=0$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$8s-14t+7=0$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$56s-96t=-52$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$56s-98t=-49$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$\vec{QP}=(8-\frac72+\frac32,\ 7-7+6,\ 3+\frac{21}{2}-\frac{15}{2})=(6,6,6)$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$SD=|\vec{QP}|=6\sqrt3$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intersect (or are coplanar) iff the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SD determinant is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instead, since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is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the join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quick check of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a_1+s\vec 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a_2+t\vec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a_1)\cdot(\vec b_1\times\vec b_2)|}{|\vec b_1\times\vec b_2|}$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b_2\neq\vec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intersect (or are coplanar) iff the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a_1)\cdot(\vec b_1\times\vec b_2)=0$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 SD determinant is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a_1)\times\vec b|}{|\vec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the join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$(6,6,6)$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quick check of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intersection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be perpendicular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be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$(-7,1,1)$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$\frac{25}{83}$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$\frac{250}{82}$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$\frac{250}{83}$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$\frac{15}{53}$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the intersection of two planes, perpendicular planes and distance from a point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two planes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perpendicularity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via the normals' dot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two planes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perpendicularity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via the normals' dot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plane through the intersection of the two given planes: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normals have zero dot product: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plane through the intersection of the two given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$2x+3y-z-2+\lambda(x+2y+3z-6)=0$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$(2+\lambda)x+(3+2\lambda)y+(3\lambda-1)z-(2+6\lambda)=0$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$2x+y-z+1=0$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normals have zero dot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$2(2+\lambda)+1(3+2\lambda)+(-1)(3\lambda-1)=0$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$4+2\lambda+3+2\lambda-3\lambda+1=0$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625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$-6x-13y-25z+46=0$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$6x+13y+25z-46=0$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$(-7,1,1)$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$d=\frac{|-42+13+25-46|}{\sqrt{36+169+625}}=\frac{50}{\sqrt{830}}$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$d^2=\frac{2500}{830}=\frac{250}{83}$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$\frac{250}{83}$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both to the intersection line and to the given plane's normal, so it is their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normal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both to the intersection line and to the given plane's normal, so it is their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this line and is perpendicular to the plane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d=\vec n_1\times\vec n_2=(2,3,-1)\times(1,2,3)=(11,-7,1)$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this line and is perpendicular to the plane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d\times(2,1,-1)=(6,13,25)$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$x=-14,\ y=10$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$(-14,10,0)$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830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$6(x+14)+13(y-10)+25z=0$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$6x+13y+25z-46=0$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$(-7,1,1)$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$\frac{|6(-7)+13+25-46|}{\sqrt{830}}=\frac{50}{\sqrt{830}}$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$d^2=\frac{250}{83}$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250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$\frac{250}{83}$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represents every plane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normals are perpendicular; 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a plane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represents every plane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n_1\cdot\vec r=k_1$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n_2\cdot\vec r=k_2$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normals are perpendicular;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$\parallel$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a plane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d\times\vec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$(11,-7,1)\times(2,1,-1)=(6,13,25)$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$\frac{x-2}{3}=\frac{y+1}{2}=\frac{z-6}{2}$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$\frac{x-6}{3}=\frac{1-y}{2}=\frac{z+8}{0}$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second direction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the triple-product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$\frac{1-y}{2}$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$\frac{y-1}{-2}$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second direction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$(3,-2,0)$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the triple-product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second line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line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Join of the points: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second line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$\frac{x-6}{3}=\frac{y-1}{-2}=\frac{z+8}{0}$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$(6,1,-8)$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b=(3,-2,0)$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a=(3,2,2)$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Join of the 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$(6-2,\ 1+1,\ -8-6)=(4,2,-14)$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b=\left|\begin{matrix}\hat i&amp;\hat j&amp;\hat k\\3&amp;2&amp;2\\3&amp;-2&amp;0\end{matrix}\right|=4\hat i+6\hat j-12\hat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 product: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b|=\sqrt{16+36+144}=\sqrt{196}=14$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$(4,2,-14)\cdot(4,6,-12)=16+12+168=196$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$SD=\frac{196}{14}=14$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Take general points on the lines and make the joining segment perpendicular to both directions.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points on the two lines.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$P(2+3s,\,-1+2s,\,6+2s)$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$Q(6+3t,\,1-2t,\,-8)$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points on the two lines.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$\vec{PQ}=(4+3t-3s,\ 2-2t-2s,\ -14-2s)$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$\vec{PQ}\cdot(3,2,2)=0$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$12+9t-9s+4-4t-4s-28-4s=0$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$5t-17s=12$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$\vec{PQ}\cdot(3,-2,0)=0$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$12+9t-9s-4+4t+4s=0$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$13t-5s=-8$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$s=-1,\ 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$5(-1)-17(-1)=12$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$13(-1)-5(-1)=-8$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$\vec{PQ}=(4-3+3,\ 2+2+2,\ -14+2)=(4,6,-12)$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$SD=|\vec{PQ}|=\sqrt{16+36+144}=14$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Skew-line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numerator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volume of the parallelepiped 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Normalise the symmetric form first: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direction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frequent trap.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zero direction ratio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means the line stays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perpendicular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join of the closest points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both equal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Skew-line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$=\frac{|(\vec a_2-\vec a_1)\cdot(\vec b_1\times\vec b_2)|}{|\vec b_1\times\vec b_2|}$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volume of the parallelepiped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a_1,\vec b_1,\vec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Normalise the symmetric form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$\frac{1-y}{2}$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direction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frequent trap.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zero direction ratio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$\frac{z+8}{0}$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means the line stays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perpendicular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join of the closest points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both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$(4,6,-12)$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equation of the plane passing through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equation of the plane passing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$x-2y-z-5=0=x+y+3z-5$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$x+y+2z-7=0=2x+3y+z-2$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$2x+2y-z+16=0$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a line and parallel to another line (family of planes),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parallelism with the second line means its normal is perpendicular to that line's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parallelism with the second line means its normal is perpendicular to that line's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the first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second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to the line means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the first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$(x-2y-z-5)+\lambda(x+y+3z-5)=0$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$(1+\lambda)x+(\lambda-2)y+(3\lambda-1)z-5-5\lambda=0$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second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$(1,1,2)\times(2,3,1)=(-5,3,1)$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to the line means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$-5(1+\lambda)+3(\lambda-2)+1(3\lambda-1)=0$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$13x+10y+35z-65=0$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$13x+10y+35z=65$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$(a,b,c)=(13,10,35)$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$2x+2y-z+16=0$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$\frac{|26+20-35+16|}{\sqrt{4+4+1}}=\frac{27}{3}=9$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plane contains one line and is parallel to another, so its normal is the cross product of the two line directions.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first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second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first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$(1,-2,-1)\times(1,1,3)=(-5,-4,3)$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second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$(1,1,2)\times(2,3,1)=(-5,3,1)$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$(-5,-4,3)\times(-5,3,1)=(-13,-10,-35)\parallel(13,10,35)$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first line: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first line: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$13(x-5)+10y+35z=0$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$13x+10y+35z=65$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$(a,b,c)=(13,10,35)$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$2x+2y-z+16=0$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$\frac{|26+20-35+16|}{3}=9$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extra condition (parallel to a line, passing through a point, perpendicular to a plane)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containing a line of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another of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is parallel to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extra condition (parallel to a line, passing through a point, perpendicular to a plane)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containing a line of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another of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d_1\not\parallel\vec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n_1\cdot\vec r=k_1}{\vec n_2\cdot\vec r=k_2}$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$(1,1,2)\times(2,3,1)=(-5,3,1)$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is parallel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sum of all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$\frac{x+\sqrt6}{2}=\frac{y-\sqrt6}{3}=\frac{z-\sqrt6}{4}$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$\frac{x-\lambda}{3}=\frac{y-2\sqrt6}{4}=\frac{z+2\sqrt6}{5}$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sum of all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shortest distance involves an absolute value,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two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shortest distance involves an absolute value,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$4\sqrt6-\lambda=\pm6\sqrt6$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two values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line: through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Second: through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line: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a_1=(-\sqrt6,\sqrt6,\sqrt6)$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b_1=(2,3,4)$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Second: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a_2=(\lambda,2\sqrt6,-2\sqrt6)$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b_2=(3,4,5)$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a_1=(\lambda+\sqrt6,\ \sqrt6,\ -3\sqrt6)$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b_2=(15-16,\ -(10-12),\ 8-9)=(-1,2,-1)$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b_1\times\vec b_2|=\sqrt6$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a_1)\cdot(\vec b_1\times\vec b_2)=-(\lambda+\sqrt6)+2\sqrt6+3\sqrt6=4\sqrt6-\lambda$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$\left|\frac{4\sqrt6-\lambda}{\sqrt6}\right|=6$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$\frac{4\sqrt6-\lambda}{\sqrt6}=\pm6$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$4\sqrt6-\lambda=\pm6\sqrt6$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$\lambda_1=-2\sqrt6$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$\lambda_2=10\sqrt6$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$=\lambda_1+\lambda_2=8\sqrt6$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$(8\sqrt6)^2=64\cdot6=384$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384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shortest distance is the distance between the two parallel planes containing the lines, i.e. a point-to-plane distance.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the first line containing both directions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line is parallel to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its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the first line containing both directions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b_2=(-1,2,-1)$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$(-\sqrt6,\sqrt6,\sqrt6)$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$-(x+\sqrt6)+2(y-\sqrt6)-(z-\sqrt6)=0$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$-x+2y-z-2\sqrt6=0$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line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its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$(\lambda,2\sqrt6,-2\sqrt6)$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this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square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$SD=\frac{|-\lambda+4\sqrt6+2\sqrt6-2\sqrt6|}{\sqrt6}=\frac{|4\sqrt6-\lambda|}{\sqrt6}$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this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square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384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skew lines lie in parallel planes with common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gap between these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values of a parameter that enters linearly: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roots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their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midpoint twice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orthogonal to both directions: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skew lines lie in parallel planes with common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gap between these planes.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values of a parameter that enters linearly: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u\cdot(\ldots)=\pm d|\vec b_1\times\vec b_2|$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$4\sqrt6-\lambda=\pm6\sqrt6$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$\lambda_1,\lambda_2$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$|c-\lambda|=k$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their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midpoint twice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$c=4\sqrt6$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$(2,3,4)\times(3,4,5)=(-1,2,-1)$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orthogonal to both directions: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$-2+6-4=0$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$-3+8-5=0$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 joining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 joining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$\frac{x-1}{2}=\frac{y+1}{-1}=\frac{z-2}{0}$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first line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skew-line triple product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first line has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skew-line triple product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$\alpha=\frac{3}{\sqrt{14}}$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q=(2,-1,0)$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q=(1\cdot0-1\cdot(-1),\ 1\cdot2-1\cdot0,\ 1\cdot(-1)-1\cdot2)=(1,2,-3)$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q|=\sqrt{1+4+9}=\sqrt{14}$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$\vec{AB}=(0,-3,-1)$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$\vec{AB}\cdot(\vec p\times\vec q)=0-6+3=-3$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$\alpha=\frac{|-3|}{\sqrt{14}}=\frac{3}{\sqrt{14}}$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$\alpha^2=\frac{9}{14}$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$28\alpha^2=28\cdot\frac{9}{14}=18$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Put a plane through the second line parallel to the first line, then measure the distance of a point of the first line from it.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line is parallel to this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q=(2,-1,0)$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q=(1,2,-3)$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$(x-1)+2(y+1)-3(z-2)=0$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$x+2y-3z+7=0$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line is parallel to this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$\alpha=\frac{|1+4-9+7|}{\sqrt{1+4+9}}=\frac{3}{\sqrt{14}}$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$28\alpha^2=28\cdot\frac{9}{14}=18$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points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many 3D problems are disguised this way.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skew lines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the numerator is 0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squared keeps a rational answer: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are skew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$P_1,P_2$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$\vec{P_1P_2}$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many 3D problems are disguised this way.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$SD=\frac{|\vec{AB}\cdot(\vec p\times\vec q)|}{|\vec p\times\vec 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skew lines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the numerator is 0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squared keeps a rational answer: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$\alpha^2=\frac{(\vec{AB}\cdot\vec n)^2}{|\vec n|^2}=\frac{9}{14}$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are skew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q\neq\vec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$\vec{AB}\cdot(\vec p\times\vec q)\neq0$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equation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distance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equation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$x+10=\frac{8-y}{2}=z$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$ax+by+3z=2(a+b)$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distance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$(1,27,7)$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$a^2+b^2+c^2$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containing a line,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contains a point of the line and its normal is perpendicular to the line's direction, giving two linear equations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 contains a point of the line and its normal is perpendicular to the line's direction, giving two linear equations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(3)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(4)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(3) and (4):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$\frac{x+10}{1}=\frac{y-8}{-2}=\frac{z}{1}$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$(-10,8,0)$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$(-10,8,0)$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$-10a+8b=2a+2b$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(3)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the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$a-2b+3=0$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(4)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(3) and (4):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$a-4a+3=0$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$c=\frac{|1+54+21-6|}{\sqrt{1+4+9}}=\frac{70}{\sqrt{14}}=5\sqrt{14}$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$c^2=25\cdot14=350$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$a^2+b^2+c^2=1+4+350=355$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355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Use two points of the line instead of its direction: both must satisfy the plane equation.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points of the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points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$(-10,8,0)$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$(-9,6,1)$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$(t-10,\,8-2t,\,t)$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$(-10,8,0)$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$ax+by+3z=2a+2b$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$-12a+6b=0$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$(-9,6,1)$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$-9a+6b+3=2a+2b$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$-11a+4b+3=0$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$-11a+8a+3=0$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$c=\frac{70}{\sqrt{14}}$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$c^2=350$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$a^2+b^2+c^2=355$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355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contains a line iff it contains one point of the line and its normal is perpendicular to the line's direction, or iff it contains two points of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Normalise symmetric forms: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-direction ratio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-value of the point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square it to avoid surds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note: the printed question lost the symbol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distance; it is restored from the Hindi version.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contains a line iff it contains one point of the line and its normal is perpendicular to the line's direction, or iff it contains two points of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Normalise symmetric forms: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$\frac{8-y}{2}$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-direction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-value of 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square it to avoid surds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$c^2=\frac{4900}{14}=350$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note: the printed question lost the symbol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distance; it is restored from the Hindi version.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81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co-ordinates of one vertex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other two vertices lie on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 and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81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co-ordinates of one vertex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$A(0,2,\alpha)$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other two vertices lie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$\frac{x+\alpha}{5}=\frac{y-1}{2}=\frac{z+4}{3}$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 and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897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 line in 3D, Area of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$=\frac12\cdot BC\cdot h$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height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$h=\sqrt{21}$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the distance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$P(-\alpha,1,-4)$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d=(5,2,3)$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d|=\sqrt{38}$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 BC\cdot h=21$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$BC=2\sqrt{21}$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$\vec{PA}=(\alpha,\,1,\,\alpha+4)$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$\vec{PA}\times\vec d=\left|\begin{matrix}\hat i&amp;\hat j&amp;\hat k\\\alpha&amp;1&amp;\alpha+4\\5&amp;2&amp;3\end{matrix}\right|=(-2\alpha-5)\hat i+(2\alpha+20)\hat j+(2\alpha-5)\hat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798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$h=\frac{|\vec{PA}\times\vec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$\sqrt{(2\alpha+5)^2+(2\alpha+20)^2+(2\alpha-5)^2}=\sqrt{21}\sqrt{38}$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$12\alpha^2+80\alpha+450=798$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$12\alpha^2+80\alpha-348=0$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$3\alpha^2+20\alpha-87=0$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$(3\alpha+29)(\alpha-3)=0$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$-\frac{29}{3}$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Drop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line and use Pythagoras: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𝑃</m:t>
                                    </m:r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Drop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line and use Pythagoras: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$h^2=|\vec{PA}|^2-\left(\frac{\vec{PA}\cdot\vec d}{|\vec d|}\right)^2$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square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$P(-\alpha,1,-4)$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d=(5,2,3)$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$\vec{PA}=(\alpha,1,\alpha+4)$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$|\vec{PA}|^2=\alpha^2+1+(\alpha+4)^2=2\alpha^2+8\alpha+17$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$\vec{PA}\cdot\vec d=5\alpha+2+3\alpha+12=8\alpha+14$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square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$\frac{(8\alpha+14)^2}{38}=\frac{32\alpha^2+112\alpha+98}{19}$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(integer root)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$h^2=\frac{38\alpha^2+152\alpha+323-32\alpha^2-112\alpha-98}{19}=\frac{6\alpha^2+40\alpha+225}{19}$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$h^2=21$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$6\alpha^2+40\alpha+225=399$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$3\alpha^2+20\alpha-87=0$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(integer root)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equivalently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vertices of a triangle lie on a line,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(base on the line)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(distance of third vertex from the line).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Integrality or range conditions pick one root out of a quadratic: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links the two methods above.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$h=\frac{|\vec{PA}\times\vec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$h^2=|\vec{PA}|^2-\frac{(\vec{PA}\cdot\vec d)^2}{|\vec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vertices of a triangle lie on a line,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(base on the line)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(distance of third vertex from the line).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Integrality or range conditions pick one root out of a quadratic: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$3\alpha^2+20\alpha-87=0$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$-\frac{29}{3}$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u\times\vec v|^2=|\vec u|^2|\vec v|^2-(\vec u\cdot\vec v)^2$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links the two methods above.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of the plane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of the plane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$x-3y+2z-1=0=4x-y+z$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$140(C-B+A)$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perpendicular to a line (line given as an intersection of planes)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line's direction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this is the normal of the required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line's direction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this is the normal of the required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the intersection of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direction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the line has this as normal: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the intersection of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n_1=(1,-3,2)$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n_2=(4,-1,1)$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n_2=\left|\begin{matrix}\hat i&amp;\hat j&amp;\hat k\\1&amp;-3&amp;2\\4&amp;-1&amp;1\end{matrix}\right|=-\hat i+7\hat j+11\hat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the line has this as normal: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$(-1,7,11)$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$-1(x-1)+7(y-1)+11(z-2)=0$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28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$-x+7y+11z=28$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$-\frac{1}{28}x+\frac{7}{28}y+\frac{11}{28}z=1$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$A=-\frac1{28}$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$B=\frac7{28}$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$C=\frac{11}{28}$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$140(C-B+A)=140\left(\frac{11}{28}-\frac7{28}-\frac1{28}\right)=140\cdot\frac3{28}=15$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cross product: the required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be perpendicular to both given normals and satisfy the plane at the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cross product: the required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be perpendicular to both given normals and satisfy the plane at the point.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plane's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line, so it is perpendicular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plane's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line, so it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$A-3B+2C=0$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$4A-B+C=0$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$A+B+2C=1$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two: eliminating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equation: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two: eliminating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$(4A-B+C)-4(A-3B+2C)=11B-7C=0$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$B=\frac{7C}{11}$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$A=3B-2C=\frac{21C-22C}{11}=-\frac{C}{11}$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$-\frac{C}{11}+\frac{7C}{11}+2C=1$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$\frac{6C+22C}{11}=1$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$C=\frac{11}{28}$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$B=\frac{7}{28}$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$A=-\frac{1}{28}$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$140(C-B+A)=140\cdot\frac{3}{28}=15$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need to find a point on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 write it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divide by the constant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constant on the right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(plane through the origin)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n_1\cdot\vec r=k_1,\ \vec n_2\cdot\vec r=k_2$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need to find a point on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n\cdot(\vec r-\vec 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 write it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divide by the constant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$(-1,7,11)\cdot(1,-3,2)=-1-21+22=0$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$(-1,7,11)\cdot(4,-1,1)=-4-7+11=0$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constant on the right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(plane through the origin)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impossible.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parallel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$x+3y-2z-2=0=x-y+2z$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$(5,3,8)$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 line in 3D, Line of intersection of two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the foot of the perpendicular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the foot of the perpendicular 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$\frac{|\vec{PQ}\times\vec d|}{|\vec d|}$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$(1,3,-2)\times(1,-1,2)=(4,-4,-4)\parallel(1,-1,-1)$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$\frac{x-2}{1}=\frac{y-3}{-1}=\frac{z-1}{-1}$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$Q(5,3,8)$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$R=(k+2,\,-k+3,\,-k+1)$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$(k-3,\ -k,\ -k-7)$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$QR\perp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$1(k-3)+(-1)(-k)+(-1)(-k-7)=0$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$QR=\left(-\frac{13}{3},\ \frac43,\ -\frac{17}{3}\right)$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$\alpha^2=\frac{169+16+289}{9}=\frac{474}{9}$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$3\alpha^2=\frac{474}{3}=158$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point-to-line distance formula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foot of the perpendicular.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point-to-line distance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$\alpha=\frac{|\vec{PQ}\times\vec d|}{|\vec d|}$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foot of the perpendicular.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$\vec{PQ}=(5-2,\,3-3,\,8-1)=(3,0,7)$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$\vec{PQ}\times\vec d=\left|\begin{matrix}\hat i&amp;\hat j&amp;\hat k\\3&amp;0&amp;7\\1&amp;-1&amp;-1\end{matrix}\right|=(0+7)\hat i-(-3-7)\hat j+(-3-0)\hat k=7\hat i+10\hat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$|\vec{PQ}\times\vec d|^2=49+100+9=158$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$\alpha^2=\frac{|\vec{PQ}\times\vec d|^2}{|\vec d|^2}=\frac{158}{3}$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$3\alpha^2=158$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this question: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 of two planes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parallel multiple will do).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parallel to a given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direction ratios, so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all that is needed besides the direction.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$\alpha^2=\frac{|\vec{PQ}\times\vec d|^2}{|\vec d|^2}=|\vec{PQ}|^2-\frac{(\vec{PQ}\cdot\vec d)^2}{|\vec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this question: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$|\vec{PQ}|^2=58$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$(\vec{PQ}\cdot\vec d)^2/3=(3-7)^2/3=\frac{16}{3}$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$\alpha^2=58-\frac{16}{3}=\frac{158}{3}$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 of two planes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parallel multiple will do).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parallel to a given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direction ratios, so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all that is needed besides the direction.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perpendicular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of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$L:\frac{x-1}{2}=\frac{y+1}{-1}=\frac{z-3}{1}$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$2x+y+3z=16$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$R(1,-1,-3)$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of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179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a line and a plane, foot of the perpendicular on a line, Area of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substituting a general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plane,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substituting a general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plane,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$\vec{QR}\perp 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$=\frac12|\vec{QR}\times\vec{QP}|$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ratios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$(2\lambda+1,\ -\lambda-1,\ \lambda+3)$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$2(2\lambda+1)+(-\lambda-1)+3(\lambda+3)=16$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$6\lambda+10=16$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$P=(3,-2,4)$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$(2\lambda,\ -\lambda,\ \lambda+6)$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$4\lambda+\lambda+\lambda+6=0$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$6\lambda+6=0$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$Q=(-1,0,2)$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$\vec{QR}=(2,-1,-5)$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$\vec{QP}=(4,-2,2)$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$\vec{QR}\times\vec{QP}=\left|\begin{matrix}\hat i&amp;\hat j&amp;\hat k\\2&amp;-1&amp;-5\\4&amp;-2&amp;2\end{matrix}\right|=-12\hat i-24\hat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$\alpha=\frac12\sqrt{144+576}=\frac12\sqrt{720}$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$\alpha^2=\frac{720}{4}=180$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180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a right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Triangle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a right angle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$=\frac12\,PQ\cdot QR$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found from the line-plane intersection and the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check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$P=(3,-2,4)$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$Q=(-1,0,2)$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found from the line-plane intersection and the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$QR\perp 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$QR\perp QP$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$(2,-1,-5)\cdot(4,-2,2)=8+2-10=0$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$PQ^2=16+4+4=24$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$QR^2=4+1+25=30$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$\alpha=\frac12\sqrt{24}\sqrt{30}$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$\alpha^2=\frac14\cdot720=180$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180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another point on that line,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any dimension;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square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meets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parameter where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another point on that line,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$=\frac12\,PQ\cdot RQ$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$Q=A+\frac{(\vec{AR}\cdot\vec d)}{|\vec d|^2}\vec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$\frac{(0,0,-6)\cdot(2,-1,1)}{6}=-1$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$=\frac12|\vec{AB}\times\vec{AC}|$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any dimension;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$\alpha^2=\frac14|\vec{AB}\times\vec{AC}|^2$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square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meets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parameter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n\cdot(\vec a+\lambda\vec d)=k$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$4-1+3=6$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vertices of a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its area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$B(-4,0,\lambda)$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$C(2,3,-1)$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$D(4,5,0)$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$|\lambda|\le5$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vertices of a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its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$5-6\lambda$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quadrilateral using the vector product of its diagonals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area of a quadrilateral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whose roots are filtered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area of a quadrilateral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$\frac12|\vec{AC}\times\vec{BD}|$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whose roots are filtered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$|\lambda|\le5$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$ABCD=\frac12|\vec{AC}\times\vec{BD}|=18$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$\vec{AC}=(0,-3,-3)$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$\vec{BD}=(8,5,-\lambda)$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$\vec{AC}\times\vec{BD}=\left|\begin{matrix}\hat i&amp;\hat j&amp;\hat k\\0&amp;-3&amp;-3\\8&amp;5&amp;-\lambda\end{matrix}\right|=(3\lambda+15)\hat i-24\hat j+24\hat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$|\vec{AC}\times\vec{BD}|=\sqrt{(3\lambda+15)^2+24^2+24^2}=36$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$(3\lambda+15)^2+1152=1296$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$9(\lambda+5)^2=144$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$(\lambda+5)^2=16$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$\lambda^2+10\lambda+9=0$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$|\lambda|\le5$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$5-6\lambda=5-6(-1)=11$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quadrilateral along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triangles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their areas.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quadrilateral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triangles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$ACD$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their areas.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$\vec{AB}=(-6,-6,\lambda-2)$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$\vec{AC}=(0,-3,-3)$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$\vec{AD}=(2,-1,-2)$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$\vec{AC}\times\vec{AD}=(3,-6,6)$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$[ACD]=\frac12\sqrt{9+36+36}=\frac92$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$\vec{AB}\times\vec{AC}=(3\lambda+12,\,-18,\,18)$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$[ABC]=\frac12\sqrt{(3\lambda+12)^2+648}$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four points are coplanar (so splitting along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valid),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$\frac12\sqrt{(3\lambda+12)^2+648}=\frac{27}{2}$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$(3\lambda+12)^2=729-648=81$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$3\lambda+12=\pm9$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$|\lambda|\le5$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four points are coplanar (so splitting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valid),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$5-6\lambda=11$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planar quadrilateral with diagonals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skew quadrilateral this is only the magnitude of its vector area, not the sum of the two triangle areas.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this question the four points are coplanar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(determinant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vanishes), so the planar-area formulas apply exactly there;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 anyway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obtained by squaring a magnitude can give extraneous roots; check them against the given range.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parallelogram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a triangle is half of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planar quadrilateral with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d_1\times\vec d_2|$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skew quadrilateral this is only the magnitude of its vector area, not the sum of the two triangle areas.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this question the four points are coplanar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(determinant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$\vec{AB},\vec{AC},\vec{AD}$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vanishes), so the planar-area formulas apply exactly there;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 anyway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$|\lambda|\le5$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obtained by squaring a magnitude can give extraneous roots; check them against the given range.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parallelogram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u\times\vec v|$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a triangle is half of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81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intersection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joining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coprime) are the direction ratios of the perpendicular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810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intersection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$8x+y+2z=0$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joining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$A(-3,-6,1)$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$|a|,|b|,|c|$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coprime) are the direction ratios of the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$\frac{1-x}{1}=\frac{y+4}{2}=\frac{z+2}{3}$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$|a+b+c|$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897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Line-plane intersection and perpendicular from a point to a line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lies in the given plane, so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it too and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lies in the given plane, so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it too 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A point on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$C=\left(\frac{2k-3}{k+1},\frac{4k-6}{k+1},\frac{-3k+1}{k+1}\right)$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$8x+y+2z=0$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$8(2k-3)+(4k-6)+2(-3k+1)=0$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$16k-24+4k-6-6k+2=0$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$14k=28$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$C=\left(\frac13,\frac23,-\frac53\right)$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$\frac{x-1}{-1}=\frac{y+4}{2}=\frac{z+2}{3}$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A point on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$D(1-\lambda,\,-4+2\lambda,\,-2+3\lambda)$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$\left(1-\lambda-\frac13,\,-4+2\lambda-\frac23,\,-2+3\lambda+\frac53\right)=\left(\frac{2-3\lambda}{3},\frac{-14+6\lambda}{3},\frac{-1+9\lambda}{3}\right)$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$CD\perp$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$-1(2-3\lambda)+2(6\lambda-14)+3(9\lambda-1)=0$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$-2+3\lambda+12\lambda-28+27\lambda-3=0$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$42\lambda=33$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$\lambda=\frac{33}{42}=\frac{11}{14}$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Substituting,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divided by 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Proportional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are coprime: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opposite sign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Substituting,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$\frac{2-\frac{33}{14}}{3},\frac{-14+\frac{66}{14}}{3},\frac{-1+\frac{99}{14}}{3}$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$\frac{-5}{14},\frac{-130}{14},\frac{85}{14}$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divided by 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$-5,-130,85$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$-1,-26,17$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are coprime: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$a=-1,\,b=-26,\,c=17$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$|a+b+c|=|-1-26+17|=10$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opposite sign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$1,26,-17$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lies in the plane (its point and direction both satisfy it), so the perpendicular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to the line direction: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lies in the plane (its point and direction both satisfy it), so the perpendicular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to the line direction: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$CD\parallel\vec n\times\vec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in the main solution,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whole line lies in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lie in the plane,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in the main solution,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$C=\left(\frac13,\frac23,-\frac53\right)$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$8x+y+2z=0$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$(1,-4,-2)$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d=(-1,2,3)$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$8-4-4=0$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$-8+2+6=0$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whole line lies in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lie in the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$\vec{CD}\perp\vec n=(8,1,2)$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$\vec{CD}\perp\vec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are coprime,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$\vec{CD}\parallel\vec n\times\vec d=\left|\begin{matrix}\hat i&amp;\hat j&amp;\hat k\\8&amp;1&amp;2\\-1&amp;2&amp;3\end{matrix}\right|=(3-4)\hat i-(24+2)\hat j+(16+1)\hat k=(-1,-26,17)$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are coprime,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$a=-1,\,b=-26,\,c=17$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$|a+b+c|=|-10|=10$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lies in a plane, the perpendicular from a point of the plane to that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plane normal,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line direction).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dividing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line lies in a plane iff one of its points is on the plane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are defined up to a common factor and sign; reduce to coprime integers before summing.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lies in a plane, the perpendicular from a point of the plane to that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$\parallel\vec n\times\vec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plane normal,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line direction).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$\frac{k\vec B+\vec A}{k+1}$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line lies in a plane iff one of its points is on the plane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$P_0+\lambda\vec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$\lambda=\frac{(C-P_0)\cdot\vec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are defined up to a common factor and sign; reduce to coprime integers before summing.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equation of a plane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joining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equation of a plane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joining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Equation of a plane perpendicular to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perpendicular to a line has the line's direction as its normal,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direction ratios.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perpendicular to a line has the line's direction as its normal,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$(\alpha,\beta,\gamma)\parallel$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direction ratios.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the line joining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perpendicular to this line, so its normal is along the line: normal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direction).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the line joining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$(-2-1,\,3-2,\,5-3)=(-3,1,2)$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perpendicular to this line, so its normal is along the line: normal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$=3\hat i-\hat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direction).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$3x-y-2z+\lambda=0$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the required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$9+2-10+\lambda=0$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$3x-y-2z=1$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the required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$\alpha=3,\ \beta=-1,\ \gamma=-2$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$\alpha\beta\gamma=3\cdot(-1)\cdot(-2)=6$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and fix the single unknown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point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$(\alpha,\beta,\gamma)=t(-3,1,2)$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and fix the single unknown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point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line's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Alternatively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line's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$(\alpha,\beta,\gamma)=t(-3,1,2)$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$3\alpha-2\beta+5\gamma=1$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$t(-9-2+10)=1$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$(\alpha,\beta,\gamma)=(3,-1,-2)$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Alternatively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$\alpha\beta\gamma=t^3\cdot(-3)(1)(2)=-6t^3=-6(-1)=6$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through the origin has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normal coincides (as a direction) with any line perpendicular to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 the denominator is nonzero).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constants), so no relabelling is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through the origin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normal coincides (as a direction) with any line perpendicular to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$(\alpha,\beta,\gamma)=t\,(l,m,n)$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$t=\frac{1}{lx_0+my_0+nz_0}$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 the denominator is nonzero).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constants), so no relabelling is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position vectors of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real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 Then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∈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25   (B) 41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13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position vectors of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$5\hat i+5\hat j+2\lambda\hat k,\ \hat i+2\hat j+3\hat k,\ -2\hat i+\lambda\hat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$-\hat i+5\hat j+6\hat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real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$\sum_{\lambda\in S}(\lambda+2)^2$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25   (B) 41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13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four 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are coplanar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are coplanar iff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$\vec{BA}\cdot(\vec{BC}\times\vec{BD})=0$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a=5\hat i+5\hat j+2\lambda\hat k,\ \vec b=\hat i+2\hat j+3\hat k,\ \vec c=-2\hat i+\lambda\hat j+4\hat k,\ \vec d=-\hat i+5\hat j+6\hat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$\vec{BA}=\vec a-\vec b=(4,3,2\lambda-3)$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$\vec{BC}=\vec c-\vec b=(-3,\lambda-2,1)$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$\vec{BD}=\vec d-\vec b=(-2,3,3)$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$\vec{BA}\cdot(\vec{BC}\times\vec{BD})=0$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$\left|\begin{matrix}4&amp;3&amp;2\lambda-3\\-3&amp;\lambda-2&amp;1\\-2&amp;3&amp;3\end{matrix}\right|=0$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$4(3\lambda-6-3)-3(-9+2)+(2\lambda-3)(-9+2\lambda-4)=0$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$12\lambda-36+21+(2\lambda-3)(2\lambda-13)=0$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$4\lambda^2-20\lambda+24=0$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$\lambda^2-5\lambda+6=0$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$S=\{2,3\}$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$\sum(\lambda+2)^2=4^2+5^2=16+25=41$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41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three components; subtracting two equations factors out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$\vec{BA}=p\,\vec{BC}+q\,\vec{BD}$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three components; subtracting two equations factors 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$(\lambda-3)$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parallel), coplanarity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(3) minus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$\vec{BA}=(4,3,2\lambda-3)$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$\vec{BC}=(-3,\lambda-2,1)$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$\vec{BD}=(-2,3,3)$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parallel), coplanarity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$\vec{BA}=p\vec{BC}+q\vec{BD}$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Components: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$4=-3p-2q$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$3=(\lambda-2)p+3q$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$2\lambda-3=p+3q$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(3) minus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$2\lambda-6=p-(\lambda-2)p=(3-\lambda)p$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$2(\lambda-3)=-(\lambda-3)p$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$(\lambda-3)(p+2)=0$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(1) and (3)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(2) holds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(1)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(3)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(2):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true).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(1) and (3)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$p=-\frac{18}{7},\,q=\frac{13}{7}$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(2) holds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$-\frac{18}{7}+\frac{39}{7}=3$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(1)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(3)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$2\lambda-3=-2+3=1$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$-2(0)+3=3$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true).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$S=\{2,3\}$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$\sum(\lambda+2)^2=16+25=41$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41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rows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subtracting component equations often factors the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 symmetric function of the roots (e.g.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needs only the roots or Vieta: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$[\vec{AB},\vec{AC},\vec{AD}]=0$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$4\times4$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rows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v,\vec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w=p\vec u+q\vec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u\nparallel\vec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subtracting component equations often factors the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 symmetric function of the roots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$\sum(\lambda+2)^2$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needs only the roots or Vieta: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$(\lambda_1+\lambda_2)^2-2\lambda_1\lambda_2+4(\lambda_1+\lambda_2)+8=25-12+20+8=41$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$\lambda_1+\lambda_2=5,\ \lambda_1\lambda_2=6$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640   (B) 760   (C) 720   (D) 680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a=2\hat i+3\hat j+4\hat k,\ \vec b=\hat i-2\hat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c=-\hat i+4\hat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d=18$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d|^2$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640   (B) 760   (C) 720   (D) 680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and Lagrange identity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up to a scalar,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d\parallel\vec b\times\vec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up to a scalar,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a\times\vec d|^2=|\vec a|^2|\vec d|^2-(\vec a\cdot\vec d)^2$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c=\left|\begin{matrix}\hat i&amp;\hat j&amp;\hat k\\1&amp;-2&amp;-2\\-1&amp;4&amp;3\end{matrix}\right|=(-6+8)\hat i-(3-2)\hat j+(4-2)\hat k=2\hat i-\hat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d\perp\vec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d\perp\vec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d=\lambda(2\hat i-\hat j+2\hat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d=18$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$\lambda(4-3+8)=9\lambda=18$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d=(4,-2,4)$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a|^2=4+9+16=29$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d|^2=16+4+16=36$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d|^2=|\vec a|^2|\vec d|^2-(\vec a\cdot\vec d)^2=29\times36-18^2$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$=1044-324=720$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720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as a vector.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a\times(\vec b\times\vec c)=\vec b(\vec a\cdot\vec c)-\vec c(\vec a\cdot\vec 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as a vector.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d=\lambda(\vec b\times\vec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d=2\,\vec a\times(\vec b\times\vec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c=-2+12+12=22$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b=2-6-8=-12$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b\times\vec c)=22\vec b+12\vec c=(22,-44,-44)+(-12,48,36)=(10,4,-8)$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d=(20,8,-16)$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d|^2=400+64+256=720$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720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all vectors); avoids computing the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 (BAC-CAB):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two non-parallel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scalar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extra condition (like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fixes the scalar.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d|^2=|\vec a|^2|\vec d|^2-(\vec a\cdot\vec d)^2$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all vectors); avoids computing the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 (BAC-CAB):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b\times\vec c)=\vec b(\vec a\cdot\vec c)-\vec c(\vec a\cdot\vec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two non-parallel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scalar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extra condition (like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fixes the scalar.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$2+2-4=0$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One vertex of a rectangular parallelopiped is at the origin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lengths of its edges along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axes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respectively.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vertex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shortest distance between 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edge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axis, not passing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One vertex of a rectangular parallelopiped is at the origin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lengths of its edges along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axes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respectively.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shortest distance between 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edge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axis, not passing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$\frac{12}{5\sqrt5}$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$\frac{12}{5}$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lines are explicit: use the skew-line distance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lines are explicit: use the skew-line distance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$\frac{|(\vec a_2-\vec a_1)\cdot(\vec b_1\times\vec b_2)|}{|\vec b_1\times\vec b_2|}$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edge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not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x3=\frac y4=\frac z5$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a_1=(0,0,0)$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b_1=(3,4,5)$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edge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not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a_2=(3,0,5)$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b_2=(0,0,1)$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$\frac{x-3}{0}=\frac{y-0}{0}=\frac{z-5}{1}$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$=\frac{|(\vec a_2-\vec a_1)\cdot(\vec b_1\times\vec b_2)|}{|\vec b_1\times\vec b_2|}$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this as the determinant with rows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b_2=\left|\begin{matrix}\hat i&amp;\hat j&amp;\hat k\\3&amp;4&amp;5\\0&amp;0&amp;1\end{matrix}\right|=4\hat i-3\hat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$\sqrt{16+9}=5$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a_1)\cdot(\vec b_1\times\vec b_2)=(3,0,5)\cdot(4,-3,0)=12$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this as the determinant with rows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$(3,0,5),(3,4,5),(0,0,1)$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$3\times4=12$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$S.D.=\frac{12}{5}$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$\frac{12}{5}$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edge is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-axis, so project everything onto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-plane: the distance becomes a point-to-line distance in 2D.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edge is parallel to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-axis, so project everything onto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-plane: the distance becomes a point-to-line distance in 2D.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to a line and a vertical line is horizontal, so the distance is unchanged when both are projected onto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vertical edge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*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projects to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projects to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to a line and a vertical line is horizontal, so the distance is unchanged when both are projected onto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vertical edge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$(3,0,*)$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projects to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projects to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$4x-3y=0$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eligible edge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*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$4x-3y=0$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$\frac{|12-0|}{\sqrt{16+9}}=\frac{12}{5}$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eligible edge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$(0,4,*)$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$\frac{|0-12|}{5}=\frac{12}{5}$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$\frac{12}{5}$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one line is parallel to a coordinate axis, project along that axis: distance between a diagonal and a vertical edge reduces to a point-to-line distance in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cuboid with edges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distance between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-edge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eligible edges (through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 the same distance.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a_1+s\vec 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a_2+t\vec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$d=\frac{|(\vec a_2-\vec a_1)\cdot(\vec b_1\times\vec b_2)|}{|\vec b_1\times\vec b_2|}$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one line is parallel to a coordinate axis, project along that axis: distance between a diagonal and a vertical edge reduces to a point-to-line distance in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cuboid with edges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distance between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-edge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$\frac{ab}{\sqrt{a^2+b^2}}$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eligible edges (through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 the same distance.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of intersection of the planes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310   (B) 1240   (C) 620   (D) 155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r\cdot(\hat i+\hat j+\hat k)=6$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r\cdot(2\hat i+3\hat j+4\hat k)=-5$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$(12,12,18)$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310   (B) 1240   (C) 620   (D) 155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the line of intersection of two planes,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given point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given point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plane through their line of intersection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$P_1:\ x+y+z-6=0$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$P_2:\ 2x+3y+4z+5=0$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plane through their line of intersection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$(1+2\lambda)x+(1+3\lambda)y+(1+4\lambda)z+(5\lambda-6)=0$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$2(1+3\lambda)-2(1+4\lambda)+5\lambda-6=0$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$2+6\lambda-2-8\lambda+5\lambda-6=0$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$5x+7y+9z+4=0$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$(12,12,18)$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$\frac{5(12)+7(12)+9(18)+4}{\sqrt{25+49+81}}=\frac{60+84+162+4}{\sqrt{155}}=\frac{310}{\sqrt{155}}=2\sqrt{155}$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$d^2=4\times155=620$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620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Find a point and the direction of the line of intersection, then the plane through that line and the given point via a cross product.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line's direction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from it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line's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n_2=(4-3,\,2-4,\,3-2)=(1,-2,1)$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$y=-17,\ x=23$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$(23,-17,0)$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from it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$(-23,19,-2)$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$=(1,-2,1)\times(-23,19,-2)=(4-19,\,-23+2,\,19-46)=(-15,-21,-27)\parallel(5,7,9)$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squared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$5x+7y+9z=k$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$k=14-18=-4$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$5x+7y+9z+4=0$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squared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$=\frac{310^2}{155}=620$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620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family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all planes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the line of intersection of two planes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squaring removes the root: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 vector-form planes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carefully with the sign of the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family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all planes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the line of intersection of two planes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$\frac{|ax_1+by_1+cz_1+d|}{\sqrt{a^2+b^2+c^2}}$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squaring removes the root: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$d^2=\frac{310^2}{155}=620$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 vector-form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n=p$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n\cdot(x,y,z)-p=0$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carefully with the sign of the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three coterminous edges of a parallelepiped of volume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volume of the parallelepiped whose coterminous edges are represented by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represent three coterminous edges of a parallelepiped of 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volume of the parallelepiped whose coterminous edges are represented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 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a+2\vec b+3\vec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$2V$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and volume of a parallelepiped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Volume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 triple product of combinations equals the determinant of the coefficient matrix times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Volume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$|[\vec a\ \vec b\ \vec c]|$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 triple product of combinations equals the determinant of the coefficient matrix times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 a\ \vec b\ \vec c]$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volume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new edges in terms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coefficient rows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$V=|[\vec a\ \vec b\ \vec c]|$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$V_1=|[\vec a\ \ \vec b+\vec c\ \ \vec a+2\vec b+3\vec c]|$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new edges in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coefficient rows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 \ \vec b+\vec c\ \ \vec a+2\vec b+3\vec c]=\left|\begin{matrix}1&amp;0&amp;0\\0&amp;1&amp;1\\1&amp;2&amp;3\end{matrix}\right|[\vec a\ \vec b\ 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$1\cdot(3-2)=1$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$V_1=|1|\cdot V=V$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$V$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Special case: the ratio does not depend on the edges, so take the unit cube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Special case: the ratio does not depend on the edges, so take the unit cube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a=\hat i,\ \vec b=\hat j,\ \vec c=\hat 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original volume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edges: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scalar triple product is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the volume scales by the fixed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new volume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i,\vec b=\hat j,\vec c=\hat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original volume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edges: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i+2\hat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scalar triple product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$\left|\begin{matrix}1&amp;0&amp;0\\0&amp;1&amp;1\\1&amp;2&amp;3\end{matrix}\right|=1(3-2)=1$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the volume scales by the fixed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$|\det|$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new volume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 V=V$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$V$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Reduce by repeatedly subtracting multiples of earlier edges, which leaves the triple product unchanged.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removing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third edge.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third edge: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the third from the second: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volume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a,\ \vec b+\vec c,\ \vec a+2\vec b+3\vec c]=[\vec a,\ \vec b+\vec c,\ 2\vec b+3\vec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removing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third edge.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$2(\vec b+\vec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third edge: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$=[\vec a,\ \vec b+\vec c,\ 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the third from the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$=[\vec a,\ \vec b,\ 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volume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𝑉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$V$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𝑞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𝑟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𝑞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𝑟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𝑞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𝑟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three linear combinations (valid for all vectors).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a multiple of one vector to another inside a scalar triple product does not change its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triple product with a repeated or linearly dependent vector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(coplanarity).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of a tetrahedron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parallelepiped; the same determinant factor scales both.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$[\,p_1\vec a+q_1\vec b+r_1\vec c,\ \ldots\,]=\det\begin{pmatrix}p_1&amp;q_1&amp;r_1\\p_2&amp;q_2&amp;r_2\\p_3&amp;q_3&amp;r_3\end{pmatrix}[\vec a\ \vec b\ 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three linear combinations (valid for all vectors).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a multiple of one vector to another inside a scalar triple product does not change its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triple product with a repeated or linearly dependent vector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(coplanarity).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of a tetrahedron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parallelepiped; the same determinant factor scales both.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all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points whose position vectors are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6   (D) 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all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points whose position vectors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i-2\hat j+3\hat k,\ 2\hat i-3\hat j+4\hat k,\ (\alpha+1)\hat i+2\hat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$9\hat i+(\alpha-8)\hat j+6\hat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6   (D) 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four 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are coplanar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coplanar, giving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whose root-sum is asked.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are coplanar iff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$\vec{AB},\vec{AC},\vec{AD}$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coplanar, giving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whose root-sum is asked.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 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 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points are coplanar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$A(1,-2,3),\ B(2,-3,4),\ C(\alpha+1,0,2),\ D(9,\alpha-8,6)$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$\vec{AB}=\hat i-\hat j+\hat k,\quad \vec{AC}=\alpha\hat i+2\hat j-\hat k,\quad \vec{AD}=8\hat i+(\alpha-6)\hat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points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$\vec{AB},\vec{AC},\vec{AD}$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$\left|\begin{matrix}1&amp;-1&amp;1\\\alpha&amp;2&amp;-1\\8&amp;\alpha-6&amp;3\end{matrix}\right|=0$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 from the quadratic).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$(6+\alpha-6)+(3\alpha+8)+(\alpha^2-6\alpha-16)=0$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$\alpha^2-2\alpha-8=0$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$(\alpha-4)(\alpha+2)=0$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$\alpha=4+(-2)=2$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$=-\frac{b}{a}=2$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 from the quadratic).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$\vec{AD}=p\,\vec{AB}+q\,\vec{AC}$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$q(\alpha+1)=5$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j$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$q=\alpha-3$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parallel, so coplanarity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$\vec{AC}=(\alpha,2,-1)$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parallel, so coplanarity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$\vec{AD}=(8,\alpha-6,3)=p\vec{AB}+q\vec{AC}$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$3=p-q$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$\alpha-6=-p+2q=-3-q+2q=q-3$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$q=\alpha-3$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add 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(they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$8=p+q\alpha=3+q+q\alpha$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$q(\alpha+1)=5$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$q=\alpha-3$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$(\alpha-3)(\alpha+1)=5$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$\alpha^2-2\alpha-8=0$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add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(they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non-parallel,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coplanar with them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comparing components can be faster than expanding 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of the roots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(counting complex roots); the question asks for real values, so check the discriminant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roots real).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choosing the base point with simplest coordinates shortens the work.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non-parallel,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coplanar with them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w=p\vec u+q\vec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comparing components can be faster than expanding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$a\alpha^2+b\alpha+c=0$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of the roots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(counting complex roots); the question asks for real values, so check the discriminant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roots real).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$P_1,\ldots,P_4$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$[\vec{P_1P_2},\vec{P_1P_3},\vec{P_1P_4}]=0$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choosing the base point with simplest coordinates shortens the work.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points with position vectors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16   (B) 36   (C) 49   (D) 25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points with position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$\alpha\hat i+10\hat j+13\hat k,\ 6\hat i+11\hat j+11\hat k,\ \frac92\hat i+\beta\hat j-8\hat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$(19\alpha-6\beta)^2$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16   (B) 36   (C) 49   (D) 25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Collinearity of three 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Collinear points give parallel difference vectors, so corresponding components are in proportion.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Collinear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$A(\alpha,10,13),\ B(6,11,11),\ C\left(\frac92,\beta,-8\right)$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Collinear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$\vec{AB}\parallel\vec{BC}\parallel\vec{AC}$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$\vec{AB}=(6-\alpha)\hat i+\hat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$\vec{BC}=-\frac32\hat i+(\beta-11)\hat j-19\hat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$\vec{AB}\parallel\vec{BC}$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$\frac{6-\alpha}{-\frac32}=\frac{1}{\beta-11}=\frac{-2}{-19}=\frac{2}{19}$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and last ratios: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and last ratios: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$6-\alpha=-\frac{3}{19}$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$\alpha=6+\frac3{19}=\frac{117}{19}$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$19\alpha=117$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$\frac{1}{\beta-11}=\frac{2}{19}$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$\beta-11=\frac{19}{2}$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$\beta=11+\frac{19}{2}=\frac{41}{2}$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$6\beta=123$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$(19\alpha-6\beta)^2=(117-123)^2=(-6)^2=36$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36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Collinearity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-coordinates (no unknown)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Collinearity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B=t\vec A+(1-t)\vec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-coordinates (no unknown)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collinear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 is a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collinear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 is a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B=t\vec A+(1-t)\vec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$11=13t-8(1-t)=21t-8$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$t=\frac{19}{21}$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$1-t=\frac{2}{21}$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$6=\frac{19}{21}\alpha+\frac{2}{21}\cdot\frac92$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$126=19\alpha+9$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$19\alpha=117$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$11=\frac{19}{21}\cdot10+\frac{2}{21}\beta$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$231=190+2\beta$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$\beta=\frac{41}{2}$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$6\beta=123$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$(19\alpha-6\beta)^2=(117-123)^2=36$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36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points are collinear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their components are proportional.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the coordinate with no unknown first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fixes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avoids solving simultaneous equations.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externally otherwise.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collinearity.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points are collinear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$\vec{AB}\times\vec{AC}=\vec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their components are proportional.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the coordinate with no unknown first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fixes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avoids solving simultaneous equations.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B=t\vec A+(1-t)\vec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internally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$0&lt;t&lt;1$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$t=\frac{19}{21}$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externally otherwise.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one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collinearity.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vectors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coplanar. If the vectors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also coplanar,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   (B) 4   (C) 12   (D) 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u_1=\hat i+\hat j+a\hat k,\ \vec u_2=\hat i+b\hat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u_3=c\hat i+\hat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coplanar. If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v_1=(a+b)\hat i+c\hat j+c\hat k,\ \vec v_2=a\hat i+(b+c)\hat j+a\hat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v_3=b\hat i+b\hat j+(c+a)\hat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also coplanar,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$6(a+b+c)$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   (B) 4   (C) 12   (D) 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vectors and determinants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of the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's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(determinant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which turns the first condition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of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's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$abc=0$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(determinant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$=4abc$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which turns the first condition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$a+b+c=2$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u_1,\vec u_2,\vec u_3$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$\left|\begin{matrix}1&amp;1&amp;a\\1&amp;b&amp;1\\c&amp;1&amp;1\end{matrix}\right|=0$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$(b-1)-(1-c)+a(1-bc)=0$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$a+b+c-2-abc=0$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$a+b+c=2+abc$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v_1,\vec v_2,\vec v_3$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$\left|\begin{matrix}a+b&amp;c&amp;c\\a&amp;b+c&amp;a\\b&amp;b&amp;c+a\end{matrix}\right|=0$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third row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$R_3\to R_3-(R_1+R_2)$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third row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$(b-2a-b,\ b-b-2c,\ c+a-c-a)=(-2a,-2c,0)$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$-2a\left|\begin{matrix}c&amp;c\\b+c&amp;a\end{matrix}\right|+2c\left|\begin{matrix}a+b&amp;c\\a&amp;a\end{matrix}\right|=-2a\cdot c(a-b-c)+2c\cdot a(a+b-c)=4abc$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$4abc=0$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$6(a+b+c)=12$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a non-trivial solution; a change of variable turns it into a very sparse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v_i$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$p\vec v_1+q\vec v_2+r\vec v_3=\vec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a non-trivial solution; a change of variable turns it into a very sparse system.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components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map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determinant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non-trivial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corresponds to non-trivial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system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coefficient determinant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components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$p\vec v_1+q\vec v_2+r\vec v_3=\vec0$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$a(p+q)+b(p+r)=0$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$c(p+q)+b(q+r)=0$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$c(p+r)+a(q+r)=0$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$X=p+q,\ Y=p+r,\ Z=q+r$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map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$(p,q,r)\to(X,Y,Z)$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non-trivial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$(p,q,r)$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corresponds to non-trivial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system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$aX+bY=0,\ cX+bZ=0,\ cY+aZ=0$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coefficient 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$\left|\begin{matrix}a&amp;b&amp;0\\c&amp;0&amp;b\\0&amp;c&amp;a\end{matrix}\right|$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determinant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non-trivial solutions exist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condition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$a(0-bc)-b(ca-0)=-2abc$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non-trivial solutions exist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condition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$a+b+c=2+abc=2$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$6(a+b+c)=12$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determinant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formula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iff their coefficient determinant vanishes; a row operation such 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create zeros.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conditions together: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whichever variable is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$\left|\begin{matrix}a+b&amp;c&amp;c\\a&amp;b+c&amp;a\\b&amp;b&amp;c+a\end{matrix}\right|=4abc$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$\left|\begin{matrix}2&amp;1&amp;1\\1&amp;2&amp;1\\1&amp;1&amp;2\end{matrix}\right|=4$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$\left|\begin{matrix}1&amp;1&amp;a\\1&amp;b&amp;1\\c&amp;1&amp;1\end{matrix}\right|=a+b+c-2-abc$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$1(2-1)-1(1-2)+2(1-4)=-4$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formula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$6-2-8=-4$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iff their coefficient determinant vanishes; a row operation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$R_3\to R_3-(R_1+R_2)$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create zeros.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conditions together: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$a+b+c=2+abc$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whichever variable is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the position vector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position vectors of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the projection of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vector perpendicular to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3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the position vector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$-\hat i-2\hat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position vectors of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$-2\hat i+\hat j-3\hat k,\ 2\hat i+4\hat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$-4\hat i+2\hat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the projection of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vector perpendicular to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3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Projection of a vector and cross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project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$\vec{AB}\times\vec{AC}$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project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$\vec{OP}$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$\vec{OP}=-\hat i-2\hat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$\vec{AB}=(2+2)\hat i+(4-1)\hat j+(-2+3)\hat k=4\hat i+3\hat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$\vec{AC}=(-4+2)\hat i+(2-1)\hat j+(-1+3)\hat k=-2\hat i+\hat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$\vec{AB}\times\vec{AC}=\left|\begin{matrix}\hat i&amp;\hat j&amp;\hat k\\4&amp;3&amp;1\\-2&amp;1&amp;2\end{matrix}\right|=5\hat i-10\hat j+10\hat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𝑂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projection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$\left|\frac{\vec{OP}\cdot(\vec{AB}\times\vec{AC})}{|\vec{AB}\times\vec{AC}|}\right|$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$=\frac{5(-\hat i-2\hat j+3\hat k)\cdot(\hat i-2\hat j+2\hat k)}{5\sqrt{1+4+4}}=\frac{-1+4+6}{3}=\frac93$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Find the perpendicular direction by solving the two dot-product equations instead of taking a cross product.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in the second: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$\vec{AB}=(4,3,1)$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$\vec{AC}=(-2,1,2)$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$4x+3y+z=0$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$z=-4x-3y$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in the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$-2x+y-8x-6y=0$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$-10x-5y=0$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$z=-4x+6x=2x$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n=x(1,-2,2)$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n=(1,-2,2)$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$\vec{OP}\cdot\vec n=-1+4+6=9$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$=\frac{|9|}{3}=3$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two non-parallel vectors is along their cross product; equivalently solve the two dot-product equations (ratio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 shows direction); the magnitude is unchanged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replaced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normal of a plane is the signed distance travelled along the normal, e.g.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magnitude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two non-parallel vectors is along their cross product; equivalently solve the two dot-product equations (ratio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$\frac{x}{b_1c_2-b_2c_1}=\cdots$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p\cdot\vec n}{|\vec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 shows direction); the magnitude is unchanged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replaced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normal of a plane is the signed distance travelled along the normal,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$\vec{OP}\cdot\hat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$15=2\times7.5$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arc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circle subtends a right angle at its 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mid point of the arc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the equation: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arc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circle subtends a right angle at its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mid point of the arc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$\vec{OP}=\vec u,\ \vec{OR}=\vec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$\vec{OQ}=\alpha\vec u+\beta\vec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the equation: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$3x^2-2x-1=0$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$x^2-x-2=0$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$3x^2+2x-1=0$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combination of vectors and quadratic equation from its roots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origin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axes,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read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off the component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the origin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axes,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$45^\circ$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read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off the component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circle as the unit circle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origin: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right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 point of arc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circle as the unit circle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origin: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$\vec{OP}=\vec u=\hat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$\vec{OQ}=\vec q=\hat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right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 point of arc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$\vec{OR}=\vec v=\frac{1}{\sqrt2}\hat i+\frac{1}{\sqrt2}\hat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$\vec{OQ}=\alpha\vec u+\beta\vec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j=\alpha\hat i+\beta\left(\frac{1}{\sqrt2}\hat i+\frac{1}{\sqrt2}\hat j\right)$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Comparing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$\frac{\beta}{\sqrt2}=1$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Comparing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$\alpha+\frac{\beta}{\sqrt2}=0$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$x^2-(\alpha+\beta^2)x+\alpha\beta^2=0$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$x^2-(-1+2)x+(-1)(2)=0$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$x^2-x-2=0$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$x^2-x-2=0$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using only the angles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 coordinates).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$\vec{OQ}=\alpha\vec u+\beta\vec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using only the angles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$\angle POQ=90^\circ$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$\angle QOR=45^\circ$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 coordinates).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(right angle):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u|=|\vec v|=r$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v=r^2\cos45^\circ=\frac{r^2}{\sqrt2}$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$\vec{OQ}\cdot\vec 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(right angle):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r^2+\beta\frac{r^2}{\sqrt2}=0$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$\alpha=-\frac{\beta}{\sqrt2}$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$\vec{OQ}\cdot\vec v=r^2\cos45^\circ$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POQ$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$\alpha\frac{r^2}{\sqrt2}+\beta r^2=\frac{r^2}{\sqrt2}$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$\frac{\alpha}{\sqrt2}+\beta=\frac1{\sqrt2}$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$-\frac\beta2+\beta=\frac1{\sqrt2}$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$x^2-x-2=0$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$x^2-x-2=0$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dot products of a vector equation with known vectors turns it into scalar equations, without needing coordinates.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 point of the arc subtended by a chord's endpoints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circle centred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bisector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right-angle arc: check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unit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with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one root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dot products of a vector equation with known vectors turns it into scalar equations, without needing coordinates.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 point of the arc subtended by a chord's endpoints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circle centred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$\vec{OR}=\frac{\vec u+\vec q}{|\vec u+\vec q|}\,r$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bisector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POQ$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q=-\vec u+\sqrt2\vec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right-angle arc: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$|-\vec u+\sqrt2\vec v|^2=1+2-2\sqrt2\cdot\frac1{\sqrt2}=1$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unit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with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$x^2-(p+q)x+pq=0$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one root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respectively the circumcenter and the orthocentre of 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respectively the circumcenter and the orthocentre of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$\vec{PA}+\vec{PB}+\vec{PC}$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$2\vec{QP}$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Position vectors of centroid, circumcentre and orthocentre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centroid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(Euler line),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centroid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the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$PG:GQ=1:2$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(Euler line),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$\vec{PA}+\vec{PB}+\vec{PC}=3\vec{PG}=\vec{PQ}$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circumcentre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origin,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having position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centroid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position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circumcentre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origin,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having position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$\vec{PA}+\vec{PB}+\vec{PC}=\vec a+\vec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position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$\vec{PG}=\frac{\vec a+\vec b+\vec c}{3}$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circumcentre, centroid and orthocentre are collinear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circumcentre, centroid and orthocentre are collinear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$\vec{PQ}=3\vec{PG}$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c=3\vec{PG}=\vec{PQ}$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$\vec{PQ}$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the circumcentre as origin, verify directly that the point with position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orthocentre.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the circumcentre as origin, verify directly that the point with position vector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a+\vec b+\vec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orthocentre.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origin;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(circumradius).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all three altitudes: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orthocentre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origin;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a|=|\vec b|=|\vec c|=R$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(circumradius).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h=\vec a+\vec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$\vec{AH}\cdot\vec{BC}=(\vec h-\vec a)\cdot(\vec c-\vec b)=(\vec b+\vec c)\cdot(\vec c-\vec b)=|\vec c|^2-|\vec b|^2=0$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$\vec{BH}\cdot\vec{CA}=0$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$\vec{CH}\cdot\vec{AB}=0$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all three altitudes: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orthocentre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circumcentre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orthocentre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$\vec{PQ}=\vec h=\vec a+\vec b+\vec c=\vec{PA}+\vec{PB}+\vec{PC}$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$A(1,0),B(-1,0),C(0,1)$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circumcentre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orthocentre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$\vec{PA}+\vec{PB}+\vec{PC}=(0,1)=\vec{PQ}$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$\vec{PQ}$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circumcentre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origin the orthocentre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(Sylvester); for any origin,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Euler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(equilateral triangle: all three coincide).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centroid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acute triangle all three points are inside; in a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right-angle vertex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hypotenuse mid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circumcentre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origin the orthocentre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(Sylvester); for any origin,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H=\vec A+\vec B+\vec C-2\vec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Euler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$OG:GH=1:2$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$\vec{OH}=3\vec{OG}$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(equilateral triangle: all three coincide).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$\vec{GA}+\vec{GB}+\vec{GC}=\vec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$\vec{PA}+\vec{PB}+\vec{PC}=3\vec{PG}$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acute triangle all three points are inside; in a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right-angle vertex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hypotenuse mid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48   (B) 42   (C) 24   (D) 44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a=2\hat i+7\hat j-\hat k,\ \vec b=3\hat i+5\hat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c=\hat i-\hat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d=12$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$(-\hat i+\hat j-\hat k)\cdot(\vec c\times\vec 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48   (B) 42   (C) 24   (D) 44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and scalar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asked value is a scalar triple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d=\lambda(\vec a\times\vec 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c\cdot\vec d=12$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asked value is a scalar triple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a=2\hat i+7\hat j-\hat k,\ \vec b=3\hat i+5\hat k,\ \vec c=\hat i-\hat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d\perp\vec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d=\lambda(\vec a\times\vec b)=\lambda\left|\begin{matrix}\hat i&amp;\hat j&amp;\hat k\\2&amp;7&amp;-1\\3&amp;0&amp;5\end{matrix}\right|=\lambda(35\hat i-13\hat j-21\hat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d=12$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$\lambda(35+13-42)=6\lambda=12$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d=2(35\hat i-13\hat j-21\hat k)=(70,-26,-42)$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value is the scalar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26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42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value is the scalar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$(-\hat i+\hat j-\hat k)\cdot(\vec c\times\vec d)=\left|\begin{matrix}-1&amp;1&amp;-1\\1&amp;-1&amp;2\\70&amp;-26&amp;-42\end{matrix}\right|$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$-1(42+52)-1(-42-140)-1(-26+70)=-94+182-44$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44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vector, then one dot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c\times(\vec a\times\vec b)=\vec a(\vec c\cdot\vec b)-\vec b(\vec c\cdot\vec 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c\times\vec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vector, then one dot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before),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d=2(\vec a\times\vec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before),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d=2\,\vec c\times(\vec a\times\vec b)=2\left[\vec a(\vec c\cdot\vec b)-\vec b(\vec c\cdot\vec a)\right]$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b=3+0+10=13$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a=2-7-2=-7$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d=2\left[13\vec a+7\vec b\right]=2\left[(26,91,-13)+(21,0,35)\right]=(94,182,44)$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$(-1,1,-1)\cdot(94,182,44)=-94+182-44=44$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44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all vectors); it avoids a second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scalar condition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the three vectors in that order.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c\times(\vec a\times\vec b)=\vec a(\vec c\cdot\vec b)-\vec b(\vec c\cdot\vec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all vectors); it avoids a second cross product.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$\lambda(\vec a\times\vec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one scalar condition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m\cdot(\vec c\times\vec d)=[\vec m\ \vec c\ \vec d]$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the three vectors in that order.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$\lambda=\frac{12}{\vec c\cdot(\vec a\times\vec b)}=\frac{12}{6}=2$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c\cdot(\vec a\times\vec b)=[\vec a\ \vec b\ \vec c]=35+13-42=6$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consider the following statements: (A):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(B):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Both (A) and (B) are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(B)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(A)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Neither (A) nor (B) is true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$\vec{a}=a_1\hat{i}+a_2\hat{j}+a_3\hat{k}$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$10|a_i|&lt;1$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consider the following statements: 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$\max\{|a_1|,|a_2|,|a_3|\}\le|\vec{a}|$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$|\vec{a}|\le3\max\{|a_1|,|a_2|,|a_3|\}$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Both (A) and (B) are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(B)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(A)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Neither (A) nor (B) is true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8864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Magnitude of a vector and component inequalities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largest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$|\vec{a}|^2=a_1^2+a_2^2+a_3^2$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$3M^2$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largest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$|a_i|$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one of the three non-negative terms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 (A)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each term satisfies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$|\vec{a}|=\sqrt{a_1^2+a_2^2+a_3^2}$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$M=\max\{|a_1|,|a_2|,|a_3|\}$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one of the three non-negative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$a_1^2,a_2^2,a_3^2$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$|\vec{a}|^2\ge M^2$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 (A)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each term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$a_i^2\le M^2$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$|\vec{a}|^2\le3M^2$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 (B)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needed; it only says the components are small (so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are true,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$|\vec{a}|\le\sqrt3\,M$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$|\vec{a}|\le\sqrt3\,M\le3M$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 (B)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$10|a_i|&lt;1$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needed; it only says the components are small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$|\vec{a}|&lt;\frac{\sqrt3}{10}$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are true,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Both (A) and (B) are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Geometric view: the tip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a face of the cube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distance from the centre lies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corner distance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Geometric view: the tip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a face of the cube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$|x|,|y|,|z|\le 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distance from the centre lies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corner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$\sqrt3M$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tip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inside the cube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 at least one of its faces, say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distance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$M=\max|a_i|$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tip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$(a_1,a_2,a_3)$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inside the cube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$[-M,M]^3$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 at least one of its faces, say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$x=\pm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distance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$|\vec{a}|\ge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the cube is at most as far as a corner, whose distance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hold: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the cube is at most as far as a corner, whose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$\sqrt{M^2+M^2+M^2}=\sqrt3M$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$|\vec{a}|\le\sqrt3M\le3M$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hold: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Both (A) and (B) are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dimensions the upper bound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 equality holds iff at most one component is non-zero; right equality iff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equal. Example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unit vector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(Cauchy-Schwarz); each component is such a projection.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inequality: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$\vec{a}=(a_1,a_2,a_3)$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$M=\max|a_i|$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$M\le|\vec{a}|\le\sqrt3\,M$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dimensions the upper bound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n\,M$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 equality holds iff at most one component is non-zero; right equality iff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$|a_i|$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equal. Example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$(0.05,0.05,0.05)$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$|\vec{a}|=\sqrt3\,(0.05)$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unit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$|\vec{a}\cdot\hat{u}|\le|\vec{a}|$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(Cauchy-Schwarz); each component is such a projection.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inequality: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$\left||\vec{a}|-|\vec{b}|\right|\le|\vec{a}\pm\vec{b}|\le|\vec{a}|+|\vec{b}|$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56031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non-zero vector parallel to the line of intersection of the two planes described by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plane is spanned by the two given vectors).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ordered pair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56031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non-zero vector parallel to the line of intersection of the two planes described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$\hat{i}+\hat{j},\ \hat{i}+\hat{k}$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$\hat{i}-\hat{j},\ 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plane is spanned by the two given vectors).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$\vec{b}=2\hat{i}-2\hat{j}+\hat{k}$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ordered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$(\theta,|\vec{a}\times\vec{b}|)$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$\left(\frac{\pi}{4},6\right)$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$\left(\frac{\pi}{3},6\right)$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$\left(\frac{\pi}{4},3\sqrt6\right)$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$\left(\frac{\pi}{3},3\sqrt6\right)$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of intersection of planes, Dot and cross product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is along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Lagrange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is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Lagrange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first plane: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first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$\vec{n}_1=(\hat{i}+\hat{j})\times(\hat{i}+\hat{k})=\hat{i}-\hat{j}-\hat{k}$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second plane: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plane, same normal).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second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$\vec{n}_2=(\hat{i}-\hat{j})\times(\hat{j}-\hat{k})=\hat{i}+\hat{j}+\hat{k}$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$\hat{i}-\hat{j},\hat{i}-\hat{k}$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plane, same normal).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$\vec{a}=\lambda(\vec{n}_1\times\vec{n}_2)=\lambda\left|\begin{matrix}\hat{i}&amp;\hat{j}&amp;\hat{k}\\1&amp;-1&amp;-1\\1&amp;1&amp;1\end{matrix}\right|=\lambda(-2\hat{j}+2\hat{k})$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$\vec{a}\cdot\vec{b}=\lambda(0+4+2)=6\lambda=6$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$\vec{a}=-2\hat{j}+2\hat{k}$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$|\vec{b}|=\sqrt{4+4+1}=3$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$\cos\theta=\frac{\vec{a}\cdot\vec{b}}{|\vec{a}||\vec{b}|}=\frac{6}{2\sqrt2\cdot3}=\frac{1}{\sqrt2}$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$|\vec{a}\cdot\vec{b}|^2+|\vec{a}\times\vec{b}|^2=|\vec{a}|^2|\vec{b}|^2$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$36+|\vec{a}\times\vec{b}|^2=8\cdot9=72$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pair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pair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$\left(\frac{\pi}{4},6\right)$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$\left(\frac{\pi}{4},6\right)$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common to both planes is visible by inspection: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also equals the second spanning vector, so the line is along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vector common to both planes is visible by inspection: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$(\hat{i}+\hat{j})-(\hat{i}+\hat{k})=\hat{j}-\hat{k}$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also equals the second spanning vector, so the line is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$\hat{j}-\hat{k}$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contains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their difference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is spanned by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also contains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non-zero vector lying in both planes is along their line of intersection,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their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is spanned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$\hat{i}-\hat{j}$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also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non-zero vector lying in both planes is along their line of intersection,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$\vec{a}=t(\hat{j}-\hat{k})$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$\vec{a}\cdot\vec{b}=t(0-2-1)=-3t=6$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$\vec{a}=-2\hat{j}+2\hat{k}$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pair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$\cos\theta=\frac{6}{2\sqrt2\cdot3}=\frac{1}{\sqrt2}$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$\vec{a}\times\vec{b}=\left|\begin{matrix}\hat{i}&amp;\hat{j}&amp;\hat{k}\\0&amp;-2&amp;2\\2&amp;-2&amp;1\end{matrix}\right|=2\hat{i}+4\hat{j}+4\hat{k}$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$|\vec{a}\times\vec{b}|=\sqrt{4+16+16}=6$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pair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$\left(\frac{\pi}{4},6\right)$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$\left(\frac{\pi}{4},6\right)$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(when the planes are not parallel); a plane spanned by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planes are given by spanning vectors, look for a common vector (a combination of the first pair equal to a combination of the second); it gives the line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follows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lengths with no determinant.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$\vec{n}_1,\vec{n}_2$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(when the planes are not parallel); a plane spanned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$\vec{u},\vec{v}$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$\vec{u}\times\vec{v}$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planes are given by spanning vectors, look for a common vector (a combination of the first pair equal to a combination of the second); it gives the line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$|\vec{a}\cdot\vec{b}|^2+|\vec{a}\times\vec{b}|^2=|\vec{a}|^2|\vec{b}|^2$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follows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lengths with no determinant.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$\tan\theta=\frac{|\vec{a}\times\vec{b}|}{\vec{a}\cdot\vec{b}}=\frac66=1$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four distinct points with position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four distinct points with position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\vec{d}\ \vec{b}]+[\vec{d}\ \vec{c}\ \vec{a}]+[\vec{d}\ \vec{b}\ \vec{c}]$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$[\vec{d}\ \vec{b}\ \vec{a}]+[\vec{a}\ \vec{c}\ \vec{d}]+[\vec{d}\ \vec{b}\ \vec{c}]$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$[\vec{d}\ \vec{c}\ \vec{a}]+[\vec{b}\ \vec{d}\ \vec{a}]+[\vec{c}\ \vec{d}\ \vec{b}]$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$[\vec{b}\ \vec{c}\ \vec{d}]+[\vec{d}\ \vec{a}\ \vec{c}]+[\vec{d}\ \vec{b}\ \vec{a}]$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14596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four points and scalar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expand it and use cyclic symmetry.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Four points are coplanar iff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$[\vec{b}-\vec{a},\ \vec{c}-\vec{a},\ \vec{d}-\vec{a}]=0$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expand it and use cyclic symmetry.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(terms with a repeated vector vanish):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$\vec{b}-\vec{a},\ \vec{c}-\vec{a},\ \vec{d}-\vec{a}$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$[\vec{b}-\vec{a}\ \ \vec{c}-\vec{a}\ \ \vec{d}-\vec{a}]=0$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(terms with a repeated vector vanish):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$[\vec{b}\ \vec{c}\ \vec{d}]-[\vec{b}\ \vec{c}\ \vec{a}]-[\vec{b}\ \vec{a}\ \vec{d}]-[\vec{a}\ \vec{c}\ \vec{d}]=0$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Cyclic shifts leave a triple product unchanged: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$[\vec{b}\ \vec{c}\ \vec{a}]=[\vec{a}\ \vec{b}\ 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$-[\vec{b}\ \vec{a}\ \vec{d}]=[\vec{a}\ \vec{b}\ \vec{d}]$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$-[\vec{a}\ \vec{c}\ \vec{d}]=[\vec{a}\ \vec{d}\ 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\vec{c}]=[\vec{b}\ \vec{c}\ \vec{d}]+[\vec{a}\ \vec{b}\ \vec{d}]+[\vec{a}\ \vec{d}\ 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Cyclic shifts leave a triple product unchanged: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$[\vec{b}\ \vec{c}\ \vec{d}]=[\vec{c}\ \vec{d}\ \vec{b}]$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\vec{d}]=[\vec{b}\ \vec{d}\ \vec{a}]$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\vec{d}\ \vec{c}]=[\vec{d}\ \vec{c}\ \vec{a}]$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\vec{c}]=[\vec{d}\ \vec{c}\ \vec{a}]+[\vec{b}\ \vec{d}\ \vec{a}]+[\vec{c}\ \vec{d}\ \vec{b}]$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points satisfy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substitute in option (C) and watch the triple products collapse.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points satisfy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$\vec{d}=\alpha\vec{a}+\beta\vec{b}+\gamma\vec{c}$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$\alpha+\beta+\gamma=1$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substitute in option (C) and watch the triple products collapse.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coplanar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collinear)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parts repeat a vector).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coplanar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collinear)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$\vec{d}=\alpha\vec{a}+\beta\vec{b}+\gamma\vec{c}$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$[\vec{d}\ \vec{c}\ \vec{a}]=\beta[\vec{b}\ \vec{c}\ \vec{a}]=\beta[\vec{a}\ \vec{b}\ 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parts repeat a vector).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$[\vec{b}\ \vec{d}\ \vec{a}]=\gamma[\vec{b}\ \vec{c}\ \vec{a}]=\gamma[\vec{a}\ \vec{b}\ 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(C) holds.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Other options: (A)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(B) and (D) each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it. These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special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(C) is always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$[\vec{c}\ \vec{d}\ \vec{b}]=\alpha[\vec{c}\ \vec{a}\ \vec{b}]=\alpha[\vec{a}\ \vec{b}\ 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$=(\alpha+\beta+\gamma)[\vec{a}\ \vec{b}\ \vec{c}]=[\vec{a}\ \vec{b}\ 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(C) holds.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Other options: (A)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$(\alpha+\beta-\gamma)=1-2\gamma$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(B) and (D) each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$(\alpha-\beta-\gamma)=2\alpha-1$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it. These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special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(C) is always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(alternating sum over the four triples).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affine combination)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collinear.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of tetrahedron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coplanar means volume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 product: cyclic shifts keep the sign, swapping two entries flips it, a repeated vector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$[\vec{b}-\vec{a},\vec{c}-\vec{a},\vec{d}-\vec{a}]=0$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 \vec{b}\ \vec{c}]-[\vec{a}\ \vec{b}\ \vec{d}]+[\vec{a}\ \vec{c}\ \vec{d}]-[\vec{b}\ \vec{c}\ \vec{d}]=0$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(alternating sum over the four triples).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$\vec{d}=\alpha\vec{a}+\beta\vec{b}+\gamma\vec{c}$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affine combination)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collinear.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Volume of tetrahedron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$\frac16\left|[\vec{b}-\vec{a},\vec{c}-\vec{a},\vec{d}-\vec{a}]\right|$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coplanar means volume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 product: cyclic shifts keep the sign, swapping two entries flips it, a repeated vector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62   (B) 46   (C) 49   (D) 53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$\vec{a}=\lambda\hat{i}+\hat{j}-\hat{k}$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$\vec{b}=3\hat{i}-\hat{j}+2\hat{k}$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$(\vec{a}+\vec{b}+\vec{c})\times\vec{c}=\vec{0}$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$\vec{a}\cdot\vec{c}=-17$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$|\vec{c}\times(\lambda\hat{i}+\hat{j}+\hat{k})|^2$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62   (B) 46   (C) 49   (D) 53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Parallel vectors, dot and cross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condition says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turns the vector unknown into one scalar.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$\vec{c}\times\vec{c}=\vec{0}$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condition says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$\vec{c}\parallel\vec{a}+\vec{b}$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turns the vector unknown into one scalar.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the two equations: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$(\vec{a}+\vec{b}+\vec{c})\times\vec{c}=\vec{0}$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$(\vec{a}+\vec{b})\times\vec{c}=\vec{0}$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$\vec{c}\parallel\vec{a}+\vec{b}$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$\vec{a}+\vec{b}=(\lambda+3)\hat{i}+0\hat{j}+\hat{k}$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$\vec{c}=\alpha(\lambda+3)\hat{i}+\alpha\hat{k}$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$3\alpha(\lambda+3)+2\alpha=-20$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$\alpha(3\lambda+11)=-20$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$\vec{a}\cdot\vec{c}=-17$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$\alpha\lambda(\lambda+3)-\alpha=-17$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$\alpha(\lambda^2+3\lambda-1)=-17$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the two equations: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$17(3\lambda+11)=20(\lambda^2+3\lambda-1)$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square of magnitude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$20\lambda^2+9\lambda-207=0$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$(\lambda-3)(20\lambda+69)=0$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$\alpha(20)=-20$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$\vec{c}=-(6\hat{i}+\hat{k})$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$\alpha(9+9-1)=-17$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$\vec{c}\times(3\hat{i}+\hat{j}+\hat{k})=\left|\begin{matrix}\hat{i}&amp;\hat{j}&amp;\hat{k}\\-6&amp;0&amp;-1\\3&amp;1&amp;1\end{matrix}\right|=\hat{i}+3\hat{j}-6\hat{k}$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square of magnitude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$1+9+36=46$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46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finish with the Lagrange identity instead of a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$\vec{a}=\vec{s}-\vec{b}$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$\vec{s}=\vec{a}+\vec{b}$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finish with the Lagrange identity instead of a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integer root).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$\vec{c}=\alpha\vec{s}$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$\vec{s}=\vec{a}+\vec{b}=(\lambda+3)\hat{i}+\hat{k}$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$\frac{\vec{a}\cdot\vec{c}}{\vec{b}\cdot\vec{c}}=\frac{\vec{a}\cdot\vec{s}}{\vec{b}\cdot\vec{s}}=\frac{17}{20}$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$\vec{a}\cdot\vec{s}=|\vec{s}|^2-\vec{b}\cdot\vec{s}$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$\frac{|\vec{s}|^2}{\vec{b}\cdot\vec{s}}=1+\frac{17}{20}=\frac{37}{20}$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$|\vec{s}|^2=(\lambda+3)^2+1$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$\vec{b}\cdot\vec{s}=3\lambda+11$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$20\left[(\lambda+3)^2+1\right]=37(3\lambda+11)$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$20\lambda^2+9\lambda-207=0$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integer root).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$\vec{s}=6\hat{i}+\hat{k}$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$\vec{b}\cdot\vec{s}=20$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$\alpha=\frac{-20}{20}=-1$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$\vec{c}=-\vec{s}$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$|\vec{c}|^2=37$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$\vec{v}=3\hat{i}+\hat{j}+\hat{k}$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$|\vec{v}|^2=11$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$\vec{c}\cdot\vec{v}=-(18+1)=-19$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$|\vec{c}\times\vec{v}|^2=|\vec{c}|^2|\vec{v}|^2-(\vec{c}\cdot\vec{v})^2=37\cdot11-361=46$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46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replaces a vector unknown by one scalar.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selector between the roots of a quadratic; test the chosen root in the original equations.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$\vec{u}\times\vec{c}=\vec{0}$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$\vec{u}\ne\vec{0}$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$\vec{c}=\alpha\vec{u}$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replaces a vector unknown by one scalar.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$\vec{c}=\alpha\vec{s}$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$\frac{\vec{a}\cdot\vec{c}}{\vec{b}\cdot\vec{c}}=\frac{\vec{a}\cdot\vec{s}}{\vec{b}\cdot\vec{s}}$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$\vec{b}\cdot\vec{s}\ne0$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$|\vec{c}\times\vec{v}|^2=|\vec{c}|^2|\vec{v}|^2-(\vec{c}\cdot\vec{v})^2$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$37\cdot11-19^2=46$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selector between the roots of a quadratic; test the chosen root in the original equations.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distinct real numbers, none equal to one. If the vectors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-2   (B) 1   (C) 2   (D) -1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distinct real numbers, none equal to one. If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$\hat{i}+b\hat{j}+\hat{k}$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$\hat{i}+\hat{j}+c\hat{k}$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$\frac{1}{1-a}+\frac{1}{1-b}+\frac{1}{1-c}$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-2   (B) 1   (C) 2   (D) -1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three vectors and determinants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means the determinant is zero; row operations create the factors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means the determinant is zero; row operations create the factors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$(b-1)$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$(c-1)$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gives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$\left|\begin{matrix}a&amp;1&amp;1\\1&amp;b&amp;1\\1&amp;1&amp;c\end{matrix}\right|=0$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$R_1\to R_1-R_2$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$R_2\to R_2-R_3$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$\left|\begin{matrix}a-1&amp;1-b&amp;0\\0&amp;b-1&amp;1-c\\1&amp;1&amp;c\end{matrix}\right|=0$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$(a-1)\left[c(b-1)-(1-c)\right]-(1-b)\left[0-(1-c)\right]=0$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$c(a-1)(b-1)-(a-1)(1-c)+(1-b)(1-c)=0$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non-zero):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non-zero):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$c\,xy+xz+yz=0$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$c=1-z$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$xy-xyz+xz+yz=0$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$\frac1z-1+\frac1y+\frac1x=0$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$\frac{1}{1-a}+\frac{1}{1-b}+\frac{1}{1-c}=1$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each vector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a multiple of one basis vector and expand the triple product by multilinearity.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each vector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a multiple of one basis vector and expand the triple product by multilinearity.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vectors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linearity; any term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twice vanishes.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survivors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of the last three brackets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matching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triple product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$\vec{p}=\hat{i}+\hat{j}+\hat{k}$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$y=b-1$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$z=c-1$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vectors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$\vec{p}+x\hat{i}$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$\vec{p}+y\hat{j}$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$\vec{p}+z\hat{k}$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$[\vec{p}+x\hat{i},\ \vec{p}+y\hat{j},\ \vec{p}+z\hat{k}]$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linearity; any term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twice vanishes.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survivors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$xyz[\hat{i}\,\hat{j}\,\hat{k}]+xy[\hat{i}\,\hat{j}\,\vec{p}]+yz[\vec{p}\,\hat{j}\,\hat{k}]+zx[\hat{i}\,\vec{p}\,\hat{k}]$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of the last three brackets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matching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$[\hat{i}\,\hat{j}\,\hat{k}]=1$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triple product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$xyz+xy+yz+zx$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Dividing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$xyz+xy+yz+zx=0$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$1+\frac1z+\frac1x+\frac1y=0$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$\frac1x+\frac1y+\frac1z=-1$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$\frac1{a-1}+\frac1{b-1}+\frac1{c-1}=-1$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$\frac{1}{1-a}+\frac{1}{1-b}+\frac{1}{1-c}=1$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vectors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iff their scalar triple product (the determinant of components)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$\left|\begin{matrix}a&amp;1&amp;1\\1&amp;b&amp;1\\1&amp;1&amp;c\end{matrix}\right|=abc-a-b-c+2=(a-1)(b-1)(c-1)\left[1+\sum\frac1{a-1}\right]$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vectors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$\sum\frac{1}{1-a}=1$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$\sum\frac{a}{1-a}=\sum\left(\frac{1}{1-a}-1\right)=-2$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iff their scalar triple product (the determinant of components)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$a=2,\ 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$abc-a-b-c+2=5c-3=0$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$\frac1{-1}+\frac1{-2}+\frac1{2/5}=-1-\frac12+\frac52=1$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313   (B) 323   (C) 423   (D) 413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$\vec{a}=\hat{i}+4\hat{j}+2\hat{k}$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$\vec{b}=3\hat{i}-2\hat{j}+7\hat{k}$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$\vec{c}=2\hat{i}-\hat{j}+4\hat{k}$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$\vec{d}\times\vec{b}=\vec{c}\times\vec{b}$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$\vec{d}\cdot\vec{a}=24$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$|\vec{d}|^2$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313   (B) 323   (C) 423   (D) 413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and parallel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dot product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$(\vec{d}-\vec{c})\times\vec{b}=\vec{0}$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$\vec{d}=\vec{c}+\lambda\vec{b}$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dot product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$\vec{d}\times\vec{b}=\vec{c}\times\vec{b}\Rightarrow(\vec{d}-\vec{c})\times\vec{b}=\vec{0}$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$\vec{d}-\vec{c}\parallel\vec{b}$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$\vec{d}=\vec{c}+\lambda\vec{b}$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$\vec{d}\cdot\vec{a}=24$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$(\vec{c}+\lambda\vec{b})\cdot\vec{a}=24$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$\lambda=\frac{24-\vec{a}\cdot\vec{c}}{\vec{b}\cdot\vec{a}}$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$\vec{a}\cdot\vec{c}=2-4+8=6$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$\vec{b}\cdot\vec{a}=3-8+14=9$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$\lambda=\frac{24-6}{9}=2$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$\vec{d}=\vec{c}+2\vec{b}=(2+6)\hat{i}+(-1-4)\hat{j}+(4+14)\hat{k}=8\hat{i}-5\hat{j}+18\hat{k}$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$|\vec{d}|^2=64+25+324=413$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413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three unknowns: the cross-product equation gives two independent linear equations and the dot product gives the third.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$\vec{d}=(x,y,z)$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three unknowns: the cross-product equation gives two independent linear equations and the dot product gives the third.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(components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components: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third follows from the first two,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dot condition: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$\vec{d}=x\hat{i}+y\hat{j}+z\hat{k}$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$\vec{d}\times\vec{b}=(7y+2z)\hat{i}+(3z-7x)\hat{j}+(-2x-3y)\hat{k}$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$\vec{c}\times\vec{b}=\hat{i}-2\hat{j}-\hat{k}$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(components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$-7+8$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components: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$7y+2z=1$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$3z-7x=-2$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$-2x-3y=-1$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third follows from the first two,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$\vec{d}\times\vec{b}\perp\vec{b}$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dot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$x+4y+2z=24$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substituting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third equation, rewritten):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$7y+2z=1$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$2z=1-7y$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substituting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$x+4y+2z=24$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$x-3y=23$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$x-3y=23$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third equation, rewritten):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$y=\frac{1-16}{3}=-5$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$z=\frac{1-7y}{2}=18$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$3z-7x=54-56=-2$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$|\vec{d}|^2=64+25+324=413$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413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determined only up to a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one more scalar condition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(solving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Geometrically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moves on the line through the tip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cuts it at one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$\vec{u}\times\vec{b}=\vec{w}\times\vec{b}$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$\vec{u}=\vec{w}+\lambda\vec{b}$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determined only up to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one more scalar condition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$\vec{u}\times\vec{b}=\vec{w}$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$\vec{u}\cdot\vec{b}=k$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$\vec{u}=\frac{\vec{b}\times\vec{w}+k\vec{b}}{|\vec{b}|^2}$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(solving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$\lambda=\frac{k-\vec{a}\cdot\vec{c}}{\vec{a}\cdot\vec{b}}$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moves on the line through the tip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$\vec{d}\cdot\vec{a}=24$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cuts it at one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line of the shortest distance between the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$\vec{r}\cdot(\hat{i}-2\hat{j}+3\hat{k})=10$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the line of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$\vec{r}=(\hat{i}-\hat{j})+\lambda(2\hat{i}+\hat{k})$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$\vec{r}=(2\hat{i}-\hat{j})+\mu(\hat{i}-\hat{j}+\hat{k})$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 and distance of a point from a plane along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shortest-distance direction is the cross product of the two line directions; move from the point along it until the plane is hit.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shortest distance is perpendicular to both lines: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(up to a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this direction: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it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shortest distance is perpendicular to both lines: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$=(2\hat{i}+\hat{k})\times(\hat{i}-\hat{j}+\hat{k})=\left|\begin{matrix}\hat{i}&amp;\hat{j}&amp;\hat{k}\\2&amp;0&amp;1\\1&amp;-1&amp;1\end{matrix}\right|=\hat{i}-\hat{j}-2\hat{k}$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(up to a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this direction: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$\vec{r}=(-\hat{i}+2\hat{j}+3\hat{k})+\lambda(\hat{i}-\hat{j}-2\hat{k})$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$(\lambda-1,\ 2-\lambda,\ 3-2\lambda)$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it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$x-2y+3z=10$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of intersection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$(\lambda-1)-2(2-\lambda)+3(3-2\lambda)=10$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$4-3\lambda=10$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of intersection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$B(-3,4,7)$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$AB=\sqrt{(-3+1)^2+(4-2)^2+(7-3)^2}=\sqrt{4+4+16}=\sqrt{24}=2\sqrt6$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slant-distance formula: distance along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slant-distance formula: distance along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plane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$\vec{n}\cdot\vec{r}=p$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$\frac{|\vec{n}\cdot P-p|\,|\vec{u}|}{|\vec{n}\cdot\vec{u}|}$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shortest distance: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shortest distance: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$\vec{u}=(2,0,1)\times(1,-1,1)=(1,-1,-2)$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$|\vec{u}|=\sqrt6$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 P-p=(-1-4+9)-10=-6$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meets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 cancel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$\vec{n}\cdot\vec{u}=1+2-6=-3\ne0$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meets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$t(\vec{n}\cdot\vec{u})$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 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$|t|=\frac{6}{3}=2$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$=|t||\vec{u}|=2\sqrt6$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perpendicular (shortest distance)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(lines not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equals the perpendicular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perpendicular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the directions of the given lines matter for this question, not their positions.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perpendicular (shortest distance)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$\vec{r}=\vec{a}_1+\lambda\vec{b}_1$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$\vec{r}=\vec{a}_2+\mu\vec{b}_2$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$\vec{b}_1\times\vec{b}_2$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(lines not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$\frac{|\vec{n}\cdot P-p|\,|\vec{u}|}{|\vec{n}\cdot\vec{u}|}$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$\vec{n}\cdot\vec{u}\ne0$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equals the perpendicular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$\frac{|\vec{n}\cdot P-p|}{|\vec{n}|}$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perpendicular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the directions of the given lines matter for this question, not their positions.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for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60   (B) 54   (C) 120   (D) 108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for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$\overrightarrow{AB}=-2\hat{i}+\hat{j}+3\hat{k}$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$\overrightarrow{CB}=\alpha\hat{i}+\beta\hat{j}+\gamma\hat{k}$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$\overrightarrow{CA}=4\hat{i}+3\hat{j}+\delta\hat{k}$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$\overrightarrow{CB}\cdot\overrightarrow{CA}$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60   (B) 54   (C) 120   (D) 108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triangle and dot product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links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area condition then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$\overrightarrow{AB}+\overrightarrow{BC}+\overrightarrow{CA}=\vec{0}$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links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$\gamma,\delta$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area condition then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$\delta$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δ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$\overrightarrow{AB}+\overrightarrow{BC}+\overrightarrow{CA}=\vec{0}$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$\overrightarrow{BC}=-\overrightarrow{CB}$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$(-2-\alpha+4)\hat{i}+(1-\beta+3)\hat{j}+(3-\gamma+\delta)\hat{k}=\vec{0}$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$\gamma-\delta=3$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$=\frac12|\overrightarrow{AB}\times\overrightarrow{AC}|=5\sqrt6$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$\overrightarrow{AC}=-4\hat{i}-3\hat{j}-\delta\hat{k}$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$\overrightarrow{AB}\times\overrightarrow{AC}=\left|\begin{matrix}\hat{i}&amp;\hat{j}&amp;\hat{k}\\-2&amp;1&amp;3\\-4&amp;-3&amp;-\delta\end{matrix}\right|=(9-\delta)\hat{i}-(2\delta+12)\hat{j}+10\hat{k}$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$|\overrightarrow{AB}\times\overrightarrow{AC}|^2=(10\sqrt6)^2$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$(\delta-9)^2+(2\delta+12)^2+100=600$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$5\delta^2+30\delta-275=0$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$\delta^2+6\delta-55=0$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$(\delta+11)(\delta-5)=0$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$\overrightarrow{CB}=2\hat{i}+4\hat{j}+8\hat{k}$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$\overrightarrow{CA}=4\hat{i}+3\hat{j}+5\hat{k}$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$\overrightarrow{CB}\cdot\overrightarrow{CA}=8+12+40=60$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60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cross product: Lagrange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cross product: Lagrange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$|\vec{u}\times\vec{v}|^2=|\vec{u}|^2|\vec{v}|^2-(\vec{u}\cdot\vec{v})^2$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$\overrightarrow{CB}\cdot\overrightarrow{CA}=|\overrightarrow{CA}|^2+\overrightarrow{AB}\cdot\overrightarrow{CA}$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$|\overrightarrow{AB}\times\overrightarrow{CA}|^2=(10\sqrt6)^2=600$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$|\overrightarrow{AB}|^2=14$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$|\overrightarrow{CA}|^2=25+\delta^2$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$\overrightarrow{AB}\cdot\overrightarrow{CA}=-8+3+3\delta=3\delta-5$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$14(25+\delta^2)-(3\delta-5)^2=600$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$5\delta^2+30\delta+325=600$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dot product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$\delta^2+6\delta-55=0$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$\overrightarrow{CB}=\overrightarrow{CA}+\overrightarrow{AB}$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$\overrightarrow{CB}\cdot\overrightarrow{CA}=|\overrightarrow{CA}|^2+\overrightarrow{AB}\cdot\overrightarrow{CA}$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$|\overrightarrow{CA}|^2=50$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$\overrightarrow{AB}\cdot\overrightarrow{CA}=10$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dot product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60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triangle,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two sides given the third follows component by component.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needs no determinant.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rule);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sign condition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there to choose between the two roots of a quadratic.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triangle,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$\overrightarrow{AB}+\overrightarrow{BC}+\overrightarrow{CA}=\vec{0}$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two sides given the third follows component by component.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$=\frac12|\vec{u}\times\vec{v}|=\frac12\sqrt{|\vec{u}|^2|\vec{v}|^2-(\vec{u}\cdot\vec{v})^2}$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needs no determinant.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$\overrightarrow{CB}\cdot\overrightarrow{CA}=\frac12\left(CB^2+CA^2-AB^2\right)$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rule);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$\frac12(84+50-14)=60$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sign condition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there to choose between the two roots of a quadratic.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882   (B) 841   (C) 441   (D) 482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$|(\vec{a}+2\vec{b})\times(2\vec{a}-3\vec{b})|^2$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882   (B) 841   (C) 441   (D) 482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properties and magnitude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Distribute the cross product: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 it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Distribute the cross product: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$\vec{a}\times\vec{a}=\vec{b}\times\vec{b}=\vec{0}$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$\vec{b}\times\vec{a}=-\vec{a}\times\vec{b}$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 it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$-7\,\vec{a}\times\vec{b}$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product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$(\vec{a}+2\vec{b})\times(2\vec{a}-3\vec{b})=2\vec{a}\times\vec{a}-3\vec{a}\times\vec{b}+4\vec{b}\times\vec{a}-6\vec{b}\times\vec{b}$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$\vec{a}\times\vec{a}=\vec{b}\times\vec{b}=\vec{0}$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$\vec{b}\times\vec{a}=-\vec{a}\times\vec{b}$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product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$-3\vec{a}\times\vec{b}-4\vec{a}\times\vec{b}=-7(\vec{a}\times\vec{b})$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$|-7(\vec{a}\times\vec{b})|^2=49|\vec{a}\times\vec{b}|^2=49|\vec{a}|^2|\vec{b}|^2\sin^2\frac{\pi}{4}$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$=49\cdot4\cdot9\cdot\frac12=882$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882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cross products altogether: expand with the Lagrange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cross products altogether: expand with the Lagrange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$|\vec{u}\times\vec{v}|^2=|\vec{u}|^2|\vec{v}|^2-(\vec{u}\cdot\vec{v})^2$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$\vec{a}\cdot\vec{b}=3\sqrt2$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$\vec{a}\cdot\vec{b}=2\cdot3\cos\frac{\pi}{4}=3\sqrt2$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$\vec{u}=\vec{a}+2\vec{b}$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$|\vec{u}|^2=4+4(3\sqrt2)+36=40+12\sqrt2$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$\vec{v}=2\vec{a}-3\vec{b}$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$|\vec{v}|^2=16-12(3\sqrt2)+81=97-36\sqrt2$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$\vec{u}\cdot\vec{v}=2|\vec{a}|^2-3\vec{a}\cdot\vec{b}+4\vec{a}\cdot\vec{b}-6|\vec{b}|^2=8+3\sqrt2-54=-46+3\sqrt2$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1164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$|\vec{u}|^2|\vec{v}|^2=(40+12\sqrt2)(97-36\sqrt2)=3880-1440\sqrt2+1164\sqrt2-864=3016-276\sqrt2$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$(\vec{u}\cdot\vec{v})^2=2116-276\sqrt2+18=2134-276\sqrt2$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$=3016-2134=882$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882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determinant of the coefficient matrix scales the cross product (and the parallelogram area).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 identity).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for any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coefficient determinant is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$(p\vec{a}+q\vec{b})\times(r\vec{a}+s\vec{b})=(ps-qr)(\vec{a}\times\vec{b})$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determinant of the coefficient matrix scales the cross product (and the parallelogram area).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$|\vec{a}\times\vec{b}|^2=|\vec{a}|^2|\vec{b}|^2\sin^2\theta=|\vec{a}|^2|\vec{b}|^2-(\vec{a}\cdot\vec{b})^2$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 identity).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$\vec{a}\times\vec{a}=\vec{0}$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$\vec{b}\times\vec{a}=-\vec{a}\times\vec{b}$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for any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coefficient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$\left|\begin{matrix}1&amp;2\\2&amp;-3\end{matrix}\right|=-7$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$|\vec{a}\times\vec{b}|^2=18$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$49\cdot18=882$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quadrilateral.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mid points of the diagonals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   (B) -2   (C) 2   (D) -4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quadrilateral.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mid points of the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$(\overrightarrow{AB}-\overrightarrow{BC})+(\overrightarrow{AD}-\overrightarrow{DC})=k\,\overrightarrow{FE}$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   (B) -2   (C) 2   (D) -4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Position vectors and midpoints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every vector as a difference of position vectors; the sum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vector between the diagonal midpoints.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every vector as a difference of position vectors; the sum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$2(\vec{b}+\vec{d})-2(\vec{a}+\vec{c})$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vector between the diagonal midpoints.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position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position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$\vec{a},\vec{b},\vec{c},\vec{d}$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$\frac{\vec{a}+\vec{c}}{2}$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$\frac{\vec{b}+\vec{d}}{2}$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$(\overrightarrow{AB}-\overrightarrow{BC})+(\overrightarrow{AD}-\overrightarrow{DC})=(\vec{b}-\vec{a})-(\vec{c}-\vec{b})+(\vec{d}-\vec{a})-(\vec{c}-\vec{d})$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$=2\vec{b}-2\vec{a}-2\vec{c}+2\vec{d}=2(\vec{b}+\vec{d})-2(\vec{a}+\vec{c})$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</m:acc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$=4\left[\frac{\vec{b}+\vec{d}}{2}-\frac{\vec{a}+\vec{c}}{2}\right]=4\overrightarrow{EF}$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$4\overrightarrow{EF}=-4\overrightarrow{FE}$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-4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does not depend on the shape of the quadrilateral, so test one concrete non-degenerate quadrilateral.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does not depend on the shape of the quadrilateral, so test one concrete non-degenerate quadrilateral.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 parallelogram,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$B(4,0)$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 parallelogram,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$E\ne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$\left(\frac52,1\right)$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$\overrightarrow{FE}=\left(\frac12,0\right)$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$\overrightarrow{AB}=(4,0)$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$\overrightarrow{BC}=(1,2)$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$\overrightarrow{AD}=(0,2)$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$\overrightarrow{DC}=(5,0)$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$(\overrightarrow{AB}-\overrightarrow{BC})+(\overrightarrow{AD}-\overrightarrow{DC})=(3,-2)+(-5,2)=(-2,0)$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$(-2,0)=k\left(\frac12,0\right)$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-4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position vector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converting every displacement to a difference of position vectors makes identities mechanical.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diagonal midpoints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parallelogram, so such a test case gives no information (both sides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pick a non-parallelogram to test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constant that is independent of the figure can be found from one non-degenerate instance.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position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$\frac{\vec{p}+\vec{q}}{2}$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converting every displacement to a difference of position vectors makes identities mechanical.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diagonal midpoints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$\overrightarrow{AB}+\overrightarrow{AD}+\overrightarrow{CB}+\overrightarrow{CD}=4\overrightarrow{EF}$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parallelogram, so such a test case gives no information (both sides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pick a non-parallelogram to test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constant that is independent of the figure can be found from one non-degenerate instance.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vectors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coplanar. Then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∈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2210   (B) 2370   (C) 2290   (D) 2130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$\lambda\hat{i}-\hat{j}+\hat{k}$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$\hat{i}+2\hat{j}+\mu\hat{k}$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$3\hat{i}-4\hat{j}+5\hat{k}$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$\lambda-\mu=5$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coplanar.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$\sum_{(\lambda,\mu)\in S}80\left(\lambda^2+\mu^2\right)$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2210   (B) 2370   (C) 2290   (D) 2130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three vectors and determinants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this is a quadratic with two roots.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Coplanarity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$10\lambda+4\lambda\mu-3\mu=5$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$\lambda=\mu+5$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this is a quadratic with two roots.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(ii) in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$\left|\begin{matrix}\lambda&amp;-1&amp;1\\1&amp;2&amp;\mu\\3&amp;-4&amp;5\end{matrix}\right|=0$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$\lambda(10+4\mu)+1(5-3\mu)+1(-4-6)=0$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$10\lambda+4\lambda\mu+5-3\mu-10=0$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$10\lambda+4\lambda\mu-3\mu=5$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$\lambda=5+\mu$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(ii) in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$10(5+\mu)+4\mu(5+\mu)-3\mu=5$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$4\mu^2+27\mu+45=0$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middle term: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middle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$4\mu^2+12\mu+15\mu+45=0$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$4\mu(\mu+3)+15(\mu+3)=0$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$(\mu+3)(4\mu+15)=0$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$\mu=-\frac{15}{4}$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$\sum80(\lambda^2+\mu^2)=80\left[(4+9)+\left(\frac{25}{16}+\frac{225}{16}\right)\right]=80\left(13+\frac{250}{16}\right)$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$=1040+1250=2290$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2290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Vieta's relations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sum over both roots, without finding them.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Vieta's relations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$4\mu^2+27\mu+45=0$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sum over both roots, without finding them.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condition reduces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two real roots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Vieta: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$\lambda=\mu+5$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condition reduces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$4\mu^2+27\mu+45=0$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two real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$\mu_1,\mu_2$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Vieta: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$\mu_1+\mu_2=-\frac{27}{4}$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$\mu_1\mu_2=\frac{45}{4}$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$\mu_1^2+\mu_2^2=\frac{729}{16}-\frac{90}{4}=\frac{369}{16}$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$\lambda^2+\mu^2=(\mu+5)^2+\mu^2=2\mu^2+10\mu+25$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over the two pairs: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over the two pairs: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$2\cdot\frac{369}{16}+10\left(-\frac{27}{4}\right)+50=\frac{369}{8}-\frac{135}{2}+50=\frac{229}{8}$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$80\cdot\frac{229}{8}=2290$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2290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iff their determinant (scalar triple product) vanishes; a linear condition between the parameters then leaves a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quadratic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over both roots of any polynomial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follows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roots need not be found (check the roots are real first).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Determinant here: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test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pairs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vectors are coplanar iff their determinant (scalar triple product) vanishes; a linear condition between the parameters then leaves a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quadratic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$A\mu^2+B\mu+C=0$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over both roots of any polynomial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follows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$\mu_1+\mu_2=-\frac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$\mu_1\mu_2=\frac CA$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roots need not be found (check the roots are real first).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Determinant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$\left|\begin{matrix}\lambda&amp;-1&amp;1\\1&amp;2&amp;\mu\\3&amp;-4&amp;5\end{matrix}\right|=4\lambda\mu+10\lambda-3\mu-5$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test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$(\lambda,\mu)=(2,-3)$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$-24+20+9-5=0$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pairs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$\left(\frac54,-\frac{15}{4}\right)$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vectors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$\vec{a}=6\hat{i}+9\hat{j}+12\hat{k}$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$\vec{b}=\alpha\hat{i}+11\hat{j}-2\hat{k}$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$\vec{c}\cdot(\hat{i}-2\hat{j}+\hat{k})=5$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$\vec{c}\cdot(\hat{i}+\hat{j}+\hat{k})$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equation and dot product conditions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dot conditions then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$\vec{a}\times(\vec{c}-\vec{b})=\vec{0}$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$\vec{c}=\vec{b}+\lambda\vec{a}$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dot conditions then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$|\vec{a}|^2=36+81+144=261$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$\vec{a}\cdot\vec{b}=6\alpha+99-24=6\alpha+75$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$\vec{a}\times\vec{c}=\vec{a}\times\vec{b}\Rightarrow\vec{a}\times(\vec{c}-\vec{b})=\vec{0}$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$\vec{c}-\vec{b}\parallel\vec{a}$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$\vec{c}=\vec{b}+\lambda\vec{a}$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$\vec{c}\cdot\vec{a}=-12$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$\vec{b}\cdot\vec{a}+\lambda|\vec{a}|^2=-12$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$6\alpha+75+261\lambda=-12$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$6\alpha+261\lambda=-87$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$\vec{c}=(\alpha+6\lambda)\hat{i}+(11+9\lambda)\hat{j}+(-2+12\lambda)\hat{k}$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$\vec{c}\cdot(\hat{i}-2\hat{j}+\hat{k})=5$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$(\alpha-22-2)+\lambda(6-18+12)=5$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$\alpha-24=5$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$174+261\lambda=-87$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$\vec{c}=\vec{b}-\vec{a}$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$\vec{c}\cdot(\hat{i}+\hat{j}+\hat{k})=(\vec{b}-\vec{a})\cdot(\hat{i}+\hat{j}+\hat{k})$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$\vec{b}=29\hat{i}+11\hat{j}-2\hat{k}$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$38-27=11$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Notice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second condition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once; then find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three linear equations.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Notice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$\vec{a}\perp(\hat{i}-2\hat{j}+\hat{k})$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second condition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once; then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three linear equations.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involved.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$\vec{a}\cdot(\hat{i}-2\hat{j}+\hat{k})=6-18+12=0$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$\vec{c}=\vec{b}+\lambda\vec{a}$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$\vec{c}\cdot(\hat{i}-2\hat{j}+\hat{k})=\vec{b}\cdot(\hat{i}-2\hat{j}+\hat{k})=\alpha-22-2=\alpha-24$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$\vec{b}=29\hat{i}+11\hat{j}-2\hat{k}$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involved.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$\vec{a}\cdot\vec{b}+261\lambda=-12$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$\vec{a}\cdot\vec{b}=174+75=249$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$261\lambda=-261$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$\vec{c}=\vec{b}-\vec{a}=(23,2,-14)$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$\vec{c}\cdot(1,1,1)=23+2-14=11$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cross-product condition fixes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a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test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 matter what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is; look for such a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cross-product equality plus one dot-product equality determines a vector uniquely (when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$\vec{a}\times\vec{c}=\vec{a}\times\vec{b}$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$\vec{c}=\vec{b}+\lambda\vec{a}$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$\vec{a}\ne\vec{0}$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cross-product condition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test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$\vec{w}\perp\vec{a}$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$\vec{c}\cdot\vec{w}=\vec{b}\cdot\vec{w}$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 matter what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is; look for such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$\hat{i}-2\hat{j}+\hat{k}$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cross-product equality plus one dot-product equality determines a vector uniquely (when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$\vec{a}\cdot\vec{a}\ne0$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$\vec{c}=(23,2,-14)$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$\vec{a}\cdot\vec{c}=138+18-168=-12$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$\vec{c}\cdot(1,-2,1)=23-4-14=5$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origin and be perpendicular to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point of intersection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origin and be perpendicular to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$\ell_1:\vec{r}=(\hat{i}-11\hat{j}-7\hat{k})+\lambda(\hat{i}+2\hat{j}+3\hat{k}),\ 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$\ell_2:\vec{r}=(-\hat{i}+\hat{k})+\mu(2\hat{i}+2\hat{j}+\hat{k}),\ \mu\in\mathbb{R}$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point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$9(\alpha+\beta+\gamma)$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Lines perpendicular to given lines and foot of perpendicular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intersection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each come from one scalar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$d_1\times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intersection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each come from one scalar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multiplying: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direction ratios can be taken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$\ell_1,\ell_2$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$a+2b+3c=0$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$2a+2b+c=0$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multiplying: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$\frac{a}{-4}=\frac{b}{5}=\frac{c}{-2}$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direction ratios can be taken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$4,-5,2$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$(4t,-5t,2t)$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$(1+\lambda,\ 2\lambda-11,\ 3\lambda-7)$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$4t=\lambda+1$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$2\lambda-11=-5t$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$3\lambda-7=2t$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and third: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second equation holds: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and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$2(3\lambda-7)=\lambda+1$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$5\lambda=15$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second equation holds: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$P(4,-5,2)$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$Q(2\mu-1,\ 2\mu,\ \mu+1)$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$2\mu-5,\ 2\mu+5,\ \mu-1$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$PQ\perp\ell_2$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$2(2\mu-5)+2(2\mu+5)+(\mu-1)=0$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$Q=\left(-\frac79,\frac29,\frac{10}{9}\right)$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$9(\alpha+\beta+\gamma)=-7+2+10=5$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line through the origin that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is perpendicular to it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the projection formula for the foot.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line through the origin that meets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is perpendicular to it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$\overrightarrow{OP}\cdot\vec{d}_1=0$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the projection formula for the foot.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$\ell\perp\ell_1$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$\overrightarrow{OP}\perp(\hat{i}+2\hat{j}+3\hat{k})$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$P=(1+\lambda,\ 2\lambda-11,\ 3\lambda-7)$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$(1+\lambda)+2(2\lambda-11)+3(3\lambda-7)=14\lambda-42=0$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$P=(4,-5,2)$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$\overrightarrow{OP}\cdot(2,2,1)=8-10+2=0$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$\ell\perp\ell_2$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parameter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$\vec{d}=(2,2,1)$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$|\vec{d}|^2=9$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$\overrightarrow{AP}=(5,-5,1)$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parameter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$\mu=\frac{\overrightarrow{AP}\cdot\vec{d}}{|\vec{d}|^2}=\frac{10-10+1}{9}=\frac19$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$Q=A+\mu\vec{d}=\left(-\frac79,\frac29,\frac{10}{9}\right)$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$9(\alpha+\beta+\gamma)=5$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two non-parallel lines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through the origin meets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finds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one linear equation, no need for the 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Intersecting-line equations are over-determined; a consistent third equation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 free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two non-parallel lines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$\vec{d}_1\times\vec{d}_2$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through the origin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$\overrightarrow{OP}\cdot\vec{d}_1=0$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finds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one linear equation, no need for the 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$\vec{r}=A+\mu\vec{d}$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$\mu=\frac{(P-A)\cdot\vec{d}}{|\vec{d}|^2}$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Intersecting-line equations are over-determined; a consistent third equation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 free check.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$\vec{a}=\hat{i}+2\hat{j}+3\hat{k}$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$\vec{b}=\hat{i}+\hat{j}-\hat{k}$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$\vec{b}\cdot(\vec{a}\times\vec{c})=27$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$\vec{b}\cdot\vec{c}=-\sqrt3|\vec{b}|$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and vector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together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its perpendicular and parallel parts.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$\vec{b}\times(\vec{a}\times\vec{c})=\vec{a}(\vec{b}\cdot\vec{c})$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together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$\vec{b}\cdot(\vec{a}\times\vec{c})$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$|\vec{b}||\vec{a}\times\vec{c}|$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its perpendicular and parallel parts.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$\vec{a}\cdot\vec{b}=1+2-3=0$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$\vec{b}\cdot\vec{c}=-\sqrt3\cdot\sqrt3=-3$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$\vec{b}\times(\vec{a}\times\vec{c})=\vec{a}(\vec{b}\cdot\vec{c})-\vec{c}(\vec{b}\cdot\vec{a})=-3\vec{a}$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$|\vec{b}||\vec{a}\times\vec{c}|\sin\theta=|-3\vec{a}|=3\sqrt{14}$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$\vec{b}\cdot(\vec{a}\times\vec{c})=27$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$|\vec{b}||\vec{a}\times\vec{c}|\cos\theta=27$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95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$\tan\theta=\frac{3\sqrt{14}}{27}$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$\sin\theta=\frac{\sqrt{14}}{\sqrt{95}}$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$|\vec{b}||\vec{a}\times\vec{c}|=\frac{3\sqrt{14}}{\sqrt{14}/\sqrt{95}}=3\sqrt{95}$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$|\vec{a}\times\vec{c}|=\frac{3\sqrt{95}}{\sqrt3}=\sqrt3\cdot\sqrt{95}$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$|\vec{a}\times\vec{c}|^2=3\cdot95=285$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285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an orthogonal basis; expand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it,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Lagrange's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vectors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$\vec{a},\vec{b},\vec{a}\times\vec{b}$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an orthogonal basis; 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it,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$|\vec{c}|^2$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Lagrange's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mutually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(swapping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triple product flips the sign).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$\vec{n}=\vec{a}\times\vec{b}=(-5,4,-1)$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$|\vec{n}|^2=42$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mutually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$\vec{b}\cdot\vec{c}=-\sqrt3\cdot\sqrt3=-3$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$\vec{n}\cdot\vec{c}=[\vec{a}\,\vec{b}\,\vec{c}]=-\,\vec{b}\cdot(\vec{a}\times\vec{c})=-27$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(swapping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$\vec{a},\vec{b}$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triple product flips the sign).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orthogonal basis,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orthogonal basis,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$|\vec{c}|^2=\frac{(\vec{a}\cdot\vec{c})^2}{|\vec{a}|^2}+\frac{(\vec{b}\cdot\vec{c})^2}{|\vec{b}|^2}+\frac{(\vec{n}\cdot\vec{c})^2}{|\vec{n}|^2}=\frac{121}{14}+\frac93+\frac{729}{42}$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$\frac{121}{14}+\frac{243}{14}=\frac{364}{14}=26$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$|\vec{c}|^2=26+3=29$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$|\vec{a}\times\vec{c}|^2=|\vec{a}|^2|\vec{c}|^2-(\vec{a}\cdot\vec{c})^2=14\cdot29-121=285$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285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just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orthogonal basis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(Parseval).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swapping two vectors changes the sign,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$\vec{b}\times(\vec{a}\times\vec{c})=\vec{a}(\vec{b}\cdot\vec{c})-\vec{c}(\vec{a}\cdot\vec{b})$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just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$(\vec{b}\cdot\vec{c})\vec{a}$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$\{\vec{a},\vec{b},\vec{a}\times\vec{b}\}$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orthogonal basis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$|\vec{c}|^2=\sum\frac{(\vec{c}\cdot\vec{e})^2}{|\vec{e}|^2}$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(Parseval).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$|\vec{a}\times\vec{c}|^2=|\vec{a}|^2|\vec{c}|^2-(\vec{a}\cdot\vec{c})^2$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$[\vec{a}\,\vec{b}\,\vec{c}]=\vec{a}\cdot(\vec{b}\times\vec{c})=\vec{b}\cdot(\vec{c}\times\vec{a})$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swapping two vectors changes the sign,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$\vec{b}\cdot(\vec{a}\times\vec{c})=-[\vec{a}\,\vec{b}\,\vec{c}]$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$\vec{c}=(3,-2,4)$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$\vec{a}=3\hat{i}+\hat{j}-\hat{k}$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$\vec{c}=2\hat{i}-3\hat{j}+3\hat{k}$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$\left|72-|\vec{b}+\vec{c}|^2\right|$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(cross) product and Lagrange identity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Taking magnitudes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follows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(its sign does not matter).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Taking magnitudes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$\vec{a}=\vec{b}\times\vec{c}$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$\vec{b}\cdot\vec{c}$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follows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(its sign does not matter).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1100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99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$|\vec{a}|^2=9+1+1=11$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$|\vec{c}|^2=4+9+9=22$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$|\vec{a}|=|\vec{b}||\vec{c}|\sin\theta$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$\sqrt{11}=\sqrt{50}\cdot\sqrt{22}\,\sin\theta$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$\sqrt{50\cdot22}=\sqrt{1100}=10\sqrt{11}$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$\sin\theta=\frac{1}{10}$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$\cos\theta=\pm\sqrt{1-\frac{1}{100}}=\pm\frac{\sqrt{99}}{10}$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99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99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(PDF's intermediate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loses a factor 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well, so the answer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$|\vec{b}+\vec{c}|^2=|\vec{b}|^2+|\vec{c}|^2+2|\vec{b}||\vec{c}|\cos\theta=50+22+2\cdot10\sqrt{11}\cdot\left(\pm\frac{\sqrt{99}}{10}\right)$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$2\cdot10\sqrt{11}\cdot\frac{\sqrt{99}}{10}=2\sqrt{1089}=2\cdot33=66$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(PDF's intermediate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$\frac{2\times5\times11\times3}{10}=33$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loses a factor 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$|\vec{b}+\vec{c}|^2=72+66=138$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$72-66=6$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$\left|72-|\vec{b}+\vec{c}|^2\right|=|72-138|=66$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$|72-6|=66$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well, so the answer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Construct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explicitly: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every solution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Construct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explicitly: 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$\vec{a}\cdot\vec{c}=0$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every solution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$\vec{b}\times\vec{c}=\vec{a}$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$\vec{b}=\frac{\vec{c}\times\vec{a}}{|\vec{c}|^2}+t\vec{c}$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it must be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$\vec{a}\cdot\vec{c}=6-3-3=0$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it must be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$\vec{c}\times\vec{a}=(0,11,11)$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$|\vec{c}|^2=22$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$\frac{\vec{c}\times\vec{a}}{22}=\left(0,\frac12,\frac12\right)$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$(\vec{c}\times\vec{a})\times\vec{c}=\vec{a}|\vec{c}|^2-\vec{c}(\vec{c}\cdot\vec{a})=22\vec{a}$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$\vec{b}=\frac{\vec{c}\times\vec{a}}{22}+t\vec{c}$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term vanishes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$|\vec{b}|^2=\frac{1}{2}+22t^2=50$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term vanishes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$\vec{c}\perp\vec{c}\times\vec{a}$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$t^2=\frac94$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$t=\pm\frac32$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$\vec{b}=(3,-4,5)$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$|\vec{b}|^2=50$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$\vec{b}\times\vec{c}=(3,1,-1)=\vec{a}$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$\vec{b}+\vec{c}=(5,-7,8)$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$|\vec{b}+\vec{c}|^2=25+49+64=138$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$|72-138|=66$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$\vec{b}=(-3,5,-4)$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$\vec{b}+\vec{c}=(-1,2,-1)$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$|\vec{b}+\vec{c}|^2=6$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$|72-6|=66$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Answer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necessary consistency check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law: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why the sign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matter.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all solutions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line of vectors).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$|\vec{b}\times\vec{c}|^2+(\vec{b}\cdot\vec{c})^2=|\vec{b}|^2|\vec{c}|^2$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$11+(\vec{b}\cdot\vec{c})^2=1100$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$\vec{b}\cdot\vec{c}=\pm33$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$\vec{a}=\vec{b}\times\vec{c}$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$\vec{a}\perp\vec{c}$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necessary consistency check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$6-3-3=0$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law: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$|\vec{b}+\vec{c}|^2+|\vec{b}-\vec{c}|^2=2(|\vec{b}|^2+|\vec{c}|^2)$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$138+6=144=2\cdot72$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why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matter.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$\vec{a}\cdot\vec{c}=0$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all solutions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$\vec{b}\times\vec{c}=\vec{a}$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$\vec{b}=\frac{\vec{c}\times\vec{a}}{|\vec{c}|^2}+t\vec{c}$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line of vectors).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of the plane passing through the line of intersection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of the plane passing through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$4x-3y+5z+9=0$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$\frac{x+1}{-2}=\frac{y+3}{4}=\frac{z-2}{5}$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the line of intersection of two planes, Parallelism of a line and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parallel to a line means its normal is perpendicular to the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plane through the intersection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parallel to a line means its normal is perpendicular to the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Family of planes: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parallel to the line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is perpendicular to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Family of planes: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$(2x-y+z-3)+\lambda(4x-3y+5z+9)=0$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$(2+4\lambda)x-(1+3\lambda)y+(1+5\lambda)z-3+9\lambda=0$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$(2+4\lambda,\,-(1+3\lambda),\,1+5\lambda)$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parallel to the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 is perpendicular to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$-2(2+4\lambda)-4(1+3\lambda)+5(1+5\lambda)=0$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the required constant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$-4-8\lambda-4-12\lambda+5+25\lambda=0$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$5\lambda-3=0$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$\frac{22}{5}x-\frac{14}{5}y+4z+\frac{12}{5}=0$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$11x-7y+10z+6=0$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the required constant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Build the normal directly as the cross product of the two directions the plane must contain: the intersection line and the given line.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this direction and is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one point on the line of intersection: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$(2,-1,1)\times(4,-3,5)=(-2,-6,-2)\parallel(1,3,1)$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this direction and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$(1,3,1)\times(-2,4,5)=(15-4,\,-2-5,\,4+6)=(11,-7,10)$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one point on the line of intersection: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$4x-3y=-9$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$(9,15,0)$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$11x-7y+10z=11\cdot9-7\cdot15=-6$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$11x-7y+10z+6=0$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$a+b+c=11-7+10=14$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such planes 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a plane containing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of the line of two planes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check: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both original planes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such planes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$\vec{n}\cdot\vec{d}=0$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a plane containing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$\vec{d}_1,\vec{d}_2$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$\vec{d}_1\times\vec{d}_2$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 of the line of two planes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check: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$(9,15,0)$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both original planes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$18-15=3$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$36-45+9=0$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$11x-7y+10z+6=0$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intersect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parallel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intersect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$\frac{x-1}{2}=\frac{y-2}{3}=\frac{z-3}{4}$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parallel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$P(1,-9,2)$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$\sqrt{74}$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$\sqrt{69}$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$\sqrt{54}$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in space: intersection and parallelism with a plane, Distance of a point from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intersection point makes the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parallelism to the plane forces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collapses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intersection point makes the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parallelism to the plane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$\vec{AB}\cdot\vec{n}=0$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given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$B(1+2\lambda,2+3\lambda,3+4\lambda)$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given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$\vec{AB}=(1+2\lambda,\,1+3\lambda,\,1+4\lambda)$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$\vec{AB}\cdot\vec{n}=0$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$2(1+2\lambda)+(1+3\lambda)-3(1+4\lambda)=0$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$2+4\lambda+1+3\lambda-3-12\lambda=0$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 (\mu,\,1+\mu,\,2+\mu)$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$P(1,-9,2)$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$\vec{PQ}=(\mu-1,\,10+\mu,\,\mu)$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$\vec{PQ}\cdot(1,1,1)=0$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$(\mu-1)+(10+\mu)+\mu=0$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$3\mu=-9$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$Q=(-3,-2,-1)$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$\vec{PQ}=(-4,7,-3)$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$=\sqrt{16+49+9}=\sqrt{74}$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$\sqrt{74}$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from a line by the cross product: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no foot of the perpendicular.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from a line by the cross product: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$\frac{|\vec{AP}\times\vec{d}|}{|\vec{d}|}$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no foot of the perpendicular.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$\vec{AP}=(1,-10,0)$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$\vec{AP}\times\vec{d}=(-10\cdot1-0\cdot1,\ 0\cdot1-1\cdot1,\ 1\cdot1-(-10)\cdot1)=(-10,-1,11)$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$|\vec{AP}\times\vec{d}|^2=100+1+121=222$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$|\vec{d}|^2=3$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$^2=\frac{222}{3}=74$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$\sqrt{74}$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$\sqrt{74}$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a plane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it also meets a given line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𝑃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same,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Parameter of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Condition 'parallel to a plane' always reduces to one scalar equation in the free parameter; solve it first.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a plane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$\vec{d}\cdot\vec{n}=0$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it also meets a given line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$\vec{AB}\parallel\vec{d}$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$\vec{r}=\vec{A}+t\vec{d}$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$\frac{|\vec{AP}\times\vec{d}|}{|\vec{d}|}$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$|AP|^2-\left(\frac{\vec{AP}\cdot\vec{d}}{|\vec{d}|}\right)^2$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same,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$101-\frac{81}{3}=74$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Parameter of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$t=\frac{\vec{AP}\cdot\vec{d}}{|\vec{d}|^2}$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$\frac{-9}{3}=-3$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Condition 'parallel to a plane' always reduces to one scalar equation in the free parameter; solve it first.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$\frac{x-4}{4}=\frac{y+2}{5}=\frac{z+3}{3}$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$\frac{x-1}{3}=\frac{y-3}{4}=\frac{z-4}{2}$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$=\frac{|(\vec{a}-\vec{b})\cdot(\vec{n}_1\times\vec{n}_2)|}{|\vec{n}_1\times\vec{n}_2|}$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through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$\vec{a}=(4,-2,-3)$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$\vec{n}_1=(4,5,3)$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$\vec{b}=(1,3,4)$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$\vec{n}_2=(3,4,2)$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$d=\frac{|(\vec{a}-\vec{b})\cdot(\vec{n}_1\times\vec{n}_2)|}{|\vec{n}_1\times\vec{n}_2|}$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$\vec{a}-\vec{b}$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$\vec{n}_1\times\vec{n}_2=\hat{i}(10-12)-\hat{j}(8-9)+\hat{k}(16-15)=(-2,1,1)$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$|\vec{n}_1\times\vec{n}_2|=\sqrt{4+1+1}=\sqrt6$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$\vec{a}-\vec{b}=(3,-5,-7)$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$(\vec{a}-\vec{b})\cdot(-2,1,1)=-6-5-7=-18$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$d=\frac{|-18|}{\sqrt6}=\frac{18}{\sqrt6}=3\sqrt6$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Take the plane through line 1 parallel to line 2; the required distance is the distance of any point of line 2 from this plane.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 containing line 1 and parallel to line 2: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plane containing line 1 and parallel to 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$\vec{n}_1\times\vec{n}_2=(-2,1,1)$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$-2x+y+z=-8-2-3=-13$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$2x-y-z-13=0$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is parallel to this plane, so all its points are equidistant from it;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is parallel to this plane, so all its points are equidistant from it;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$=\frac{|2-3-4-13|}{\sqrt{4+1+1}}=\frac{18}{\sqrt6}=3\sqrt6$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$3\sqrt6$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lines are parallel and a different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applies.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intersect (coplanar, not parallel)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skew.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length of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volume of the parallelepiped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divided by the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its base parallelogram.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$\vec{a}+t\vec{p}$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$\vec{b}+s\vec{q}$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$d=\frac{|(\vec{b}-\vec{a})\cdot(\vec{p}\times\vec{q})|}{|\vec{p}\times\vec{q}|}$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$\vec{p}\times\vec{q}=\vec{0}$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lines are parallel and a different formula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$\frac{|(\vec{b}-\vec{a})\times\vec{p}|}{|\vec{p}|}$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applies.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intersect (coplanar, not parallel)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$(\vec{b}-\vec{a})\cdot(\vec{p}\times\vec{q})=0$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are skew.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length of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$\vec{b}-\vec{a}$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volume of the parallelepiped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$\vec{b}-\vec{a},\vec{p},\vec{q}$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divided by the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$|\vec{p}\times\vec{q}|$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its base parallelogram.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of the plane containing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of the plane containing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$x+2y+3z-4=0=2x+y-z+5$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$\vec{r}=(\hat{i}-\hat{j})+\lambda(\hat{i}+\hat{j}+\hat{k})+\mu(\hat{i}-2\hat{j}+3\hat{k})$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$(a-b+c)$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the line of intersection of two planes, Perpendicular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plane belongs to the family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perpendicular planes have perpendicular normals.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plane belongs to the family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perpendicular planes have perpendicular normals.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given line: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(2):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(1) is perpendicular to plane (2), so the normals are perpendicular: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given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$(1+2\lambda)x+(2+\lambda)y+(3-\lambda)z+(5\lambda-4)=0$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$\vec{r}=(\hat{i}-\hat{j})+\lambda(\hat{i}+\hat{j}+\hat{k})+\mu(\hat{i}-2\hat{j}+3\hat{k})$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$(1,1,1)\times(1,-2,3)=(3+2,\ 1-3,\ -2-1)=(5,-2,-3)$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(1) is perpendicular to plane (2), so the normals are perpendicular: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$5(1+2\lambda)-2(2+\lambda)-3(3-\lambda)=0$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$5+10\lambda-4-2\lambda-9+3\lambda=0$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$-8+11\lambda=0$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$\lambda=\frac{8}{11}$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$\lambda=\frac{8}{11}$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$\frac{27}{11}x+\frac{30}{11}y+\frac{25}{11}z-\frac{4}{11}=0$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$27x+30y+25z=4$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$a-b+c=27-30+25=22$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normal of the required plane is perpendicular to both the line's direction and the normal of the given plane, so it is their cross product.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given plane: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product of its two direction vectors).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plane contains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the given plane, so its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of intersection: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$(1,2,3)\times(2,1,-1)=(-2-3,\ 6+1,\ 1-4)=(-5,7,-3)$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of the given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$\vec{m}=(5,-2,-3)$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(cross product of its two direction vectors).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plane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$(-5,7,-3)$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the given plane,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$(-5,7,-3)\times(5,-2,-3)=(-21-6,\ -15-15,\ 10-35)=(-27,-30,-25)\parallel(27,30,25)$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$2y+3z=4$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$y-z=-5$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$z=\frac{14}{5}$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$y=-\frac{11}{5}$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$30y+25z=-66+70=4$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$27x+30y+25z=4$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$a-b+c=27-30+25=22$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are perpendicular iff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plane perpendicular to a given plane and containing a given line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plane with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it is found by setting one coordinate to a convenient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a family answer: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are perpendicular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$\vec{n}_1\cdot\vec{n}_2=0$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plane perpendicular to a given plane and containing a given line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$\vec{d}\times\vec{n}_{given}$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$\vec{r}=\vec{a}+\lambda\vec{p}+\mu\vec{q}$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plane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$\vec{p}\times\vec{q}$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$P_1=0=P_2$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$\vec{n}_1\times\vec{n}_2$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it is found by setting one coordinate to a convenient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a family answer: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$(27,30,25)\cdot(5,-2,-3)=135-60-75=0$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$(27,30,25)\cdot(-5,7,-3)=0$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$\frac{x-1}{1}=\frac{y-2}{-3}=\frac{z+5}{7}$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Equation of a plane through a line and a point, Image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of a point in a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of a point in a plane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$Q=P-2\,\frac{\vec{n}\cdot P-d}{|\vec{n}|^2}\,\vec{n}$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both directions: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$(1,-3,7)$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containing both directions: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$\left|\begin{matrix}x-1&amp;y-2&amp;z+5\\1&amp;2&amp;2\\1&amp;-3&amp;7\end{matrix}\right|=0$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$(x-1)(14+6)-(y-2)(7-2)+(z+5)(-3-2)=0$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$20(x-1)-5(y-2)-5(z+5)=0$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$4(x-1)-(y-2)-(z+5)=0$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$4x-y-z=7$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$8-4+3=7$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$\frac{\alpha+1}{4}=\frac{\beta-3}{-1}=\frac{\gamma-4}{-1}=\frac{-2(4(-1)-3-4-7)}{16+1+1}$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$\frac{-2(-18)}{18}=2$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$\alpha+1=8$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$\beta-3=-2$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$\gamma-4=-2$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$\alpha+\beta+\gamma=7+1+2=10$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image lies on the normal through the point and the midpoint lies on the plane; parametrise the normal line and solve for the midpoint.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(found as in the main method).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lies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$4x-y-z=7$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$\vec{n}=(4,-1,-1)$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(found as in the main method).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$Q=(-1+4s,\ 3-s,\ 4-s)$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$\left(-1+2s,\ 3-\frac s2,\ 4-\frac s2\right)$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lies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$4(-1+2s)-\left(3-\frac s2\right)-\left(4-\frac s2\right)=7$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coordinate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$-4+8s-3+\frac s2-4+\frac s2=7$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$9s-11=7$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$Q=(7,1,2)$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$\alpha+\beta+\gamma=7+1+2=10$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$6+2s$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$\vec{n}=(4,-1,-1)$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coordinate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(point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to every point of the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coordinates of the image: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useful when only a combination is asked.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$Q=P-\frac{2(\vec{n}\cdot P-d)}{|\vec{n}|^2}\vec{n}$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to every point of the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$QA=PA$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$|PA|^2=4+1+81=86=|QA|^2$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$Q=(7,1,2)$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$36+1+49=86$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coordinates of the image: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$\alpha+\beta+\gamma=(1,1,1)\cdot P-\frac{2(\vec{n}\cdot P-d)(\vec{n}\cdot(1,1,1))}{|\vec{n}|^2}$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useful when only a combination is asked.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of the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vertices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of the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$C(-2,-3,5)$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$D(1,-6,-7)$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quadrilateral using the vector (cross)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planar quadrilateral along a diagonal into two triangles and use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planar quadrilateral along a diagonal into two triangles and use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$=\frac12|\vec{u}\times\vec{v}|$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trapezium (the PDF's rectangle figure is only schematic), so 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it into two triangles.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baseJc m:val="center"/>
                                <m:plcHide m:val="on"/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e>
                                  </m:acc>
                                </m:e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𝑗</m:t>
                                      </m:r>
                                    </m:e>
                                  </m:acc>
                                </m:e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e>
                                  </m:acc>
                                </m:e>
                              </m:mr>
                              <m:m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</m:mr>
                              <m:m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7</m:t>
                                  </m:r>
                                </m:e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8</m:t>
                                  </m:r>
                                </m:e>
                              </m:mr>
                            </m:m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$\vec{AB}=(-1,1,4)$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$\vec{AD}=(-1,-7,-8)$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$\vec{CB}=(3,5,0)$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$\vec{CD}=(3,-3,-12)$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$\vec{DC}=(-3,3,12)=3\vec{AB}$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$AB\parallel DC$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trapezium (the PDF's rectangle figure is only schematic), so 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it into two triangles.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ABD=\frac12|\vec{AB}\times\vec{AD}|=\frac12\left|\left|\begin{matrix}\hat{i}&amp;\hat{j}&amp;\hat{k}\\-1&amp;1&amp;4\\-1&amp;-7&amp;-8\end{matrix}\right|\right|$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area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four points are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$\vec{AB}\times\vec{AD}=(-8+28,\ -4-8,\ 7+1)=(20,-12,8)$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$|10\hat{i}-6\hat{j}+4\hat{k}|=\sqrt{152}=2\sqrt{38}$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CBD=\frac12|\vec{CD}\times\vec{CB}|$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$\vec{CB}\times\vec{CD}=(5(-12)-0,\ 0-3(-12),\ -9-15)=(-60,36,-24)$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$|{-30}\hat{i}+18\hat{j}-12\hat{k}|=6|5\hat{i}-3\hat{j}+2\hat{k}|=6\sqrt{38}$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four points are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$ABCD=2\sqrt{38}+6\sqrt{38}=8\sqrt{38}$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units.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$8\sqrt{38}$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a planar convex quadrilateral,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(cross product of the diagonals).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a planar convex quadrilateral,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$=\frac12|\vec{AC}\times\vec{BD}|$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(cross product of the diagonals).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planar and convex,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$\vec{AC}=C-A=(-4,-4,4)$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$\vec{BD}=D-B=(0,-8,-12)$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$\vec{AC}\times\vec{BD}=\left(-4(-12)-4(-8),\ 4\cdot0-(-4)(-12),\ (-4)(-8)-(-4)\cdot0\right)=(80,-48,32)$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$|\vec{AC}\times\vec{BD}|=16|(5,-3,2)|=16\sqrt{38}$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$=\frac12\cdot16\sqrt{38}=8\sqrt{38}$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planar and convex,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$\vec{DC}=3\vec{AB}$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$8\sqrt{38}$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planar convex quadrilateral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diagonal vectors (here the two diagonals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one vertex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coplanarity of four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trapezium with parallel sides in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 not assume a rectangle from a sketch; check parallel/perpendicular relations with vectors.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planar convex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$=\frac12|\vec{d}_1\times\vec{d}_2|$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$\vec{d}_1,\vec{d}_2$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diagonal vectors (here the two diagonals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$16\sqrt{38}/2=8\sqrt{38}$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$\vec{u},\vec{v}$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one vertex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$\frac12|\vec{u}\times\vec{v}|$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coplanarity of four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$\iff(\vec{AB}\times\vec{AC})\cdot\vec{AD}=0$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$\vec{DC}=k\vec{AB}$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trapezium with parallel sides in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$=\frac{(1+k)}{2}\cdot|\vec{AB}\times\vec{AD}|$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$|\vec{AB}\times\vec{AD}|=4\sqrt{38}$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 not assume a rectangle from a sketch; check parallel/perpendicular relations with vectors.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the angle between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$|a-b|\le10$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the angle between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$P:\ ax+y-z=b$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 x-1=a-y=z+1$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$(6,-6,4)$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$a^4+b^2$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between a line and a plane,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angle between a line and a plane uses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integrality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filter the roots.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angle between a line and a plane uses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$\sin\theta=\frac{|\vec{n}\cdot\vec{d}|}{|\vec{n}||\vec{d}|}$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$\cos\theta=\frac13$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$\sin\theta=\frac{2\sqrt2}{3}$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integrality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$|a-b|\le10$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filter the roots.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plane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a line and a plane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$\frac{x-1}{1}=\frac{y-a}{-1}=\frac{z+1}{1}$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$\vec{d}=(1,-1,1)$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plane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$\vec{n}=(a,1,-1)$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a line and a plane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$\sin\theta=\frac{|\vec{n}\cdot\vec{d}|}{|\vec{n}||\vec{d}|}$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$\sin\theta=\frac{2\sqrt2}{3}$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$\vec{n}\cdot\vec{d}=a-1-1=a-2$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$|\vec{n}|=\sqrt{a^2+2}$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$|\vec{d}|=\sqrt3$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$\frac{|a-2|}{\sqrt{3}\sqrt{a^2+2}}=\frac{2\sqrt2}{3}$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$\frac{(a-2)^2}{3(a^2+2)}=\frac89$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$3(a-2)^2=8(a^2+2)$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$3a^2-12a+12=8a^2+16$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$5a^2+12a+4=0$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$(5a+2)(a+2)=0$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$-2x+y-z=b$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$(6,-6,4)$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$\frac{|-12-6-4-b|}{\sqrt{4+1+1}}=\frac{|b+22|}{\sqrt6}=3\sqrt6$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accepted.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$|b+22|=18$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$|a-b|\le10$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$-12\le b\le8$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accepted.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$a^4+b^2=16+16=32$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a linear (not quadratic)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angle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$\frac{|\vec{n}\times\vec{d}|}{|\vec{n}\cdot\vec{d}|}$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a linear (not quadratic) equation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line-plane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(complement)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absolute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line-plane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(complement)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$\cos\varphi=\pm\frac{2\sqrt2}{3}$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$\tan\varphi=\frac{1}{2\sqrt2}$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absolute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$\vec{n}\times\vec{d}=(a,1,-1)\times(1,-1,1)=(1-1,\ -1-a,\ -a-1)=(0,-(a+1),-(a+1))$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$|\vec{n}\times\vec{d}|=\sqrt2|a+1|$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an integer).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$\tan\varphi=\frac{|\vec{n}\times\vec{d}|}{|\vec{n}\cdot\vec{d}|}=\frac{\sqrt2|a+1|}{|a-2|}=\frac{1}{2\sqrt2}$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$|a-2|=4|a+1|$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$a-2=4a+4\Rightarrow 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$a-2=-4a-4\Rightarrow a=-\frac25$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an integer).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$\frac{|b+22|}{\sqrt6}=3\sqrt6\Rightarrow b=-4$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$|a-b|\le10$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$a^4+b^2=16+16=32$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line (direction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plane (normal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 not use cosine of the dot-product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an angle condition into a linear one when the cross product is simple (check: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plane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$\sin\theta=\frac{|\vec{n}\cdot\vec{d}|}{|\vec{n}||\vec{d}|}$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$\cos\theta=\frac{|\vec{n}\times\vec{d}|}{|\vec{n}||\vec{d}|}$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Do not use cosine of the dot-product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$\tan\varphi=\frac{|\vec{n}\times\vec{d}|}{|\vec{n}\cdot\vec{d}|}$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an angle condition into a linear one when the cross product is simple (check: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$\frac{\sqrt2\cdot1}{4}=\frac{1}{2\sqrt2}$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 absolute value gives two candidates, so extra constraints (integers,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decide.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integer parameters, solve the quadratic and discard non-integer roots before using the second condition.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$\frac{|Ax_0+By_0+Cz_0-D|}{\sqrt{A^2+B^2+C^2}}$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 absolute value gives two candidates, so extra constraints (integers,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$|a-b|\le10$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decide.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integer parameters, solve the quadratic and discard non-integer roots before using the second condition.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$\frac{x+2}{1}=\frac{y}{-2}=\frac{z-5}{2}$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$\frac{x-4}{1}=\frac{y-1}{2}=\frac{z+3}{0}$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$=\frac{|(\vec{a}_2-\vec{a}_1)\cdot(\vec{d}_1\times\vec{d}_2)|}{|\vec{d}_1\times\vec{d}_2|}$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|"/>
                                <m:sepChr m:val=""/>
                                <m:endChr m:val="|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m>
                                  <m:mPr>
                                    <m:baseJc m:val="center"/>
                                    <m:plcHide m:val="on"/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𝑎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𝑎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</m:e>
                                    <m:e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𝑏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𝑏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</m:e>
                                    <m:e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𝑐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𝑐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𝑙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</m:e>
                                    <m:e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</m:e>
                                    <m:e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𝑙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e>
                                    <m:e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e>
                                    <m:e>
                                      <m:sSub>
                                        <m:e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b>
                                          <m:r>
                                            <a:rPr lang="en-IN" sz="2400" i="1">
                                              <a:solidFill>
                                                <a:srgbClr val="111827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e>
                                  </m:mr>
                                </m:m>
                              </m:e>
                            </m:d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$d=\frac{\left|\left|\begin{matrix}a_2-a_1&amp;b_2-b_1&amp;c_2-c_1\\l_1&amp;m_1&amp;n_1\\l_2&amp;m_2&amp;n_2\end{matrix}\right|\right|}{|\vec{d}_1\times\vec{d}_2|}$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$\vec{a}_2-\vec{a}_1=(6,1,-8)$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$\left|\begin{matrix}6&amp;1&amp;-8\\1&amp;-2&amp;2\\1&amp;2&amp;0\end{matrix}\right|=6(0-4)-1(0-2)-8(2+2)=-24+2-32=-54$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$\vec{d}_1\times\vec{d}_2=\hat{i}(-4)-\hat{j}(-2)+\hat{k}(2+2)=(-4,2,4)$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$|\vec{d}_1\times\vec{d}_2|=\sqrt{16+4+16}=\sqrt{36}=6$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$d=\frac{|-54|}{6}=9$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Take the plane through line 1 parallel to line 2; the distance of a point of line 2 from it is the shortest distance.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is parallel to this plane (normal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use its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$=\vec{d}_1\times\vec{d}_2=(-4,2,4)\parallel(-2,1,2)$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$-2(x+2)+y+2(z-5)=0$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$-2x+y+2z-14=0$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is parallel to this plane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$=-2+2+0=0$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use its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$=\frac{|-8+1-6-14|}{\sqrt{4+1+4}}=\frac{27}{3}=9$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is the projection of the join of any two points onto the common perpendicular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Equivalent: distance from a point of line 2 to the plane containing line 1 and parallel to line 2.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convenient integer here, so no surds appear.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Zero scalar triple product means the lines meet or are parallel; non-zero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 means skew.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is the projection of the join of any two points onto the common perpendicular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$\vec{d}_1\times\vec{d}_2$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Equivalent: distance from a point of line 2 to the plane containing line 1 and parallel to line 2.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$\sqrt{16+4+16}=6$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convenient integer here, so no surds appear.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Zero scalar triple product means the lines meet or are parallel; non-zero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 means skew.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of intersection of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the equation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of intersection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$\frac{x+3}{3}=\frac{y+2}{1}=\frac{1-z}{2}$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$3x-4y+12z=32$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the equation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$x^2-18x-72=0$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$x^2+18x-72=0$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$x^2+18x+72=0$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$x^2-18x+72=0$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a line and a plane,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substituting the parametric point in the plane,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point-plane distance;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substituting the parametric point in the plane,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point-plane distance; roots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$q,2q$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$x^2-3qx+2q^2=0$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point of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$\frac{x+3}{3}=\frac{y+2}{1}=\frac{1-z}{2}=\lambda$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point of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$(3\lambda-3,\ \lambda-2,\ 1-2\lambda)$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$3\lambda-3+\lambda-2+1-2\lambda=2$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$2\lambda-4=2$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$P=(6,1,-5)$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$q=\frac{|3(6)-4(1)+12(-5)-32|}{\sqrt{9+16+144}}=\frac{|18-4-60-32|}{13}=\frac{78}{13}=6$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$2q=12$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$x^2-3qx+2q^2=0$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$x^2-18x+72=0$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$x^2-18x+72=0$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favour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symmetric form of the line, instead of introducing a parameter.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favour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symmetric form of the line, instead of introducing a parameter.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$\frac{x+3}{3}=\frac{y+2}{1}$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$y=\frac{x+3}{3}-2=\frac{x-3}{3}$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$\frac{x+3}{3}=\frac{1-z}{2}$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$z=1-\frac{2(x+3)}{3}=\frac{-2x-3}{3}$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$x+\frac{x-3}{3}+\frac{-2x-3}{3}=2$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$3x+x-3-2x-3=6$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in the main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$P=(6,1,-5)$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in the main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$x^2-18x+72=0$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$x^2-18x+72=0$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a plane at the parameter where substitution makes the plane equation true; if the coefficient of the parameter vanishes the line is parallel to the plane (no unique point).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Watch sign conventions: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direction ratio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Pythagorean quadruple-type coincidence.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$\frac{x-x_0}{l}=\frac{y-y_0}{m}=\frac{z-z_0}{n}$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a plane at the parameter where substitution makes the plane equation true; if the coefficient of the parameter vanishes the line is parallel to the plane (no unique point).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Watch sign conventions: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$\frac{1-z}{2}$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direction ratio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$\frac{|Ax_0+By_0+Cz_0-D|}{\sqrt{A^2+B^2+C^2}}$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$\sqrt{9+16+144}=13$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Pythagorean quadruple-type coincidence.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$r_1,r_2$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$x^2-(r_1+r_2)x+r_1r_2=0$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$q,2q$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$x^2-3qx+2q^2=0$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two vertices of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its centroid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image of the third vertex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two vertices of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$(2,4,6)$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$(0,-2,-5)$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its centroid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image of the third vertex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$x+2y+4z=11$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$\alpha\beta+\beta\gamma+\gamma\alpha$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Centroid of a triangle in 3D, Image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centroid gives the third vertex; its image in 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centroid gives the third vertex; its image in the plane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$C-2\,\frac{\vec{n}\cdot C-d}{|\vec{n}|^2}\vec{n}$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third vertex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centroid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third vertex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centroid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$\left(\frac{2+0+x}{3},\frac{4-2+y}{3},\frac{6-5+z}{3}\right)=(2,1,-1)$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$C=(4,1,-4)$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$x+2y+4z-11=0$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$\frac{\alpha-4}{1}=\frac{\beta-1}{2}=\frac{\gamma+4}{4}=\frac{-2(4+2-16-11)}{1+4+16}$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$\frac{-2(-21)}{21}=2$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$\alpha\beta+\beta\gamma+\gamma\alpha=30+20+24=74$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lies on the normal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plane; solve for the single parameter.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lies on the normal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plane; solve for the single parameter.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image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$\vec{n}=(1,2,4)$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image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$D=(4+t,\ 1+2t,\ -4+4t)$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$\left(4+\frac t2,\ 1+t,\ -4+2t\right)$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$x+2y+4z=11$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$4+\frac t2+2+2t-16+8t=11$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$\frac{21}{2}t=21$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via symmetric functions: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$D=(6,5,4)$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$\alpha\beta+\beta\gamma+\gamma\alpha=30+20+24=74$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via symmetric functions: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$(\alpha+\beta+\gamma)^2=225$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$\alpha^2+\beta^2+\gamma^2=77$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$\frac{225-77}{2}=74$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$74$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and its image are at equal distances from the plane: here both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away.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$G=\frac{A+B+C}{3}$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$C=3G-A-B$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$P'=P-\frac{2(\vec{n}\cdot P-d)}{|\vec{n}|^2}\vec{n}$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 C-d=-21=-|\vec{n}|^2$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$P'=C+2\vec{n}$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$\alpha\beta+\beta\gamma+\gamma\alpha=\frac{(\alpha+\beta+\gamma)^2-(\alpha^2+\beta^2+\gamma^2)}{2}$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$\frac{225-77}{2}=74$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and its image are at equal distances from the plane: here both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$\frac{21}{\sqrt{21}}=\sqrt{21}$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away.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distance of the mid-point of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$\frac{x}{1}=\frac{6-y}{2}=\frac{z+8}{5}$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$\frac{x-5}{4}=\frac{y-7}{3}=\frac{z+2}{1}$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$\frac{x+3}{6}=\frac{3-y}{3}=\frac{z-6}{1}$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the distance of the mid-point of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$2x-2y+z=14$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lines in 3D,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first line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each intersection by equating two coordinates and checking the third.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first line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$(\lambda,\ 6-2\lambda,\ 5\lambda-8)$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each intersection by equating two coordinates and checking the third.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line: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$\frac{x}{1}=\frac{y-6}{-2}=\frac{z+8}{5}=\lambda$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$(\lambda,\ 6-2\lambda,\ 5\lambda-8)$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 Third line: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$(4\mu+5,\ 3\mu+7,\ \mu-2)$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 Third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$\frac{x+3}{6}=\frac{y-3}{-3}=\frac{z-6}{1}=\gamma$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$(6\gamma-3,\ 3-3\gamma,\ \gamma+6)$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$\lambda=4\mu+5$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$6-2\lambda=3\mu+7$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$6-8\mu-10=3\mu+7$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$5-8=-3=\mu-2$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$A=(1,4,-3)$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(1) and 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mid-point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(1) and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$\lambda=6\gamma-3$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$6-2\lambda=3-3\gamma$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$12-12\gamma=3-3\gamma$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$15-8=7=\gamma+6$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$B=(3,0,7)$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mid-point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$2x-2y+z=14$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$\frac{|2(2)-2(2)+2-14|}{\sqrt{4+4+1}}=\frac{12}{3}=4$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Signed distance to a plane is a linear function, so the distance of the midpoint is the average of the signed distances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Signed distance to a plane is a linear function, so the distance of the midpoint is the average of the signed distances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(found by equating two coordinates on each pair of lines as in the main method).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Signed distance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$A=(1,4,-3)$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$B=(3,0,7)$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(found by equating two coordinates on each pair of lines as in the main method).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Signed distance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$f(X)=\frac{2x-2y+z-14}{3}$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$f(A)=\frac{2-8-3-14}{3}=-\frac{23}{3}$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$f(B)=\frac{6-0+7-14}{3}=-\frac13$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affine,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affine,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$f\left(\frac{A+B}{2}\right)=\frac{f(A)+f(B)}{2}=\frac{-24/3}{2}=-4$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$|-4|=4$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(signed distance),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midpoint (or any weighted average with weights summing to 1) is the same average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values.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intersect: equate two coordinates to find both parameters and verify the third; if the third fails, the lines are skew.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Parametrise symmetric forms carefully when a variable is reversed, e.g.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$f(X)=\frac{\vec{n}\cdot X-d}{|\vec{n}|}$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(signed distance),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midpoint (or any weighted average with weights summing to 1) is the same average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$-4=\frac{-23/3-1/3}{2}$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intersect: equate two coordinates to find both parameters and verify the third; if the third fails, the lines are skew.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Parametrise symmetric forms carefully when a variable is reversed,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$\frac{6-y}{2}=\lambda\Rightarrow y=6-2\lambda$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$A=(1,4,-3)$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$B=(3,0,7)$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$\left(\frac{1+3}{2},\frac{4+0}{2},\frac{-3+7}{2}\right)=(2,2,2)$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passing through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$C(0,5,1)$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Equation of a plane through three points, Image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plane through the three points, then reflect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plane through the three points, then reflect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$Q=P-2\,\frac{\vec{n}\cdot P-d}{|\vec{n}|^2}\vec{n}$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(coefficients named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avoid clashing with the points).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$A'(x-1)+B'(y-2)+C'(z-0)=0$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(coefficients named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$A',B',C'$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avoid clashing with the points).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$2B'+C'=0$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$C(0,5,1)$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$-A'+3B'+C'=0$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$B'-A'=0$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$A'=B'$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$C'=-2B'$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$B'=1$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$(x-1)+(y-2)-2z=0$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$x+y-2z-3=0$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$\frac{\alpha-1}{1}=\frac{\beta-2}{1}=\frac{\gamma-6}{-2}=\frac{-2(1+2-12-3)}{1+1+4}=\frac{24}{6}=4$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$\gamma=6-8=-2$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$\alpha^2+\beta^2+\gamma^2=25+36+4=65$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that the image is equidistant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(spheres), giving linear equations, so no plane equation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that the image is equidistant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(spheres), giving linear equations, so no plane equation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the first two squared equations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$|QA|=|PA|$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$|QB|=|PB|$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$|QC|=|PC|$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the first two squared equations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$\vec{Q}\cdot(\vec{B}-\vec{A})=\vec{P}\cdot(\vec{B}-\vec{A})$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$\vec{B}-\vec{A}=(0,2,1)$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$\vec{C}-\vec{A}=(-1,3,1)$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$2\beta+\gamma=10$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$-\alpha+3\beta+\gamma=11$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$\gamma=10-2\beta$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$|QA|^2=|PA|^2=36$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$(\alpha-1)^2+(\beta-2)^2+\gamma^2=36$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$2(\beta-2)^2+4(\beta-5)^2=36$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original point, so reject;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$6\beta^2-48\beta+108=36$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$\beta^2-8\beta+12=0$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$Q=(1,2,6)=P$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original point, so reject;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$Q=(5,6,-2)$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$\alpha^2+\beta^2+\gamma^2=25+36+4=65$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three points: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equidistant from every point of the plane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is; three non-collinear fixed points determine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to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both at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three points: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$=\vec{AB}\times\vec{AC}$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$(0,2,1)\times(-1,3,1)=(-1,-1,2)$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$x+y-2z=3$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$Q=P-\frac{2(\vec{n}\cdot P-d)}{|\vec{n}|^2}\vec{n}$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 P-d=-12$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$|\vec{n}|^2=6$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$Q=P+4\vec{n}$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$|P|^2=41$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$|Q|^2=65$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equidistant from every point of the plane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is; three non-collinear fixed points determine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$Q\ne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to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both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$\frac{12}{\sqrt6}$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$2x+y-3z=6$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Image of a point: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Image of a point: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$\frac{\alpha-x_1}{a}=\frac{\beta-y_1}{b}=\frac{\gamma-z_1}{c}=\frac{-2(ax_1+by_1+cz_1-d)}{a^2+b^2+c^2}$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$2x+y-3z-6=0$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$\frac{\alpha-2}{2}=\frac{\beta-3}{1}=\frac{\gamma-5}{-3}=\frac{-2(4+3-15-6)}{4+1+9}$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$\frac{-2(-14)}{14}=2$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$\frac{\alpha-2}{2}=2\Rightarrow\alpha=6$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$\frac{\beta-3}{1}=2\Rightarrow\beta=5$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$\frac{\gamma-5}{-3}=2\Rightarrow\gamma=-1$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$\alpha+\beta+\gamma=6+5-1=10$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perpendicular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place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image on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perpendicular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place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image on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image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image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$Q=(2+2t,\ 3+t,\ 5-3t)$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$\left(2+t,\ 3+\frac t2,\ 5-\frac{3t}{2}\right)$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$2(2+t)+3+\frac t2-3\left(5-\frac{3t}{2}\right)=6$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$4+2t+3+\frac t2-15+\frac{9t}{2}=6$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$7t-8=6$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$Q=(6,5,-1)$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of the perpendicular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exactly. Such coincidences are quick checks.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lies on the normal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is an isometry that fixes the plane pointwise, so the image of a point on the plane is itself (then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formula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$\vec{n}\cdot\vec{r}=d$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$Q=P-\frac{2(\vec{n}\cdot P-d)}{|\vec{n}|^2}\vec{n}$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of the perpendicular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 P-d=-14=-|\vec{n}|^2$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$Q=P+2\vec{n}$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exactly. Such coincidences are quick checks.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lies on the normal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$|PQ|=\frac{2|\vec{n}\cdot P-d|}{|\vec{n}|}=2\sqrt{14}$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$|2\vec{n}|=2\sqrt{14}$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is an isometry that fixes the plane pointwise, so the image of a point on the plane is itself (then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$\vec{n}\cdot P=d$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formula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of the plane that contains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each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18   (B) 17   (C) 15   (D) 16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of the plane that contains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perpendicular to each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$2x+4y+5z=8$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$3x-2y+3z=5$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z+97=0$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18   (B) 17   (C) 15   (D) 16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a point perpendicular to two given planes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plane perpendicular to two planes has normal parallel to the cross product of their normals.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required plane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its normal.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normals are perpendicular: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baseJc m:val="center"/>
                                <m:plcHide m:val="on"/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</m:mr>
                              <m:m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</m:mr>
                            </m:m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baseJc m:val="center"/>
                                <m:plcHide m:val="on"/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</m:mr>
                            </m:m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baseJc m:val="center"/>
                                <m:plcHide m:val="on"/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</m:mr>
                            </m:m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required plane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$a(x+2)+b(y-3)+c(z-5)=0$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its normal.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$2x+4y+5z=8$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$3x-2y+3z=5$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normals are perpendicular: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$2a+4b+5c=0$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$3a-2b+3c=0$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$\frac{a}{\left|\begin{matrix}4&amp;5\\-2&amp;3\end{matrix}\right|}=\frac{-b}{\left|\begin{matrix}2&amp;5\\3&amp;3\end{matrix}\right|}=\frac{c}{\left|\begin{matrix}2&amp;4\\3&amp;-2\end{matrix}\right|}$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$12+10=22$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$6-15=-9$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$-4-12=-16$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$\frac{a}{22}=\frac{-b}{-9}=\frac{c}{-16}$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a{22}=\frac b9=\frac c{-16}$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$(a,b,c)=(22,9,-16)$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$22(x+2)+9(y-3)-16(z-5)=0$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$22x+44+9y-27-16z+80=0$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$22x+9y-16z+97=0$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x+\beta y+\gamma z+97=0$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$\alpha=22,\ \beta=9,\ \gamma=-16$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$\alpha+\beta+\gamma=22+9-16=15$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plane contains the direction vectors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(its normal is perpendicular to both normals), so use the coplanarity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plane contains the direction vectors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(its normal is perpendicular to both normals), so use the coplanarity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a given plane is parallel to the normal of that plane, so the required plane is parallel to both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 iff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a given plane is parallel to the normal of that plane, so the required plane is parallel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n_1=(2,4,5)$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n_2=(3,-2,3)$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$\left|\begin{matrix}x+2&amp;y-3&amp;z-5\\2&amp;4&amp;5\\3&amp;-2&amp;3\end{matrix}\right|=0$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the first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$(x+2)(12+10)-(y-3)(6-15)+(z-5)(-4-12)=0$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constant already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rescaling is needed: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$22(x+2)+9(y-3)-16(z-5)=0$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$22x+9y-16z+97=0$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constant already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rescaling is needed: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$\alpha=22,\beta=9,\gamma=-16$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99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the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(non-parallel) has 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it contains the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containing two given directions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𝑢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𝑢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𝑢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Checking the result: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perpendicular to the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(non-parallel)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it contains the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$a(x-x_0)+b(y-y_0)+c(z-z_0)=0$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containing two given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$\left|\begin{matrix}x-x_0&amp;y-y_0&amp;z-z_0\\u_1&amp;u_2&amp;u_3\\v_1&amp;v_2&amp;v_3\end{matrix}\right|=0$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Checking the result: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$(22,9,-16)\cdot(2,4,5)=44+36-80=0$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$(22,9,-16)\cdot(3,-2,3)=66-18-48=0$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passing through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measured parallel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3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$P(2,-1,2)$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$Q(5,3,4)$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measured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$\frac{x-7}{2}=\frac{y+3}{2}=\frac{z-2}{1}$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$\sqrt{89}$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3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$\sqrt{61}$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meeting a plane and distance measured parallel to a given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measured parallel to a direction is the length of the segment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that direction to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measured parallel to a direction is the length of the segment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that direction to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meets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$\frac{x-2}{3}=\frac{y+1}{4}=\frac{z-2}{2}=\lambda$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$R(3\lambda+2,\ 4\lambda-1,\ 2\lambda+2)$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$3\lambda+2-4\lambda+1+2\lambda+2=4$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$\lambda+5=4$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$R(-1,-5,0)$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$\frac{x-7}2=\frac{y+3}2=\frac z1$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$\frac{x+1}{2}=\frac{y+5}{2}=\frac{z}{1}=k$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meets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$S(2k-1,\ 2k-5,\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$(2k-1)+2(2k-5)+3k+2=0$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$9k-9=0$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$S(1,-3,1)$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$SR=\sqrt{(1+1)^2+(-3+5)^2+(1-0)^2}=\sqrt{4+4+1}=3$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formula for distance along a direction,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formula for distance along a direction,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$\frac{|\vec n\cdot R+D|}{|\vec n\cdot\vec d|}\,|\vec d|$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 (from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direction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$R=(-1,-5,0)$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 (from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value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$-1-10+0+2=-9$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d=2+4+3=9$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reaches the plane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reaches the plane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$-9+t(\vec n\cdot\vec d)=0$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$=|t|\,|\vec d|=1\times3=3$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formula reduces to the usual perpendicular distance.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a plane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found by 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the plane equation (if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never less than the perpendicular distance; here the perpendicular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n\cdot X_0+D|}{|\vec n\cdot\vec d|}\,|\vec 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$\frac{9}{9}\cdot3=3$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formula reduces to the usual perpendicular distance.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a plane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found by 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$P+\lambda(Q-P)$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the plane equation (if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n\cdot(Q-P)\neq0$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never less than the perpendicular distance; here the perpendicular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$\frac{9}{\sqrt{14}}\approx2.4&lt;3$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distances of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the positive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5   (B) 3   (C) 4   (D) 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$(13,3,-2)$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distances of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$A(3,4,\alpha)$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$B(2,\alpha,a)$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the positive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5   (B) 3   (C) 4   (D) 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three points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plane's normal is the cross product of two edge vectors; the natural-number condition picks the valid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plane's normal is the cross product of two edge vectors; the natural-number condition picks the valid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before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Vectors in the plane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Vectors in the plane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$(13,3,-2)-(5,3,0)=(8,0,-2)$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$(1,6,2)-(5,3,0)=(-4,3,2)$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$=\left|\begin{matrix}\hat i&amp;\hat j&amp;\hat k\\8&amp;0&amp;-2\\-4&amp;3&amp;2\end{matrix}\right|=6\hat i-8\hat j+24\hat k\ \parallel\ 3\hat i-4\hat j+12\hat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$(3,-4,12)\cdot(8,0,-2)=24-24=0$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$(3,-4,12)\cdot(-4,3,2)=-12-12+24=0$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$3x-4y+12z=d$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$d=15-12=3$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$P:3x-4y+12z=3$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 natural number),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positive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$A(3,4,\alpha)$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$\frac{|9-16+12\alpha-3|}{13}=2$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$|12\alpha-10|=26$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$12\alpha-10=26$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$12\alpha-10=-26$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 natural number),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$B(2,3,a)$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$\frac{|6-12+12a-3|}{13}=3$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$|12a-9|=39$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$12a-9=39$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$12a-9=-39$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positive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plane as a three-point determinant, then use the distance formula and test the options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plane as a three-point determinant, then use the distance formula and test the options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three points: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row 1: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Norm of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the three 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$\left|\begin{matrix}x-5&amp;y-3&amp;z\\8&amp;0&amp;-2\\-4&amp;3&amp;2\end{matrix}\right|=0$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row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$(x-5)(0+6)-(y-3)(16-8)+z(24-0)=0$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$6(x-5)-8(y-3)+24z=0$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$3x-4y+12z=3$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Norm of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$=\sqrt{9+16+144}=13$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Test the options: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$A(3,4,\alpha)$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$|12\alpha-10|=26$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$B(2,3,a)$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$\frac{|12a-9|}{13}$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Test the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$a=5\to\frac{51}{13}$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$a=3\to\frac{27}{13}$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$a=4\to\frac{39}{13}=3$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$a=6\to\frac{63}{13}$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three non-collinear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equivalently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given distance gives two linear equations, one on each side of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'positive value' is used to discard the second root of the modulus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three non-collinear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$\left|\begin{matrix}x-x_1&amp;y-y_1&amp;z-z_1\\x_2-x_1&amp;y_2-y_1&amp;z_2-z_1\\x_3-x_1&amp;y_3-y_1&amp;z_3-z_1\end{matrix}\right|=0$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given distance gives two linear equations, one on each side of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'positive value' is used to discard the second root of the modulus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$P:3x-4y+12z=3$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$\frac{|9-16+36-3|}{13}=2$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coplanar. If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nearest to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8   (B) 10   (C) 14   (D) 12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$l_1:\frac{x+5}{3}=\frac{y+4}{1}=\frac{z-\alpha}{-2}$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$l_2:3x+2y+z-2=0=x-3y+2z-13$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coplanar. If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nearest to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$Q(-4,-3,2)$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$|a|+|b|+|c|$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8   (B) 10   (C) 14   (D) 12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 lines, family of planes and foot of perpendicular on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non-parallel lines lie in a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nearest point is the foot of the perpendicular.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Coplanar non-parallel lines lie in a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nearest point is the foot of the perpendicular.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the plane to be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requires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lie on this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$(3x+2y+z-2)+\mu(x-3y+2z-13)=0$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$(3+\mu,\ 2-3\mu,\ 1+2\mu)$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the plane to be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$3(3+\mu)+(2-3\mu)-2(1+2\mu)=0$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$9-4\mu=0$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$4(3x+2y+z-2)+9(x-3y+2z-13)=0$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requires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$(-5,-4,\alpha)$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lie on this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$4(-15-8+\alpha-2)+9(-5+12+2\alpha-13)=0$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$4\alpha-100+18\alpha-54=0$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$22\alpha=154$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$P(3\lambda-5,\ \lambda-4,\ -2\lambda+7)$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$Q=(-4,-3,2)$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$(3\lambda-1,\ \lambda-1,\ -2\lambda+5)$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nearest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nearest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$PQ\perp 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$3(3\lambda-1)+(\lambda-1)-2(-2\lambda+5)=0$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$9\lambda-3+\lambda-1+4\lambda-10=0$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$14\lambda=14$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$P=(-2,-3,5)$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$|a|+|b|+|c|=2+3+5=10$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Non-parallel coplanar lines must intersect: find the intersection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two planes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minimise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Non-parallel coplanar lines must intersect: find the intersection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two planes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minimise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coplanar means they intersect.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common point lies on both planes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$(3\lambda-5,\ \lambda-4,\ \alpha-2\lambda)$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$(3,2,1)\times(1,-3,2)=(7,-5,-11)$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coplanar means they intersect.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common point lies on both planes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First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$3(3\lambda-5)+2(\lambda-4)+(\alpha-2\lambda)-2=0$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$9\lambda+\alpha-25=0$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$(3\lambda-5)-3(\lambda-4)+2(\alpha-2\lambda)-13=0$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$-4\lambda+2\alpha-6=0$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$\alpha=2\lambda+3$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$9\lambda+2\lambda+3-25=0$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$P(3\lambda-5,\lambda-4,7-2\lambda)$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$PQ^2=(3\lambda-1)^2+(\lambda-1)^2+(5-2\lambda)^2$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$PQ^2=14\lambda^2-28\lambda+27=14(\lambda-1)^2+13$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$P=(-2,-3,5)$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$|a|+|b|+|c|=10$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except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choosing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the normal is perpendicular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skew-or-intersecting lines are coplanar iff the plane through one, parallel to the other, contains a point of the other (or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Nearest point of a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distance-squared function of the parameter is a quadratic; its vertex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nearest point without calculus.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Planes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$P_1=0=P_2$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$P_1+\mu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choosing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the normal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skew-or-intersecting lines are coplanar iff the plane through one, parallel to the other, contains a point of the other (or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$\det[\vec{P_2P_1},\vec d_1,\vec d_2]=0$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Nearest point of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a+\lambda\vec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$\lambda=\frac{(\vec Q-\vec a)\cdot\vec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a=(-5,-4,7),\ \vec d=(3,1,-2)$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$\frac{(1,1,-5)\cdot(3,1,-2)}{14}=\frac{14}{14}=1$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distance-squared function of the parameter is a quadratic; its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$\lambda=-\frac{b}{2a}$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nearest point without calculus.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rotated by an angle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its line of intersection with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new position of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105   (B) 85   (C) 90   (D) 126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 4x-y+z=10$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rotated by an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its line of intersection with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$x+y-z=4$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new position of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105   (B) 85   (C) 90   (D) 126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a line of intersection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a rotation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the common line, the new plane passes through that line and is perpendicular to the old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a rotation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the common line, the new plane passes through that line and is perpendicular to the old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new plane passes through the line of intersection, so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new plane passes through the line of intersection, so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$(4x-y+z-10)+\lambda(x+y-z-4)=0$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$(4+\lambda,\ -1+\lambda,\ 1-\lambda)$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$4(4+\lambda)-1(-1+\lambda)+1(1-\lambda)=0$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$16+4\lambda+1-\lambda+1-\lambda=0$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$2\lambda=-18$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New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$(4-9)x+(-1-9)y+(1+9)z-10+36=0$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$-5x-10y+10z+26=0$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$\alpha=\frac{|-10-30-40+26|}{\sqrt{25+100+100}}=\frac{54}{15}$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$35\alpha=35\cdot\frac{54}{15}=126$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126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new normal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perpendicular to both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common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new normal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n_P\times(\vec n_P\times\vec n_Q)$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perpendicular to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common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rotated plane contains that line and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the triple product identity: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n_P=(4,-1,1)$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n_Q=(1,1,-1)$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n_P\cdot\vec n_Q=2$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n_P|^2=18$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n_P\times\vec n_Q$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rotated plane contains that line and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n_P\times(\vec n_P\times\vec n_Q)$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the triple product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n_P(\vec n_P\cdot\vec n_Q)-\vec n_Q|\vec n_P|^2=2(4,-1,1)-18(1,1,-1)=(-10,-20,20)\parallel(1,2,-2)$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adding the two plane equations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on the line: adding the two plane equations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$x=\frac{14}5$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$\left(\frac{14}{5},\frac65,0\right)$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$\left(x-\frac{14}5\right)+2\left(y-\frac65\right)-2z=0$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$x+2y-2z=\frac{26}5$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$\frac{|2+6+8-\frac{26}{5}|}{3}=\frac{54/5}{3}=\frac{18}{5}$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$35\alpha=35\cdot\frac{18}{5}=126$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126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 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Rotating a plane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a line lying in it gives the plane through the line perpendicular to the original (two choices of direction give the same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rotation by an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condition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both methods.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through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$P_1=0=P_2$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$\lambda=-\frac{\vec n_1\cdot\vec n_1}{\vec n_1\cdot\vec n_2}$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$-\frac{18}{2}=-9$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Rotating a plane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a line lying in it gives the plane through the line perpendicular to the original (two choices of direction give the same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rotation by an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condition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$\cos\theta=\frac{\vec n_1\cdot(\vec n_1+\lambda\vec n_2)}{|\vec n_1||\vec n_1+\lambda\vec n_2|}$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$\frac{54}{15}=\frac{18}{5}$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both methods.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equation of the plane passing through the line of intersection of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distance of this plane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-4   (B) -2   (C) 4   (D) 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equation of the plane passing through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$x+2y+az=2$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$5x-11y+bz=6a-1$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$c\in\mathbb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distance of this plane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$(a,-c,c)$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-4   (B) -2   (C) 4   (D) 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Family of planes through a line of intersection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the family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given plane, coefficient by coefficient,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the family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given plane, coefficient by coefficient,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$\lambda,a,b$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two: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through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$(x+2y+az-2)+\lambda(x-y+z-3)=0$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$(1+\lambda)x+(2-\lambda)y+(a+\lambda)z=2+3\lambda$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$5x-11y+bz=6a-1$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$\frac{1+\lambda}{5}=\frac{2-\lambda}{-11}=\frac{a+\lambda}{b}=\frac{2+3\lambda}{6a-1}$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two: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$-11-11\lambda=10-5\lambda$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$\frac{1+\lambda}{5}=-\frac12$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$2+3\lambda=-\frac{6a-1}{2}$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$-\frac{17}{2}=-\frac{6a-1}2$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$6a-1=17$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an integer);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$a+\lambda=-\frac b2$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$3-\frac72=-\frac12=-\frac b2$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$5x-11y+z=17$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$(3,-c,c)$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$\frac{|15+11c+c-17|}{\sqrt{25+121+1}}=\frac{|12c-2|}{7\sqrt3}=\frac{2}{\sqrt3}$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a=\sqrt3$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$|12c-2|=14$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$12c-2=14$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an integer);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$12c-2=-14$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$\frac{a+b}{c}=\frac{3+1}{-1}=-4$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-4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line lie on every plane of the family, so one such point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line's direction lying in the plane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line lie on every plane of the family, so one such point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line's direction lying in the plane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 involve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plane contains 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$x+2y+az=2$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 not involve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$x+2y=2,\ x-y=3$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$\left(\frac83,-\frac13,0\right)$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plane contains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$5\cdot\frac83+11\cdot\frac13=17=6a-1$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$=(1,2,3)\times(1,-1,1)=(5,2,-3)$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this direction: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distance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integer root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contains this direction: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$(5,-11,b)\cdot(5,2,-3)=25-22-3b=0$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$5x-11y+z=17$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$(3,-c,c)$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$\frac{|12c-2|}{7\sqrt3}=\frac{2}{\sqrt3}$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$|12c-2|=14$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integer root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$\frac{a+b}{c}=\frac{4}{-1}=-4$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-4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in a line, then every plane containing the line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equal ratios of coefficients is how an unknown family member is matched.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same plane iff all four coefficients are proportional.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contains a line iff it contains one point of the line and its normal is perpendicular to the line direction (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line of intersection).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question restricts a variable to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solve the modulus equation and reject the non-integer root: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rejected,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kept.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two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$P_1=0,P_2=0$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in a line, then every plane containing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equal ratios of coefficients is how an unknown family member is matched.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$a_1x+b_1y+c_1z=d_1$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$a_2x+b_2y+c_2z=d_2$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same plane iff all four coefficients are proportional.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contains a line iff it contains one point of the line and its normal is perpendicular to the line direction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n\cdot(\vec n_1\times\vec n_2)=0$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line of intersection).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question restricts a variable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solve the modulus equation and reject the non-integer root: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rejected,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kept.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plane,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line passing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also passes through the point: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plane,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the line passing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$(5,1,-7)$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also passes through the point: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$(0,5,-1)$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two points parallel to a given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normal is the cross product of the vector joining the two points and the direction of the given line.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in the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parallel to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in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$(-1,2,1)-(0,-1,2)=(-1,3,-1)$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$(5,1,-7)$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$(-4,-2,6)\parallel(4,2,-6)$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parallel to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n=\left|\begin{matrix}\hat i&amp;\hat j&amp;\hat k\\-1&amp;3&amp;-1\\4&amp;2&amp;-6\end{matrix}\right|=\hat i(-18+2)-\hat j(6+4)+\hat k(-2-12)=-16\hat i-10\hat j-14\hat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n\parallel(8,5,7)$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$8(x-0)+5(y+1)+7(z-2)=0$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$8x+5y+7z=9$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$(0,5,-1)\to25-7=18$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$(-2,5,0)\to-16+25=9$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$(2,0,1)\to16+7=23$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$(1,-2,1)\to8-10+7=5$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$8x+5y+7z=9$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$(-2,5,0)$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plane parametrically as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(vector in plane)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(line direction) and solve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each option.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plane parametrically as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$+\,s\,$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(vector in plane)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$+\,t\,$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(line direction) and 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$(s,t)$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each option.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Parametric form: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the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equation: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Parametric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$(x,y,z)=(0,-1,2)+s(-1,3,-1)+t(2,1,-3)$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the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$-s+2t=-2$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$3s+t=6$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$-s-3t=-2$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$s=2t+2$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$3(2t+2)+t=6$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$-2-0=-2$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fail.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only option (B) lies on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$-s+2t=2$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$3s+t=1$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$-s-3t=-3\neq-1$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on the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$(0,5,-1)$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$s=\frac{12}7,t=\frac67$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$-s-3t=-\frac{30}7\neq-3$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$s=-\frac37,t=\frac27$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$-\frac37\neq-1$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fail.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only option (B) lies on the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$(-2,5,0)$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(scalar triple product).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Checking an option needs only substitution into the linear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comparison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$\overrightarrow{AB}\not\parallel\vec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$[\overrightarrow{AX},\overrightarrow{AB},\vec d]=0$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(scalar triple product).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Checking an option needs only substitution into the linear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$8x+5y+7z$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comparison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$(8,5,7)\cdot(-1,3,-1)=-8+15-7=0$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$(8,5,7)\cdot(4,2,-6)=32+10-42=0$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perpendicular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7   (B) 8   (C) 9   (D) 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$(4,5,8)$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$2x-2y+z+5=0$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7   (B) 8   (C) 9   (D) 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perpendicular from a point on a line and distance of a point from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point of the line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line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point of the line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$\overrightarrow{PN}\perp$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line direction.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$(4-1,\ 5+7,\ 8-5)=(3,12,3)\parallel(1,4,1)$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$\frac{x-1}{1}=\frac{y+7}{4}=\frac{z-5}{1}=\lambda$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$N=(\lambda+1,\ 4\lambda-7,\ \lambda+5)$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$\overrightarrow{PN}=(\lambda,\ 4\lambda-5,\ \lambda+2)$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$\overrightarrow{PN}\perp(1,4,1)$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$\lambda+4(4\lambda-5)+\lambda+2=0$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$\lambda+16\lambda-20+\lambda+2=0$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$18\lambda=18$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$N=(2,-3,6)$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$2x-2y+z+5=0$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$d=\left|\frac{2(2)-2(-3)+6+5}{\sqrt{2^2+(-2)^2+1^2}}\right|$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$d=\left|\frac{4+6+6+5}{3}\right|=\frac{21}{3}=7$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projection formula: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projection formula: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$N=A+\frac{\overrightarrow{AP}\cdot\vec d}{|\vec d|^2}\vec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coefficient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$A=(1,-7,5)$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$\overrightarrow{AP}=(1,-2,3)-(1,-7,5)=(0,5,-2)$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$\overrightarrow{AP}\cdot\vec d=0+20-2=18$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coefficient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$\frac{18}{18}=1$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$N=A+1\cdot\vec d=(2,-3,6)$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$2x-2y+z+5=0$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$\frac{|4+6+6+5|}{3}=7$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a point to a line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this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can be scaled: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same line, which simplifies arithmetic.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a+\lambda\vec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$\lambda=\frac{(\vec P-\vec a)\cdot\vec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$\frac{18}{18}=1$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a point to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$=\frac{|\overrightarrow{AP}\times\vec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this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$|(0,5,-2)\times(1,4,1)|/\sqrt{18}=|(13,-2,-5)|/\sqrt{18}=\sqrt{198}/\sqrt{18}=\sqrt{11}$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$(x_0,y_0,z_0)$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$\frac{|ax_0+by_0+cz_0+d|}{\sqrt{a^2+b^2+c^2}}$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can be scaled: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same line, which simplifies arithmetic.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that is coplanar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that is coplanar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$\frac{x+3}{-3}=\frac{y-1}{1}=\frac{z-5}{5}$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$\frac{x+1}{1}=\frac{y-2}{2}=\frac{z-5}{5}$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$\frac{x-1}{-1}=\frac{y-2}{2}=\frac{z-5}{5}$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$\frac{x+1}{-1}=\frac{y-2}{2}=\frac{z-5}{5}$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$\frac{x+1}{-1}=\frac{y-2}{2}=\frac{z-5}{4}$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of two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3066288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Two lines are coplanar iff the scalar triple product of the join of two points and the two directions is zero.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option (C), the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same result).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$A(-3,1,5)$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d_1=(-3,1,5)$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option (C), the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$B(-1,2,5)$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d_2=(-1,2,5)$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$\overrightarrow{AB}=(2,1,0)$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$\overrightarrow{BA}=(-2,-1,0)$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same result).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condition: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Rows 1 and 2 are identical, so the determinant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other options the same determinant has absolute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(A), (B), (D) respectively, all non-zero, so they are not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Coplanarity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$\left|\begin{matrix}-3+1&amp;1-2&amp;5-5\\-3&amp;1&amp;5\\-1&amp;2&amp;5\end{matrix}\right|=\left|\begin{matrix}-2&amp;-1&amp;0\\-3&amp;1&amp;5\\-1&amp;2&amp;5\end{matrix}\right|=0$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$R_2\to R_2-R_3$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$\left|\begin{matrix}-2&amp;-1&amp;0\\-2&amp;-1&amp;0\\-1&amp;2&amp;5\end{matrix}\right|$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Rows 1 and 2 are identical, so the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other options the same determinant has absolute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$10,\ 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(A), (B), (D) respectively, all non-zero, so they are not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$\frac{x+1}{-1}=\frac{y-2}{2}=\frac{z-5}{5}$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Check whether the lines intersect: option (C) meets the given line at the origin.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$(-3-3s,\ 1+s,\ 5+5s)$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$(-1-t,\ 2+2t,\ 5+5t)$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$5+5s=5+5t$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$-3-3s=-1-s$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$1+s=0$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$2+2t=0$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lines pass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intersect and are therefore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options give non-intersecting non-parallel lines (determinants of absolute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(C) is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lines pass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intersect and are therefore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 options give non-intersecting non-parallel lines (determinants of absolute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$10,10,5$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(C) is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$\frac{x+1}{-1}=\frac{y-2}{2}=\frac{z-5}{5}$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they intersect or are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determinant, row operations such 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reveal two identical rows quickly.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candidate line passes through a point of the given line (here the origin, lying on both), the lines are automatically coplanar; try to spot a common point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option (A),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skew.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a_1+s\vec 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a_2+t\vec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coplanar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a_1)\cdot(\vec d_1\times\vec d_2)=0$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they intersect or are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determinant, row operations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$R_2\to R_2-R_3$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reveal two identical rows quickly.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candidate line passes through a point of the given line (here the origin, lying on both), the lines are automatically coplanar; try to spot a common point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for option (A),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$|\overrightarrow{AB}\cdot(\vec d_1\times\vec d_2)|=10\neq0$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skew.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perpendicular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perpendicular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$P(3,-2,-9)$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$(9,3,4)$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$(9,-2,1)$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$\sqrt{35}$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through three points, foot of perpendicular and distance from origin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Foot of the perpendicular lies along the plane normal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the cross product of two edge vectors.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Foot of the perpendicular lies along the plane normal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the cross product of two edge vectors.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$A(-1,-2,-3)$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$B(9,3,4)$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$C(9,-2,1)$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$\overrightarrow{AC}=(10,0,4)$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$\overrightarrow{AB}=(10,5,7)$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$\overrightarrow{AC}\times\overrightarrow{AB}=\left|\begin{matrix}\hat i&amp;\hat j&amp;\hat k\\10&amp;0&amp;4\\10&amp;5&amp;7\end{matrix}\right|=-20\hat i-30\hat j+50\hat k\parallel(2,3,-5)$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$2x+3y-5z=d$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$-2-6+15=d$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$2x+3y-5z=7$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$P(3,-2,-9)$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$\frac{x-3}{2}=\frac{y+2}{3}=\frac{z+9}{-5}=-\frac{(6-6+45-7)}{4+9+25}=-\frac{38}{38}=-1$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(correct).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$x=3-2=1$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$y=-2-3=-5$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$z=-9+5=-4$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$Q(1,-5,-4)$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$2-15+20=7$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(correct).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$OQ=\sqrt{1+25+16}=\sqrt{42}$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$\sqrt{42}$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normal by solving the two perpendicularity equations instead of a cross product, then use the foot formula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normal by solving the two perpendicularity equations instead of a cross product, then use the foot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$Q=P-\frac{\vec n\cdot P-d}{|\vec n|^2}\vec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normal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normal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$\overrightarrow{AC}=(10,0,4)$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$\overrightarrow{AB}=(10,5,7)$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$10a+4c=0$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$c=-\frac{5a}2$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$10a+5b+7c=0$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$5b=-10a+\frac{35a}{2}=\frac{15a}{2}$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$b=\frac{3a}{2}$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$2x+3y-5z=7$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ratio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P-d=6-6+45-7=38$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n|^2=38$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$Q=P-1\cdot(2,3,-5)=(1,-5,-4)$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$OQ^2=1+25+16=42$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$\sqrt{42}$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image (reflection)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three points: normal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scalar multiple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that all three points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$Q=P-\frac{\vec n\cdot P-d}{|\vec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image (reflection)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$P-2\frac{\vec n\cdot P-d}{|\vec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$|PQ|=\frac{|\vec n\cdot P-d|}{|\vec n|}=\frac{38}{\sqrt{38}}=\sqrt{38}$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three points: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scalar multiple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B=18+9-20=7$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C=18-6-5=7$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that all three points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$2x+3y-5z=7$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all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∈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</m:nary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308   (B) 304   (C) 302   (D) 306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set of all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$\frac{x-\lambda}{0}=\frac{y-3}{4}=\frac{z+6}{1}$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$\frac{x+\lambda}{3}=\frac{y}{-4}=\frac{z-6}{0}$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$8\left|\sum_{\lambda\in S}\lambda\right|$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308   (B) 304   (C) 302   (D) 306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is the projection of the join of two points on the common perpendicular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a modulus equation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is the projection of the join of two points on the common perpendicular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a modulus equation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modulus is the same).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$A(\lambda,3,-6)$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p=(0,4,1)$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$B(-\lambda,0,6)$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q=(3,-4,0)$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$\overrightarrow{AB}=(-2\lambda,-3,12)$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uses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$\overrightarrow{BA}=(2\lambda,3,-12)$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modulus is the same).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q=\left|\begin{matrix}\hat i&amp;\hat j&amp;\hat k\\0&amp;4&amp;1\\3&amp;-4&amp;0\end{matrix}\right|=4\hat i+3\hat j-12\hat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$\sqrt{16+9+144}=13$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$=\frac{|\overrightarrow{AB}\cdot(\vec p\times\vec q)|}{|\vec p\times\vec q|}=13$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$\overrightarrow{AB}\cdot(\vec p\times\vec q)=-8\lambda-9-144=-(8\lambda+153)$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$\frac{|8\lambda+153|}{13}=13$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$|8\lambda+153|=169$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$8\lambda+153=169$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$8\lambda+153=-169$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$8\lambda=16$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$8\lambda=-322$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$\lambda=-\frac{161}{4}$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$8\left|\sum\lambda\right|=|16+(-322)|=306$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306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between the lines is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plane through line 2 that is parallel to line 1 (normal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between the lines is the distance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plane through line 2 that is parallel to line 1 (normal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this normal contains line 2 and is parallel to line 1: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equals the distance of any point of line 1, 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from this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 p\times\vec q=(4,3,-12)$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$B(-\lambda,0,6)$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this normal contains line 2 and is parallel to 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$4(x+\lambda)+3y-12(z-6)=0$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equals the distance of any point of line 1,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$A(\lambda,3,-6)$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from this plane.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it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$4(2\lambda)+9-12(-12)=8\lambda+153$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$\frac{|8\lambda+153|}{13}$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it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$8\lambda+153=\pm169$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$8\lambda=16$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$8\left|\sum\lambda\right|=|16-322|=306$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306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view: distance from a point of one line to the plane through the other line that is parallel to the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distance condition contains the parameter linearly inside the modulus, there are two values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a_1+s\vec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a_2+t\vec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a_1)\cdot(\vec p\times\vec q)|}{|\vec p\times\vec 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view: distance from a point of one line to the plane through the other line that is parallel to the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distance condition contains the parameter linearly inside the modulus, there are two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$\lambda_1,\lambda_2$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$-\frac{2\cdot153}{8}$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$\lambda_1+\lambda_2=2-\frac{161}{4}=-\frac{153}{4}$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$\frac{|16+153|}{13}=13$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$\lambda=-\frac{161}4$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$\frac{|-322+153|}{13}=13$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coordinates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$2x-y+z=9$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coordinates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$(6,10,7)$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square of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 and area of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the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equidistant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the plane; the area splits into two right triangles.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the plane,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equidistant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the plane; the area splits into two right triangles.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105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$R(6,10,7)$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$12-10+7=9$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$PQ=2PM$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PMR=90^\circ$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$PR=\sqrt{5^2+8^2+4^2}=\sqrt{105}$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$\overrightarrow{PR}=(5,8,4)$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$\theta=\angle MPR$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$\cos\theta=\frac{(5\hat i+8\hat j+4\hat k)\cdot(2\hat i-\hat j+\hat k)}{\sqrt{105}\sqrt6}$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630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594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630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594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630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630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square of the area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$=10-8+4=6$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$\cos\theta=\frac{6}{\sqrt{630}}$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$\sin\theta=\sqrt{1-\frac{36}{630}}=\frac{\sqrt{594}}{\sqrt{630}}$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PQR=2\times$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PMR=2\cdot\frac12(PR)^2\sin\theta\cos\theta=PR^2\sin\theta\cos\theta$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$=105\cdot\frac{6}{\sqrt{630}}\cdot\frac{\sqrt{594}}{\sqrt{630}}=\frac{105\cdot6}{630}\sqrt{594}=\sqrt{594}$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square of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594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and use the cross product: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(area).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and use the cross product: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$\Delta=\frac12|\overrightarrow{PQ}\times\overrightarrow{PR}|$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(area).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parameter: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parameter: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$\frac{2(1)-2+3-9}{6}=-1$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$Q=P-2\left(-1\right)(2,-1,1)=(1,2,3)+2(2,-1,1)=(5,0,5)$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$M=(3,1,4)$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$6-1+4=9$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$\overrightarrow{PQ}=(4,-2,2)$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$\overrightarrow{PR}=(5,8,4)$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$\overrightarrow{PQ}\times\overrightarrow{PR}=\left|\begin{matrix}\hat i&amp;\hat j&amp;\hat k\\4&amp;-2&amp;2\\5&amp;8&amp;4\end{matrix}\right|=(-8-16)\hat i-(16-10)\hat j+(32+10)\hat k=-24\hat i-6\hat j+42\hat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$|\overrightarrow{PQ}\times\overrightarrow{PR}|^2=576+36+1764=2376$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$\Delta^2=\frac{2376}{4}=594$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594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Right triangles: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 to the point-plane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Right triangles: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$\Delta=\frac12\,PQ\cdot MR$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 to the point-plane distance.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of the area: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$PM=\frac{|2-2+3-9|}{\sqrt6}=\frac{6}{\sqrt6}=\sqrt6$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$PQ=2\sqrt6$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$PR^2=105$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$MR^2=PR^2-PM^2=105-6=99$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$\Delta=\frac12\cdot PQ\cdot MR=\frac12\cdot2\sqrt6\cdot\sqrt{99}=\sqrt{594}$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of the area: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594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isosceles with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avoiding square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$Q=P-2\frac{\vec n\cdot P-d}{|\vec n|^2}\vec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$Q=(5,0,5)$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plane,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$RP=RQ$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isosceles with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$=\frac12|\overrightarrow{PQ}\times\overrightarrow{PR}|$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$^2=\frac14|\overrightarrow{PQ}\times\overrightarrow{PR}|^2$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avoiding square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u\times\vec v|^2=|\vec u|^2|\vec v|^2-(\vec u\cdot\vec v)^2$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$24\cdot105-(20-16+8)^2=2520-144=2376$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intersect, then the magnitude of the minimum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$\frac{x-1}{2}=\frac{2-y}{-3}=\frac{z-3}{\alpha}$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$\frac{x-4}{5}=\frac{y-1}{2}=\frac{z}{\beta}$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intersect, then the magnitude of the minimum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Coplanarity (intersection) of two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Intersection of two lines forces the triple product of the join and the two directions to vanish, giving a linear relation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Intersection of two lines forces the triple product of the join and the two directions to vanish, giving a linear relation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line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second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joining the points: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lines to intersect, the three vectors must be coplanar: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$\frac{2-y}{-3}=\frac{y-2}{3}$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second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$(5,2,\beta)$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joining the 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$(4,1,0)-(1,2,3)=(3,-1,-3)$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$-3\hat i+\hat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lines to intersect, the three vectors must be coplanar: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$\left|\begin{matrix}2&amp;3&amp;\alpha\\5&amp;2&amp;\beta\\-3&amp;1&amp;3\end{matrix}\right|=0$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value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its magnitude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$2(6-\beta)-3(15+3\beta)+\alpha(5+6)=0$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$12-2\beta-45-9\beta+11\alpha=0$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$11\alpha-11\beta-33=0$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$\alpha=3+\beta$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$8\alpha\beta=8(3+\beta)\beta=8(\beta^2+3\beta)$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$8\left(\beta^2+3\beta+\frac94-\frac94\right)=8\left(\beta+\frac32\right)^2-18$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its magnitude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Equate the general points of the two lines: they meet at a definite point,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Equate the general points of the two lines: they meet at a definite point, which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$\alpha-\beta=3$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points: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$(1+2s,\ 2+3s,\ 3+\alpha 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$(4+5t,\ 1+2t,\ \beta 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$1+2s=4+5t$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$s=\frac{3+5t}{2}$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$2+3s=1+2t$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$2+\frac{9+15t}{2}=1+2t$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$13+15t=2+4t$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$11t=-11$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minimum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magnitude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$(-1,-1,\cdot)$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$3-\alpha=-\beta$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$8\alpha\beta=8\beta(\beta+3)$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minimum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non-parallel lines intersect iff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e>
                                  <m:acc>
                                    <m:accPr>
                                      <m:chr m:val="⃗"/>
                                      <m:ctrlP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𝑑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acc>
                                    <m:accPr>
                                      <m:chr m:val="⃗"/>
                                      <m:ctrlP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𝑑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e>
                                  <m:acc>
                                    <m:accPr>
                                      <m:chr m:val="⃗"/>
                                      <m:ctrlP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acc>
                                    <m:accPr>
                                      <m:chr m:val="⃗"/>
                                      <m:ctrlP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(coplanarity); parallel lines give a separate case.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equations alone fix the common parameters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equation then gives the relation between the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Minimum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non-parallel lines intersect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$\left|\begin{matrix}\vec d_1\\\vec d_2\\\vec a_2-\vec a_1\end{matrix}\right|=0$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(coplanarity); parallel lines give a separate case.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equations alone fix the common parameters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$(s,t)$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equation then gives the relation between the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Minimum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$p(\beta)=k(\beta^2+3\beta)$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$-\frac{9k}{4}$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$\alpha=\frac32,\beta=-\frac32$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$8\alpha\beta=-18$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points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equal distance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$\lambda_1,\lambda_2$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$\left(\frac52,1,\lambda\right)$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equal distance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$2x+3y-6z+7=0$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$\lambda_1&gt;\lambda_2$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$(\lambda_1-\lambda_2,\ \lambda_2,\ \lambda_1)$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$\frac{x-5}{1}=\frac{y-1}{2}=\frac{z+7}{2}$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 plane, Distance of a point from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Equal-distance condition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point-to-line distance is then a foot-of-perpendicular computation.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Equal-distance condition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$|15-6\lambda|=3$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point-to-line distance is then a foot-of-perpendicular computation.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distances: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$\left(\frac52,1,\lambda\right)$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$\frac{|5+3-6\lambda+7|}{7}=\frac{|15-6\lambda|}{7}$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$\frac{|-4+0-6+7|}{7}=\frac37$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distances: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$|15-6\lambda|=3$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$15-6\lambda=\pm3$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$\lambda_1=3&gt;\lambda_2=2$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$(\lambda_1-\lambda_2,\lambda_2,\lambda_1)=(1,2,3)=P$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$M=(\lambda+5,\ 2\lambda+1,\ 2\lambda-7)$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$\overrightarrow{PM}=(\lambda+4,\ 2\lambda-1,\ 2\lambda-10)$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$\overrightarrow{PM}\cdot(1,2,2)=0$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$(\lambda+4)+2(2\lambda-1)+2(2\lambda-10)=0$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$9\lambda-18=0$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$9\lambda=18$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$M=(7,5,-3)$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$\overrightarrow{PM}=(6,3,-6)$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$=\sqrt{6^2+3^2+6^2}=\sqrt{81}=9$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from a line by the cross-product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from a line by the cross-product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$\frac{|\overrightarrow{AP}\times\vec d|}{|\vec d|}$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$\lambda_1=3,\lambda_2=2$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$A(5,1,-7)$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$\overrightarrow{AP}=(-4,1,10)$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$\overrightarrow{AP}\times\vec d=\left|\begin{matrix}\hat i&amp;\hat j&amp;\hat k\\-4&amp;1&amp;10\\1&amp;2&amp;2\end{matrix}\right|=(2-20)\hat i-(-8-10)\hat j+(-8-1)\hat k=-18\hat i+18\hat j-9\hat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Magnitude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$=\sqrt{324+324+81}=\sqrt{729}=27$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$=\frac{27}{3}=9$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points are equidistant from a plane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either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side)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(opposite sides).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acc>
                                      <m:accPr>
                                        <m:chr m:val="⃗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𝑃</m:t>
                                        </m:r>
                                      </m:e>
                                    </m:acc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⋅</m:t>
                                    </m:r>
                                    <m:acc>
                                      <m:accPr>
                                        <m:chr m:val="⃗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𝑑</m:t>
                                        </m:r>
                                      </m:e>
                                    </m:acc>
                                  </m:num>
                                  <m:den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|</m:t>
                                    </m:r>
                                    <m:acc>
                                      <m:accPr>
                                        <m:chr m:val="⃗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𝑑</m:t>
                                        </m:r>
                                      </m:e>
                                    </m:acc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|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324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on a line: choose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points are equidistant from a plane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$|f(P_1)|=|f(P_2)|$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$f(x,y,z)=ax+by+cz+d$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either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$f(P_1)=f(P_2)$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side)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$f(P_1)=-f(P_2)$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(opposite sides).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$\frac{|\overrightarrow{AP}\times\vec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$\sqrt{|\overrightarrow{AP}|^2-\left(\frac{\overrightarrow{AP}\cdot\vec d}{|\vec d|}\right)^2}$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$|\overrightarrow{AP}|^2=16+1+100=117$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$\overrightarrow{AP}\cdot\vec d=-4+2+20=18$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$\sqrt{117-\frac{324}{9}}=\sqrt{81}=9$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on a line: choose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foot of the perpendicular drawn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of intersection of the planes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$3x-y-7z=11$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plane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foot of the perpendicular drawn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of intersection of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of intersection of two planes and foot of the perpendicular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is along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 of intersection is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$\overrightarrow{AN}\cdot(\vec n_1\times\vec n_2)=0$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in-plane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line: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common point: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both planes.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in-plane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$\left|\begin{matrix}x-2&amp;y+1&amp;z\\0&amp;1&amp;-1\\3&amp;2&amp;1\end{matrix}\right|=0$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$3(x-2)-3(y+1)-3z=0$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$P_2: x-y-z=3$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n_1=3\hat i-\hat j-7\hat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n_2=\hat i-\hat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n_2=-6\hat i-4\hat j-2\hat k\parallel \vec p=3\hat i+2\hat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common point: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$3x-y=11$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$x=4,\ 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both planes.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general point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$\frac{x-4}{3}=\frac{y-1}{2}=\frac{z-0}{1}=\lambda$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$N=(3\lambda+4,\,2\lambda+1,\,\lambda)$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$A=(7,4,-1)$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$\overrightarrow{AN}=(3\lambda-3)\hat i+(2\lambda-3)\hat j+(\lambda+1)\hat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$\overrightarrow{AN}\perp$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$3(3\lambda-3)+2(2\lambda-3)+1(\lambda+1)=0$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$14\lambda-14=0$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$N=(7,3,1)=(\alpha,\beta,\gamma)$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line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span of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both plane equations.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$\overrightarrow{AN}\perp$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line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in the span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$N=A-s\vec n_1-t\vec n_2$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both plane equations.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direction; any vector perpendicular to it lies in the plane spanned by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direction; any vector perpendicular to it lies in the plane spanned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$N=A-s\vec n_1-t\vec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 A=21-4+7=24$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n_2\cdot A=7-4+1=4$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n_1\cdot\vec n_1=59$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n_2\cdot\vec n_2=3$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n_1\cdot\vec n_2=11$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 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$24-59s-11t=11$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$59s+11t=13$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$4-11s-3t=3$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$11s+3t=1$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$N=(7,4,-1)-\frac12(3,-1,-7)+\frac32(1,-1,-1)=(7,3,1)$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$\alpha+\beta+\gamma=7+3+1=11$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planes with normals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(nonzero when the planes are not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get a point on the common line, set one coordinate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solve the two plane equations (works if the line is not parallel to that coordinate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three points: set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intersection of planes with normals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n_1,\vec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(nonzero when the planes are not parallel).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get a point on the common line, set one coordinate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solve the two plane equations (works if the line is not parallel to that coordinate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$Q+\mu\vec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$\mu=\frac{(A-Q)\cdot\vec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$\mu=\frac{(3,3,-1)\cdot(3,2,1)}{14}=1$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$Q=(4,1,0)$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three points: set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r-\vec r_1,\ \vec r_2-\vec r_1,\ \vec r_3-\vec r_1)$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the perpendicular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point on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the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$A(4,3,1)$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 x-y+2z+3=0$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$B(5,\alpha,\beta)$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point on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the perpendicular and area of a triangle in 3D, Distance and lattice points on a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plane,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right-angled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$AN\perp$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plane,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$\triangle ABN$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right-angled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$=\frac12\,AN\cdot BN$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$B(5,\alpha,\beta)$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$5-\alpha+2\beta+3=0$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$\alpha-2\beta=8$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$\frac{x_1-4}{1}=\frac{y_1-3}{-1}=\frac{z_1-1}{2}=\frac{-(4-3+2+3)}{6}=-1$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$N=(x_1,y_1,z_1)=(3,4,-1)$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$AN=\sqrt{1+1+4}=\sqrt6$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$AN\perp$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$AN\perp BN$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$\overrightarrow{AN}\cdot\overrightarrow{BN}=0$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$\frac12\,AN\cdot BN=3\sqrt2$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$\frac{1}{2}\sqrt6\,BN=3\sqrt2$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$BN=\frac{6\sqrt2}{\sqrt6}=2\sqrt3$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$BN^2=12$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$(5-3)^2+(\alpha-4)^2+(\beta+1)^2=12$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$(\alpha-4)^2+(\beta+1)^2=8$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$\alpha=2\beta+8$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$(2\beta+4)^2+(\beta+1)^2=8$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$5\beta^2+18\beta+9=0$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$\beta=-\frac35$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$\alpha^2+\beta^2+\alpha\beta=4+9-6=7$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plane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integrality forces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plane condition picks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$B-N=(2,m,n)$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plane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$BN^2=12$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integrality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$m^2+n^2=8$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$(m,n)=(\pm2,\pm2)$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plane condition picks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integers;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only integer squares summing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$N=(3,4,-1)$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$AN=\sqrt6$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$BN=2\sqrt3$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$BN^2=12$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$\overrightarrow{NB}=(2,m,n)$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$m=\alpha-4$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$n=\beta+1$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$\overrightarrow{NB}\perp(1,-1,2)$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$2-m+2n=0$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$m=2n+2$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$BN^2=12$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$m^2+n^2=8$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only integer squares summing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$|m|=|n|=2$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pairs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$m=2n+2$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$n=-2\Rightarrow m=-2$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$n=2\Rightarrow m=6$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pairs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$m=-2,n=-2$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$\alpha^2+\beta^2+\alpha\beta=4+9-6=7$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a plane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it,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integrality constraints, reduce to a sum-of-squares equation such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test few cases.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vertices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in any dimension 3 position.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$(x_1,y_1,z_1)-\frac{ax_1+by_1+cz_1+d}{a^2+b^2+c^2}(a,b,c)$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$\frac{|ax_1+by_1+cz_1+d|}{\sqrt{a^2+b^2+c^2}}$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$\frac{6}{\sqrt6}=\sqrt6$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a plane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it,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$AB^2=AN^2+NB^2$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$[ABN]=\frac12\,AN\cdot NB$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integrality constraints, reduce to a sum-of-squares equation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$m^2+n^2=8$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$2^2+2^2$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test few cases.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$\frac12|\overrightarrow{AB}\times\overrightarrow{AC}|$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 in any dimension 3 position.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angle between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den>
                            </m:f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091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$\ell: x=\frac{1-y}{-2}=\frac{z-3}{\lambda},\ 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 x+2y+3z=4$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angle between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$\cos^{-1}\left(\sqrt{\frac{5}{14}}\right)$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$\alpha+2\beta+6\gamma$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179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between a line and a plane, intersection of line and plane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sine of the angle between line and plane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substitute the line in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sine of the angle between line and plane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$\frac{|\vec d\cdot\vec n|}{|\vec d||\vec n|}$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substitute the line in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ratios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line and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λ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$x=\frac{y-1}{2}=\frac{z-3}{\lambda}$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line and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$\sin\theta=\left|\frac{1+4+3\lambda}{\sqrt{5+\lambda^2}\,\sqrt{14}}\right|$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$\cos\theta=\sqrt{\frac5{14}}$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$\sin\theta=\frac{3}{\sqrt{14}}$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it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$(5+3\lambda)^2=9(5+\lambda^2)$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$25+30\lambda+9\lambda^2=45+9\lambda^2$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$\left(t,\,2t+1,\,\frac23t+3\right)$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$x+2y+3z=4$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$t+4t+2+2t+9=4$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$7t=-7$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$(\alpha,\beta,\gamma)=\left(-1,-1,\frac73\right)$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$\alpha+2\beta+6\gamma=-1-2+14=11$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(point on the plane) to write the target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Lagrange's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$\alpha+2\beta+3\gamma=4$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(point on the plane) to write the target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$4+3\gamma$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Lagrange's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d\times\vec n|^2$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line and plane,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of the angle with the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d=(1,2,\lambda)$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d\times\vec n=(6-2\lambda,\ \lambda-3,\ 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d\times\vec n|^2=5(\lambda-3)^2$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line and plane,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d\times\vec n|=|\vec d||\vec n|\cos\theta$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of the angle with the plane).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$5(\lambda-3)^2=(5+\lambda^2)\cdot14\cdot\frac{5}{14}=5(5+\lambda^2)$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$\lambda^2-6\lambda+9=5+\lambda^2$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$\alpha+2\beta+3\gamma=4$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$\alpha+2\beta+6\gamma=4+3\gamma$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the line,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the line,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$\gamma-3=\frac23\alpha$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$\alpha=\frac32(\gamma-3)$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$\beta=2\alpha+1=3\gamma-8$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$\alpha+2\beta+3\gamma=4$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$\frac32\gamma-\frac92+6\gamma-16+3\gamma=4$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$\frac{21}{2}\gamma=\frac{49}{2}$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$\gamma=\frac73$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$\alpha+2\beta+6\gamma=4+3\cdot\frac73=11$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a line (direction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 plane (normal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point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any linear expression with coefficients proportional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reduced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meets plane: substitute the parametric point of the line into the plane; unique solution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cosine of the line-plane angle is given, convert to sine first; mixing the two is the commonest slip.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a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a plane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$\sin\theta=\frac{|\vec d\cdot\vec n|}{|\vec d||\vec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 d\times\vec n|}{|\vec d||\vec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point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any linear expression with coefficients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reduced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$\alpha+2\beta+6\gamma=4+3\gamma$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meets plane: substitute the parametric point of the line into the plane; unique solution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d\cdot\vec n\ne0$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cosine of the line-plane angle is given, convert to sine first; mixing the two is the commonest slip.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the co-ordinate axes at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orthocenter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$x+3y-2z+6=0$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the co-ordinate axes at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orthocenter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$\left(\alpha,\beta,\frac67\right)$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$98(\alpha+\beta)^2$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Plane intercepts on the axes and orthocentre of a triangle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Orthocentre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-coordinate is given).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Orthocentre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$\overrightarrow{AH}\cdot\overrightarrow{BC}=0$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$\overrightarrow{CH}\cdot\overrightarrow{AB}=0$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-coordinate is given).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$A(-6,0,0)$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$B(0,-2,0)$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$C(0,0,3)$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$\overrightarrow{AB}=6\hat i-2\hat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$\overrightarrow{BC}=2\hat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$\overrightarrow{AC}=6\hat i+3\hat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$H=\left(\alpha,\beta,\frac67\right)$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$\overrightarrow{AH}\cdot\overrightarrow{BC}=0$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$\left(\alpha+6,\beta,\frac67\right)\cdot(0,2,3)=0$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$2\beta+\frac{18}{7}=0$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$\beta=-\frac97$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$\overrightarrow{CH}\cdot\overrightarrow{AB}=0$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$\overrightarrow{CH}=\left(\alpha,\beta,-\frac{15}{7}\right)$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$(\alpha,\beta,-\frac{15}{7})\cdot(6,-2,0)=0$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$6\alpha-2\beta=0$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$\alpha=\frac\beta3=-\frac37$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$\alpha+\beta=-\frac{12}{7}$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$98(\alpha+\beta)^2=98\cdot\frac{144}{49}=288$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288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mutually perpendicular, so the orthocentre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$OA,OB,OC$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mutually perpendicular, so the orthocentre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foot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Similarly it lies on the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orthocentre. The foot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$OA\perp 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$OH\perp 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$BC\perp AH$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Similarly it lies on the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orthocentre. The foot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$x+3y-2z+6=0$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$H=-\frac{6}{14}(1,3,-2)=\left(-\frac37,-\frac97,\frac67\right)$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matches the given data, confirming the identification.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matches the given data, confirming the identification.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$\alpha+\beta=-\frac{3}{7}-\frac97=-\frac{12}{7}$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$98(\alpha+\beta)^2=98\cdot\frac{144}{49}=288$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288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three edges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vertex are mutually perpendicular, the orthocentre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plane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foot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Altitude conditions in coordinates: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in the plane (here automatically).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meeting the axes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three edges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$OA,OB,OC$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vertex are mutually perpendicular, the orthocentre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xa+\frac yb+\frac zc=1$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$\frac{(1/a,\,1/b,\,1/c)}{1/a^2+1/b^2+1/c^2}$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$(a,b,c)=(-6,-2,3)$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$\left(-\frac37,-\frac97,\frac67\right)$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Altitude conditions in 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$\overrightarrow{AH}\cdot\overrightarrow{BC}=0$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$\overrightarrow{BH}\cdot\overrightarrow{CA}=0$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in the plane (here automatically).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meeting the axes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$(a,0,0),(0,b,0),(0,0,c)$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xa+\frac yb+\frac zc=1$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$x+3y-2z+6=0$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$\frac{x}{-6}+\frac{y}{-2}+\frac{z}{3}=1$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$\left(\frac53,\frac53,\frac83\right)$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$x-2y+z-2=0$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$Q(6,-2,\alpha),\ 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plane and distance between points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lies along the normal: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image lies along the normal: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$\frac{x-x_1}{a}=\frac{y-y_1}{b}=\frac{z-z_1}{c}=\frac{-2(ax_1+by_1+cz_1+d)}{a^2+b^2+c^2}$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formula: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$ax_1+by_1+cz_1+d=\frac53-\frac{10}3+\frac83-2=-1$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$\frac{x-\frac53}{1}=\frac{y-\frac53}{-2}=\frac{z-\frac83}{1}=\frac{-2(-1)}{6}=\frac13$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$x=\frac53+\frac13=2$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$y=\frac53-\frac23=1$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$z=\frac83+\frac13=3$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$(6-2)^2+(-2-1)^2+(\alpha-3)^2=169$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$16+9+(\alpha-3)^2=169$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$(\alpha-3)^2=144$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$|\alpha-3|=12$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Reflection in a plane is a Householder map: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  <m:sSup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</m:acc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any 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Reflection in a plane is a Householder map: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$P=X_0+\left(I-\frac{2\vec n\vec n^{T}}{|\vec n|^2}\right)(T-X_0)$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any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$X_0$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Reflected vector: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$X_0=(2,0,0)$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plane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$2-0+0-2=0$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$T-X_0=\left(-\frac13,\frac53,\frac83\right)$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$T=\left(\frac53,\frac53,\frac83\right)$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n\cdot(T-X_0)=-\frac13-\frac{10}{3}+\frac83=-1$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Reflected vector: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$(T-X_0)-\frac{2(-1)}{6}\vec n=\left(-\frac13,\frac53,\frac83\right)+\frac13(1,-2,1)=(0,1,3)$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$P=X_0+(0,1,3)=(2,1,3)$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$PQ^2=4^2+3^2+(\alpha-3)^2=169$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$(\alpha-3)^2=144$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the midpoint of the point and its image.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and fixes points of the plane; 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the same distance from the plane, on the opposite side.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formula in 3D: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check the sign condition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reject the extra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other side of the plane at equal signed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$ax+by+cz+d=0$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$(x_1,y_1,z_1)-\frac{2(ax_1+by_1+cz_1+d)}{a^2+b^2+c^2}(a,b,c)$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the midpoint of the point and its image.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and fixes points of the plane;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the same distance from the plane, on the opposite side.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formula in 3D: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$PQ^2=\sum(\Delta 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check the sign condition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reject the extra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$2-2+3-2=1=-(-1)$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other side of the plane at equal signed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parallel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parallel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$2x+y-z-3=0=5x-3y+4z+9$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$\frac{x+2}{2}=\frac{3-y}{-4}=\frac{z-7}{5}$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$A(8,-1,-19)$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$\frac{x}{-3}=\frac{y-5}{4}=\frac{2-z}{-12}$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Pencil of planes and plane parallel to a line, Distance from a point to a plane measured along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intersect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given direction with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$=P_1+\lambda P_2$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n\cdot\vec 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intersect the line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given direction with the 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line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parallel to it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plane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$(2x+y-z-3)+\lambda(5x-3y+4z+9)=0$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$(5\lambda+2)x+(1-3\lambda)y+(4\lambda-1)z+9\lambda-3=0$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line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b=(2,4,5)$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parallel to it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$2(5\lambda+2)+4(1-3\lambda)+5(4\lambda-1)=0$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$18\lambda+3=0$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$7x+9y-10z-27=0$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676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$\frac{x}{-3}=\frac{y-5}{4}=\frac{z-2}{12}$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$\frac{x-8}{-3}=\frac{y+1}{4}=\frac{z+19}{12}=\lambda$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$B=(8-3\lambda,\,-1+4\lambda,\,-19+12\lambda)$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$7(8-3\lambda)+9(4\lambda-1)-10(12\lambda-19)=27$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$237-105\lambda=27$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$B=(2,7,5)$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$AB=\sqrt{6^2+8^2+24^2}=\sqrt{676}=26$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the normal as (direction of the given line)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then use distance along a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the normal as (direction of the given line)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then use distance along a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$=\frac{|\vec n\cdot A-k|\,|\vec d|}{|\vec n\cdot\vec d|}$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this direction and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the given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$2x+y-z=3,\ 5x-3y+4z=-9$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$(2,1,-1)\times(5,-3,4)=(1,-13,-11)$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this direction and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b=(2,4,5)$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n=(1,-13,-11)\times(2,4,5)=(-21,-27,30)\parallel(7,9,-10)$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the given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$5x-3y=-9$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$k=7\cdot0+9\cdot3=27$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$P: 7x+9y-10z=27$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d=(-3,4,12)$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d|=\sqrt{9+16+144}=13$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d=-21+36-120=-105$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 A-k=56-9+190-27=210$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$=\frac{|210|}{|-105|}\cdot13=2\cdot13=26$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the line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(pencil of planes); it is parallel to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plane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(requires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it equals the perpendicular distance divided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line (direction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here: perpendicular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210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the line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$P_1+\lambda P_2=0$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(pencil of planes); it is parallel to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plane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r=k$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n\cdot A-k|}{|\vec n\cdot\vec d|}\,|\vec 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(requires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d\ne0$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it equals the perpendicular distance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$|\cos\phi|$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line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here: perpendicular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$\frac{210}{\sqrt{230}}$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$\cos\phi=\frac{105}{13\sqrt{230}}$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angles of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$x\sin A+y\sin B+z\sin C-18=0=x\sin 2A+y\sin 2B+z\sin 2C-9$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angles of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$80\left(\sin\frac A2\sin\frac B2\sin\frac C2\right)$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a line with planes in 3D, Trigonometric identities for the angles of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common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both planes; dividing the two equations turns triangle sine-sums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common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$x=y=z=k$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lies on both planes; dividing the two equations turns triangle sine-sums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$\prod\sin\frac A2$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common point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common point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$k(\sin A+\sin B+\sin C)=18$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A+\sin B+\sin C=4\cos\frac A2\cos\frac B2\cos\frac C2$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$k\left(4\cos\frac A2\cos\frac B2\cos\frac C2\right)=18$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$k(\sin2A+\sin2B+\sin2C)=9$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(ii)/(i):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etc., 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$\sin2A+\sin2B+\sin2C=4\sin A\sin B\sin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$k(4\sin A\sin B\sin C)=9$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(ii)/(i):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A\sin B\sin C}{\cos\frac A2\cos\frac B2\cos\frac C2}=\frac{9}{18}$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A=2\sin\frac A2\cos\frac 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etc.,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$8\sin\frac A2\sin\frac B2\sin\frac C2$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$8\sin\frac A2\sin\frac B2\sin\frac C2=\frac12$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$80\sin\frac A2\sin\frac B2\sin\frac C2=5$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 terms of triangle elements the ratio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 terms of triangle elements the ratio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$\frac{\sum\sin2A}{\sum\sin A}=\frac{2r}{R}$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 rR=4\prod\sin\frac A2$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two equations give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two equations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$\frac{\sin2A+\sin2B+\sin2C}{\sin A+\sin B+\sin C}=\frac{9}{18}=\frac12$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A=\frac a{2R}$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$\sum\sin A=\frac{a+b+c}{2R}=\frac sR$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$\sum\sin2A=4\sin A\sin B\sin C=\frac{4abc}{8R^3}=\frac{abc}{2R^3}=\frac{4R\Delta}{2R^3}=\frac{2\Delta}{R^2}$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$=\frac{2\Delta}{R^2}\cdot\frac Rs=\frac{2\Delta}{Rs}=\frac{2r}{R}$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$\frac{2r}{R}=\frac12$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rR=\frac14$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$r=4R\sin\frac A2\sin\frac B2\sin\frac C2$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$\prod\sin\frac A2=\frac1{16}$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$80\prod\sin\frac A2=\frac{80}{16}=5$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(Euler), with equality only for the equilateral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the system of their equations has a common point;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plane equation becomes a linear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(consistency needs the ratio of constants to match).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triangle: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A+\sin B+\sin C=4\cos\frac A2\cos\frac B2\cos\frac C2$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$\sin2A+\sin2B+\sin2C=4\sin A\sin B\sin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rR=4\sin\frac A2\sin\frac B2\sin\frac C2=\cos A+\cos B+\cos C-1$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rR\le\frac12$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(Euler), with equality only for the equilateral triangle.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the system of their equations has a common point;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$x=y=z=k$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plane equation becomes a linear equation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(consistency needs the ratio of constants to match).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$r/R=\frac14$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$A=B\approx 0.548$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$\sum\sin2A/\sum\sin A\approx0.5$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$80\prod\sin\frac A2\approx5$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i+2\hat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b=3(\hat i-\hat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a\cdot\big((\vec c\times\vec b)-\vec b-\vec c\big)$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 and cross product identities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c=\vec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 a\,\vec c\,\vec b]=|\vec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a\cdot(\vec c\times\vec b)=[\vec a\,\vec c\,\vec b]$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the given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expands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the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c)\cdot\vec b=\vec b\cdot\vec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a\,\vec c\,\vec b]=|\vec b|^2=9(1+1+1)=27$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expands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c\times\vec b)-\vec a\cdot\vec b-\vec a\cdot\vec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(given).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c\times\vec b)=[\vec a\,\vec c\,\vec b]=27$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b=3(1-2+1)=0$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(given).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$=27-0-3=24$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compute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c=\vec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c=3$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compute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solution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c=\frac{(\vec a\cdot\vec c)\vec a+\vec b\times\vec a}{|\vec a|^2}$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c=\frac{\vec a\times(\vec b\times\vec a)}{|\vec a|^2}=\vec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a=(3,-3,3)\times(1,2,1)=(-9,0,9)$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c=\frac{3(1,2,1)+(-9,0,9)}{6}=(-1,1,2)$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Result: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c=(3,-3,3)=\vec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c=-1+2+2=3$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b=(-1,1,2)\times(3,-3,3)=(9,9,0)$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c\times\vec b)=9+18=27$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Result: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$27-0-3=24$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 by cyclic permutation and changes sign on swapping two vectors: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solution exists only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b\times\vec c)=[\vec a\,\vec b\,\vec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 by cyclic permutation and changes sign on swapping two vectors: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c\times\vec b)=-[\vec a\,\vec b\,\vec 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b\perp\vec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b\perp\vec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a\,\vec c\,\vec b]=|\vec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solution exists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c=\frac{\vec b\times\vec a}{|\vec a|^2}+t\vec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c=t|\vec a|^2$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c=(-1,1,2)$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969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position vectors of the vertices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triangle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lengths of perpendiculars drawn from the orthocenter of the triangle on the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969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position vectors of the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triangle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i+2\hat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i+2\hat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i+\hat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$\ell_1,\ell_2$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lengths of perpendiculars drawn from the orthocenter of the triangle on the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$\ell_1^2+\ell_2^2+\ell_3^2$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80567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Orthocentre and distances in a triangle (vectors)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All three sides equal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triangle is equilateral and its orthocentre is the centroid, equidistant from the sides.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All three sides equal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triangle is equilateral and its orthocentre is the centroid, equidistant from the sides.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triangle is equilateral with side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Height of the triangle: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equilateral triangle the orthocentre is the centroid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one third of the height from each side.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$AB^2=1+0+1=2$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$BC^2=0+1+1=2$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$CA^2=0+1+1=2$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triangle is equilateral with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Height of the triangle: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$\sqrt{2-\frac12}=\sqrt{\frac32}$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equilateral triangle the orthocentre is the 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one third of the height from each side.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$\ell_1=\ell_2=\ell_3=\frac13\sqrt{\frac32}=\frac1{\sqrt6}$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$\ell_1^2+\ell_2^2+\ell_3^2=3\ell_1^2=3\cdot\frac16=\frac12$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inradius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(orthocentre = incentre),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inradius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$r=\frac{\Delta}{s}$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(orthocentre = incentre),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$\Delta=\frac12|\overrightarrow{AB}\times\overrightarrow{AC}|$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Semi-perimeter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$\overrightarrow{AB}=(-1,0,1)$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$\overrightarrow{AC}=(0,-1,1)$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$\overrightarrow{AB}\times\overrightarrow{AC}=(1,1,1)$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$\Delta=\frac12\sqrt3$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Semi-perimeter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$s=\frac{3\sqrt2}{2}$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equilateral triangle the orthocentre coincides with the incentre,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equilateral triangle the orthocentre coincides with the incentre,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$\ell=r=\frac{\Delta}{s}=\frac{\sqrt3/2}{3\sqrt2/2}=\frac1{\sqrt6}$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$\ell_1^2+\ell_2^2+\ell_3^2=3\cdot\frac16=\frac12$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equilateral triangle of 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orthocentre, centroid, circumcentre and incentre coincide; each is at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every side.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equal side lengths of the form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 a symmetric triangle: check side lengths before computing the orthocentre.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vertex vectors: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three points lie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matching the cross product.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equilateral triangle of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orthocentre, centroid, circumcentre and incentre coincide; each is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$\frac{a\sqrt3}{6}$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every side.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equal side lengths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$\sqrt{(\Delta x)^2+(\Delta y)^2+(\Delta z)^2}=\sqrt2$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$(2,2,1),(1,2,2),(2,1,2)$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 a symmetric triangle: check side lengths before computing the orthocentre.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vertex vectors: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$\frac12|\overrightarrow{AB}\times\overrightarrow{AC}|$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$=\frac{\sqrt3}{2}=\frac{\sqrt3}{4}\cdot2$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three points lie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matching the cross product.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position vectors of the vertices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triangle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length of the angle bisector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position vectors of the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triangle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i-3\hat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i+2\hat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$-\hat i+\hat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length of the angle bisector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BAC$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$2l^2$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bisector and distance in a triangle (vectors)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bisector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also the median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$AB=AC=5$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bisector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also the median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isosceles triangle the bisector of the apex angle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its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$AB=\sqrt{0+25+0}=5$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$AC=\sqrt{9+16+0}=5$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isosceles triangle the bisector of the apex angle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its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$D=\frac{B+C}{2}=\left(\frac12,\frac32,3\right)$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$l^2=AD^2=\left(2-\frac12\right)^2+\left(-3-\frac32\right)^2+0$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$l^2=\frac94+\frac{81}4=\frac{90}{4}=\frac{45}2$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$2l^2=45$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bisector-length formula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needs only the three side lengths.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bisector-length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$AD^2=bc\left[1-\frac{a^2}{(b+c)^2}\right]$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needs only the three side lengths.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$a=BC=\sqrt{9+1+0}=\sqrt{10}$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$b=CA=5$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$c=AB=5$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$AD^2=bc\left[1-\frac{a^2}{(b+c)^2}\right]=25\left[1-\frac{10}{100}\right]$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$AD^2=25\cdot\frac{9}{10}=\frac{45}{2}$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$2l^2=45$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internal bisector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any triangle).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bisector theorem: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the altitude.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a 3-4-5 triangle with right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direct: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squares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vertex data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throughout) means the triangle is planar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treat it as a 2D problem.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internal bisector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$AD^2=bc\left[1-\frac{a^2}{(b+c)^2}\right]=\frac{4bc\,s(s-a)}{(b+c)^2}$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any triangle).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bisector theorem: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$\frac{BD}{DC}=\frac{AB}{AC}$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the altitude.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a 3-4-5 triangle with right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$b=3,c=4,a=5$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$AD^2=12\left[1-\frac{25}{49}\right]=\frac{288}{49}$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direct: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$AD=\frac{bc\sqrt2}{b+c}=\frac{12\sqrt2}{7}$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squares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$\frac{288}{49}$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vertex data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throughout) means the triangle is planar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treat it as a 2D problem.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the position vectors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internal bisector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length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the position vectors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i+2\hat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i+4\hat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the internal bisector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AOB$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length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$\frac23\sqrt{34}$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$\frac32\sqrt{31}$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$\frac23\sqrt{31}$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$\frac32\sqrt{34}$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Internal angle bisector theorem (vectors)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Angle bisector theorem: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Angle bisector theorem: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$AC:CB=OA:OB$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$|OA|:|OB|$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internal angle bisector theorem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Section formula: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$|\overrightarrow{OA}|=\sqrt{4+4+1}=3$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$|\overrightarrow{OB}|=\sqrt{4+16+16}=6$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internal angle bisector theorem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$AC:CB=OA:OB=3:6=1:2$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Section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$C=\frac{2A+1\cdot B}{3}=\left(\frac{4+2}{3},\frac{4+4}{3},\frac{2+4}{3}\right)=\left(2,\frac83,2\right)$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$|\overrightarrow{OC}|=\sqrt{4+\frac{64}{9}+4}=\frac{\sqrt{136}}{3}$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$|\overrightarrow{OC}|=\frac{2\sqrt{34}}{3}=\frac23\sqrt{34}$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$\frac23\sqrt{34}$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bisector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(sum of unit vectors); intersect that line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bisector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$\angle AOB$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a+\hat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(sum of unit vectors); intersect that line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bisector direction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Match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match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a=\frac13(2,2,1)$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b=\frac16(2,4,4)$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bisector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a+\hat b=\frac16(6,8,6)\parallel\left(1,\frac43,1\right)$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$C=t\left(1,\frac43,1\right)$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$(2,\,2+2s,\,1+3s)$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Match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match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$\frac83=2+2s$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Consistent,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,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$1+3\cdot\frac13=2=t$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Consistent,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$C=\left(2,\frac83,2\right)$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$OC=2\left|\left(1,\frac43,1\right)\right|=2\sqrt{\frac{34}{9}}=\frac{2\sqrt{34}}{3}$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$\frac23\sqrt{34}$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Internal bisector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bisector: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external bisector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externally in the same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quadrilateral/triangle problem with a vertex at the origin, always compare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for the ratio.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Internal bisector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AOB$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a}{|\vec a|}+\frac{\vec b}{|\vec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meets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$C=\frac{|\vec b|\,\vec a+|\vec a|\,\vec b}{|\vec a|+|\vec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bisector: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$OC^2=|\vec a||\vec b|\left[1-\frac{AB^2}{(|\vec a|+|\vec b|)^2}\right]$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$AB^2=0+4+9=13$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$18\left(1-\frac{13}{81}\right)=\frac{136}{9}$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external bisector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externally in the same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a|:|\vec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quadrilateral/triangle problem with a vertex at the origin, always compare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$|OA|$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$|OB|$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for the ratio.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non-zero vectors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non-collinear.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collinear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collinear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non-zero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non-collinear.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a+5\vec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collinear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b+6\vec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collinear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a+\alpha\vec b+\beta\vec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Collinear and linearly dependent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Collinearity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eliminating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comparing coefficients of independent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scalars.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Collinearity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a+5\vec b=\lambda\vec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b+6\vec c=\mu\vec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eliminating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comparing coefficients of independent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b,\vec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scalars.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collinear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collinear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non-collinear, so coefficients match: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a+5\vec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a+5\vec b=\lambda\vec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b+6\vec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b+6\vec c=\mu\vec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a=\frac{\vec b+6\vec c}{\mu}$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b+6\vec c}{\mu}+5\vec b=\lambda\vec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$\lambda\vec c-5\vec b=\frac6\mu\vec c+\frac1\mu\vec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non-collinear, so coefficients match: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$-5=\frac1\mu$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$\lambda=\frac6\mu$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relation is unique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a+5\vec b=-30\vec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a+5\vec b+30\vec c=\vec0$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a+\alpha\vec b+\beta\vec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relation is unique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both collinearity conditions and compare coefficients of the independent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a=-(\alpha\vec b+\beta\vec 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both collinearity conditions and compare coefficients of the independent vectors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b,\vec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given relation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collinear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coefficient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collinear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basis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given relation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a=-\alpha\vec b-\beta\vec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a+5\vec b=(5-\alpha)\vec b-\beta\vec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collinear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$5-\alpha=0$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b+6\vec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collinear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a=-(5\vec b+\beta\vec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$(1,6)\parallel(5,\beta)$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basis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$\{\vec b,\vec c\}$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$\frac15=\frac6\beta$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$\alpha+\beta=5+30=35$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non-collinear,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implies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this to compare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independent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ratio of coefficients).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non-collinear,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$x\vec b+y\vec c=\vec0$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implies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this to compare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u\parallel\vec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u=p\vec b+q\vec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independent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$p\vec b+q\vec c\parallel p'\vec b+q'\vec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$pq'=p'q$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ratio of coefficients).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a=-5\vec b-30\vec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a+5\vec b=-30\vec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b+6\vec c=-\frac15\vec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parallelogram with adjacent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(area of the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/ (area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$\overrightarrow{OA}=\vec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$\overrightarrow{OB}=12\vec a+4\vec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$\overrightarrow{OC}=\vec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parallelogram with adjacent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(area of the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/ (area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quadrilateral and parallelogram using vector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triangles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half the magnitude of the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quadrilateral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diagonal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triangles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half the magnitude of the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parallelogram: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parallelogram: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OAB+\triangle OBC$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$[\triangle OAB]=\frac12|\vec a\times(12\vec a+4\vec b)|=\frac12\cdot4|\vec a\times\vec b|=2|\vec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$[\triangle OBC]=\frac12|(12\vec a+4\vec b)\times\vec b|=\frac12\cdot12|\vec a\times\vec b|=6|\vec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$=2|\vec a\times\vec b|+6|\vec a\times\vec b|=8|\vec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$=\frac{8|\vec a\times\vec b|}{|\vec a\times\vec b|}=8$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ratios are preserved by an affine map, so 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shoelace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ratios are preserved by an affine map, so 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a=(1,0)$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b=(0,1)$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shoelace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(independent, so any pair is an affine image; area ratios are unchanged).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unit square,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Shoelace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Choose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(independent, so any pair is an affine image; area ratios are unchanged).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$O(0,0)$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unit square,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Shoelace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$O\to A\to B\to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$\frac12\big[(0\cdot0-1\cdot0)+(1\cdot4-12\cdot0)+(12\cdot1-0\cdot4)+(0\cdot0-0\cdot1)\big]$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$=\frac12(0+4+12+0)=8$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$=\frac81=8$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(convex)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vertex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the parallelogram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Ratios of areas are invariant under linear (affine) maps, so special coordinates can be used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independent.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(convex)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$=\frac12|\overrightarrow{OB}\times\overrightarrow{AC}|$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$\overrightarrow{AC}=\vec b-\vec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$\frac12|(12\vec a+4\vec b)\times(\vec b-\vec a)|=\frac12|12+4||\vec a\times\vec b|=8|\vec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vertex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p\times\vec 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the parallelogram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Ratios of areas are invariant under linear (affine) maps, so special coordinates can be used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independent.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$\overrightarrow{OB}=x\vec a+y\vec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$\frac{x+y}{2}|\vec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unit vector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angles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vectors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unit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u=x\hat i+y\hat j+z\hat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 angles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$\frac\pi2,\frac\pi3$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$\frac1{\sqrt2}\hat i+\frac1{\sqrt2}\hat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$\frac1{\sqrt2}\hat j+\frac1{\sqrt2}\hat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$\frac1{\sqrt2}\hat i+\frac1{\sqrt2}\hat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v=\frac1{\sqrt2}\hat i+\frac1{\sqrt2}\hat j+\frac1{\sqrt2}\hat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u-\vec v|^2$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product and angle between vectors, Linear equations in direction components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angle condition is a linear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solve the three equations, then compute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angle condition is a linear equation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solve the three equations, then compute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$|\hat u-\vec v|^2$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each is a unit vector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p_1=\frac1{\sqrt2}(1,0,1)$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p_2=\frac1{\sqrt2}(0,1,1)$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p_3=\frac1{\sqrt2}(1,1,0)$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each is a unit vector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u|=1$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(i), (ii), (iii):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indeed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u\cdot\vec p_1=0$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$\frac{x}{\sqrt2}+\frac{z}{\sqrt2}=0$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u\cdot\vec p_2=\cos\frac\pi3=\frac12$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y{\sqrt2}+\frac z{\sqrt2}=\frac12$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$y+z=\frac1{\sqrt2}$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u\cdot\vec p_3=\cos\frac{2\pi}3=-\frac12$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x{\sqrt2}+\frac y{\sqrt2}=-\frac12$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$x+y=-\frac1{\sqrt2}$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(i), (ii), (iii):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indeed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$x^2+y^2+z^2=1$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u-\vec v=\left(-\frac1{\sqrt2}-\frac1{\sqrt2}\right)\hat i+\left(0-\frac1{\sqrt2}\right)\hat j+\left(\frac1{\sqrt2}-\frac1{\sqrt2}\right)\hat k=-\sqrt2\,\hat i-\frac1{\sqrt2}\hat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u-\vec v|^2=2+\frac12=\frac52$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$\frac52$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adding the three conditions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$|\hat u-\vec v|^2=|\hat u|^2+|\vec v|^2-2\hat u\cdot\vec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adding the three conditions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$x+y+z=0$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u\cdot\vec v=0$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 unit vector).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(i), (ii), (iii):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u|^2=1$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v|^2=\frac32$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a unit vector).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(i), (ii), (iii):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$2(x+y+z)=0+\frac1{\sqrt2}-\frac1{\sqrt2}=0$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u\cdot\vec v=\frac{x+y+z}{\sqrt2}=0$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u-\vec v|^2=1+\frac32-2\cdot0=\frac52$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$\frac52$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conditions with known vectors become linear equations: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as a consistency check (here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remember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independent linear equations of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 each to get the individual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Cosines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watch the sign for obtuse angles.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conditions with known vectors become linear equations: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u\cdot\vec p=|\vec p|\cos\theta$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$|\hat u|=1$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as a consistency check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$x^2+y^2+z^2=\frac12+0+\frac12=1$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u-\vec v|^2=|\vec u|^2+|\vec v|^2-2\vec u\cdot\vec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remember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v|^2=\frac32$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v=\frac1{\sqrt2}(1,1,1)$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independent linear equations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$x+z=p,\ y+z=q,\ x+y=r$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$x+y+z=\frac{p+q+r}{2}$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 each to get the individual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$\frac\pi2,\frac\pi3,\frac{2\pi}3$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$0,\frac12,-\frac12$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watch the sign for obtuse angles.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vertices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$Q(4,6,2)$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$R(7,3,2)$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vertices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$\cos^{-1}\left(\frac{1}{18}\right)$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$\cos^{-1}\left(\frac{7}{18}\right)$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between two vectors (dot product)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0(Easier than 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angle between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one dot product decides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$\angle QPR$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angle between the vectors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one dot product decides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$\vec{PQ}=(4-3,\,6-2,\,2-3)=(1,4,-1)$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$\vec{PR}=(7-3,\,3-2,\,2-3)=(4,1,-1)$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$\vec{PQ}\cdot\vec{PR}=1\times4+4\times1+(-1)(-1)=9$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$|\vec{PQ}|=\sqrt{1+16+1}=\sqrt{18}$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$|\vec{PR}|=\sqrt{16+1+1}=\sqrt{18}$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$\cos\theta=\frac{9}{\sqrt{18}\sqrt{18}}=\frac{9}{18}=\frac12$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all three side lengths: if they are equal, the triangle is equilateral and every angle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all three side lengths: if they are equal, the triangle is equilateral and every angle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three sides equal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equilateral.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$PQ^2=1^2+4^2+(-1)^2=18$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$PR^2=4^2+1^2+(-1)^2=18$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$QR^2=(7-4)^2+(3-6)^2+(2-2)^2=9+9+0=18$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three sides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equilateral.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93C47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0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at a vertex uses the two vectors that start from that vertex.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equal side lengths force an equilateral triangle, so all angles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 dot product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$\cos\theta=\frac{\vec u\cdot\vec v}{|\vec u||\vec v|}$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at a vertex uses the two vectors that start from that vertex.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equal side lengths force an equilateral triangle, so all angles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 dot product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u|=|\vec v|$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$\cos\theta=\frac{\vec u\cdot\vec v}{|\vec u|^2}$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$\frac{9}{18}=\frac12$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884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884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a=a_1\hat i+a_2\hat j+a_3\hat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b=b_1\hat i+b_2\hat j+b_3\hat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c=2(\vec a\times\vec b)-3\vec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$\cos^{-1}\left(-\frac{1}{\sqrt3}\right)$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$\cos^{-1}\left(\frac23\right)$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$\cos^{-1}\left(-\frac{\sqrt3}{2}\right)$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$\cos^{-1}\left(\frac{2}{\sqrt3}\right)$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product, cross product and Lagrange identity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b\perp\vec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b\cdot\vec c=-3|\vec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c|^2=4|\vec a\times\vec b|^2+9|\vec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c=2(\vec a\times\vec b)-3\vec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records this as relation (1); it is not needed further).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cross term vanishes,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Lagrange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a=2(\vec a\times\vec b)\cdot\vec a-3\,\vec a\cdot\vec b=0-6=-6$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records this as relation (1); it is not needed further).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c=2(\vec a\times\vec b)\cdot\vec b-3|\vec b|^2=0-48=-48$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b\perp\vec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cross term vanishes,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c|^2=4|\vec a\times\vec b|^2+9|\vec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Lagrange identity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b)^2=16-4=12$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c|^2=4(12)+9(16)=48+144=192$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c|=8\sqrt3$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$\cos\theta=\frac{\vec b\cdot\vec c}{|\vec b||\vec c|}=\frac{-48}{4\cdot8\sqrt3}=\frac{-3}{2\sqrt3}=-\frac{\sqrt3}{2}$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$\theta=\cos^{-1}\left(-\frac{\sqrt3}{2}\right)$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$\cos^{-1}\left(-\frac{\sqrt3}{2}\right)$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Choose coordinates: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fit the given data, which makes every vector explicit.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Choose coordinates: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a=\hat 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b=(2,2\sqrt3,0)$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fit the given data, which makes every vector explicit.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We need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$b_2^2=12$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b=(2,2\sqrt3,0)$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b=(0,0,2\sqrt3)$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$2(\vec a\times\vec b)=(0,0,4\sqrt3)$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c=(0,0,4\sqrt3)-(6,6\sqrt3,0)=(-6,-6\sqrt3,4\sqrt3)$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only on the given magnitudes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choice loses no generality.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c=-12-36+0=-48$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c|^2=36+108+48=192$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$\cos\theta=\frac{-48}{4\sqrt{192}}=\frac{-48}{32\sqrt3}=-\frac{\sqrt3}{2}$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only on the given magnitudes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choice loses no generality.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$\cos^{-1}\left(-\frac{\sqrt3}{2}\right)$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into a part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part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angle is a ratio of lengths.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into a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$-3\vec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$2(\vec a\times\vec 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angle is a ratio of lengths.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this part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part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pointing opposite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b|^2=16-4=12$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$|2(\vec a\times\vec b)|=4\sqrt3$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this part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part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pointing opposite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obtuse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obtuse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$\tan(\pi-\theta)=\frac{4\sqrt3}{12}=\frac{1}{\sqrt3}$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$\pi-\theta=\frac{\pi}{6}$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$\cos\theta=-\cos\frac{\pi}{6}=-\frac{\sqrt3}{2}$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$\cos^{-1}\left(-\frac{\sqrt3}{2}\right)$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$16-4=12$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b)\cdot\vec a=(\vec a\times\vec b)\cdot\vec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x+\vec y|^2=|\vec x|^2+|\vec y|^2$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x=2(\vec a\times\vec b),\vec y=-3\vec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p+\vec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p\perp\vec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angle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$\tan\phi=\frac{|\vec p|}{|\vec 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$\cos\theta=-\frac{\sqrt3}{2}$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$\theta=150^\circ$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opposite vertices of a parallelogram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diagonal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area of the parallelogram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586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474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$C(-3,4,-2)$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opposite vertices of a parallelogram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diagonal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$\vec{BD}=\hat i+2\hat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area of the parallelogram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$\frac12\sqrt{586}$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$\frac12\sqrt{306}$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$\frac12\sqrt{410}$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$\frac12\sqrt{474}$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parallelogram using diagonals (cross product)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of a parallelogram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 diagonals.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of a parallelogram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$=\frac12|\vec d_1\times\vec d_2|$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 diagonals.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parallelogram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parallelogram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$ABCD=\frac12\left|\vec{AC}\times\vec{BD}\right|$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$\vec{AC}=(-3-2,\,4-3,\,-2-5)=(-5,1,-7)$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$\vec{BD}=(1,2,3)$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$\vec{AC}\times\vec{BD}=\left|\begin{matrix}\hat i&amp;\hat j&amp;\hat k\\-5&amp;1&amp;-7\\1&amp;2&amp;3\end{matrix}\right|=(3+14)\hat i-(-15+7)\hat j+(-10-1)\hat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PDF has the opposite overall sign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magnitude is the same.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$\vec{AC}\times\vec{BD}=17\hat i+8\hat j-11\hat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PDF has the opposite overall sign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$(-17,-8,11)$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magnitude is the same.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$\left|\vec{AC}\times\vec{BD}\right|=\sqrt{289+64+121}=\sqrt{474}$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$=\frac12\sqrt{474}$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474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$\frac12\sqrt{474}$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common midpoint of the diagonals and compute the area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common midpoint of the diagonals and compute the area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$|\vec{AB}\times\vec{AD}|$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 bisect each other: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 bisect each other: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$M=\frac{A+C}{2}=\left(-\frac12,\frac72,\frac32\right)$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$B=M-\frac12\vec{BD}=\left(-1,\frac52,0\right)$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$D=M+\frac12\vec{BD}=\left(0,\frac92,3\right)$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$\vec{AB}=\left(-3,-\frac12,-5\right)$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$\vec{AD}=\left(-2,\frac32,-2\right)$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component-wise: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474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$\vec{AB}\times\vec{AD}$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component-wise: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$\left(1+\frac{15}{2},\;10-6,\;-\frac92-1\right)=\left(\frac{17}{2},4,-\frac{11}{2}\right)$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$|\vec{AB}\times\vec{AD}|^2=\frac{289}{4}+16+\frac{121}{4}=\frac{289+64+121}{4}=\frac{474}{4}$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$=\frac{\sqrt{474}}{2}$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474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$\frac12\sqrt{474}$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parallelogram with diagonals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 of a parallelogram bisect each other: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vertices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parallelogram with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d_1\times\vec d_2|$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d_2=2\,\vec{AB}\times\vec{AD}$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Diagonals of a parallelogram bisect each other: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$\frac{A+C}{2}=\frac{B+D}{2}$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triangle with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$\frac12|\vec{AB}\times\vec{AC}|$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lines such that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point which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$L_1:\vec r=(\hat i-\hat j+2\hat k)+\lambda(\hat i-\hat j+2\hat k),\ \lambda\in\mathbb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$L_2:\vec r=(\hat j-\hat k)+\mu(3\hat i+\hat j+p\hat k),\ \mu\in\mathbb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$L_3:\vec r=\delta(\ell\hat i+m\hat j+n\hat k),\ \delta\in\mathbb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lines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point which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$(1,7,-4)$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$(-1,-7,4)$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$(-1,7,4)$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$(1,-7,4)$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Perpendicular lines in 3D and direction of the common perpendicular (cross product)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passes through the origin and is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points are multiples of that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passes through the origin and is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points are multiples of that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lines, so its direction is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d_1=(1,-1,2)$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d_2=(3,1,p)$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$L_1\perp 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d_1\cdot\vec d_2=0$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$3-1+2p=0$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lines, so its direction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d_2=(3,1,-1)$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PDF takes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d_2=\left|\begin{matrix}\hat i&amp;\hat j&amp;\hat k\\1&amp;-1&amp;2\\3&amp;1&amp;-1\end{matrix}\right|=(1-2)\hat i-(-1-6)\hat j+(1+3)\hat k=-\hat i+7\hat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$L_3:\vec r=\delta(\ell\hat i+m\hat j+n\hat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origin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$(\ell,m,n)\parallel(-1,7,4)$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PDF takes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$(\ell,m,n)=(-1,7,4)$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$(-1,7,4)$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$(-1,7,4)$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the options do the work: the point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give a vector perpendicular to both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the options do the work: the point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give a vector perpendicular to both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line through the origin)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d_1\cdot\vec d_2=0$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d_2=(3,1,-1)$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d_1=(1,-1,2)$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line through the origin)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d_1=0$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d_2=0$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$x-y+2z=0$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$3x+y-z=0$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$(1,7,-4)$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$1-7-8=-14\neq0$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$(-1,-7,4)$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$-1+7+8=14\neq0$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$(1,-7,4)$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$1+7+8=16\neq0$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satisfied.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$(-1,7,4)$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$-1-7+8=0$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$-3+7-4=0$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satisfied.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$(-1,7,4)$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$(-1,7,4)$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two non-parallel lines with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with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 need for them to meet).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the origin contains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scalar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cross product is checked by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two non-parallel lines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d_1\cdot\vec d_2=0$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 need for them to meet).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r=\delta\vec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the origin contains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scalar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$(-1,7,4)=1\cdot\vec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cross product is checked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d_1\cdot(\vec d_1\times\vec d_2)=0=\vec d_2\cdot(\vec d_1\times\vec d_2)$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×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   (B) 1   (C) 5   (D) 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a|=2$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$\left|\left(\vec b\times\vec a\right)-\vec b\right|^2$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   (B) 1   (C) 5   (D) 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580383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Cross product magnitude and orthogonality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580383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Cross product magnitude and orthogonality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cross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b\times\vec a\perp\vec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x-\vec b|^2=|\vec x|^2+|\vec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cross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$\left|(\vec b\times\vec a)-\vec b\right|^2=|\vec b\times\vec a|^2+|\vec b|^2-2\,(\vec b\times\vec a)\cdot\vec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b\times\vec a)\cdot\vec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a|^2=4$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$4+1-0=5$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Special case: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always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 convenient pair of perpendicular vectors will do, e.g.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Special case: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always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 convenient pair of perpendicular vectors will do, e.g.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b=\hat 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a=2\hat j$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given, and the expression depends only on these two lengths together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any consistent pair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a|=2$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given, and the expression depends only on these two lengths together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b\perp(\vec b\times\vec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any consistent pair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a=2\hat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a=2\hat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a|=2$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b\times\vec a)-\vec b=2\hat k-\hat i=(-1,0,2)$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squared length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Geometrically the two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perpendicular, so by Pythagoras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squared length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$1+0+4=5$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Geometrically the two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perpendicular, so by Pythagoras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$|\cdot|^2=2^2+1^2=5$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perpendicular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magnitude is the same: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perpendicular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x,\vec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x\pm\vec y|^2=|\vec x|^2+|\vec y|^2$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(Pythagoras).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b)\cdot\vec a=(\vec a\times\vec b)\cdot\vec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a=-(\vec a\times\vec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magnitude is the same: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a|=|\vec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x\pm\vec y|^2=|\vec x|^2+|\vec y|^2\pm2\,\vec x\cdot\vec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75   (B) 95   (C) 85   (D) 90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i+\alpha\hat j+\beta\hat k,\ \alpha,\beta\in\mathbb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$(\alpha^2+\beta^2)\left|\vec a\times\vec b\right|^2$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75   (B) 95   (C) 85   (D) 90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and cross product of vectors, angle between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b=|\vec a||\vec b|\cos\frac{\pi}{4}$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a|^2=6$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$\alpha^2+\beta^2=5$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a\times\vec b|^2=|\vec a|^2|\vec b|^2\sin^2\frac{\pi}{4}$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0419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04190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b=|\vec a||\vec b|\cos\frac{\pi}{4}=3\sqrt2$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a|\sqrt6\cdot\frac{1}{\sqrt2}=3\sqrt2$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a|=\frac{3\sqrt2\cdot\sqrt2}{\sqrt6}=\sqrt6$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a|^2=1+\alpha^2+\beta^2=6$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b|^2\sin^2\frac{\pi}{4}=6\times6\times\frac12=18$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$(\alpha^2+\beta^2)|\vec a\times\vec b|^2=5\times18=90$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Lagrange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no angle is needed once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known.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Lagrange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no angle is needed once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known.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a||\vec b|\cos\frac{\pi}{4}=3\sqrt2$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b)^2=6\cdot6-(3\sqrt2)^2$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$=36-18=18$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$=5\times18=90$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both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given length fixes the sum of squares of the unknown components.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dot product: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b|^2+(\vec a\cdot\vec b)^2=|\vec a|^2|\vec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$\sin\frac{\pi}{4}=\cos\frac{\pi}{4}$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both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$18=(3\sqrt2)^2$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a=x\hat i+y\hat j+z\hat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a|^2=x^2+y^2+z^2$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given length fixes the sum of squares of the unknown components.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dot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a|=\frac{\vec a\cdot\vec b}{|\vec b|\cos\theta}$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passing through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86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$Q(0,2,-2)$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$P(5,-4,3)$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r=(-3\hat i+2\hat k)+\lambda(2\hat i+3\hat j+5\hat k),\ \lambda\in\mathbb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r=(\hat i-2\hat j+\hat k)+\mu(-\hat i+3\hat j+2\hat k),\ \mu\in\mathbb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$\sqrt{74}$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$\sqrt{86}$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perpendicular to two lines (cross product), Distance of a point from a line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line is parallel to the cross product of the two directions; then drop a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line is parallel to the cross product of the two directions; then drop a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$\vec{AP}\cdot\vec 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the required line is the cross product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parallel to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line: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of the required line is the cross product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$\left|\begin{matrix}\hat i&amp;\hat j&amp;\hat k\\2&amp;3&amp;5\\-1&amp;3&amp;2\end{matrix}\right|=(6-15)\hat i-(4+5)\hat j+(6+3)\hat k=-9\hat i-9\hat j+9\hat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i+\hat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r=(5\hat i-4\hat j+3\hat k)+\lambda(\hat i+\hat j-\hat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$P'=(5+\lambda,\,\lambda-4,\,3-\lambda)$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$\vec{AP'}=(5+\lambda,\;\lambda-6,\;5-\lambda)$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$\vec{AP'}\cdot(\hat i+\hat j-\hat k)=0$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$5+\lambda+\lambda-6-5+\lambda=0$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$\vec{AP'}=(7,-4,3)$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$=|\vec{AP'}|=\sqrt{49+16+9}=\sqrt{74}$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$\sqrt{74}$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point-to-line distance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avoiding the foot of the perpendicular.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point-to-line distance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$\frac{|\vec{PQ}\times\vec d|}{|\vec d|}$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avoiding the foot of the perpendicular.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(as in the main solution):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(as in the main solution):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$\vec{PQ}=Q-P=(0-5,\;2+4,\;-2-3)=(-5,6,-5)$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$\vec{PQ}\times\vec d=\left|\begin{matrix}\hat i&amp;\hat j&amp;\hat k\\-5&amp;6&amp;-5\\1&amp;1&amp;-1\end{matrix}\right|=(-6+5)\hat i-(5+5)\hat j+(-5-6)\hat k=(-1,-10,-11)$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$|\vec{PQ}\times\vec d|^2=1+100+121=222$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$^2=\frac{222}{3}=74$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$\sqrt{74}$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$\sqrt{74}$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two lines with directions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acc>
                                      <m:accPr>
                                        <m:chr m:val="⃗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𝑃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𝑄</m:t>
                                        </m:r>
                                      </m:e>
                                    </m:acc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⋅</m:t>
                                    </m:r>
                                    <m:acc>
                                      <m:accPr>
                                        <m:chr m:val="⃗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𝑑</m:t>
                                        </m:r>
                                      </m:e>
                                    </m:acc>
                                  </m:num>
                                  <m:den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|</m:t>
                                    </m:r>
                                    <m:acc>
                                      <m:accPr>
                                        <m:chr m:val="⃗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accPr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𝑑</m:t>
                                        </m:r>
                                      </m:e>
                                    </m:acc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|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projection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parameter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perpendicular to two lines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$\frac{|\vec{PQ}\times\vec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$\sqrt{|\vec{PQ}|^2-\left(\frac{\vec{PQ}\cdot\vec d}{|\vec d|}\right)^2}$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$|\vec{PQ}|^2=25+36+25=86$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projection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$^2=\frac{(-5+6+5)^2}{3}=12$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$86-12=74$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parameter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$\lambda=\frac{\vec{PQ}\cdot\vec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vectors. If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32   (B) 36   (C) 28   (D) 24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a=3\hat i+\hat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b=4\hat i+\hat j+7\hat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c=\hat i-3\hat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vectors. If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b=\vec c\times\vec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p\cdot(\hat i-\hat j-\hat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32   (B) 36   (C) 28   (D) 24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3240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equation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 vectors) and dot product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324095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Vector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b=\vec c\times\vec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 vectors) and dot product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p\times\vec b=\vec c\times\vec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p-\vec c)\parallel\vec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p=\vec c+\lambda\vec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p\cdot\vec a=0$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b-\vec c\times\vec b=\vec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p-\vec c)\times\vec b=\vec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p-\vec c)\parallel\vec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p-\vec c=\lambda\vec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p=\lambda\vec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$\lambda\,\vec b\cdot\vec a+\vec c\cdot\vec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a=12+1-14=-1$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a=3-3-8=-8$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$-\lambda-8=0$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PDF writes the equation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same,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PDF writes the equation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$0=\lambda(12+1-14)+(3-3-8)$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same,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p=\vec c-8\vec b=(1-32)\hat i+(-3-8)\hat j+(4-56)\hat k=-31\hat i-11\hat j-52\hat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p\cdot(\hat i-\hat j-\hat k)=-31+11+52=32$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component equations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notice that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component equations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p\times\vec b=\vec c\times\vec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notice that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$x-y-z$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(these are dependent; two are enough). Also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b=(1,-3,4)\times(4,1,7)=(-25,\,9,\,13)$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b=(7y-z,\;4z-7x,\;x-4y)$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$7y-z=-25$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$4z-7x=9$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$x-4y=13$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(these are dependent; two are enough).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$3x+y-2z=0$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$x-4y=13$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$7y-z=-25$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$x=13+4y$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$z=7y+25$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$3x+y-2z=0$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$39+12y+y-14y-50=0$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$-y-11=0$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$x-y-z=(13+4y)-y-(7y+25)=-12-4y=-12+44=32$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p\cdot(\hat i-\hat j-\hat k)=32$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p=(-31,-11,-52)$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solutions form the line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the single point where that line meets the plane through the origin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fix only the component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cross and a dot condition together determine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x\times\vec b=\vec y\times\vec b\iff(\vec x-\vec y)\parallel\vec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solutions form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y+\lambda\vec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the single point where that line meets the plane through the origin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x\cdot\vec b=\vec y\cdot\vec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fix only the component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cross and a dot condition together determine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b=(-77+52,\,-208+217,\,-31+44)=(-25,9,13)=\vec c\times\vec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×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e>
                            </m:acc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-15   (B) -13   (C) -12   (D) -10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a=-5\hat i+\hat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 i+2\hat j-4\hat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c=\left(\left(\left(\vec a\times\vec b\right)\times\hat i\right)\times\hat i\right)\times\hat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c\cdot\left(-\hat i+\hat j+\hat k\right)$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-15   (B) -13   (C) -12   (D) -10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three crosses with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 to a single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v\times\hat i)\times\hat i=(\vec v\cdot\hat i)\hat i-\vec 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three crosses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 to a single cross product.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 product: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Next cross: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b)\times\hat i=(\vec a\cdot\hat i)\vec b-(\vec b\cdot\hat i)\vec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a\cdot\hat i=-5$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b\cdot\hat i=1$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b)\times\hat i=-5\vec b-\vec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$-5\vec b-\vec a=(-5,-10,20)+(5,-1,3)=-11\hat j+23\hat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Next cross: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$(-11\hat j+23\hat k)\times\hat i=11\hat k+23\hat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j\times\hat i=-\hat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k\times\hat i=\hat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Last cross: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Last cross: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$(23\hat j+11\hat k)\times\hat i=-23\hat k+11\hat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j\times\hat i=-\hat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k\times\hat i=\hat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c=11\hat j-23\hat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c\cdot(-\hat i+\hat j+\hat k)=0+11-23=-12$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-12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twice, so the three crossings reduce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u\times\hat i)\times\hat i=(\vec u\cdot\hat i)\hat i-\vec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twice, so the three crossings reduce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c=\hat i\times(\vec a\times\vec 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w\times\hat i)\times\hat i=-\hat i\times(\vec w\times\hat i)=-\left[\vec w(\hat i\cdot\hat i)-\hat i(\hat i\cdot\vec w)\right]=(\vec w\cdot\hat i)\hat i-\vec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c=\left[(\vec w\cdot\hat i)\hat i-\vec w\right]\times\hat i=(\vec w\cdot\hat i)(\hat i\times\hat i)-\vec w\times\hat i=\hat i\times\vec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w=\vec a\times\vec b=\left|\begin{matrix}\hat i&amp;\hat j&amp;\hat k\\-5&amp;1&amp;-3\\1&amp;2&amp;-4\end{matrix}\right|=(-4+6)\hat i-(20+3)\hat j+(-10-1)\hat k=2\hat i-23\hat j-11\hat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c=\hat i\times(2\hat i-23\hat j-11\hat k)=-23\hat k+11\hat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i\times\hat j=\hat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i\times\hat k=-\hat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c\cdot(-\hat i+\hat j+\hat k)=11-23=-12$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-12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unit vector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minus 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</m:acc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repeated crossing with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rotates the perpendicular part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time.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v\times\hat n)\times\hat n=(\vec v\cdot\hat n)\hat n-\vec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unit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minus the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$\left(\left(\vec v\times\hat n\right)\times\hat n\right)\times\hat n=\hat n\times\vec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repeated crossing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rotates the perpendicular part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time.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BAC-CAB: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x\times(\vec y\times\vec z)=\vec y(\vec x\cdot\vec z)-\vec z(\vec x\cdot\vec 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x\times\vec y)\times\vec z=\vec y(\vec x\cdot\vec z)-\vec x(\vec y\cdot\vec 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n=\hat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$((\hat j\times\hat i)\times\hat i)\times\hat i=((-\hat k)\times\hat i)\times\hat i=(-\hat j)\times\hat i=\hat k=\hat i\times\hat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angle bisector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length of the projection of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$B(-2,8,0)$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$C(3,6,7)$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angle bisector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BAC$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length of the projection of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$\frac{37}{2\sqrt{38}}$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$\frac{\sqrt{38}}{2}$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$\frac{39}{2\sqrt{38}}$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bisector theorem and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bisector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also the median: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$AB=AC=\sqrt{38}$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bisector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also the median: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bisector: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$c=AB=\sqrt{9+25+4}=\sqrt{38}$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$b=AC=\sqrt{4+9+25}=\sqrt{38}$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$BC=\sqrt{25+4+49}=\sqrt{78}$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$AD\cos\frac 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bisector: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$AD=\frac{2bc}{b+c}\cos\frac 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$\frac{2bc}{b+c}\cos^2\frac A2=\frac{2bc}{b+c}\cdot\frac{1+\cos 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A=\frac{\vec{AB}\cdot\vec{AC}}{bc}=\frac{(-3)(2)+(5)(3)+(-2)(5)}{38}=\frac{-1}{38}$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$\frac{2bc}{b+c}=\frac{2\cdot38}{2\sqrt{38}}=\sqrt{38}$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$\frac{1+\cos A}{2}=\frac{1-\frac1{38}}{2}=\frac{37}{76}$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$=\sqrt{38}\cdot\frac{37}{76}=\frac{37}{2\sqrt{38}}$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$\frac{37}{2\sqrt{38}}$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bisector hits the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coordinates.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$AB=AC$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bisector hits the midpoint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$\frac{|\vec{AD}\cdot\vec{AC}|}{|\vec{AC}|}$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coordinates.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by the angle bisector theorem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$AB^2=38=AC^2$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by the angle bisector theorem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$BD:DC=AB:AC=1:1$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$D=\left(\frac{-2+3}{2},\frac{8+6}{2},\frac{0+7}{2}\right)=\left(\frac12,7,\frac72\right)$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$\vec{AD}=D-A=\left(-\frac12,\,4,\,\frac32\right)=\frac{-\hat i+8\hat j+3\hat k}{2}$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$\vec{AC}=(2,3,5)$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length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$\vec{AD}\cdot\vec{AC}=\frac{-2+24+15}{2}=\frac{37}{2}$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$|\vec{AC}|=\sqrt{38}$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$=\frac{\vec{AD}\cdot\vec{AC}}{|\vec{AC}|}=\frac{37}{2\sqrt{38}}$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$\frac{37}{2\sqrt{38}}$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 an isosceles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right-triangle altitude relation.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 an isosceles triangle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$AD\perp 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$AD^2=AB^2-BD^2$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projection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$\frac{AD^2}{AC}$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right-triangle altitude relation.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78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$AD\perp 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$BD=\frac{\sqrt{78}}{2}$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$AD^2=AB^2-BD^2=38-\frac{78}{4}=\frac{74}{4}=\frac{37}{2}$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right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(right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right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(right angle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$\frac{AD^2}{AC}$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$=\frac{AD^2}{AC}=\frac{37/2}{\sqrt{38}}=\frac{37}{2\sqrt{38}}$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$\frac{37}{2\sqrt{38}}$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bisector theorem: the bisector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internal bisector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(length):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right triangle with hypotenuse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𝑙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bisector, median and altitude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coincide.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bisector theorem: the bisector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$AB:AC$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$D=\frac{AC\cdot B+AB\cdot C}{AB+AC}$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Length of the internal bisector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$AD=\frac{2bc\cos\frac A2}{b+c}$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(length):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u\cdot\vec v|}{|\vec v|}$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right triangle with hypotenuse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$\frac{l^2}{h}$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bisector, median and altitude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coincide.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least positive integral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angle between the vectors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acute,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least positive integral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angle between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$\alpha\hat i-2\hat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$\alpha\hat i+2\alpha\hat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acute,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between vectors (acute angle condition)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angle is acute iff the dot product is positive (the vectors are non-zero), which here is a quadratic inequality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angle is acute iff the dot product is positive (the vectors are non-zero), which here is a quadratic inequality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is acute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positive, so we need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u=(\alpha,-2,2)$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v=(\alpha,2\alpha,-2)$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is acute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v&gt;0$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$\cos\theta=\frac{\alpha^2-4\alpha-4}{\sqrt{\alpha^2+8}\sqrt{5\alpha^2+4}}$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u|^2=\alpha^2+4+4$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v|^2=\alpha^2+4\alpha^2+4$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positive, so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$\alpha^2-4\alpha-4&gt;0$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$(\alpha-2)^2-8&gt;0$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$(\alpha-2)^2&gt;8$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4.83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positive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4.83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branch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no positive value).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least positive integer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$\alpha-2&lt;-2\sqrt2$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$\alpha-2&gt;2\sqrt2$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$\alpha&lt;2-2\sqrt2$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$\alpha&gt;2+2\sqrt2$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$2+2\sqrt2\approx4.83$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positive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$\alpha&gt;4.83$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branch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$\alpha&lt;2-2\sqrt2&lt;0$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no positive value).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least positive integer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integers directly: evaluate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until it first becomes positive.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integers directly: evaluate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$f(\alpha)=\alpha^2-4\alpha-4$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$\alpha=1,2,3,\dots$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until it first becomes positive.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Acute 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(denominators are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Acute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$\iff\vec u\cdot\vec v=\alpha^2-4\alpha-4&gt;0$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(denominators are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$f(1)=1-4-4=-7&lt;0$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$f(2)=4-8-4=-8&lt;0$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$f(3)=9-12-4=-7&lt;0$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$f(4)=16-16-4=-4&lt;0$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$f(5)=25-20-4=1&gt;0$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parabola opening upward with vertex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 is increasing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stays positive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onwards.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least positive integer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parabola opening upward with vertex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 is increasing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stays positive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onwards.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least positive integer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non-zero vectors is acute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right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obtuse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alone suffices: only the sign of the numerator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roots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(about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4.83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bounded integer search, check the root nearest the vertex with a quick numeric test: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between non-zero vectors is acute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v&gt;0$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right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obtuse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u\cdot\vec v&gt;0$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alone suffices: only the sign of the numerator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u||\vec v|&gt;0$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$\alpha^2-4\alpha-4&gt;0\iff|\alpha-2|&gt;2\sqrt2$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roots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$2\pm2\sqrt2$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$-0.83$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$4.83$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bounded integer search, check the root nearest the vertex with a quick numeric test: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$f(5)=1$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c=(2\vec a\times\vec b)-3\vec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$192\sin^2\alpha$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product, cross product and angle between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192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gives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b\cdot\vec c=-3|\vec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c|\cos\alpha$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c|^2=192$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$\sin^2\alpha$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c=(2\vec a\times\vec b)\cdot\vec b-3|\vec b|^2=0-3(16)=-48$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b||\vec c|\cos\alpha=-48$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c|\cos\alpha=-12$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$\cos\theta=\frac{\vec a\cdot\vec b}{|\vec a||\vec b|}=\frac{2}{4}=\frac12$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$\sin^2\theta=\frac34$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 a\times\vec b|^2=4|\vec a|^2|\vec b|^2\sin^2\theta=4(1)(16)\frac34=48$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b\perp\vec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c|^2=48+9|\vec b|^2=48+144=192$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c|^2\cos^2\alpha=144$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$192\cos^2\alpha=144$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$192\sin^2\alpha=192-192\cos^2\alpha=192-144=48$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into a component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a perpendicular component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their ratio.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into a component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$-3\vec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(length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a perpendicular component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(length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$4\sqrt3$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their ratio.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(reversed).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b)^2=16-4=12$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 a\times\vec b|=4\sqrt3$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a\times\vec b\perp\vec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$|-3\vec b|=12$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(reversed).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$\tan=\frac{4\sqrt3}{12}=\frac{1}{\sqrt3}$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$\tan^2\alpha=\frac13$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$\sin^2\alpha=\frac{\tan^2\alpha}{1+\tan^2\alpha}=\frac{1/3}{4/3}=\frac14$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$192\sin^2\alpha=192\cdot\frac14=48$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the angle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Q128: the same vectors with coefficient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p+\vec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p\perp\vec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the angle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$\tan\phi=\frac{|\vec p|}{|\vec q|}$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$\sin^2\phi=\frac{|\vec p|^2}{|\vec p|^2+|\vec q|^2}$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$\sin^2\alpha=\frac{48}{48+144}=\frac14$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$192\sin^2\alpha=|\vec p|^2=48$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Q128: the same vectors with coefficient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$\cos\alpha=-\frac{\sqrt3}{2}$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$\sin^2\alpha=\frac14$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a=3\hat i+2\hat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b=2\hat i-\hat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b)\times\vec c=2(\vec a\times\vec b)+24\hat j-6\hat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a-\vec b+\hat i)\cdot\vec c=-3$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equation with cross product and dot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The cross-product equation gives only a dependent set of equations; the dot-product condition supplies the missing independent one.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 side: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b=5\hat i+\hat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b=(2\cdot3+1,\;1\cdot2-3\cdot3,\;-3-4)=7\hat i-7\hat j-7\hat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$2(7\hat i-7\hat j-7\hat k)+24\hat j-6\hat k=14\hat i+10\hat j-20\hat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$(5\hat i+\hat j+4\hat k)\times\vec c=\left|\begin{matrix}\hat i&amp;\hat j&amp;\hat k\\5&amp;1&amp;4\\x&amp;y&amp;z\end{matrix}\right|=(z-4y)\hat i-(5z-4x)\hat j+(5y-x)\hat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$z-4y=14$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$4x-5z=10$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$5y-x=-20$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three are dependent, so we need the second condition: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the system: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three are dependent, so we need the second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b+\hat i=(3-2+1)\hat i+(2+1)\hat j+(1-3)\hat k=2\hat i+3\hat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$(2\hat i+3\hat j-2\hat k)\cdot\vec c=-3$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$2x+3y-2z=-3$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the system: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$z-4y=14$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$4x-5z=10$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$5y-x=-20$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$2x+3y-2z=-3$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c|^2=25+9+4=38$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formula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dot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s\times\vec c=\vec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c=\frac{\vec d\times\vec s}{|\vec s|^2}+t\vec 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dot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solution exists.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particular solution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s=\vec a+\vec b=(5,1,4)$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d=(14,10,-20)$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s\cdot\vec d=70+10-80=0$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solution exists.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particular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d\times\vec s}{|\vec s|^2}$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s\times(\vec d\times\vec s)=\vec d|\vec s|^2-\vec s(\vec s\cdot\vec d)=\vec d|\vec s|^2$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d\times\vec s=(10\cdot4+20\cdot1,\;-20\cdot5-14\cdot4,\;14\cdot1-10\cdot5)=(60,-156,-36)$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s|^2=42$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c=\frac{(60,-156,-36)}{42}+t(5,1,4)=\left(\frac{10}{7},-\frac{26}{7},-\frac{6}{7}\right)+t(5,1,4)$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$\frac{20-78+12}{7}+t(10+3-8)=-\frac{46}{7}+5t=-3$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c=\left(\frac{10+25}{7},\frac{-26+5}{7},\frac{-6+20}{7}\right)=(5,-3,2)$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cross equation never fixes the component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cross-product equation plus one dot-product equation (with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determines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here: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s\times\vec c=\vec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c=\frac{\vec d\times\vec s}{|\vec s|^2}+t\vec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cross equation never fixes the component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cross-product equation plus one dot-product equation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n\cdot\vec s\neq0$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determines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$(a_2b_3-a_3b_2,\ a_3b_1-a_1b_3,\ a_1b_2-a_2b_1)$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s\times(5,-3,2)=(2+12,\ 20-10,\ -15-5)=(14,10,-20)=\vec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of the shortest distance between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 point of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of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$L_1:\vec r=(\hat i+2\hat j+3\hat k)+\lambda(\hat i-\hat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$L_2:\vec r=(4\hat i+5\hat j+6\hat k)+\mu(\hat i+\hat j-\hat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 point of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$2(\alpha+\beta+\gamma)$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 (common perpendicular)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common perpendicular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proportionality.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common perpendicular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$\lambda,\mu$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proportionality.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direction of the common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proportional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numerator must vanish,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$P=(1+\lambda,\,2-\lambda,\,3+\lambda)$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$Q=(4+\mu,\,5+\mu,\,6-\mu)$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d=\left|\begin{matrix}\hat i&amp;\hat j&amp;\hat k\\1&amp;-1&amp;1\\1&amp;1&amp;-1\end{matrix}\right|=0\hat i+2\hat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direction of the common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$\vec{PQ}=(3+\mu-\lambda,\;3+\mu+\lambda,\;3-\mu-\lambda)$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$\frac{3+\mu-\lambda}{0}=\frac{3+\mu+\lambda}{2}=\frac{3-\mu-\lambda}{2}$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first numerator must vanish,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$3+\mu-\lambda=0$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the last two: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the last two: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$3+\mu+\lambda=3-\mu-\lambda$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$3-2\lambda=0$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$P=\left(\frac52,\frac12,\frac92\right)$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$Q=\left(\frac52,\frac72,\frac{15}{2}\right)$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$=\left(\frac52,2,6\right)=(\alpha,\beta,\gamma)$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$2(\alpha+\beta+\gamma)=5+4+12=21$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Impose perpendicularity directly: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two linear equations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cross product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Impose perpendicularity directly: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$\vec{PQ}\cdot\vec 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$\vec{PQ}\cdot\vec 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two linear equations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$\lambda,\mu$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cross product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$\vec{PQ}=(3+\mu-\lambda,\;3+\mu+\lambda,\;3-\mu-\lambda)$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$\vec{PQ}\cdot\vec b=(3+\mu-\lambda)-(3+\mu+\lambda)+(3-\mu-\lambda)=3-\mu-3\lambda=0$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$\vec{PQ}\cdot\vec d=(3+\mu-\lambda)+(3+\mu+\lambda)-(3-\mu-\lambda)=3+3\mu+\lambda=0$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midpoint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$\mu=3-3\lambda$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$3+9-9\lambda+\lambda=0$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$P=\left(\frac52,\frac12,\frac92\right)$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$Q=\left(\frac52,\frac72,\frac{15}{2}\right)$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midpoint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$\left(\frac52,2,6\right)$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$2(\alpha+\beta+\gamma)=2\left(\frac52+2+6\right)=21$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Feet of the common perpendicular of two skew lines: solve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equations, two unknowns).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this to set up proportionality, treating a zero component as a zero numerator.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'middle' plane equidistant from both lines when they are skew.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Feet of the common perpendicular of two skew lines: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equations, two unknowns).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$=\frac{|(\vec a_2-\vec a_1)\cdot(\vec b\times\vec d)|}{|\vec b\times\vec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$\frac{|(3,3,3)\cdot(0,2,2)|}{2\sqrt2}=\frac{12}{2\sqrt2}=3\sqrt2=|\vec{PQ}|$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$PQ=(0,3,3)$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this to set up proportionality, treating a zero component as a zero numerator.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'middle' plane equidistant from both lines when they are skew.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angle between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vector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greatest integer less than or equal to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518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b=-\hat i-8\hat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c=4\hat i+c_2\hat j+c_3\hat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a=\vec c\times\vec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angle between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$3\hat i+4\hat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60596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and parallel vectors, Angle between two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scalar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b\times\vec a=\vec c\times\vec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c-\vec b)\times\vec a=\vec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c-\vec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scalar multiple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74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a=\vec c\times\vec a\Rightarrow(\vec c-\vec b)\times\vec a=\vec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c-\vec b=\lambda\vec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b+\lambda\vec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c=(-1+\lambda)\hat i+(-8+\lambda)\hat j+(2+\lambda)\hat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c=4\hat i+c_2\hat j+c_3\hat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$-1+\lambda=4$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c=4\hat i-3\hat j+7\hat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$\cos\theta=\frac{\vec c\cdot(3\hat i+4\hat j+\hat k)}{|\vec c|\,|3\hat i+4\hat j+\hat k|}=\frac{12-12+7}{\sqrt{16+9+49}\sqrt{9+16+1}}=\frac{7}{\sqrt{74}\sqrt{26}}$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39.26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38.26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$\sec^2\theta=\frac{74\times26}{49}=\frac{1924}{49}=39.26\ldots$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$\tan^2\theta=\sec^2\theta-1=\frac{1875}{49}=38.26\ldots$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$[\tan^2\theta]=38$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so no cosine or secant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$\tan\theta=\frac{|\vec c\times\vec d|}{\vec c\cdot\vec 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so no cosine or secant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equal increments: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c-\vec b)\parallel\vec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equal increments: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$c_1-b_1=4+1=5$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$c_2=-8+5=-3$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$c_3=2+5=7$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c=(4,-3,7)$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d=(3,4,1)$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d=12-12+7=7$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d=(-3\cdot1-7\cdot4,\;7\cdot3-4\cdot1,\;4\cdot4-(-3)\cdot3)=(-31,17,25)$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38.26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c\times\vec d|^2=961+289+625=1875$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$\tan^2\theta=\frac{|\vec c\times\vec d|^2}{(\vec c\cdot\vec d)^2}=\frac{1875}{49}=38.26\ldots$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$[\tan^2\theta]=38$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equal cross products with the same vector mean the difference is parallel to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acute when the dot product is positive); it avoids square roots when only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Greatest integer function: compute the value as a fraction and compare with the neighbouring integers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a=\vec c\times\vec a\iff(\vec c-\vec b)\parallel\vec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equal cross products with the same vector mean the difference is parallel to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$\tan\theta=\frac{|\vec u\times\vec v|}{\vec u\cdot\vec 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u,\vec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acute when the dot product is positive); it avoids square roots when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u\times\vec v|^2+(\vec u\cdot\vec v)^2=|\vec u|^2|\vec v|^2$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$1875+49=1924=74\times26$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Greatest integer function: compute the value as a fraction and compare with the neighbouring integers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$38\le\frac{1875}{49}&lt;39$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$49\times38=1862$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18   (B) 12   (C) 14   (D) 21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$(7,-2,11)$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$\frac{x-6}{1}=\frac{y-4}{0}=\frac{z-8}{3}$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$\frac{x-5}{2}=\frac{y-1}{-3}=\frac{z-5}{6}$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18   (B) 12   (C) 14   (D) 21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 line measured along a given direction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segment lies on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the second line, so it meets the first line at a parameter-fixed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segment lies on the line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the second line, so it meets the first line at a parameter-fixed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$L_1:\frac{x-6}{1}=\frac{y-4}{0}=\frac{z-8}{3}$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$L_2:\frac{x-5}{2}=\frac{y-1}{-3}=\frac{z-5}{6}$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$P(7,-2,11)$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$\frac{x-7}{2}=\frac{y+2}{-3}=\frac{z-11}{6}$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$Q(2\lambda+7,\,-3\lambda-2,\,6\lambda+11)$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points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points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$-3\lambda-2=4$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$Q=(3,4,-1)$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$\frac{3-6}{1}=-3$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$\frac{-1-8}{3}=-3$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$PQ=\sqrt{(7-3)^2+(-2-4)^2+(11+1)^2}=\sqrt{16+36+144}=\sqrt{196}=14$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along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a ratio of cross products, avoiding the explicit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along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d|$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a ratio of cross products, avoiding the explicit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$A(6,4,8)$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u=(1,0,3)$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d=(2,-3,6)$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$(\overrightarrow{PA}-t\vec d)\times\vec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$t=\frac{|\overrightarrow{PA}\times\vec u|}{|\vec d\times\vec u|}$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magnitude.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$\overrightarrow{PA}=(-1,6,-3)$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$\overrightarrow{PA}\times\vec u=(18,0,-6)$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$|\cdot|=\sqrt{360}$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d\times\vec u=(-9,0,3)$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$|\cdot|=\sqrt{90}$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$|t|=\sqrt{360/90}=2$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$|t|\,|\vec d|=2\times7=14$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distance is the special case where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line; the along-a-direction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perpendicular distance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perpendicular distance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360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component that is constant along the target line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the parameter in one equation.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$A+s\vec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d|\frac{|\overrightarrow{PA}\times\vec u|}{|\vec d\times\vec u|}$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d\not\parallel\vec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distance is the special case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line; the along-a-direction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$\frac{h}{\sin\phi}$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perpendicular distance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perpendicular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$h=\frac{|\overrightarrow{PA}\times\vec u|}{|\vec u|}=\frac{\sqrt{360}}{\sqrt{10}}=6$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$\sin\phi=\frac{|\vec d\times\vec u|}{|\vec d||\vec u|}=\frac{\sqrt{90}}{7\sqrt{10}}=\frac37$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$\frac{6}{3/7}=14$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component that is constant along the target line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the parameter in one equation.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all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5   (B) 7   (C) 10   (D) 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$\frac{x-4}{1}=\frac{y+1}{2}=\frac{z}{-3}$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$\frac{x-\lambda}{2}=\frac{y+1}{4}=\frac{z-2}{-5}$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all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5   (B) 7   (C) 10   (D) 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distance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$\frac{|(\vec a_2-\vec a_1)\cdot(\vec d_1\times\vec d_2)|}{|\vec d_1\times\vec d_2|}$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distance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$|\lambda-4|=3$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d_1=(1,2,-3)$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d_2=(2,4,-5)$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$=\left|\frac{(\vec a_2-\vec a_1)\cdot(\vec d_1\times\vec d_2)}{|\vec d_1\times\vec d_2|}\right|$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a_1=(\lambda-4,0,2)$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d_2=\left|\begin{matrix}\hat i&amp;\hat j&amp;\hat k\\1&amp;2&amp;-3\\2&amp;4&amp;-5\end{matrix}\right|=(-10+12)\hat i-(-5+6)\hat j+(4-4)\hat k=2\hat i-\hat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to the PDF's determinant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Scalar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$=(\lambda-4)(2)-0\cdot(-1)+2(0)=2(\lambda-4)$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to the PDF's 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$(\lambda-4)(-10+12)-0+2(4-4)$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$\frac{|2(\lambda-4)|}{\sqrt5}=\frac{6}{\sqrt5}$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$|\lambda-4|=3$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$\lambda-4=\pm3$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$\lambda=7+1=8$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Distance between skew lines = distance of a point of line 2 from the plane through line 1 parallel to line 2.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the plane containing line 1 and parallel to line 2: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the plane containing line 1 and parallel to 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 d_1\times\vec d_2=(2,-1,0)$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$2(x-4)-(y+1)=0$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$2x-y-9=0$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line 2 has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this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this 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line 2 has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$\frac{|2\lambda+1-9|}{\sqrt5}=\frac{|2\lambda-8|}{\sqrt5}$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this plane.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this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$|\lambda-4|=3$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(zero iff the lines are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distance is fixed and one point parameter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linearly, the equation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always giving two values with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zero component the triple product loses terms - always expand the determinant along the row with the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lines (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need the different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a_1+t\vec d_1,\ \vec a_2+s\vec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a_1)\cdot(\vec d_1\times\vec d_2)|}{|\vec d_1\times\vec d_2|}$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(zero iff the lines are coplanar).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distance is fixed and one point parameter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linearly,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$|\lambda-c|=k$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always giving two values with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zero component the triple product loses terms - always expand the determinant along the row with the zero.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lines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need the different formula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700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points lies on the line passing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making angles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respectively and an acute angle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7004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$\frac{x}{1}=\frac{y-1}{2}=\frac{z-2}{3}$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points lies on the line passing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making angles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respectively and an acute angle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$\left(1,2,1-\sqrt2\right)$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$\left(3,-4,3+2\sqrt2\right)$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$\left(1,-2,1+\sqrt2\right)$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$\left(3,4,3-2\sqrt2\right)$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line, Direction cosines of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of the perpendicular gives the image;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acute condition fixes the signs of the direction cosines.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of the perpendicular gives the image;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the acute condition fixes the signs of the direction cosines.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on the line, whose direction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$M(\lambda,1+2\lambda,2+3\lambda)$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on the line, whose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image, so the image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of the new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acute,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keeps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$\overrightarrow{BM}=(\lambda-1,\,2\lambda+1,\,3\lambda-5)$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$\overrightarrow{BM}\cdot\vec 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$(\lambda-1)+2(2\lambda+1)+3(3\lambda-5)=14\lambda-14=0$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$M=(1,3,5)$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image, so the image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$(\alpha,\beta,\gamma)=(1,6,3)$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of the new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$m=\cos\frac{2\pi}{3}=-\frac12$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$n=\cos\frac{3\pi}{4}=-\frac1{\sqrt2}$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$l^2=1-\frac14-\frac12=\frac14$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$l=\pm\frac12$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acute,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keeps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$\left(\frac12,-\frac12,-\frac1{\sqrt2}\right)\propto(1,-1,-\sqrt2)$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$\frac{x-1}{1}=\frac{y-6}{-1}=\frac{z-3}{-\sqrt2}$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$(1+t,\,6-t,\,3-\sqrt2\,t)$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obtained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(D) lies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and (C)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fail. (B)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has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fail.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$(3,4,3-2\sqrt2)$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obtained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$z=3-2\sqrt2$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(D) lies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and (C)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fail. (B)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fail.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$\left(3,4,3-2\sqrt2\right)$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options can be eliminated at once after finding the image.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the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options can be eliminated at once after finding the image.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(reflection: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image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makes angles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rises exactly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falls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whole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(reflection: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$M=(1,3,5)$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$=2M-B$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makes angles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$n=-\frac1{\sqrt2}$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$(l,m)=\left(\frac12,-\frac12\right)$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$1:-1$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rises exactly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falls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$x+y=1+6=7$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whole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Options: 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(D) can lie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Confirm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Options: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$3-4=-1$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$3+4=7$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(D) can lie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Confirm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$z=3-\sqrt2\cdot2=3-2\sqrt2$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in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$\left(3,4,3-2\sqrt2\right)$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satisfy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two given angles with axes fix the third up to sign, which the 'acute/obtuse' condition resolves.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 etc. - a quick invariant for rejecting options.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$A+\lambda\vec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$2M-B$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$M=A+\frac{(B-A)\cdot\vec p}{|\vec p|^2}\vec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two given angles with axes fix the third up to sign, which the 'acute/obtuse' condition resolves.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$bx-ay$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 etc. - a quick invariant for rejecting options.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$M=(1,3,5)$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$\overrightarrow{BM}=(0,3,-2)$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$(0,3,-2)\cdot(1,2,3)=0$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triangle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Suppose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distance of the centroid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of intersection of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69   (D) 9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triangle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$R(-1,4,2)$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Suppose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distance of the centroid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of intersection of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$\frac{x-2}{0}=\frac{y}{2}=\frac{z+3}{-1}$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$\frac{x-1}{1}=\frac{y+3}{-3}=\frac{z+1}{1}$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$\sqrt{99}$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$\sqrt{69}$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69   (D) 9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two lines in space, Centroid of a triangle and section formula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centroid lies on the median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way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 not be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centroid lies on the median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$\frac23$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way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 not be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general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general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lines meet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$\frac{x-2}{0}=\frac y2=\frac{z+3}{-1}=\lambda$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general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$(2,\,2\lambda,\,-\lambda-3)$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$\frac{x-1}{1}=\frac{y+3}{-3}=\frac{z+1}{1}=\mu$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general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$(\mu+1,\,-3\mu-3,\,\mu-1)$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$2=\mu+1$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$2\lambda=-3\mu-3=-6$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$-\lambda-3=0$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lines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$P(x_1,y_1,z_1)$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$Q(x_2,y_2,z_2)$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$x_1+x_2=4$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$y_1+y_2=2$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$z_1+z_2=4$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$G=\left(\frac{x_1+x_2-1}{3},\frac{y_1+y_2+4}{3},\frac{z_1+z_2+2}{3}\right)=(1,2,2)$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$=\sqrt{1^2+8^2+2^2}=\sqrt{69}$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$\sqrt{69}$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centroid divides the median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centroid divides the median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$2:1$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$G=\frac{R+2M}{3}$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median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throughout; 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second line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match the first line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median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$RG:GM=2:1$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$G=\frac{R+2M}{3}=\frac{(-1,4,2)+2(2,1,2)}{3}=\frac{(3,6,6)}{3}=(1,2,2)$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$\frac{x-2}{0}=\dots$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throughout; 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second line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$(2,-6,0)$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match the first line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$GI=\sqrt{(2-1)^2+(-6-2)^2+(0-2)^2}=\sqrt{69}$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$\sqrt{69}$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of a triangle with a vertex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opposite-side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need to know the other two vertices.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a zero direction ratio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keeps that coordinate constant; substitute it into the other line to fix the parameter.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the parameters solving two coordinate equations also satisfy the third (otherwise they are skew).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formula check: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of a triangle with a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opposite-side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$\frac{R+2M}{3}$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need to know the other two vertices.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a zero direction ratio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keeps that coordinate constant; substitute it into the other line to fix the parameter.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the parameters solving two coordinate equations also satisfy the third (otherwise they are skew).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formula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$\sqrt{1+64+4}=\sqrt{69}\approx8.31$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102   (B) 101   (C) 99   (D) 100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$\frac{x+3}{5}=\frac{y-1}{2}=\frac{z+4}{3}$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$19(\alpha+\beta+\gamma)$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102   (B) 101   (C) 99   (D) 100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the perpendicular from a point to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general point of the line plus the perpendicularity condition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foot.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general point of the line plus the perpendicularity condition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$\overrightarrow{PF}\cdot\vec 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foot.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general point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r=\langle-3,1,-4\rangle+\lambda\langle5,2,3\rangle$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$F(5\lambda-3,\,2\lambda+1,\,3\lambda-4)$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$\overrightarrow{PF}=F-(1,2,3)=\langle5\lambda-4,\,2\lambda-1,\,3\lambda-7\rangle$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$\overrightarrow{PF}\perp\langle5,2,3\rangle$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$5(5\lambda-4)+2(2\lambda-1)+3(3\lambda-7)=0$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38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$25\lambda-20+4\lambda-2+9\lambda-21=0$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$38\lambda=43$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$\lambda=\frac{43}{38}$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$F=\left(\frac{101}{38},\frac{124}{38},\frac{-23}{38}\right)$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$\alpha+\beta+\gamma=\frac{101+124-23}{38}=\frac{202}{38}$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$19(\alpha+\beta+\gamma)=19\times\frac{202}{38}=101$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101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minimises the distance, so minimise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also the sum of coordinates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minimises the distance, so minimise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$|PF|^2$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also the sum of coordinates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coordinates of any point of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$|PF|^2=f(\lambda)=(5\lambda-4)^2+(2\lambda-1)^2+(3\lambda-7)^2$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$f'(\lambda)=10(5\lambda-4)+4(2\lambda-1)+6(3\lambda-7)=76\lambda-86=0$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$\lambda=\frac{43}{38}$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coordinates of any point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$(5\lambda-3)+(2\lambda+1)+(3\lambda-4)=10\lambda-6$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$\lambda=\frac{43}{38}$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$\frac{430}{38}-6=\frac{202}{38}$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$19\times\frac{202}{38}=101$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101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condition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a combination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asked, evaluate it on the parametric form and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no need for each coordinate.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$A+\lambda\vec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$\lambda=\frac{(P-A)\cdot\vec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$\frac{(4,1,7)\cdot(5,2,3)}{38}=\frac{43}{38}$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$\frac{d}{d\lambda}|P-F|^2=0$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condition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$\overrightarrow{PF}\cdot\vec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a combination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asked, evaluate it on the parametric form and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no need for each coordinate.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$|P-F|=\sqrt{|P-A|^2-\frac{((P-A)\cdot\vec d)^2}{|\vec d|^2}}$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737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passing through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117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117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221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737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$L_1:\frac{x-1}{2}=\frac{y+1}{-3}=\frac{z+4}{2}$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$A(-4,4,3)$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$B(-1,6,3)$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perpendicular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$\frac{x-3}{-2}=\frac{y}{3}=\frac{z-1}{1}$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$\frac{141}{\sqrt{221}}$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$\frac{42}{\sqrt{117}}$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$\frac{24}{\sqrt{117}}$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$\frac{121}{\sqrt{221}}$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98246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just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(its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already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the skew-line formula applies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just the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(its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$(3,2,0)$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already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$(-2,3,1)$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the skew-line formula applies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(It is perpendicular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consistent.)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$A(-4,4,3)$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$B(-1,6,3)$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b_2=\overrightarrow{AB}=(3,2,0)$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(It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$-6+6+0=0$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consistent.)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$L_2:\frac{x+4}{3}=\frac{y-4}{2}=\frac{z-3}{0}$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a_1=\hat i-\hat j-4\hat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b_1=2\hat i-3\hat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a_2=-4\hat i+4\hat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b_2=3\hat i+2\hat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b_2=\left|\begin{matrix}\hat i&amp;\hat j&amp;\hat k\\2&amp;-3&amp;2\\3&amp;2&amp;0\end{matrix}\right|=-4\hat i+6\hat j+13\hat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b_1\times\vec b_2|=\sqrt{16+36+169}=\sqrt{221}$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S.D.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221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a_1=-5\hat i+5\hat j+7\hat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S.D.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$=\left|\frac{(\vec a_2-\vec a_1)\cdot(\vec b_1\times\vec b_2)}{|\vec b_1\times\vec b_2|}\right|=\left|\frac{20+30+91}{\sqrt{221}}\right|=\frac{141}{\sqrt{221}}$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221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$\frac{141}{\sqrt{221}}$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that plane: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that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 b_1\times\vec b_2=(-4,6,13)$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n|^2=221$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$-4(x-1)+6(y+1)+13(z+4)=0$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$-4x+6y+13z+62=0$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$A(-4,4,3)$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$\frac{|16+24+39+62|}{\sqrt{221}}=\frac{141}{\sqrt{221}}$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221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$\frac{141}{\sqrt{221}}$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two given points has direction equal to their difference; the 'perpendicular to a given line' phrase can be a consistency check, not new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skew lines = distance from any point of one line to the plane containing the other and parallel to the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zero direction ratio appears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line lies in a constant-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plane, which simplifies the cross product.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two given points has direction equal to their difference; the 'perpendicular to a given line' phrase can be a consistency check, not new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between skew lines = distance from any point of one line to the plane containing the other and parallel to the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u\times\vec v|^2=|\vec u|^2|\vec v|^2-(\vec u\cdot\vec v)^2$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b_1|^2=17$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b_2|^2=13$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b_1\cdot\vec b_2=6-6+0=0$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$17\times13=221$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zero direction ratio appears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line lies in a constant-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plane, which simplifies the cross product.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34   (B) 32   (C) 31   (D) 33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$\frac{x-1}{2}=\frac{y-2}{3}=\frac{z-3}{4}$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$2\alpha+3\beta+4\gamma$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34   (B) 32   (C) 31   (D) 33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Mirror image of a point in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Foot of the perpendicular is the midpoint of the point and its image.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$B(2\lambda+1,\,3\lambda+2,\,4\lambda+3)$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$(2\lambda-1,\,3\lambda-1,\,4\lambda-2)$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$2(2\lambda-1)+3(3\lambda-1)+4(4\lambda-2)=0$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$29\lambda-13=0$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$\lambda=\frac{13}{29}$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$B=\left(\frac{55}{29},\frac{97}{29},\frac{139}{29}\right)$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image: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typo).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957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image: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$\frac{\alpha+2}{2}=\frac{55}{29}$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$\frac{\beta+3}{2}=\frac{97}{29}$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$\frac{\gamma+5}{2}=\frac{139}{29}$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$\alpha=\frac{52}{29}$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$\beta=\frac{107}{29}$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$\gamma=\frac{133}{29}$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$\beta=\frac{167}{29}$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typo).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$2\alpha+3\beta+4\gamma=\frac{104}{29}+\frac{321}{29}+\frac{532}{29}=\frac{957}{29}=33$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33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line,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have equal dot product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image has it too.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line,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have equal dot product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d=(2,3,4)$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image has it too.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image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need to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the image.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$A'=(\alpha,\beta,\gamma)$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$B=\frac{A+A'}{2}$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$\overrightarrow{AA'}\perp\vec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 A'=\vec d\cdot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 A=2\cdot2+3\cdot3+4\cdot5=33$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$2\alpha+3\beta+4\gamma=\vec d\cdot A'=33$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need to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the image.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33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mirror image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formula: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equals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consistency.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shortcut works for any linear combination whose coefficients are the direction ratios.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mirror 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$\overrightarrow{AA'}\cdot\vec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 A'=\vec d\cdot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$A'=2B-A$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$B=P_0+\frac{(A-P_0)\cdot\vec d}{|\vec d|^2}\vec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 B=29\lambda+20=33$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d\cdot A=33$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consistency.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shortcut works for any linear combination whose coefficients are the direction ratios.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all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$\frac{x-\lambda}{-2}=\frac{y-2}{1}=\frac{z-1}{1}$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$\frac{x-\sqrt3}{1}=\frac{y-1}{-2}=\frac{z-2}{1}$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all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V_1\times\vec V_2=3(\hat i+\hat j+\hat k)$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distance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$\frac{|\lambda-\sqrt3|}{\sqrt3}$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V_1=-2\hat i+\hat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V_2=\hat i-2\hat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$\overrightarrow{AB}=(\lambda-\sqrt3,\,2-1,\,1-2)=(\lambda-\sqrt3,1,-1)$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V_1\times\vec V_2=\left|\begin{matrix}\hat i&amp;\hat j&amp;\hat k\\-2&amp;1&amp;1\\1&amp;-2&amp;1\end{matrix}\right|=3\hat i+3\hat j+3\hat k=3(\hat i+\hat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V_1\times\vec V_2|=3\sqrt3$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$=\left|\frac{\vec V_1\times\vec V_2}{|\vec V_1\times\vec V_2|}\cdot\overrightarrow{AB}\right|=\left|\frac{(\hat i+\hat j+\hat k)\cdot((\lambda-\sqrt3)\hat i+\hat j-\hat k)}{\sqrt3}\right|=1$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$|(\lambda-\sqrt3)+1-1|=\sqrt3$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$|\lambda-\sqrt3|=\sqrt3$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$\lambda-\sqrt3=\pm\sqrt3$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plane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line 2 and parallel to line 1, then the distance of a point of line 1.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plane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$x+y+z=\text{const}$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through line 2 and parallel to line 1, then the distance of a point of line 1.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common to both directions: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through line 2 parallel to line 1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of line 1: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common to both directions: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V_1\times\vec V_2\parallel(1,1,1)$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plane through line 2 parallel to line 1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$x+y+z=\sqrt3+1+2=3+\sqrt3$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of 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$=\frac{|\lambda+3-(3+\sqrt3)|}{\sqrt3}=\frac{|\lambda-\sqrt3|}{\sqrt3}=1$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$\lambda=\sqrt3\pm\sqrt3\in\{0,\,2\sqrt3\}$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distance between lines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difference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two base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skew lines, a parameter in a base point appears linearly: the equation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numerically: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confirm the lines are not parallel (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before using the skew-lines formula.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d_2\parallel(1,1,1)$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distance between lines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$\frac{|\Delta(x+y+z)|}{\sqrt3}$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difference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two base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skew lines, a parameter in a base point appears linearly: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$|\lambda-c|=k\Rightarrow\lambda=c\pm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numerically: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$|0-\sqrt3|/\sqrt3=1$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confirm the lines are not parallel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V_1\times\vec V_2\ne\vec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before using the skew-lines formula.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mirror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108   (B) 132   (C) 102   (D) 138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$P(3,4,9)$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$\frac{x-1}{3}=\frac{y+1}{2}=\frac{z-2}{1}$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$14(\alpha+\beta+\gamma)$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108   (B) 132   (C) 102   (D) 138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Mirror image of a point in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image.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image.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$N(1+3\lambda,\,2\lambda-1,\,2+\lambda)$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$\overrightarrow{PN}=(3\lambda-2,\,2\lambda-5,\,\lambda-7)$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$\overrightarrow{PN}\cdot(3\hat i+2\hat j+\hat k)=0$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$9\lambda-6+4\lambda-10+\lambda-7=14\lambda-23=0$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$\lambda=\frac{23}{14}$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$N=\left(\frac{83}{14},\frac{32}{14},\frac{51}{14}\right)$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$P(3,4,9)$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$\frac{\alpha+3}{2}=\frac{83}{14}$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$\alpha=\frac{62}{7}$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$\frac{\beta+4}{2}=\frac{32}{14}$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$\frac{\gamma+9}{2}=\frac{51}{14}$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$\gamma=-\frac{12}{7}$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$14(\alpha+\beta+\gamma)=14\times\frac{62+4-12}{7}=14\times\frac{54}{7}=108$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108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Vector reflection formula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applied to the sum of coordinates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Vector reflection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$Q=2A+\frac{2(P-A)\cdot\vec d}{|\vec d|^2}\vec d-P$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applied to the sum of coordinates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$(P-A)\cdot\vec d=(2,5,7)\cdot(3,2,1)=23$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$Q=2A+\frac{2\cdot23}{14}\vec d-P=(2,-2,4)+\frac{23}{7}(3,2,1)-(3,4,9)$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coordinates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$Q=\left(-1+\frac{69}{7},\,-6+\frac{46}{7},\,-5+\frac{23}{7}\right)=\left(\frac{62}{7},\frac47,-\frac{12}{7}\right)$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coordinates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$=\frac{54}{7}$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$14(\alpha+\beta+\gamma)=108$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108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from every point of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parameter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normal direction and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$A+\lambda\vec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$Q=2A-P+\frac{2(P-A)\cdot\vec d}{|\vec d|^2}\vec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from every point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$|QA|=|PA|$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$|PA|^2=4+25+49=78$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$|QA|^2=\frac{55^2+11^2+26^2}{49}=\frac{3822}{49}=78$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perpendicular parameter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$\lambda=\frac{(P-A)\cdot\vec d}{|\vec d|^2}=\frac{23}{14}$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the normal direction and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$(Q-P)\cdot\vec 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points on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 are at a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centroid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36   (B) 18   (C) 24   (D) 26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points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$\frac{x+3}{8}=\frac{y-4}{2}=\frac{z+1}{2}$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 are at a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centroid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36   (B) 18   (C) 24   (D) 26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Points on a line at a given distance, Centroid of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symmetric about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centroid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symmetric about the foot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centroid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$\frac{R+2F}{3}$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$(8\lambda-3,\,2\lambda+4,\,2\lambda-1)$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$(8\lambda-4)^2+(2\lambda+2)^2+(2\lambda-4)^2=36$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$72\lambda^2-72\lambda+36=36$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$72\lambda(\lambda-1)=0$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$P(-3,4,-1)$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$Q(5,6,1)$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$=\left(\frac{-3+5+1}{3},\frac{4+6+2}{3},\frac{-1+1+3}{3}\right)=(1,4,1)$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$\alpha^2+\beta^2+\gamma^2=1+16+1=18$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equidistant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centroid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equidistant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centroid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$=\frac{R+2F}{3}$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$F=(8\lambda-3,2\lambda+4,2\lambda-1)$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$\overrightarrow{RF}\cdot(8,2,2)=0$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$8(8\lambda-4)+2(2\lambda+2)+2(2\lambda-4)=72\lambda-36=0$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$F=(1,5,0)$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$G=\frac{R+P+Q}{3}=\frac{R+2F}{3}=\frac{(1,2,3)+(2,10,0)}{3}=(1,4,1)$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$\alpha^2+\beta^2+\gamma^2=1+16+1=18$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points of a line at equal distance from an outside point are symmetric about the foot of the perpendicular from that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with the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one side: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Parameter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distance conditions: the sum of roots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the parameters, i.e.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so the midpoint parameter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confirming two real points.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points of a line at equal distance from an outside point are symmetric about the foot of the perpendicular from that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Centroid with the midpoint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one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$G=\frac{R+2F}{3}$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Parameter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$a\lambda^2+b\lambda+c=0$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distance conditions: the sum of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the parameters,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$\lambda_P+\lambda_Q=1$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so the midpoint parameter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$\sqrt{(8\lambda-4)^2+\dots}$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$\sqrt{0+9+9}=\sqrt{18}&lt;6$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confirming two real points.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$\frac{x-2}{2}=\frac{y}{-2}=\frac{z-7}{16}$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$\frac{x+3}{4}=\frac{y+2}{3}=\frac{z+2}{1}$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$\frac{x+1}{2}=\frac{y-1}{3}=\frac{z-1}{1}$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$14l^2$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two lines in space, Distance of a point from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equating coordinates,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cancelling.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equating coordinates,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$l^2=\frac{|\vec V\times\vec p|^2}{|\vec p|^2}$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$14=|\vec p|^2$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cancelling.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Third coordinate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lines meet.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starts from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$(2a+2,\,-2a,\,16a+7)$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$(4b-3,\,3b-2,\,b-2)$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$2a+2=4b-3$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$2a-4b=-5$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$-2a=3b-2$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$-2a-3b=-2$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$-7b=-7$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Third coordinate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$16(-\frac12)+7=-1=b-2$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lines meet.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starts from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108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p=(2,3,1)$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V=\overrightarrow{AP}=(2,0,-2)$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V\times\vec p=(0\cdot1+2\cdot3,\;-2\cdot2-2\cdot1,\;2\cdot3-0)=(6,-6,6)$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V\times\vec p|=\sqrt{108}$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$l=\frac{|\vec V\times\vec p|}{|\vec p|}=\frac{\sqrt{108}}{\sqrt{14}}=\sqrt{\frac{54}{7}}$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$l^2=\frac{108}{14}=\frac{54}{7}$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$14l^2=108$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108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Pythagoras: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𝑝𝑟𝑜𝑗𝑒𝑐𝑡𝑖𝑜𝑛 𝑜𝑓 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 𝑜𝑛 𝑡ℎ𝑒 𝑙𝑖𝑛𝑒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73761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Pythagoras: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$l^2=|AP|^2-(\text{projection of }AP\text{ on the line})^2$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154936"/>
                <a:ext cx="10725912" cy="452018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third line with unit-direction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length on the line: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154936"/>
                <a:ext cx="10725912" cy="452018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before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$A(-1,1,1)$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third line with unit-direction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p=\frac{(2,3,1)}{\sqrt{14}}$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$\overrightarrow{AP}=(2,0,-2)$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$|AP|^2=8$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length on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$\overrightarrow{AP}\cdot\hat p=\frac{4+0-2}{\sqrt{14}}=\frac{2}{\sqrt{14}}$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$l^2=8-\frac{4}{14}=\frac{54}{7}$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$14l^2=14\times\frac{54}{7}=108$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108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</m:acc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</m:acc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iff the three coordinate equations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consistent (determinant of coplanarity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two coordinate equations to solve the parameters and the third to verify avoids a separate coplanarity test.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foot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$A+t\vec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$\frac{|\overrightarrow{AP}\times\vec p|}{|\vec p|}$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$\sqrt{|AP|^2-\frac{(\overrightarrow{AP}\cdot\vec p)^2}{|\vec p|^2}}$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$\frac{x-x_1}{a_1}=\ldots$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iff the three coordinate equations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consistent (determinant of coplanarity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two coordinate equations to solve the parameters and the third to verify avoids a separate coplanarity test.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$\left(-\frac57,\frac{10}{7},\frac87\right)$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$l^2=\left(\frac{12}{7}\right)^2\!+\!\left(\frac37\right)^2\!+\!\left(\frac{15}{7}\right)^2\!=\frac{54}{7}$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at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length of the perpendicular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with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$x=y+2=z$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$x+2=2y=2z$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at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length of the perpendicular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lines with a given direction, Perpendicular distance of a point from a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two lines,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$P(t,t-2,t)$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$Q(2s-2,s,s)$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two lines,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$\overrightarrow{PQ}\parallel(2,1,2)$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$t=6,\ s=2$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$x=y+2=z$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$P(t,\,t-2,\,t)$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$x+2=2y=2z$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$Q(2s-2,\,s,\,s)$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$\overrightarrow{PQ}=(2s-2-t,\;s-t+2,\;s-t)$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$\frac{2s-2-t}{2}=\frac{s-t+2}{1}=\frac{s-t}{2}$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$2s-2-t=2(s-t+2)$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$s-t=2(s-t+2)$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$s-t=-4$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$P=(6,4,6)$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coincides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$PQ:\frac{x-2}{2}=\frac{y-2}{1}=\frac{z-2}{2}=\lambda$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$F(2\lambda+2,\lambda+2,2\lambda+2)$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$\overrightarrow{AF}\cdot\overrightarrow{PQ}=(2\lambda+1,\lambda,2\lambda-10)\cdot(2,1,2)=9\lambda-18=0$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$F=(6,4,6)$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coincides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$AF=\sqrt{25+4+36}=\sqrt{65}$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Pythagoras with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unit direction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Pythagoras with the projection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$\overrightarrow{QA}$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unit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$\frac{(2,1,2)}{3}$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found as before,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with unit direction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found as before,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$Q=(2,2,2)$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with unit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u=\frac{(2,1,2)}{3}$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$\overrightarrow{QA}=(1-2,\,2-2,\,12-2)=(-1,0,10)$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$|QA|^2=101$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$\overrightarrow{QA}\cdot\hat u=\frac{-2+0+20}{3}=6$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$l^2=|QA|^2-(\overrightarrow{QA}\cdot\hat u)^2=101-36=65$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find a line of known direction meeting two given lines, parametrise one point on each and impose parallelism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two proportionality equations for two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length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unit direction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common-direction 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confirms the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foot of the perpendicular happens to coincide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find a line of known direction meeting two given lines, parametrise one point on each and impose parallelism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two proportionality equations for two unknowns.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length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unit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$l^2=|QA|^2-(\overrightarrow{QA}\cdot\hat u)^2$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common-direction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$\overrightarrow{PQ}=(-4,-2,-4)=-2(2,1,2)$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confirms the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foot of the perpendicular happens to coincide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$\overrightarrow{PA}=(-5,-2,6)\perp(2,1,2)$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$-10-2+12=0$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points on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shortest distance between the given lines.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origin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points on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$\frac{x-5}{4}=\frac{y-4}{1}=\frac{z-5}{3}$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$\frac{x+8}{12}=\frac{y+2}{5}=\frac{z+11}{9}$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shortest distance between the given lines.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$\overrightarrow{OM}\cdot\overrightarrow{ON}$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 (feet of the common perpendicular), Dot product of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both lines,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two parameters.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both lines,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$\overrightarrow{MN}\cdot\vec d_1=0=\overrightarrow{MN}\cdot\vec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two parameters.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$M=(4\lambda+5,\,\lambda+4,\,3\lambda+5)$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$N=(12\mu-8,\,5\mu-2,\,9\mu-11)$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$(4\lambda-12\mu+13,\;\lambda-5\mu+6,\;3\lambda-9\mu+16)$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$MN\perp 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$4(4\lambda-12\mu+13)+(\lambda-5\mu+6)+3(3\lambda-9\mu+16)=0$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$26\lambda-80\mu+106=0$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$MN\perp 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$(12,5,9)$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$12(4\lambda-12\mu+13)+5(\lambda-5\mu+6)+9(3\lambda-9\mu+16)=0$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$80\lambda-250\mu+330=0$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Solving,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$13\lambda-40\mu=-53$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$8\lambda-25\mu=-33$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Solving,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$M=(1,3,2)$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$N=(4,3,-2)$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$\overrightarrow{OM}\cdot\overrightarrow{ON}=1\cdot4+3\cdot3+2\cdot(-2)=4+9-4=9$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known direction of the common perpendicular,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set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known direction of the common perpendicular,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set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$\overrightarrow{NM}\parallel$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middle component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substituting, the first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third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d_2=(4,1,3)\times(12,5,9)=(-6,0,8)\parallel(-3,0,4)$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$M-N=(4\lambda-12\mu+13,\;\lambda-5\mu+6,\;3\lambda-9\mu+16)$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$k(-3,0,4)$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middle component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$\lambda=5\mu-6$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substituting, the first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$-8\mu+11=-3k$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third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$-6\mu+2=4k$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$4(-8\mu+11)=-3(-6\mu+2)$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$-32\mu+44=18\mu-6$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$M=(1,3,2)$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$N=(4,3,-2)$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$\overrightarrow{OM}\cdot\overrightarrow{ON}=4+9-4=9$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of two skew lines is parallel to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feet satisfy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(three equations, two parameters plus a scale).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condition: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linear equations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zero component in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share the same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 quick check.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here: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of two skew lines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feet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$\overrightarrow{MN}\parallel\vec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(three equations, two parameters plus a scale).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$\overrightarrow{MN}\cdot\vec d_1=\overrightarrow{MN}\cdot\vec d_2=0$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linear equations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$\lambda,\mu$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zero component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share the same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 quick check.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$|MN|=\sqrt{9+0+16}=5$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a_1)\cdot(\vec d_1\times\vec d_2)|}{|\vec d_1\times\vec d_2|}$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a_1=(-13,-6,-16)$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$\frac{|78-128|}{10}=5$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shortest distance between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$x+1=2y=-12z$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$x=y+2=6z-6$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$\frac{x-1}{2}=\frac{y+8}{-7}=\frac{z-4}{5}$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$\frac{x-1}{2}=\frac{y-2}{1}=\frac{z-6}{-3}$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$\frac{32\sqrt{3}\,d_1}{d_2}$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are skew-line distances: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applied twice.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are skew-line distances: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$d=\frac{|(\vec a_2-\vec a_1)\cdot(\vec b_1\times\vec b_2)|}{|\vec b_1\times\vec b_2|}$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applied twice.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symmetric form: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passes through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passes through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two skew lines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symmetric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$x+1=2y=-12z$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$\frac{x+1}{1}=\frac{y}{1/2}=\frac{z}{-1/12}$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a_1=(-1,0,0)$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b_1=\left(1,\frac12,-\frac1{12}\right)\parallel(12,6,-1)$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$x=y+2=6z-6$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$\frac{x}{1}=\frac{y+2}{1}=\frac{z-1}{1/6}$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a_2=(0,-2,1)$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b_2=\left(1,1,\frac16\right)\parallel(6,6,1)$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two skew lines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$d_1=\left|\frac{(\vec a_2-\vec a_1)\cdot(\vec b_1\times\vec b_2)}{|\vec b_1\times\vec b_2|}\right|$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Denominator: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second pair,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a_1=(1,-2,1)$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$(12,6,-1)\times(6,6,1)=(6+6,\,-6-12,\,72-36)=(12,-18,36)=6(2,-3,6)$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$(1,-2,1)\cdot(2,-3,6)=2+6+6=14$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$|(2,-3,6)|=\sqrt{4+9+36}=7$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$d_1=\frac{14}{7}=2$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second pair,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$(1,-8,4)$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b_3=(2,-7,5)$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b_4=(2,1,-3)$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a_4-\vec a_3=(0,10,2)$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b_3\times\vec b_4=\left(21-5,\;10+6,\;2+14\right)=(16,16,16)=16(1,1,1)$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$d_2=\frac{|(0,10,2)\cdot(1,1,1)|}{|(1,1,1)|}=\frac{12}{\sqrt3}$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$\frac{32\sqrt3\,d_1}{d_2}=\frac{32\sqrt3\times2}{12/\sqrt3}=\frac{64\cdot3}{12}=16$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A skew-line distance is the distance of a point of one line from the plane through the other line parallel to the first.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common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this plane,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common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common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$2x-3y+6z=-2$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$\frac{|0+6+6+2|}{\sqrt{4+9+36}}=\frac{14}{7}=2$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this plane,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common normal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$(1,-8,4)$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at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$\frac{|1+2+6+3|}{\sqrt3}=\frac{12}{\sqrt3}=4\sqrt3$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it,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$d_2=4\sqrt3$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$\frac{32\sqrt3\cdot2}{4\sqrt3}=16$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the lines are coplanar (intersecting or parallel is excluded only if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vectors may be rescaled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the formula is unchanged because numerator and denominator scale together.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a_1+\lambda\vec 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a_2+\mu\vec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a_1)\cdot(\vec b_1\times\vec b_2)|}{|\vec b_1\times\vec b_2|}$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the lines are coplanar (intersecting or parallel is excluded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vectors may be rescaled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$(1,\frac12,-\frac1{12})\to(12,6,-1)$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the formula is unchanged because numerator and denominator scale together.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distance from any point of one line to the plane through the other line parallel to the first (normal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if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difference of the two base points).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form: distance from any point of one line to the plane through the other line parallel to the first (normal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b_2\parallel(1,1,1)$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$\frac{|\Delta x+\Delta y+\Delta z|}{\sqrt3}$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difference of the two base points).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$\frac{0+10+2}{\sqrt3}=\frac{12}{\sqrt3}$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line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$L_1:\frac{x-1}{3}=\frac{y-2}{2}=\frac{z+1}{-2}$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$L_2:\frac{x+2}{-3}=\frac{y-2}{-2}=\frac{z-1}{4}$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$\frac{(\alpha+\beta+\gamma)^2}{(a+b+c)^2}$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meeting two given lines in 3D (collinearity of points)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collinear,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proportionality of components fixes both parameters.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$P,M,N$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collinear,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$\overrightarrow{PM}\parallel\overrightarrow{PN}$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proportionality of components fixes both parameters.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general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collinear, so the components are proportional: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common ratio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second component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general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$M(3\lambda+1,\,2\lambda+2,\,-2\lambda-1)$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$N(-3\mu-2,\,-2\mu+2,\,4\mu+1)$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$\overrightarrow{PM}=(3\lambda+2,\,2\lambda,\,-2\lambda-4)$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$\overrightarrow{PN}=(-3\mu-1,\,-2\mu,\,4\mu-2)$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collinear, so the components are proportional: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$\frac{3\lambda+2}{-3\mu-1}=\frac{2\lambda}{-2\mu}=\frac{-2\lambda-4}{4\mu-2}$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common ratio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$\overrightarrow{PM}=t\,\overrightarrow{PN}$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second component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$2\lambda=-2\mu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$\lambda=-\mu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component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component: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component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$3\lambda+2=-3\mu t-t$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$\lambda=-\mu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$-3\mu t+2=-3\mu t-t$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component: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$-2\lambda-4=-2(4\mu-2)$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$-4\mu-4=-8\mu+4$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$M=(13,10,-9)$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$N=(-8,-2,9)$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$\overrightarrow{PM}=(14,8,-12)=-2(-7,-4,6)=-2\,\overrightarrow{PN}$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$\alpha+\beta+\gamma=13+10-9=14$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$a+b+c=-8-2+9=-1$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$\frac{(\alpha+\beta+\gamma)^2}{(a+b+c)^2}=\frac{196}{1}=196$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196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line is the intersection of two planes: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 from plane sections.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line is the intersection of two planes: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 from plane sections.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equation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this plane: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$P(-1,2,3)$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$=(3,2,-2)\times\overrightarrow{AP}=(3,2,-2)\times(-2,0,4)=(8,-8,4)\parallel(2,-2,1)$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$2x-2y+z=-3$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$-2-4+3=-3$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$2-4-1=-3$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$N(-3\mu-2,-2\mu+2,4\mu+1)$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this 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$-6\mu-4+4\mu-4+4\mu+1=-3$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$2\mu-7=-3$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$N=(-8,-2,9)$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it: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Sums of coordinates: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ratio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$B(-2,2,1)$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$=(-3,-2,4)\times(1,0,2)=(-4,10,2)\parallel(-2,5,1)$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$-2x+5y+z=15$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$M(3\lambda+1,2\lambda+2,-2\lambda-1)$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$-6\lambda-2+10\lambda+10-2\lambda-1=15$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$2\lambda+7=15$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$M=(13,10,-9)$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Sums of 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196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meeting two skew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plane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plane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exists uniquely when neither plane is parallel to the other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points are collinear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parametrised points this gives two independent equations for two unknown parameters.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coordinate sum is linear along a line: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(=14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(=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(point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through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meeting two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$L_1,L_2$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plane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$(P,L_1)$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plane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$(P,L_2)$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exists uniquely when neither plane is parallel to the other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points are collinear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$\overrightarrow{PM}\times\overrightarrow{PN}=\vec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parametrised points this gives two independent equations for two unknown parameters.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coordinate sum is linear along a line: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$\alpha+\beta+\gamma=3\lambda+2$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(=14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$a+b+c=1-\mu$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(=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line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d\times\overrightarrow{AP}$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feet of perpendiculars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right angle,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feet of perpendiculars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$(a,a,a)$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$x=y,\ 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$x=-y,\ z=-1$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right angle,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$P=(a,a,a)$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perpendicular on a line in 3D, Perpendicular vectors (dot product)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foot is found by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right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foot is found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$\overrightarrow{PQ}\cdot\vec d=0$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right angle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$\overrightarrow{PQ}\cdot\overrightarrow{PR}=0$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$L_1:\frac{x}{1}=\frac{y}{1}=\frac{z-1}{0}=\lambda$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$L_2:\frac{x}{1}=\frac{y}{-1}=\frac{z+1}{0}=\mu$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$Q=(\lambda,\lambda,1)$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$R=(\mu,-\mu,-1)$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$PQ\perp 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$1(\lambda-a)+1(\lambda-a)+0(1-a)=0$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$Q=(a,a,1)$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$PR\perp 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$1(\mu-a)-1(-\mu-a)+0=0$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$\mu-a+\mu+a=0$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$(a,a,a+1)$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$(0,0,a-1)$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QPR=90^\circ$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$a\cdot0+a\cdot0+(a+1)(a-1)=0$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$12a^2=12$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right angle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(Pythagoras on side lengths) once the feet are known.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right angle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$QR^2=PQ^2+PR^2$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(Pythagoras on side lengths) once the feet are known.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lines are horizontal, so the foot of the perpendicular keeps the line's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the foot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(foot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(foot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lines are horizontal, so the foot of the perpendicular keeps the line's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the foot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$Q=(a,a,1)$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$R=(0,0,-1)$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$PQ^2=(a-1)^2$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$PR^2=a^2+a^2+(a+1)^2=2a^2+(a+1)^2$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$QR^2=a^2+a^2+(1+1)^2=2a^2+4$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Pythagoras: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Pythagoras: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$2a^2+4=(a-1)^2+2a^2+(a+1)^2=4a^2+2$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$12a^2=12$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is perpendicular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(direction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-slot), the foot from any point has the line's own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-value,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is the planar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Degenerate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undefined) while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valid; either way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$A+\lambda\vec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$\lambda=\frac{(P-A)\cdot\vec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line is perpendicular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(direction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-slot), the foot from any point has the line's own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-value,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 is the planar foot of the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$\angle QPR=90^\circ\iff\overrightarrow{PQ}\cdot\overrightarrow{PR}=0\iff QR^2=PQ^2+PR^2$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$P\ne 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Degenerate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undefined)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valid; either way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$12a^2=12$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non-negative integers, on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at a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distance between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$A(4,-6,-2)$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$B(16,-2,4)$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non-negative integers, on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at a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distance between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$Q(4,-12,3)$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Point on a line at a given distance (distance formula in 3D)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Move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units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unit 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non-negativity picks the side.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Move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units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unit direction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$\frac{(6,2,3)}{7}$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non-negativity picks the side.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dividing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direction cosines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$\overrightarrow{AB}=(12,4,6)\parallel(6,2,3)$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$\frac{x-4}{6}=\frac{y+6}{2}=\frac{z+2}{3}$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$|(6,2,3)|=\sqrt{36+4+9}=7$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direction cosines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$\left(\frac67,\frac27,\frac37\right)$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point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$\frac{x-4}{6/7}=\frac{y+6}{2/7}=\frac{z+2}{3/7}=\pm21$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rejected since coordinates must be non-negative.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$x-4=18$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$y+6=6$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$z+2=9$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$P=(22,0,7)$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$(-14,-12,-11)$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rejected since coordinates must be non-negative.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$P=(22,0,7)$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$Q=(4,-12,3)$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$PQ=\sqrt{18^2+12^2+4^2}=\sqrt{324+144+16}=\sqrt{484}=22$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parameter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then the cosine rule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computing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coordinates separately.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parameter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$P=A+t\,\overrightarrow{AB}$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$|AB|=14$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then the cosine rule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computing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$P-Q$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coordinates separately.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$|AB|=\sqrt{144+16+36}=14$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$P=A+t\overrightarrow{AB}$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$AP=14|t|=21$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$t=\pm\frac32$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$P=(4+18,\,-6+6,\,-2+9)=(22,0,7)$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$(-14,-12,-11)$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$\overrightarrow{AP}=(18,6,9)$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$\overrightarrow{AQ}=(0,-6,5)$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$\overrightarrow{AP}\cdot\overrightarrow{AQ}=0-36+45=9$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$|AQ|^2=61$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$PQ^2=|AP|^2+|AQ|^2-2\,\overrightarrow{AP}\cdot\overrightarrow{AQ}=441+61-18=484$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cosines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integer entries with gcd 1, the integer points on the line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rule in vector form).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a sign ambiguity appears (the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distance), use the extra condition in the problem (here non-negativity) to discard one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cosines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$A\pm s(l,m,n)$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d=(p,q,r)$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integer entries with gcd 1, the integer points on the line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$A+k\vec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$|k||\vec 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$|PQ|^2=|AP|^2+|AQ|^2-2\overrightarrow{AP}\cdot\overrightarrow{AQ}$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(cosine rule in vector form).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a sign ambiguity appears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distance), use the extra condition in the problem (here non-negativity) to discard one point.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273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unit vector which makes an angle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angle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273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unit vector which makes an angle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i+2\hat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 angle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C+\left(-\frac12\hat i+\frac1{3\sqrt2}\hat j-\frac{\sqrt2}{3}\hat k\right)$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$\left(\frac1{\sqrt3}+\frac12\right)\hat i+\left(\frac1{\sqrt3}-\frac1{3\sqrt2}\right)\hat j+\left(\frac1{\sqrt3}+\frac{\sqrt2}{3}\right)\hat k$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$\frac{\sqrt2}{3}\hat i+\frac1{3\sqrt2}\hat j-\frac12\hat k$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$\frac{\sqrt2}{3}\hat i-\frac12\hat k$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$-\frac{\sqrt2}{3}\hat i+\frac{\sqrt2}{3}\hat j+\left(\frac12+\frac{2\sqrt2}{3}\right)\hat k$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Unit vector with given angles (dot product)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Two angle conditions are two linear equations in the components;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quadratic leaves two candidates, and the given extra vector picks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Two angle conditions are two linear equations in the components;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quadratic leaves two candidates, and the given extra vector picks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C=a\hat i+b\hat j+c\hat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$a^2+b^2+c^2=1$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(length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(1)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(3):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(as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$2\hat i+2\hat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$2a+2b-c=1\cdot3\cdot\frac12=\frac32$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$a-c=1\cdot\sqrt2\cdot\frac1{\sqrt2}=1$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(1)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$2a+2b-a+1=\frac32$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$a+2b=\frac12$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$b=\frac{1-2a}{4}$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in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$a^2+\left(\frac{1-2a}{4}\right)^2+(a-1)^2=1$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$a^2+(a-1)^2=2a^2-2a+1$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$2a^2-2a+\left(\frac{2a-1}{4}\right)^2=0$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$32a^2-32a+4a^2-4a+1=0$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$36a^2-36a+1=0$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36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$a=\frac{36\pm\sqrt{36^2-4\cdot36}}{72}=\frac{36\pm24\sqrt2}{72}=\frac12\pm\frac{\sqrt2}{3}$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$b=\frac{1-2a}{4}=\mp\frac{\sqrt2}{6}=\mp\frac1{3\sqrt2}$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$c=a-1=-\frac12\pm\frac{\sqrt2}{3}$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Upper sign: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 the given vector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Lower sign: the sum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matches no option (D has the opposite sign of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(C) is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Upper sign: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C=\left(\frac12+\frac{\sqrt2}{3}\right)\hat i-\frac1{3\sqrt2}\hat j+\left(-\frac12+\frac{\sqrt2}{3}\right)\hat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 the given vector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$\frac{\sqrt2}{3}\hat i-\frac12\hat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Lower sign: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$-\frac{\sqrt2}{3}\hat i+\frac{\sqrt2}{3}\hat j-\left(\frac12+\frac{2\sqrt2}{3}\right)\hat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matches no option (D has the opposite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(C) is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$\frac{\sqrt2}{3}\hat i-\frac12\hat k$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options: condition (2) is linear, so subtract the given vector and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the norm, on the survivors.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options: condition (2) is linear, so subtract the given vector and check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$a-c=1$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the norm, on the survivors.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given vector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an option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Condition (2)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fails. (D):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given vector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w=\left(-\frac12,\frac1{3\sqrt2},-\frac{\sqrt2}{3}\right)$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an option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S-\vec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Condition (2)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$S_x-S_z=1+(w_x-w_z)=1+\left(-\frac12+\frac{\sqrt2}{3}\right)=\frac12+\frac{\sqrt2}{3}$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$S_x-S_z=\left(\frac1{\sqrt3}+\frac12\right)-\left(\frac1{\sqrt3}+\frac{\sqrt2}{3}\right)=\frac12-\frac{\sqrt2}{3}$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fails. 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$-\frac{\sqrt2}{3}-\frac12-\frac{2\sqrt2}{3}=-\frac12-\sqrt2$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fails.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and (C) both give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(B):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(C):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and (C) both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$\frac{\sqrt2}{3}+\frac12$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C=\left(\frac{\sqrt2}{3}+\frac12,0,\frac{\sqrt2}{3}-\frac12\right)$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C|^2=2\left(\frac29+\frac14\right)=\frac{17}{18}\ne1$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C=\left(\frac{\sqrt2}{3}+\frac12,-\frac1{3\sqrt2},\frac{\sqrt2}{3}-\frac12\right)$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C|^2=\frac{17}{18}+\frac1{18}=1$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$2a+2b-c=\frac{2\sqrt2}{3}+1-\frac{\sqrt2}{3}-\frac{\sqrt2}{3}+\frac12=\frac32$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$\frac{\sqrt2}{3}\hat i-\frac12\hat k$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unit vector at 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fixed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each angle condition is one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angle conditions plus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two solutions in general; they are mirror images in the plane of the two given vectors, so their sum lies in that plane. Here the two roots sum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to one variable by solving the two linear equations, then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options present, test the linear condition first (cheap) and the norm last.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unit vector at 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 fixed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p=|\vec p|\cos\alpha$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each angle condition is one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angle conditions plus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two solutions in general; they are mirror images in the plane of the two given vectors, so their sum lies in that plane. Here the two roots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to one variable by solving the two linear equations, then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quadratic.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options present, test the linear condition first (cheap) and the norm last.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20   (B) 25   (C) 40   (D) 50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i+\lambda\hat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b=3\hat i-\hat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mutually perpendicular,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$(14\cos\theta)^2$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20   (B) 25   (C) 40   (D) 50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product and perpendicular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a+\vec b)\cdot(\vec a-\vec b)=|\vec a|^2-|\vec b|^2=0$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a|=|\vec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a-\vec b)\cdot(\vec a+\vec 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a|^2-|\vec b|^2=0$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$1+\lambda^2+9=9+1+4$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a=(1,2,-3)$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b=(3,-1,2)$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b=3-2-6=-5$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a||\vec b|=\sqrt{14}\sqrt{14}=14$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$\cos\theta=\frac{\vec a\cdot\vec b}{|\vec a||\vec b|}=-\frac5{14}$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$(14\cos\theta)^2=25$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(no need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a|=|\vec b|=\sqrt{14}$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$14=|\vec a||\vec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$14\cos\theta=\vec a\cdot\vec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(no need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diagonals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parallelogram mean it is a rhombus,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Perpendicular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parallelogram mean it is a rhombus,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a|=|\vec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a|^2=10+\lambda^2$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a||\vec b|=14$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$14\cos\theta=|\vec a||\vec b|\cos\theta=\vec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b=3-\lambda-6=-3-\lambda=-5$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$(14\cos\theta)^2=(-5)^2=25$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(diagonals of a rhombus are perpendicular).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expressions like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no square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equal magnitudes,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the sign condition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reject extra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b)\perp(\vec a-\vec b)\iff|\vec a|=|\vec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(diagonals of a rhombus are perpendicular).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a||\vec b|=k$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$k\cos\theta=\vec a\cdot\vec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expressions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$(k\cos\theta)^2$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no square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equal magnitudes,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b=|\vec a|^2\cos\theta$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$14\cos\theta=-5$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the sign condition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reject extra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unit vector in the direction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11   (B) 3   (C) 6   (D) 9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b=2\hat i+4\hat j-5\hat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c=x\hat i+2\hat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unit vector in the 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b)\cdot\vec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11   (B) 3   (C) 6   (D) 9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Scalar triple product, Unit vector and dot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together, after squaring, make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leave a linear equation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d|=1$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d=1$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together, after squaring, make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leave a linear equation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scalar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(2) by the square of (1):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d=\lambda\left((2+x)\hat i+6\hat j-2\hat k\right)$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scalar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$\lambda(2+x+6-2)=\lambda(x+6)=1$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$\lambda^2\left((x+2)^2+36+4\right)=1$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(2) by the square of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$(x+2)^2+40=(x+6)^2$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$x^2+4x+44=x^2+12x+36$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(consistent: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$x+6&gt;0$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c=\hat i+2\hat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b=\left|\begin{matrix}\hat i&amp;\hat j&amp;\hat k\\1&amp;1&amp;1\\2&amp;4&amp;-5\end{matrix}\right|=-9\hat i+7\hat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b)\cdot\vec c=-9+14+6=11$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triple product as a determinant that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link it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triple product as a determinant that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$[\vec a\,\vec b\,\vec c]=[\vec a\,\vec b\,(\vec b+\vec c)]$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link it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a\,\vec b\,\vec c]=\left|\begin{matrix}1&amp;1&amp;1\\2&amp;4&amp;-5\\x&amp;2&amp;3\end{matrix}\right|=1(12+10)-1(6+5x)+1(4-4x)=20-9x$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d=\frac{\vec b+\vec c}{|\vec b+\vec c|}$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b+\vec c)=|\vec b+\vec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$x+6=\sqrt{(x+2)^2+40}$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$(x+6)^2=(x+2)^2+40$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$8x+32=40$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a\,\vec b\,\vec c]=20-9=11$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component matrix; it is unchanged when a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added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unit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when squared often kills the quadratic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can introduce roots with the wrong sign; check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a\,\vec b\,\vec c]=(\vec a\times\vec b)\cdot\vec c=\det$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component matrix; it is unchanged when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added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unit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d\parallel\vec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v=|\vec v|$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v&gt;0$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when squared often kills the quadratic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 can introduce roots with the wrong sign;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v&gt;0$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$x+6&gt;0$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$\cos^{-1}(1/\sqrt3)$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vertices of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its area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$B(5,7,-6)$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$C(3,4,-10)$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$D(-1,-4,-2)$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vertices of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its area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$48\sqrt7$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$24\sqrt7$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quadrilateral using the cross product of diagonals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of a (planar) quadrilateral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of a (planar) quadrilateral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$=\frac12|\overrightarrow{AC}\times\overrightarrow{BD}|$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diagonals are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diagonals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$\overrightarrow{AC}=2\hat i+5\hat j-12\hat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$\overrightarrow{BD}=-6\hat i-11\hat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$\overrightarrow{AC}\times\overrightarrow{BD}=\left|\begin{matrix}\hat i&amp;\hat j&amp;\hat k\\2&amp;5&amp;-12\\-6&amp;-11&amp;4\end{matrix}\right|=(20-132)\hat i-(8-72)\hat j+(-22+30)\hat k=-112\hat i+64\hat j+8\hat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$8\left(-14\hat i+8\hat j+\hat k\right)$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$=\frac12|\overrightarrow{AC}\times\overrightarrow{BD}|=\frac12\cdot8\sqrt{196+64+1}=4\sqrt{261}$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$\sqrt{261}=3\sqrt{29}$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area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$12\sqrt{29}$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quadrilateral along diagonal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triangles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their areas.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quadrilateral along diagonal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triangles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$ACD$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their areas.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4176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$\overrightarrow{AB}=(4,8,-8)$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$\overrightarrow{AC}=(2,5,-12)$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$\overrightarrow{AD}=(-2,-3,-4)$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$\overrightarrow{AB}\times\overrightarrow{AC}=(-96+40,\;-16+48,\;20-16)=(-56,32,4)$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$\sqrt{3136+1024+16}=\sqrt{4176}=12\sqrt{29}$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well: the two triangles have equal area,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opposite sides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$\overrightarrow{AC}\times\overrightarrow{AD}=(-20-36,\;24+8,\;-6+10)=(-56,32,4)$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well: the two triangles have equal area,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opposite sides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$=\frac12(12\sqrt{29})+\frac12(12\sqrt{29})=12\sqrt{29}$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$12\sqrt{29}$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planar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(convex or not),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expression is the magnitude of the vector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skew quadrilateral too; coplanarity here: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Parallelogram: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simplification: pull out common factors from the cross product before taking the norm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planar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(convex or not),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$=\frac12|\overrightarrow{AC}\times\overrightarrow{BD}|$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expression is the magnitude of the vector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$\frac12\overrightarrow{AC}\times\overrightarrow{BD}$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skew quadrilateral too; coplanarity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$[\overrightarrow{AB},\overrightarrow{AC},\overrightarrow{AD}]=0$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$=|\overrightarrow{AB}\times\overrightarrow{AD}|=\frac12|\overrightarrow{AC}\times\overrightarrow{BD}|$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simplification: pull out common factors from the cross product before taking the norm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$8(-14,8,1)$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$8\sqrt{261}$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three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minimum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105   (B) 124   (C) 121   (D) 110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three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a=\vec b\times\vec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$\alpha\in\left[0,\frac\pi3\right]$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angle between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minimum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$27|\vec c-\vec a|^2$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105   (B) 124   (C) 121   (D) 110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of vectors, Minimum value of a function over an interval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a\perp\vec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c-\vec a|^2=|\vec c|^2+4$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a|=|\vec b||\vec c|\sin\alpha$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a=\vec b\times\vec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c-\vec a|^2=|\vec c|^2+|\vec a|^2-2\vec c\cdot\vec a=|\vec c|^2+4$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a|=|\vec b\times\vec c|=|\vec b||\vec c|\sin\alpha$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$3|\vec c|\sin\alpha=2$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c|\sin\alpha=\frac23$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$\sin^2\alpha=\frac{4}{9|\vec c|^2}$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c|^2=\frac{4}{9\sin^2\alpha}$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otherwise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smallest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largest,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Minimum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c-\vec a|^2=4+\frac{4}{9\sin^2\alpha}$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otherwise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smallest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largest,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$\sin\alpha=\frac{\sqrt3}{2}$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Minimum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c-\vec a|^2=4+\frac{4\cdot4}{9\cdot3}=4+\frac{16}{27}=\frac{124}{27}$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$27|\vec c-\vec a|^2_{\min}=27\cdot\frac{124}{27}=124$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124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fixed length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minimised at the extreme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component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fixed length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$\frac23$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c|^2=\frac49+(|\vec c|\cos\alpha)^2$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minimised at the extreme 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length of the part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that length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and across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c-\vec a|^2=|\vec c|^2+4$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a|=|\vec b|\cdot(|\vec c|\sin\alpha)$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c|\sin\alpha$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length of the part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that length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and across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c|^2=\left(\frac23\right)^2+(|\vec c|\cos\alpha)^2$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c|\cos\alpha=\frac23\cot\alpha$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least value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square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least value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$\frac23\cdot\frac1{\sqrt3}$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square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c|^2_{\min}=\frac49+\frac4{27}=\frac{16}{27}$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c-\vec a|^2_{\min}=4+\frac{16}{27}=\frac{124}{27}$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$27\times\frac{124}{27}=124$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124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fixed, the tip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stays at a fixed perpendicular distance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(equality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restricting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moves the minimum to the endpoint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unrestricted minimum would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the range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a=\vec b\times\vec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a\perp\vec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c-\vec a|^2=|\vec c|^2+|\vec a|^2$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b-\vec a|^2=|\vec b|^2+|\vec a|^2$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b\times\vec c|=|\vec b||\vec c|\sin\alpha$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b|,|\vec 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fixed, the tip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stays at a fixed perpendicular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$\frac{|\vec a|}{|\vec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c|\ge\frac{|\vec a|}{|\vec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(equality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restricting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$\alpha\le\alpha_0&lt;90^\circ$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moves the minimum to the endpoint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unrestricted minimum would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the range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$\alpha\le\frac\pi3$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   (B) 5   (C) 12   (D) 15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a=2\hat i+5\hat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b=2\hat i-2\hat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c+\hat i)\times(\vec a+\vec b+\hat i)=\vec a\times(\vec c+\hat 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c=-29$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c\cdot(-2\hat i+\hat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   (B) 5   (C) 12   (D) 15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equation with cross products (parallel vectors)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Move everything to one side: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a known vector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Move everything to one side: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c+\hat i)\times(2\vec a+\vec b+\hat i)=\vec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c+\hat 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a known vector in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-plane.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 vectors;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c+\hat i)\times(\vec a+\vec b+\hat i)-\vec a\times(\vec c+\hat i)=\vec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$-\vec a\times(\vec c+\hat i)=(\vec c+\hat i)\times\vec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c+\hat i)\times(\vec a+\vec b+\hat i+\vec a)=\vec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a+\vec b+\hat i=(4+2+1)\hat i+(10-2)\hat j+(-2+2)\hat k=7\hat i+8\hat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c+\hat i=\lambda(7\hat i+8\hat j)$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(parallel vectors;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c+\hat i=\vec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c=-2\ne-29$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c=(7\lambda-1)\hat i+8\lambda\hat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c=-29$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$2(7\lambda-1)+5(8\lambda)=-29$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$54\lambda-2=-29$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$54\lambda=-27$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c=\left(-\frac72-1\right)\hat i-4\hat j=-\frac92\hat i-4\hat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c\cdot(-2\hat i+\hat j+\hat k)=9-4+0=5$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Parallelism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no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solve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two linear equations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Parallelism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c+\hat i=(p+1,q,r)$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no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component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$y:x=8:7$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solve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c=-29$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two linear equations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parallel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zero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and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components in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c+\hat i)\times(7\hat i+8\hat j)=\vec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$7\hat i+8\hat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zero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i,\hat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components in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$7:8$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c=p\hat i+q\hat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$\frac{q}{p+1}=\frac87$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$q=\frac{8(p+1)}{7}$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c=2p+5q=-29$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$14p+40(p+1)=-203$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$54p=-243$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$q=\frac{8(-7/2)}{7}=-4$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c\cdot(-2\hat i+\hat j+\hat k)=-2p+q=9-4=5$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(when both nonzero).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 (if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this reduces a vector equation to one scalar unknown.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parallel to a vector with zero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also has zero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 not forget the degenerate case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it against the other given condition.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p=\vec q\times\vec u\Rightarrow\vec u\times(\vec p+\vec q)=\vec 0\Rightarrow\vec u\parallel(\vec p+\vec q)$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(when both nonzero).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u=\vec c+\hat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v=\vec 0\iff\vec u=\lambda\vec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 (if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v\ne\vec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this reduces a vector equation to one scalar unknown.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vector parallel to a vector with zero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also has zero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 not forget the degenerate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it against the other given condition.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vertices of a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its area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$B\left(\frac53,\frac73,\frac13\right)$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$C(2,2,1)$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$D\left(\frac{10}3,\frac23,-\frac13\right)$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vertices of a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its area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$\frac{4\sqrt2}{3}$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quadrilateral using the cross product of diagonals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diagonal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84734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$=\frac12|\overrightarrow{AC}\times\overrightarrow{BD}|$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diagonal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441045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diagonals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264664"/>
                <a:ext cx="10725912" cy="441045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diagonals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$=\frac12\left|\overrightarrow{BD}\times\overrightarrow{AC}\right|$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$\overrightarrow{BD}=\left(\frac{10}{3}-\frac53,\;\frac23-\frac73,\;-\frac13-\frac13\right)=\frac53\hat i-\frac53\hat j-\frac23\hat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$\overrightarrow{AC}=(2-3,\,2-1,\,1+1)=-\hat i+\hat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$\overrightarrow{BD}\times\overrightarrow{AC}=\left|\begin{matrix}\hat i&amp;\hat j&amp;\hat k\\\frac53&amp;-\frac53&amp;-\frac23\\-1&amp;1&amp;2\end{matrix}\right|=\left(-\frac{10}3+\frac23\right)\hat i-\left(\frac{10}3-\frac23\right)\hat j+\left(\frac53-\frac53\right)\hat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$=-\frac83\hat i-\frac83\hat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$=\frac12\cdot\frac{8\sqrt2}{3}=\frac{4\sqrt2}{3}$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$\frac{4\sqrt2}{3}$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Opposite sides are equal and parallel,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parallelogram and its area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Opposite sides are equal and parallel,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parallelogram and its area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$|\overrightarrow{AB}\times\overrightarrow{AD}|$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parallelogram.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equal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$\overrightarrow{AB}=\left(-\frac43,\frac43,\frac43\right)$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$\overrightarrow{DC}=C-D=\left(-\frac43,\frac43,\frac43\right)$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$\overrightarrow{AB}=\overrightarrow{DC}$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parallelogram.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$\overrightarrow{AD}=D-A=\left(\frac13,-\frac13,\frac23\right)$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 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$\overrightarrow{AB}\times\overrightarrow{AD}=\left(\frac89+\frac49,\;\frac49+\frac89,\;\frac49-\frac49\right)=\left(\frac43,\frac43,0\right)$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$=|\overrightarrow{AB}\times\overrightarrow{AD}|=\frac{4\sqrt2}{3}$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$\frac{4\sqrt2}{3}$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parallelogram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the diagonals bisect each other); then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valid for any planar quadrilateral.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a vector in a cross product changes only the sign, so the area is unaffected by direction errors.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coincide here: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the parallelogram.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parallelogram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$\overrightarrow{AB}=\overrightarrow{DC}$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the diagonals bisect each other); then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$=|\overrightarrow{AB}\times\overrightarrow{AD}|=\frac12|\overrightarrow{AC}\times\overrightarrow{BD}|$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Diagonal formula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$\frac12|\overrightarrow{AC}\times\overrightarrow{BD}|$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valid for any planar quadrilateral.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a vector in a cross product changes only the sign, so the area is unaffected by direction errors.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coincide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$\left(\frac52,\frac32,0\right)$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$\left(\frac52,\frac32,0\right)$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the parallelogram.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a=6\hat i+\hat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 i+\hat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c|\ge6$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c=6|\vec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c-\vec a|=2\sqrt2$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$60^\circ$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$\left|(\vec a\times\vec b)\times\vec c\right|$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$\frac92\left(6-\sqrt6\right)$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$\frac92\left(6+\sqrt6\right)$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$\frac32\sqrt6$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Cross product and angle between vectors, Vector triple product magnitude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$|(\vec a\times\vec b)\times\vec c|=|\vec a\times\vec b||\vec c|\sin60^\circ$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comes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c-\vec a|^2=8$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c=6|\vec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b=\left|\begin{matrix}\hat i&amp;\hat j&amp;\hat k\\6&amp;1&amp;-1\\1&amp;1&amp;0\end{matrix}\right|=\hat i-\hat j+5\hat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b|=\sqrt{27}$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a|^2=36+1+1=38$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c-\vec a|^2=8$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c|^2+|\vec a|^2-2\vec a\cdot\vec c=8$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c|^2+38-12|\vec c|=8$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c|^2-12|\vec c|+30=0$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c|=6\pm\sqrt6$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c|\ge6$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c|=6+\sqrt6$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c|&gt;6$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 a\times\vec b)\times\vec c|=|\vec a\times\vec b||\vec c|\sin60^\circ=\sqrt{27}\,(6+\sqrt6)\frac{\sqrt3}{2}$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$\sqrt{27}\cdot\frac{\sqrt3}{2}=\frac{3\sqrt3\cdot\sqrt3}{2}=\frac92$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$\frac92\left(6+\sqrt6\right)$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$\frac92\left(6+\sqrt6\right)$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answer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options give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and only one option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answer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$\frac92|\vec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options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directly, and only one option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c|\ge6$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each option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rejects (A)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(C) and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b|=\sqrt{27}$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$\sin60^\circ=\frac{\sqrt3}{2}$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 a\times\vec b)\times\vec c|=\sqrt{27}\cdot\frac{\sqrt3}{2}|\vec c|=\frac92|\vec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each option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$\frac{\sqrt6}{3}$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c|\ge6$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rejects (A)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$6-\sqrt6&lt;6$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(C) and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Confirm (B):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answer is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Confirm 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c|=6+\sqrt6$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c|^2-12|\vec c|+30=(6+\sqrt6)^2-12(6+\sqrt6)+30=42+12\sqrt6-72-12\sqrt6+30=0$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answer is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</m:rad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$\frac92\left(6+\sqrt6\right)$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a quadratic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Consistency 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make an angle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smaller than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stated constraints are an inequality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use it to pick the root of the quadratic.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 p\times\vec q)\times\vec r|=|\vec p\times\vec q||\vec r|\sin\theta$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=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p\times\vec q)\times\vec r=\vec q(\vec p\cdot\vec r)-\vec p(\vec q\cdot\vec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c-\vec a|^2=|\vec c|^2+|\vec a|^2-2\vec a\cdot\vec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c=k|\vec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Consistency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make an angle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smaller than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$90^\circ-\angle(\vec c,\vec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b\perp\vec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stated constraints are an inequality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c|\ge6$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use it to pick the root of the quadratic.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square of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a=2\hat i+\hat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b=\left(\left(\vec a\times(\hat i+\hat j)\right)\times\hat i\right)\times\hat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square of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2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product, Projection of a vector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the three nested cross products step by step;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the three nested cross products step by step; the projection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$\frac{\vec a\cdot\vec b}{|\vec b|}$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a\times(\hat i+\hat j)=\left|\begin{matrix}\hat i&amp;\hat j&amp;\hat k\\2&amp;1&amp;-1\\1&amp;1&amp;0\end{matrix}\right|=\hat i-\hat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$(\hat i-\hat j+\hat k)\times\hat i=\left|\begin{matrix}\hat i&amp;\hat j&amp;\hat k\\1&amp;-1&amp;1\\1&amp;0&amp;0\end{matrix}\right|=\hat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$(\hat j+\hat k)\times\hat i=\left|\begin{matrix}\hat i&amp;\hat j&amp;\hat k\\0&amp;1&amp;1\\1&amp;0&amp;0\end{matrix}\right|=\hat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square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b=0+1+1=2$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b=\frac{\vec a\cdot\vec b}{|\vec b|}=\frac{2}{\sqrt2}=\sqrt2$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square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deletes the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-component and flips the sign of the rest.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p\times\hat i)\times\hat i=(\vec p\cdot\hat i)\hat i-\vec 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deletes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-component and flips the sign of the rest.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Triple-product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determinant).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Triple-product identity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p\times\vec q)\times\vec r=\vec q(\vec p\cdot\vec r)-\vec p(\vec q\cdot\vec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q=\vec r=\hat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p\times\hat i)\times\hat i=(\vec p\cdot\hat i)\hat i-\vec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p=\vec a\times(\hat i+\hat j)=\hat i-\hat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determinant).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(projection)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b=(\vec p\cdot\hat i)\hat i-\vec p=\hat i-(\hat i-\hat j+\hat k)=\hat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(projection)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$^2=\frac{(\vec a\cdot\vec b)^2}{|\vec b|^2}=\frac42=2$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(vector triple product expansion).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b>
                        </m:sSub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sub>
                        </m:sSub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deletes the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reverses the rest.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(scalar); its square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a square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p\times\vec q)\times\vec r=\vec q(\vec p\cdot\vec r)-\vec p(\vec q\cdot\vec 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(vector triple product expansion).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p\times\hat i)\times\hat i=-\left(p_y\hat j+p_z\hat k\right)$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deletes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reverses the rest.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a\cdot\vec b}{|\vec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(scalar); its square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$\frac{(\vec a\cdot\vec b)^2}{|\vec b|^2}$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a square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p=(1,-1,1)\to-(-\hat j+\hat k)=\hat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214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in the first octant, whose projection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is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the angle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origin. Then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214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point in the first octant, whose projection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is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$OP=\gamma$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origin. Then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$\gamma\sqrt{1+\cos^2\theta\sin^2\phi}$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$\gamma\sqrt{1+\cos^2\phi\sin^2\theta}$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$\gamma\sqrt{1-\sin^2\phi\cos^2\theta}$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$\gamma\sqrt{1-\sin^2\theta\cos^2\phi}$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an axis (direction cosines in 3D)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from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$\sqrt{y^2+z^2}=\sqrt{\gamma^2-x^2}$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$x=OQ\cos\theta=\gamma\sin\phi\cos\theta$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$\overrightarrow{OP}=x\hat i+y\hat j+z\hat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$\overrightarrow{OQ}=x\hat i+y\hat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$\gamma=\sqrt{x^2+y^2+z^2}$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$\cos\theta=\frac{x}{\sqrt{x^2+y^2}}$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$\cos^2\theta=\frac{x^2}{\gamma^2-z^2}$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γ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$\cos\phi=\frac{z}{\sqrt{x^2+y^2+z^2}}=\frac z\gamma$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$z=\gamma\cos\phi$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$\cos^2\theta=\frac{x^2}{\gamma^2-\gamma^2\cos^2\phi}=\frac{x^2}{\gamma^2\sin^2\phi}$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$x^2=\gamma^2\sin^2\phi\cos^2\theta$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$=\sqrt{y^2+z^2}=\sqrt{\gamma^2-x^2}$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$d=\sqrt{\gamma^2-\gamma^2\sin^2\phi\cos^2\theta}=\gamma\sqrt{1-\sin^2\phi\cos^2\theta}$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$\gamma\sqrt{1-\sin^2\phi\cos^2\theta}$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angle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from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$\gamma\sin\psi$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$\psi$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angle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$\cos\psi=\sin\phi\cos\theta$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projection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$OP\sin\psi=\gamma\sin\psi$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$OQ=\gamma\sin\phi$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-coordinate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$x=OQ\cos\theta=\gamma\sin\phi\cos\theta$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$\cos\psi=\frac x\gamma=\sin\phi\cos\theta$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angles acute in the first octant).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$\sin\psi=\sqrt{1-\sin^2\phi\cos^2\theta}$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angles acute in the first octant).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$=\gamma\sqrt{1-\sin^2\phi\cos^2\theta}$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γ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$\gamma\sqrt{1-\sin^2\phi\cos^2\theta}$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Spherical coordinates: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azimuth).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respectively;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with that 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numeric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1.6099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Spherical 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$x=\gamma\sin\phi\cos\theta$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$y=\gamma\sin\phi\sin\theta$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$z=\gamma\cos\phi$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azimuth).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$(x,y,z)$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$\sqrt{y^2+z^2}$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$\sqrt{x^2+z^2}$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$\sqrt{x^2+y^2}$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respectively;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$\gamma\sin\psi$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angle with that axis.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cosines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$(\sin\phi\cos\theta,\ \sin\phi\sin\theta,\ \cos\phi)$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$l^2+m^2+n^2=1$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numeric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$\phi=0.7$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$\theta=0.4$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$\sqrt{y^2+z^2}=1.6099=2\sqrt{1-\sin^2\phi\cos^2\theta}$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of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inclined at an obtuse angle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set of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$\vec{a}=\alpha t\hat{i}+6\hat{j}-3\hat{k}$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$\vec{b}=t\hat{i}-2\hat{j}-2\alpha t\hat{k}$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inclined at an obtuse angle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$\left(-\frac43,1\right)$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$\left(-\frac43,0\right]$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Dot product and angle between vectors, Quadratic inequality for all real values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Obtuse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must stay negative.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Obtuse for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b&lt;0$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must stay negative.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Obtuse angle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a quadratic that is negative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discriminant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Obtuse angle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b=\alpha t\cdot t+6(-2)+(-3)(-2\alpha t)=\alpha t^2+6\alpha t-12$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t^2+6\alpha t-12&lt;0$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a quadratic that is negative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discriminant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$D=36\alpha^2-4\alpha(-12)=36\alpha^2+48\alpha&lt;0$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$12\alpha(3\alpha+4)&lt;0$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$-\frac43&lt;\alpha&lt;0$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b=-12&lt;0$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$\alpha\in\left(-\frac43,0\right]$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$\left(-\frac43,0\right]$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Separate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write the condition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range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Separate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write the condition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$\alpha(t^2+6t)&lt;12$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the range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$t^2+6t=(t+3)^2-9\ge-9$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takes every value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inequality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$\alpha\,(t^2+6t)&lt;12$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$t^2+6t=(t+3)^2-9$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takes every value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$[-9,\infty)$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$\alpha(t^2+6t)\to\infty$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inequality fails.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largest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at the smallest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Combining,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largest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$\alpha(t^2+6t)$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at the smallest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$t^2+6t=-9$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$-9\alpha&lt;12$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$\alpha&gt;-\frac43$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$-\frac43&lt;\alpha\le0$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$\left(-\frac43,0\right]$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or the degenerate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never forget the linear case.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two non-zero vectors is obtuse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also confirm neither vector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its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Isolating the parameter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using the range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often faster than a discriminant check.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(inside the interval);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(outside).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t^2+\beta t+\gamma&lt;0$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or the degenerate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$\alpha=\beta=0,\ \gamma&lt;0$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never forget the linear case.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two non-zero vectors is obtuse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(acute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also confirm neither vector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a\ne\vec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component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Isolating the parameter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$\alpha\,g(t)&lt;c$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using the range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often faster than a discriminant check.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$-t^2-6t-12=-(t+3)^2-3&lt;0$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(inside the interval);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$-2(t+3)^2+6&gt;0$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(outside).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$L_1:\vec r=(2+\lambda)\hat i+(1-3\lambda)\hat j+(3+4\lambda)\hat k,\ 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$L_2:\vec r=2(1+\mu)\hat i+3(1+\mu)\hat j+(5+\mu)\hat k,\ \mu\in\mathbb{R}$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$\frac{m}{\sqrt 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$\gcd(m,n)=1$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$=\left|\frac{(\vec a_2-\vec a_1)\cdot(\vec b_1\times\vec b_2)}{|\vec b_1\times\vec b_2|}\right|$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a_1=2\hat i+\hat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b_1=\hat i-3\hat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a_2=2\hat i+3\hat j+5\hat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b_2=2\hat i+3\hat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a_1=2\hat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b_2=\left|\begin{matrix}\hat i&amp;\hat j&amp;\hat k\\1&amp;-3&amp;4\\2&amp;3&amp;1\end{matrix}\right|=\hat i(-3-12)-\hat j(1-8)+\hat k(3+6)=-15\hat i+7\hat j+9\hat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b_1\times\vec b_2|=\sqrt{225+49+81}=\sqrt{355}$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a_1)\cdot(\vec b_1\times\vec b_2)=0+14+18=32$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$=\frac{32}{\sqrt{355}}$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$\gcd(32,355)=1$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$m=32,\ n=355$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$m+n=387$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387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$387$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the plane through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(normal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find the distance of a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the plane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b_1\times\vec b_2$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find the distance of a 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the plane containing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this plane, every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the same distance; 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to the plane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 b_1\times\vec b_2=(-15,7,9)$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$-15(x-2)+7(y-1)+9(z-3)=0$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$-15x+7y+9z-4=0$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parallel to this plane, every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the same distance;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$=\frac{|-30+21+45-4|}{\sqrt{225+49+81}}=\frac{32}{\sqrt{355}}$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$m=32,\ n=355$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$m+n=387$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387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$387$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lines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 (intersecting or parallel-case excluded since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the scalar triple 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volume of the parallelepiped; the denominator is the area of its base.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a_1+\lambda\vec 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a_2+\mu\vec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$d=\frac{|(\vec a_2-\vec a_1)\cdot(\vec b_1\times\vec b_2)|}{|\vec b_1\times\vec b_2|}$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 (intersecting or parallel-case excluded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the scalar triple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$[\vec a_2-\vec a_1,\ \vec b_1,\ \vec b_2]$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volume of the parallelepiped; the denominator is the area of its base.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are parallel (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x-axis and the line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̂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expected.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lines are parallel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b_1\parallel\vec b_2$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$d=\frac{|(\vec a_2-\vec a_1)\times\vec b|}{|\vec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x-axis and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$d=\frac{|(0,1,0)\cdot(\hat i\times\hat k)|}{1}=\frac{|(0,1,0)\cdot(0,-1,0)|}{1}=1$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expected.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1627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a=4\hat i-\hat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b=11\hat i-\hat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b)\times\vec c=\vec c\times(-2\vec a+3\vec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$(2\vec a+3\vec b)\cdot\vec c=1670$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$1609$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$1627$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(cross) product and parallel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Bring both terms to one side: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Bring both terms to one side: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c\times(\vec a-4\vec b)=\vec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a-4\vec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b)\times\vec c=\vec c\times(-2\vec a+3\vec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c\times(-\vec a-\vec b)+\vec c\times(2\vec a-3\vec b)=\vec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c\times(\vec a-4\vec b)=\vec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c=\lambda(\vec a-4\vec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$(2\vec a+3\vec b)\cdot\vec c=1670$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$\lambda\,(2\vec a+3\vec b)\cdot(\vec a-4\vec b)=1670$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$\lambda\left(2|\vec a|^2-5\,\vec a\cdot\vec b-12|\vec b|^2\right)=1670$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b=44+1+1=46$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b|^2=123$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$\lambda(36-230-1476)=1670$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$-1670\lambda=1670$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c=-(\vec a-4\vec b)=4\vec b-\vec a=40\hat i-3\hat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c|^2=1600+9+9=1618$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1618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$1618$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components: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dot product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components: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a-4\vec b=(-40,3,-3)$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$2\vec a+3\vec b=(41,-5,5)$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c=s(-40,3,-3)$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dot product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cross-product condition reduces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cross-product condition reduces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c\times(\vec a-4\vec b)=\vec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c\parallel\vec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d=\vec a-4\vec b=(4-44,\,-1+4,\,1-4)=(-40,3,-3)$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$2\vec a+3\vec b=(8+33,\,-2-3,\,2+3)=(41,-5,5)$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c=s\,\vec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$(2\vec a+3\vec b)\cdot\vec c=s(-1640-15-15)=-1670\,s=1670$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minus the given value,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c=(40,-3,3)$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c|^2=1600+9+9=1618$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$(2\vec a+3\vec b)\cdot\vec d=-1670$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minus the given value,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$|s|=1$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c|=|\vec 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1618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$1618$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combine all cross-product terms on one side to see this.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Expansion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used above: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u=\vec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u\neq\vec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c=\lambda\vec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combine all cross-product terms on one side to see this.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c=\lambda\vec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e\cdot\vec c=k$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$\lambda=\frac{k}{\vec e\cdot\vec 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c|=\frac{|k|\,|\vec u|}{|\vec e\cdot\vec u|}$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e\cdot\vec u\ne0$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b)\times\vec c=\vec c\times\vec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b+\vec p)\times\vec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p=-\vec p\times\vec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$|x\vec a+y\vec b|^2=x^2|\vec a|^2+2xy\,\vec a\cdot\vec b+y^2|\vec b|^2$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used above: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$(2\vec a+3\vec b)\cdot(\vec a-4\vec b)=2\cdot18-5\cdot46-12\cdot123=-1670$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vectors.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unit vector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i+2\hat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b=2\hat i+3\hat j-5\hat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c=3\hat i-\hat j+\lambda\hat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vectors.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unit vector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Unit vector along a given vector and dot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unit vector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equate it to 3 and square.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unit vector along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b+\vec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r\cdot\vec a=\frac{(\vec b+\vec c)\cdot\vec a}{|\vec b+\vec c|}$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equate it to 3 and square.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(Eq. 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c=5\hat i+2\hat j+(\lambda-5)\hat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r=k(\vec b+\vec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a=k\left(\vec b\cdot\vec a+\vec c\cdot\vec a\right)$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a=2+6-15=-7$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c\cdot\vec a=3-2+3\lambda=1+3\lambda$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$3=k(-6+3\lambda)$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$k=\frac{1}{\lambda-2}$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(Eq. 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unit vector: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r|=k\sqrt{25+4+(\lambda-5)^2}=k\sqrt{54+\lambda^2-10\lambda}=1$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consistent),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$k=\frac1{\lambda-2}$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$(\lambda-2)^2=\lambda^2-10\lambda+54$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$\lambda^2-4\lambda+4=\lambda^2-10\lambda+54$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$6\lambda=50$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$k=\frac3{19}&gt;0$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consistent),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check that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while the other options fail.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options: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$\lambda=\frac{25}{3}$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check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$\frac{(\vec b+\vec c)\cdot\vec a}{|\vec b+\vec c|}=3$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while the other options fail.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(C):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works.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$\frac{(\vec b+\vec c)\cdot\vec a}{|\vec b+\vec c|}=3$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b+\vec c)\cdot\vec a=3\lambda-6$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c=(5,2,\lambda-5)$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$\lambda=\frac{25}{3}$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c=\left(5,2,\frac{10}{3}\right)$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b+\vec c|^2=25+4+\frac{100}{9}=\frac{361}{9}$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b+\vec c|=\frac{19}{3}$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b+\vec c)\cdot\vec a=5+4+10=19$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$\frac{19}{19/3}=3$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works.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(A):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numerator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(B):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option (D):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(C) works,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b+\vec c|=\sqrt{54}$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$\frac{24}{\sqrt{54}}\ne3$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b+\vec c|=\sqrt{33}$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$\ne3$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option 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$\ne3$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(C) works,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unit vector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unit vector along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squaring; squaring can add a spurious root, so check the sign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any direction is at most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3.74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feasible; this gives a quick sanity check.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unit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unit vector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u=\frac{\vec p}{|\vec p|}$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p\cdot\vec a=3|\vec p|$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p\cdot\vec a)\ge0$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squaring; squaring can add a spurious root, so check the sign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any direction is at most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a|=\sqrt{14}\approx3.74$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feasible; this gives a quick sanity check.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$\lambda=\frac{25}{3}$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r=\frac{3}{19}\left(5,2,\frac{10}{3}\right)$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three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triangle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area of the triangle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real number,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three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a=\alpha\hat i+4\hat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b=5\hat i+3\hat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c=x\hat i+y\hat j+z\hat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triangle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area of the triangle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real number,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triangle using the cross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$=\frac12|\vec a\times\vec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c|^2=|\vec a-\vec b|^2$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a-\vec b=(\alpha-5)\hat i+\hat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$=\frac12|\vec a\times\vec b|=5\sqrt6$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b|=10\sqrt6$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b=\left|\begin{matrix}\hat i&amp;\hat j&amp;\hat k\\\alpha&amp;4&amp;2\\5&amp;3&amp;4\end{matrix}\right|=10\hat i-(4\alpha-10)\hat j+(3\alpha-20)\hat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$\sqrt{100+(10-4\alpha)^2+(3\alpha-20)^2}=10\sqrt6$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$100+(10-4\alpha)^2+(3\alpha-20)^2=600$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$100+100-80\alpha+16\alpha^2+9\alpha^2-120\alpha+400=600$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$25\alpha^2-200\alpha+600=600$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$25\alpha(\alpha-8)=0$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c=3\hat i+\hat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c|^2=9+1+4=14$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Lagrange's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avoid the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Lagrange's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avoid the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b|^2=(10\sqrt6)^2=600$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a|^2=\alpha^2+20$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b|^2=25+9+16=50$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b=5\alpha+12+8=5\alpha+20$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$50(\alpha^2+20)-(5\alpha+20)^2=600$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(positive).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$50\alpha^2+1000-25\alpha^2-200\alpha-400=600$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$25\alpha^2-200\alpha=0$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a-\vec b=(3,1,-2)$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with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common vertex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triangle with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area is the same.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useful when a parameter sits in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it gives a quadratic with simple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read side conditions (like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discard roots: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satisfies the area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valid root that the condition rejects.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triangle with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common vertex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a triangle with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b,\vec c=\vec a-\vec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area is the same.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b|^2-(\vec a\cdot\vec 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useful when a parameter sits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it gives a quadratic with simple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read side conditions (like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discard roots: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satisfies the area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b=(10,10,-20)$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$|\cdot|=\sqrt{600}=10\sqrt6$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valid root that the condition rejects.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origin. If the area of the parallelogram with adjacent sides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units, then the area (in sq. units) of the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$\overrightarrow{OA}=2\vec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$\overrightarrow{OB}=6\vec a+5\vec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$\overrightarrow{OC}=3\vec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origin. If the area of the parallelogram with adjacent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sq. units, then the area (in sq. units) of the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parallelogram and quadrilateral using the cross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of a quadrilateral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diagonals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everything reduces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of a quadrilateral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$\frac12|\vec d_1\times\vec d_2|$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diagonals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$\overrightarrow{AC}$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$\overrightarrow{OB}$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everything reduces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a\times\vec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quadrilateral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diagonals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Parallelogram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$\overrightarrow{OA},\overrightarrow{OC}$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$|\overrightarrow{OA}\times\overrightarrow{OC}|=|2\vec a\times3\vec b|=15$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$6|\vec a\times\vec b|=15$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quadrilateral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$OABC=\frac12|\vec d_1\times\vec d_2|$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$\overrightarrow{AC}=\overrightarrow{OC}-\overrightarrow{OA}=3\vec b-2\vec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(1),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$=\frac12\left|(3\vec b-2\vec a)\times(6\vec a+5\vec b)\right|$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$(3\vec b-2\vec a)\times(6\vec a+5\vec b)=18\,\vec b\times\vec a+15\,\vec b\times\vec b-12\,\vec a\times\vec a-10\,\vec a\times\vec b=-28\,\vec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$=\frac12\cdot28\,|\vec a\times\vec b|=14|\vec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(1),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$=14\cdot\frac52=35$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triangles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each; both are multiples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$OABC$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triangles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$OAB$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$OBC$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$\frac12|\vec p\times\vec q|$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each; both are multiples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△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the same direction,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diagonal inside the quadrilateral and the areas add.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OAB=\frac12|\overrightarrow{OA}\times\overrightarrow{OB}|=\frac12|2\vec a\times(6\vec a+5\vec b)|=\frac12\cdot10|\vec a\times\vec b|=5|\vec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$\overrightarrow{OB}\times\overrightarrow{OC}=(6\vec a+5\vec b)\times3\vec b=18\,\vec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$\triangle OBC=9|\vec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$\overrightarrow{OA}\times\overrightarrow{OB}=10\,\vec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$\overrightarrow{OB}\times\overrightarrow{OC}=18\,\vec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the same direction,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diagonal inside the quadrilateral and the areas add.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$OABC=(5+9)|\vec a\times\vec b|=14|\vec a\times\vec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$|2\vec a\times3\vec b|=15$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quadrilateral (convex, or any simple quadrilateral) with diagonals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Properties used: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cross product of vectors in the span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parallelogram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the triangle,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a square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cross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quadrilateral (convex, or any simple quadrilateral) with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d_1\times\vec d_2|$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Properties used: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x\times\vec x=\vec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x\times\vec y=-\vec y\times\vec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any cross product of vectors in the span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a,\vec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the parallelogram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the triangle,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p\times\vec 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a square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$O(0,0),A(1,0),B(1,1),C(0,1)$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$\overrightarrow{OB}=(1,1)$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cross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$=\frac12\cdot2=1$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35813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 the following two statements: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I: 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II: In a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Statement I is correct but Statement II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Statement I is incorrect but Statement II is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Both Statement I and Statement II are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Statement I and Statement II are incorrect.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35813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 the following two statements: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I: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i+2\hat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b=2\hat i+\hat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r=\vec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of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II: In a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$\cos2A+\cos2B+\cos2C\ge-\frac32$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Statement I is correct but Statement II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Statement I is incorrect but Statement II is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Both Statement I and Statement II are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Statement I and Statement II are incorrect.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(cross) product and Lagrange's identity, Trigonometric identities in a triangle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Lagrange's identity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-type square gives the triangle inequality.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Lagrange's identity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r|^2$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$|\vec a\times\vec r|=|\vec a\times\vec b|$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r=0$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$\sum\vec{OA}=\vec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-type square gives the triangle inequality.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c,\vec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c\times\vec d|^2=|\vec c|^2|\vec d|^2-(\vec c\cdot\vec d)^2$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 I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II: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circumcentre, radius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𝑂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𝑂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𝐵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𝑂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𝐶</m:t>
                                </m:r>
                              </m:e>
                            </m:acc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acc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r|^2=|\vec a|^2|\vec r|^2-(\vec a\cdot\vec r)^2=|\vec a|^2|\vec r|^2$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r=\vec a\times\vec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b|^2=|\vec a|^2|\vec r|^2$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b=\hat i(-2+3)-\hat j(-1+6)+\hat k(1-4)=\hat i-5\hat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a\times\vec b|^2=35$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$35=14|\vec r|^2$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r|=\sqrt{\frac{35}{14}}=\sqrt{\frac52}\neq\sqrt{10}$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 I is incorrect.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II: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circumcentre, radius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$\left|\overrightarrow{OA}+\overrightarrow{OB}+\overrightarrow{OC}\right|^2\ge0$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$3R^2+2\left(\overrightarrow{OA}\cdot\overrightarrow{OB}+\overrightarrow{OB}\cdot\overrightarrow{OC}+\overrightarrow{OC}\cdot\overrightarrow{OA}\right)\ge0$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(central angle), etc.,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 II is correct. Answer: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$\overrightarrow{OA},\overrightarrow{OB}$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(central angle), etc.,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$3R^2+2R^2(\cos2A+\cos2B+\cos2C)\ge0$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$\cos2A+\cos2B+\cos2C\ge-\frac32$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Statement II is correct. Answer: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Statement I is incorrect but Statement II is correct.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Statement I by direct solution: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 Statement II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Statement I by direct solution: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a\times(\vec r-\vec b)=\vec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r=\vec b+t\vec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 Statement II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$\cos2A+\cos2B+\cos2C=-1-4\cos A\cos B\cos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A\cos B\cos C\le\frac18$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Statement I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r-\vec b)=\vec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r-\vec b=t\vec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b+t\vec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b+t|\vec a|^2=0$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b=2+2+3=7$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b-\frac12\vec a=\left(\frac32,0,\frac12\right)$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r|^2=\frac94+\frac14=\frac52$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r|=\sqrt{\frac52}\ne\sqrt{10}$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Statement I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II: in any triangle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(equality for the equilateral triangle; it is negative for an obtuse triangle).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Statement II is true.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Statement II: in any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$\cos2A+\cos2B+\cos2C=-1-4\cos A\cos B\cos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A\cos B\cos C\le\frac18$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(equality for the equilateral triangle; it is negative for an obtuse triangle).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$\cos2A+\cos2B+\cos2C\ge-1-\frac12=-\frac32$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Statement II is true. Answer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Statement I is incorrect but Statement II is correct.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(Lagrange's identity). Whenever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both given,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together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fixes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triangle: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circumcentre,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 orthocentre),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the equilateral triangle.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c\times\vec d|^2+(\vec c\cdot\vec d)^2=|\vec c|^2|\vec d|^2$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(Lagrange's identity).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both given,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r|^2=\frac{|\vec a\times\vec r|^2+(\vec a\cdot\vec r)^2}{|\vec a|^2}$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x=\vec a\times\vec y\iff\vec x=\vec y+t\vec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scalar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together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x=k$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uniquely.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triangle: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$\cos2A+\cos2B+\cos2C=-1-4\cos A\cos B\cos C\ge-\frac32$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$\cos^2A+\cos^2B+\cos^2C\ge\frac34$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circumcentre,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$\overrightarrow{OA}+\overrightarrow{OB}+\overrightarrow{OC}=\overrightarrow{OH}$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 orthocentre),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$|OH|^2=R^2(3+2\sum\cos2A)\ge0$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the equilateral triangle.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values of the ordered pair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area of the parallelogram of diagonals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a=2\hat i+\alpha\hat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b=-\hat i+\hat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c=\beta\hat j-\hat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the values of the ordered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the area of the parallelogram of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$\frac{\sqrt{21}}{2}$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$(\alpha_1,\beta_1)$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$(\alpha_2,\beta_2)$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$\alpha_1^2+\beta_1^2-\alpha_2\beta_2$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parallelogram from its diagonals (cross product)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of a parallelogram with diagonals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combine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integrality.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of a parallelogram with diagonals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$\frac12|\vec d_1\times\vec d_2|$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combine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$\alpha\beta=-6$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integrality.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parallelogram with diagonals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α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Magnitude: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a parallelogram with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d_1\times\vec d_2|=\frac{\sqrt{21}}2$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$|(\vec a+\vec b)\times(\vec b+\vec c)|=\sqrt{21}$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a+\vec b=\hat i+\alpha\hat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c=-\hat i+\beta\hat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b)\times(\vec b+\vec c)=\left|\begin{matrix}\hat i&amp;\hat j&amp;\hat k\\1&amp;\alpha&amp;2\\-1&amp;\beta&amp;0\end{matrix}\right|=-2\beta\,\hat i-2\hat j+(\alpha+\beta)\hat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Magnitude: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$\sqrt{4\beta^2+4+(\alpha+\beta)^2}=\sqrt{21}$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$4\beta^2+4+\alpha^2+\beta^2+2\alpha\beta=21$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divisor pairs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$\alpha^2+5\beta^2+4-12=21$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$\alpha^2+5\beta^2=29$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Integers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$\alpha^2+5\beta^2=29$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$\beta^2=4,\ \alpha^2=9$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divisor pairs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$41,\ 49,\ 181,\dots$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$(\alpha,\beta)=(-3,2)$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$(\alpha_1,\beta_1)=(-3,2)$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$(\alpha_2,\beta_2)=(3,-2)$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$\alpha_1^2+\beta_1^2-\alpha_2\beta_2=9+4-(-6)=19$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the cross product by distributivity (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solve the integer condition from a biquadratic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trial.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the cross product by distributivity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b\times\vec b=\vec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solve the integer condition from a biquadratic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trial.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squared length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a+\vec b)\times(\vec b+\vec c)=\vec a\times\vec b+\vec a\times\vec c+\vec b\times\vec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b=\vec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b=(\alpha,-3,\alpha)$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c=(-\alpha-\beta,\,2,\,2\beta)$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c=(-\beta,-1,-\beta)$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$=(-2\beta,\,-2,\,\alpha+\beta)$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squared length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$\alpha^2+5\beta^2=29$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an integer,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$\alpha=-\frac6\beta$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$\frac{36}{\beta^2}+5\beta^2=29$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$5\beta^4-29\beta^2+36=0$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$(5\beta^2-9)(\beta^2-4)=0$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an integer,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$\alpha=\mp3$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$9+4-(3)(-2)=19$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$19$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parallelogram with diagonals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sides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(half the cross product of the diagonals).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 is distributive and anti-commutative: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constraint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integer unknowns means check the finite divisor pairs; or eliminate to a biquadratic in one variable.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parallelogram with diagonals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d_1\pm\vec d_2}{2}$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 d_1\times\vec d_2|$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(half the cross product of the diagonals).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 product is distributive and anti-commutative: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p+\vec q)\times(\vec q+\vec r)=\vec p\times\vec q+\vec p\times\vec r+\vec q\times\vec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constraint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integer unknowns means check the finite divisor pairs; or eliminate to a biquadratic in one variable.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$(\alpha,\beta)=(3,-2)$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$(1,3,2)\times(-1,-2,0)=(4,-2,1)$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$=\frac{\sqrt{21}}2$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triangle of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vectors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square of the length of the largest side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triangle of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vectors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$\overrightarrow{AB}=\hat i+2\hat j-7\hat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$\overrightarrow{BC}=a\hat i+b\hat j+c\hat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$\overrightarrow{AC}=6\hat i+d\hat j-2\hat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square of the length of the largest side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of a triangle using the cross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quadratic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compare the three squared sides.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$=\frac12|\overrightarrow{AB}\times\overrightarrow{AC}|$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quadratic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compare the three squared sides.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$A(0,0,0)$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$B(1,2,-7)$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$C(6,d,-2)$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$=\frac12|\overrightarrow{AB}\times\overrightarrow{AC}|=15\sqrt2$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$|\overrightarrow{AB}\times\overrightarrow{AC}|=30\sqrt2$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$\overrightarrow{AB}\times\overrightarrow{AC}=\left|\begin{matrix}\hat i&amp;\hat j&amp;\hat k\\1&amp;2&amp;-7\\6&amp;d&amp;-2\end{matrix}\right|=(7d-4)\hat i-40\hat j+(d-12)\hat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$(7d-4)^2+40^2+(d-12)^2=1800$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$49d^2-56d+16+1600+d^2-24d+144=1800$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$50d^2-80d-40=0$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$5d^2-8d-4=0$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square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$5d^2-10d+2d-4=(5d+2)(d-2)=0$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$C=(6,2,-2)$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$\overrightarrow{BC}=(5,0,5)$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$AB^2=1+4+49=54$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$AC^2=36+4+4=44$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$BC^2=25+0+25=50$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square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avoid the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$|\overrightarrow{AB}\times\overrightarrow{AC}|^2=|\overrightarrow{AB}|^2|\overrightarrow{AC}|^2-(\overrightarrow{AB}\cdot\overrightarrow{AC})^2$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avoid the determinant.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$|\overrightarrow{AB}|^2=54$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$|\overrightarrow{AC}|^2=40+d^2$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$\overrightarrow{AB}\cdot\overrightarrow{AC}=6+2d+14=20+2d$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$|\overrightarrow{AB}\times\overrightarrow{AC}|^2=(30\sqrt2)^2=1800$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$54(40+d^2)-(20+2d)^2=1800$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$2160+54d^2-400-80d-4d^2=1800$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 squared: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Largest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$50d^2-80d-40=0$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$5d^2-8d-4=0$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 squared: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$AC^2=44$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$BC^2=|\overrightarrow{AC}-\overrightarrow{AB}|^2=|(5,0,5)|^2=50$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Largest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when the dot product is easy.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third side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rule in vector form: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apply the stated restriction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discard the second root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p\times\vec q|^2=|\vec p|^2|\vec q|^2-(\vec p\cdot\vec q)^2$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determinant when the dot product is easy.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$=\frac12|\overrightarrow{AB}\times\overrightarrow{AC}|$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third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$\overrightarrow{BC}=\overrightarrow{AC}-\overrightarrow{AB}$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rule in vector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$BC^2=AB^2+AC^2-2\,\overrightarrow{AB}\cdot\overrightarrow{AC}$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$54+44-2\cdot24=50$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apply the stated restriction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discard the second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a=\hat i-3\hat j+7\hat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b=2\hat i-\hat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a+2\vec b)\times\vec c=3(\vec c\times\vec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c=130$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(cross) product and parallel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Moving everything to one side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Moving everything to one side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b+2\vec a)\times\vec c=\vec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c\parallel\vec b+2\vec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a+2\vec b)\times\vec c=3(\vec c\times\vec a)=-3(\vec a\times\vec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c+2\,\vec b\times\vec c+3\,\vec a\times\vec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$4\,\vec a\times\vec c+2\,\vec b\times\vec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c+2(\vec a\times\vec c)=\vec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b+2\vec a)\times\vec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c=\lambda(\vec b+2\vec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b+2\vec a=(2+2)\hat i+(-1-6)\hat j+(1+14)\hat k=4\hat i-7\hat j+15\hat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c=\lambda(4+21+105)=130\lambda=130$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c=4\hat i-7\hat j+15\hat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c=8+7+15=30$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 is not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c=\lambda\vec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$\frac{\vec b\cdot\vec c}{\vec a\cdot\vec c}=\frac{\vec b\cdot\vec u}{\vec a\cdot\vec 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u=\vec b+2\vec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 is not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above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above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c\parallel\vec u=\vec b+2\vec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c=\lambda\,\vec b\cdot\vec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c=\lambda\,\vec a\cdot\vec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c=130\cdot\frac{\vec b\cdot\vec u}{\vec a\cdot\vec 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b=2+3+7=12$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a|^2=59$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u=|\vec b|^2+2\,\vec a\cdot\vec b=6+24=30$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u=\vec a\cdot\vec b+2|\vec a|^2=12+118=130$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c=130\cdot\frac{30}{130}=30$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the vector equation to the form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every dot product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that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cross product is linear in the first factor).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the vector equation to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p\times\vec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c\times\vec a=-\vec a\times\vec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c=\lambda\vec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every dot product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that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c\parallel\vec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$\frac{\vec x\cdot\vec c}{\vec y\cdot\vec c}=\frac{\vec x\cdot\vec u}{\vec y\cdot\vec 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y\cdot\vec u\ne0$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x\times\vec c=k(\vec y\times\vec c)\iff(\vec x-k\vec y)\times\vec c=\vec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cross product is linear in the first factor).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c=(4,-7,15)$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a+2\vec b)\times\vec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$3(\vec c\times\vec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$(-12,-39,-15)$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a=2\hat i-3\hat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b=3\hat i+4\hat j-5\hat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b+\vec c)+\vec b\times\vec c=\hat i+8\hat j+13\hat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$\left(24-\vec b\cdot\vec c\right)$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triple product and scalar triple product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Cross the whole equation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expand the triple products, and 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only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Cross the whole equation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expand the triple products, and dot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b\cdot\vec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both sides: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each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b+\vec a\times\vec c+\vec b\times\vec c=\vec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v=\hat i+8\hat j+13\hat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both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a\times\vec b)+\vec a\times(\vec a\times\vec c)+\vec a\times(\vec b\times\vec c)=\vec a\times\vec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each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x\times(\vec y\times\vec z)=(\vec x\cdot\vec z)\vec y-(\vec x\cdot\vec y)\vec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a\cdot\vec b)\vec a-|\vec a|^2\vec b+(\vec a\cdot\vec c)\vec a-|\vec a|^2\vec c+(\vec a\cdot\vec c)\vec b-(\vec a\cdot\vec b)\vec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b=6-12-20=-26$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a|^2=4+9+16=29$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$-26\vec a-29\vec b+13\vec a-29\vec c+13\vec b+26\vec c=-13\vec a-16\vec b-3\vec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$-13\vec a-16\vec b-3\vec c=\vec a\times\vec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$-13\,\vec a\cdot\vec b-16|\vec b|^2-3\,\vec b\cdot\vec c=(\vec a\times\vec v)\cdot\vec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a\times\vec v)\cdot\vec b=\left|\begin{matrix}2&amp;-3&amp;4\\1&amp;8&amp;13\\3&amp;4&amp;-5\end{matrix}\right|=-396$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$(-13)(-26)-16(50)-3\,\vec b\cdot\vec c=-396$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$-462-3\,\vec b\cdot\vec c=-396$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c=-22$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$24-\vec b\cdot\vec c=24+22=46$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solve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and 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fix the free multiple.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a\times\vec c+\vec b\times\vec c=(\vec a+\vec b)\times\vec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solve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s\times\vec c=\vec 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a\cdot\vec c=13$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fix the free multiple.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Compute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required for a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b+(\vec a+\vec b)\times\vec c=\vec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a\times\vec b=(-1,22,17)$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s=\vec a+\vec b=(5,1,-1)$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s\times\vec c=\vec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w=\vec v-\vec a\times\vec b=(2,-14,-4)$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s\cdot\vec w=10-14+4=0$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required for a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c=\frac{\vec w\times\vec s}{|\vec s|^2}+t\vec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w\times\vec s=(18,-18,72)$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s|^2=27$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c=\left(\frac23,-\frac23,\frac83\right)+t(5,1,-1)$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c=\left(\frac43+2+\frac{32}3\right)+3t=14+3t=13$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c=\left(\frac23-\frac53,\,-\frac23-\frac13,\,\frac83+\frac13\right)=(-1,-1,3)$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c=-3-4-15=-22$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$24-\vec b\cdot\vec c=46$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terms: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turning the condition into the standard form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iff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fixed by one more condition such as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acc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determinant of the three vectors.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a\times(\vec b+\vec c)+\vec b\times\vec c=\vec a\times\vec b+(\vec a+\vec b)\times\vec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turning the condition into the standard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s\times\vec c=\vec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s\times\vec c=\vec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solvable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s\cdot\vec w=0$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c=\frac{\vec w\times\vec s}{|\vec s|^2}+t\vec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fixed by one more condition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Vector triple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x\times(\vec y\times\vec z)=(\vec x\cdot\vec z)\vec y-(\vec x\cdot\vec y)\vec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x\times\vec y)\cdot\vec z=[\vec x\,\vec y\,\vec z]$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determinant of the three vectors.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an equation then dotting with a suitable vector isolates the scalar you want when the unknown vector enters through dot products with known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an equation then dotting with a suitable vector isolates the scalar you want when the unknown vector enters through dot products with known vectors.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c=(-1,-1,3)$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c=-2+3+12=13$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b\cdot\vec c=-22$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given vectors. 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d>
                              <m:dPr>
                                <m:begChr m:val="|"/>
                                <m:sepChr m:val=""/>
                                <m:endChr m:val="|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593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67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a=9\hat i-13\hat j+25\hat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b=3\hat i+7\hat j-13\hat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c=17\hat i-2\hat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given vectors.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vector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a=(\vec b+\vec c)\times\vec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r\cdot(\vec b-\vec 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$\frac{\left|593\vec r+67\vec a\right|^2}{(593)^2}$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703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Vector (cross) product and dot product with a parameter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second condition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593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593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593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r-(\vec b+\vec c))\times\vec a=\vec 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r=(\vec b+\vec c)+\lambda\vec 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second condition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$\lambda=-\frac{67}{593}$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$593\vec r+67\vec a=593(\vec b+\vec 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a=(\vec b+\vec c)\times\vec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$\left(\vec r-(\vec b+\vec c)\right)\times\vec a=\vec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r=(\vec b+\vec c)+\lambda\vec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b+\vec c=20\hat i+5\hat j-12\hat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r=(20+9\lambda)\hat i+(5-13\lambda)\hat j+(25\lambda-12)\hat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b-\vec c=-14\hat i+9\hat j-14\hat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r\cdot(\vec b-\vec 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$-14(20+9\lambda)+9(5-13\lambda)-14(25\lambda-12)=0$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593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required ratio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$-280-126\lambda+45-117\lambda-350\lambda+168=0$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$-593\lambda-67=0$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$\lambda=-\frac{67}{593}$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r=(\vec b+\vec c)-\frac{67}{593}\vec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$593\vec r+67\vec a=593(\vec b+\vec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required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b+\vec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b+\vec c|^2=20^2+5^2+12^2=400+25+144=569$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569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components: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components: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$(\vec b+\vec c)\cdot(\vec b-\vec c)=|\vec b|^2-|\vec c|^2$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a\cdot(\vec b-\vec c)$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r=(\vec b+\vec c)+\lambda\vec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r\cdot(\vec b-\vec c)=(\vec b+\vec c)\cdot(\vec b-\vec c)+\lambda\,\vec a\cdot(\vec b-\vec 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b+\vec c)\cdot(\vec b-\vec c)=|\vec b|^2-|\vec c|^2=(9+49+169)-(289+4+1)=227-294=-67$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a\cdot(\vec b-\vec c)=9(-14)-13(9)+25(-14)=-126-117-350=-593$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$-67-593\lambda=0$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$\lambda=-\frac{67}{593}$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$593\vec r+67\vec a=593(\vec b+\vec 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$=|\vec b+\vec c|^2=569$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569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scalar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(they differ by a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difference-of-squares identity saves a component computation.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num>
                      <m:den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acc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this is the intersection of a line with a plane through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593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designed to cancel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always look at what the target expression is built from before computing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r\times\vec a=\vec p\times\vec a\iff\vec r=\vec p+\lambda\vec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scalar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(they differ by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a\ne\vec 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b+\vec c)\cdot(\vec b-\vec c)=|\vec b|^2-|\vec c|^2$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difference-of-squares identity saves a component computation.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p+\lambda\vec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r\cdot\vec q=0$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$\lambda=-\frac{\vec p\cdot\vec q}{\vec a\cdot\vec 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a\cdot\vec q\ne0$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this is the intersection of a line with a plane through the origin.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$593\vec r+67\vec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designed to 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always look at what the target expression is built from before computing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point, on the line passing through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farther from the origin and at a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point, on the line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$Q(5,-4,7)$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farther from the origin and at a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units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Straight line in 3D: parametric points at a given distance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Points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line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pick the one farther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Points at distance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line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$P\pm9\hat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pick the one farther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$(5-1,-4+2,7-3)=(4,-2,4)$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$\frac{x-1}{4}=\frac{y+2}{-2}=\frac{z-3}{4}$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$(4t+1,\,-2t-2,\,4t+3)$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$16t^2+4t^2+16t^2=36t^2=81$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$t=\pm\frac32$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squared distances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farther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$(7,-5,9)$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$(-5,1,-3)$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squared distances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$49+25+81=155$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$25+1+9=35$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farther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$(7,-5,9)$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$\alpha^2+\beta^2+\gamma^2=155$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155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$155$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required points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unit direction and expand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sign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decides which is farther.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required points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$P\pm9\hat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unit direction and 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$|OP\pm9\hat u|^2$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sign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$\overrightarrow{OP}\cdot\hat 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decides which is farther.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Unit direction of the line: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points: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Unit direction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u=\frac{(4,-2,4)}{6}=\left(\frac23,-\frac13,\frac23\right)$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$\overrightarrow{OP}\pm9\hat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$\overrightarrow{OP}=(1,-2,3)$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$|\overrightarrow{OP}|^2=14$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$\overrightarrow{OP}\cdot\hat u=\frac23+\frac23+2=\frac{10}3$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$|\overrightarrow{OP}\pm9\hat u|^2=14+81\pm2\cdot9\cdot\frac{10}3=95\pm60$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farther point takes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farther point takes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$\alpha^2+\beta^2+\gamma^2=155$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155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$155$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unit direction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parametric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condition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 farther from the origin is the one with the sign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come from the difference of two points; the unit vector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𝑙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unit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$P\pm d\hat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parametric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$P+t\vec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$t=\pm\frac{d}{|\vec b|}$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p+d\hat u|^2=|\vec p|^2+d^2+2d\,(\vec p\cdot\hat 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 farther from the origin is the one with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p\cdot\hat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$(l,m,n)$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come from the difference of two points; the unit vector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$\frac{(l,m,n)}{\sqrt{l^2+m^2+n^2}}$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$(7,-5,9)$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$|(7,-5,9)-(1,-2,3)|=|(6,-3,6)|=9$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of intersection of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the shortest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of intersection of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$\frac{x-2}{1}=\frac{y-4}{5}=\frac{z-2}{1}$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$\frac{x-3}{2}=\frac{y-2}{3}=\frac{z-3}{2}$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the shortest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$4x=2y=z$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$\frac{6\sqrt{14}}{7}$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$\frac{3\sqrt{14}}{7}$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$\frac{5\sqrt{14}}{7}$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$\frac{\sqrt{14}}{7}$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lines in 3D, Distance of a point from a line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equating the parametric points, then drop the perpendicular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equating the parametric points, then drop the perpendicular to the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$4x=2y=z$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$(1,2,4)$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the lines: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coordinates: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third equation repeats the first).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on the lines: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$(\lambda+2,\,5\lambda+4,\,\lambda+2)=(2\mu+3,\,3\mu+2,\,2\mu+3)$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coordinates: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$\lambda+2=2\mu+3$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$5\lambda+4=3\mu+2$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third equation repeats the first).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$\lambda=2\mu+1$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$10\mu+5+4=3\mu+2$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$7\mu=-7$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the origin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$4x=2y=z$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$\frac{x}{1/4}=\frac y{1/2}=\frac z1$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the origin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B=\frac14\hat i+\frac12\hat j+\hat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$M=\left(\frac\alpha4,\frac\alpha2,\alpha\right)$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$\frac14\left(\frac\alpha4-1\right)+\frac12\left(\frac\alpha2+1\right)+(\alpha-1)=0$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$\frac{21\alpha}{16}-\frac34=0$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$M=\left(\frac17,\frac27,\frac47\right)$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$\overrightarrow{PM}=\left(-\frac67,\frac97,-\frac37\right)$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$PM=\sqrt{\frac{36+81+9}{49}}=\sqrt{\frac{126}{49}}=\frac{3\sqrt{14}}{7}$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$\frac{3\sqrt{14}}{7}$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from a line through the origin: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𝑂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Distance of a point from a line through the origin: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$\frac{|\overrightarrow{OP}\times\vec d|}{|\vec d|}$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d=(1,2,4)$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meet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found from the parametric equations).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found from the parametric equations).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$4x=2y=z$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 z4,\ y=\frac z2$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$\overrightarrow{OP}\times\vec d=(1,-1,1)\times(1,2,4)=(-4-2,\ -(4-1),\ 2+1)=(-6,-3,3)$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𝑂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$|\overrightarrow{OP}\times\vec d|^2=36+9+9=54$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$=\sqrt{\frac{54}{21}}=\sqrt{\frac{18}{7}}=\frac{3\sqrt2}{\sqrt7}=\frac{3\sqrt{14}}{7}$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$\frac{3\sqrt{14}}{7}$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convert to direction ratios by dividing by the LCM-type denominators.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the parametric equations are consistent for all three coordinates; with three equations in two unknowns, solve two and check the third.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via Pythagoras: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projection 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distance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$\frac{|(\overrightarrow{AP})\times\vec d|}{|\vec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$\sqrt{|\overrightarrow{AP}|^2-\frac{(\overrightarrow{AP}\cdot\vec d)^2}{|\vec d|^2}}$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$4x=2y=z$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$x:y:z=\frac14:\frac12:1=1:2:4$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always convert to direction ratios by dividing by the LCM-type denominators.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the parametric equations are consistent for all three coordinates; with three equations in two unknowns, solve two and check the third.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via Pythagoras: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$|OP|^2=3$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projection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$\frac{(P\cdot\vec d)^2}{|\vec d|^2}=\frac{9}{21}$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distance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$^2=3-\frac37=\frac{18}7$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 right angle with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   (B) 13   (C) 4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$\frac{2-x}{3}=\frac{3y-2}{4\lambda+1}=4-z$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a right angle with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$\frac{x+3}{3\mu}=\frac{1-2y}{6}=\frac{5-z}{7}$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$4\lambda+9\mu$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   (B) 13   (C) 4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Angle between lines in 3D (direction ratios, perpendicularity)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each line in standard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unit coefficients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before reading direction ratios.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each line in standard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$\frac{x-x_1}{a}=\frac{y-y_1}{b}=\frac{z-z_1}{c}$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unit coefficients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before reading direction ratios.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Make each numerator of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direction ratios of line 1 are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$\frac{2-x}{3}=\frac{3y-2}{4\lambda+1}=\frac{4-z}{1}$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Make each numerator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$x-x_1$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$\frac{x-2}{-3}=\frac{y-\frac23}{\frac{4\lambda+1}{3}}=\frac{z-4}{-1}$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direction ratios of line 1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$\left(-3,\ \frac{4\lambda+1}{3},\ 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$\frac{x+3}{3\mu}=\frac{1-2y}{6}=\frac{5-z}{7}$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$\frac{x+3}{3\mu}=\frac{y-\frac12}{-3}=\frac{z-5}{-7}$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direction ratios of line 2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are at right angles,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direction ratios of line 2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$(3\mu,\ -3,\ 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lines are at right angles,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$a_1a_2+b_1b_2+c_1c_2=0$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$(-3)(3\mu)+\frac{4\lambda+1}{3}(-3)+(-1)(-7)=0$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$-9\mu-(4\lambda+1)+7=0$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$-9\mu-4\lambda+6=0$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$4\lambda+9\mu=6$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condition is linear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asked quantity is exactly its combination, so test one convenient value,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condition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$(\lambda,\mu)$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asked quantity is exactly its combination, so test one convenient value,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$\mu=0$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vectors (up to non-zero scale):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perpendicularity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single linear relation.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constant for every admissible pair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can be found from any one pair.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vectors (up to non-zero scale):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d_1=(-3,\frac{4\lambda+1}{3},-1)$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d_2=(3\mu,-3,-7)$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perpendicularity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$-9\mu-4\lambda+6=0$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single linear relation.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$4\lambda+9\mu$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 constant for every admissible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$(\lambda,\mu)$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can be found from any one pair.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d_2=(0,-3,-7)$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d_1\cdot\vec d_2=-(4\lambda+1)+7=0$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another pair: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$4\lambda+9\mu=6+0=6$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another pair: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$d_1\cdot d_2=-9\cdot\frac23-1+7=0$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same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are read only after each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coefficient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its numerator: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answer is a fixed combination of parameters appearing linearly in one condition, set a convenient parameter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find it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$\frac{x-x_1}{a_1}=\frac{y-y_1}{b_1}=\frac{z-z_1}{c_1}$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same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$a_2,b_2,c_2$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perpendicular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$a_1a_2+b_1b_2+c_1c_2=0$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ratios are read only after each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coefficient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its 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$\frac{2-x}{3}=\frac{x-2}{-3}$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$\frac{3y-2}{k}=\frac{y-2/3}{k/3}$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answer is a fixed combination of parameters appearing linearly in one condition, set a convenient parameter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find it quickly.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distance of the point of intersection of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69   (B) 72   (C) 75   (D) 78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distance of the point of intersection of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$\frac{x+6}{3}=\frac{y}{2}=\frac{z+1}{1}$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$\frac{x-7}{4}=\frac{y-9}{3}=\frac{z-4}{2}$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$(7,8,9)$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$d^2+6$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69   (B) 72   (C) 75   (D) 78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Intersection of two lines and distance between points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481328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Use a different parameter for each line and match all three coordinates (two equations fix the parameters, the third checks).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(call it (3)).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(call it (4)).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$\frac{x+6}{3}=\frac y2=\frac{z+1}{1}=\lambda$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$x=3\lambda-6,\ y=2\lambda,\ z=\lambda-1$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$\frac{x-7}{4}=\frac{y-9}{3}=\frac{z-4}{2}=\mu$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$x=4\mu+7,\ y=3\mu+9,\ z=2\mu+4$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$3\lambda-6=4\mu+7$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$3\lambda-4\mu=13$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(call it (3)).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$2\lambda=3\mu+9$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$2\lambda-3\mu=9$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(call it (4)).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equation is satisfied: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lines meet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$2\times(3)$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$6\lambda-8\mu=26$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$3\times(4)$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$6\lambda-9\mu=27$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Subtracting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$3\lambda-4(-1)=13$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equation is satisfied: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$\lambda-1=2$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$2\mu+4=2$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lines meet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$d^2=(7-3)^2+(8-6)^2+(9-2)^2=16+4+49=69$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$d^2+6=69+6=75$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75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Cartesian elimination: each line is the intersection of two planes; solve the four plane equations together.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multiply by 4 and 3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subtracting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$\frac{x+6}{3}=\frac y2$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$2x-3y=-12$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y2=\frac{z+1}{1}$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$y-2z=2$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$\frac{x-7}{4}=\frac{y-9}{3}$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$3x-4y=-15$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$\frac{y-9}{3}=\frac{z-4}{2}$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$2y-3z=6$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$2x-3y=-12$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$3x-4y=-15$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multiply by 4 and 3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$8x-12y=-48$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$9x-12y=-45$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subtracting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holds, so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common to both lines.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$y-2z=2$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$2y-3z=12-6=6$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holds, so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$(3,6,2)$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common to both lines.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$d^2=4^2+2^2+7^2=69$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$d^2+6=75$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75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a common parameter solution exists for all three coordinates; use two coordinates to solve and the third to verify (otherwise the lines are skew).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distinct parameters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for the two lines; reusing one letter loses solutions.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Symmetric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planes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test: lines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(or are coplanar)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lines meet iff a common parameter solution exists for all three coordinates; use two coordinates to solve and the third to verify (otherwise the lines are skew).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use distinct parameters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$\lambda,\mu$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for the two lines; reusing one letter loses solutions.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Symmetric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$\frac{x-x_1}{a}=\frac{y-y_1}{b}=\frac{z-z_1}{c}$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planes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$b(x-x_1)=a(y-y_1)$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$c(y-y_1)=b(z-z_1)$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test: lines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p,\vec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 (or are coplanar)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B-\vec A)\cdot(\vec p\times\vec q)=0$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14   (B) 20   (C) 18   (D) 16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$(8,5,7)$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$\frac{x-1}{2}=\frac{y+1}{3}=\frac{z-2}{5}$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14   (B) 20   (C) 18   (D) 16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(reflection) of a point in a line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image,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the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image,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$\vec{PF}$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perpendicular to the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$(2,3,5)$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on the line; the image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direction vector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$P(8,5,7)$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on the line; the 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$F=\frac{P+Q}{2}$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direction vector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the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$F=(2\lambda+1,\ 3\lambda-1,\ 5\lambda+2)$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$\vec{PF}=(2\lambda-7,\ 3\lambda-6,\ 5\lambda-5)$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$\vec{PF}\cdot\vec 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$2(2\lambda-7)+3(3\lambda-6)+5(5\lambda-5)=0$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$38\lambda-57=0$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condition: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Midpoint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$\frac{\alpha+8}{2}=2\lambda+1,\ \frac{\beta+5}{2}=3\lambda-1,\ \frac{\gamma+7}{2}=5\lambda+2$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$\alpha=4\lambda-6,\ \beta=6\lambda-7,\ \gamma=10\lambda-3$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$\alpha=0,\ \beta=2,\ \gamma=12$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$\alpha+\beta+\gamma=20\lambda-16=14$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the direction directly with the formula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no foot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 the vector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$\vec{AP}$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the direction directly with the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$\vec{AQ}=2\,\frac{\vec{AP}\cdot\vec a}{|\vec a|^2}\vec a-\vec{AP}$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no foot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ratio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$A(1,-1,2)$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$\vec{AP}=(7,6,5)$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$\vec{AP}\cdot\vec a=14+18+25=57$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a|^2=4+9+25=38$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$\frac{57}{38}=\frac32$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$\vec{AQ}=2\cdot\frac32(2,3,5)-(7,6,5)=(6,9,15)-(7,6,5)=(-1,3,10)$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$Q=A+\vec{AQ}=(0,2,12)$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$\alpha+\beta+\gamma=0+2+12=14$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image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from every point of the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$Q=A+2\,\frac{(P-A)\cdot\vec a}{|\vec a|^2}\vec a-(P-A)$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$Q=(0,2,12)$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of the perpendicular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$A+\frac{(P-A)\cdot\vec a}{|\vec a|^2}\vec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image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$2F-P$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preserves distances from every point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$QA=PA$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$|PA|^2=110=|QA|^2=1+9+100$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$\frac{x-3}{2}=\frac{y+15}{-7}=\frac{z-9}{5}$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$\frac{x+1}{2}=\frac{y-1}{1}=\frac{z-9}{-3}$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$5\sqrt3$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cross product here is a multiple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$\frac{|(\vec a_2-\vec a_1)\cdot(\vec b\times\vec d)|}{|\vec b\times\vec d|}$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cross product here is a multiple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and directions: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Points and directions: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a_1=3\hat i-15\hat j+9\hat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a_2=-\hat i+\hat j+9\hat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b=2\hat i-7\hat j+5\hat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d=2\hat i+\hat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d=\left|\begin{matrix}\hat i&amp;\hat j&amp;\hat k\\2&amp;-7&amp;5\\2&amp;1&amp;-3\end{matrix}\right|=16\hat i+16\hat j+16\hat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a_1-\vec a_2=4\hat i-16\hat j+0\hat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$=\frac{|(\vec a_1-\vec a_2)\cdot(\vec b\times\vec d)|}{|\vec b\times\vec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modulus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$4(16)+(-16)(16)+0(16)=-192$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modulus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$192=16\times12$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$\sqrt{16^2+16^2+16^2}=16\sqrt3$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$=\frac{16\times12}{16\sqrt3}=\frac{12}{\sqrt3}=4\sqrt3$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Find the plane through the second line parallel to the first, then the distance of a point of the first line from it.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to both lines is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 line 2) containing the direction of line 2: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normal to both lines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d\parallel(1,1,1)$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 line 2) containing the direction of 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$x+y+z=-1+1+9=9$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is parallel to this plane (its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every point of it is at the same distance from the plane;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is parallel to this plane (its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$(2,-7,5)$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$2-7+5=0$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every point of it is at the same distance from the plane;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$(3,-15,9)$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$=\frac{|3-15+9-9|}{\sqrt{1+1+1}}=\frac{12}{\sqrt3}=4\sqrt3$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$4\sqrt3$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view: distance from a point of one line to the plane through the other line parallel to the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scalar multiple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used as the normal: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big numbers (ratio is unchanged).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between skew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a_1+s\vec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r=\vec a_2+t\vec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a_1)\cdot(\vec b\times\vec d)|}{|\vec b\times\vec d|}$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the lines are coplanar.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view: distance from a point of one line to the plane through the other line parallel to the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scalar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used as the normal: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big numbers (ratio is unchanged).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area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18   (B) 36   (C) 72   (D) 81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$Q(3,-3,1)$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$\frac{x-0}{1}=\frac{y-3}{1}=\frac{z-1}{-1}$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$(2,5,-1)$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area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$\lambda^2=14K$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18   (B) 36   (C) 72   (D) 81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of a point in a line, Area of a triangle using vectors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𝑙𝑒𝑛𝑔𝑡ℎ 𝑜𝑓 𝑡ℎ𝑒 𝑐𝑜𝑚𝑝𝑜𝑛𝑒𝑛𝑡 𝑜𝑓 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 𝑎𝑙𝑜𝑛𝑔 𝑡ℎ𝑒 𝑙𝑖𝑛𝑒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$=\frac12\,PQ\times(\text{length of the component of }QR\text{ along the line})$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of the line: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69</m:t>
                            </m:r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Direction of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$QR=\sqrt{(3-2)^2+(-3-5)^2+(1+1)^2}=\sqrt{1+64+4}=\sqrt{69}$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$\vec{RQ}=\hat i-8\hat j+2\hat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angle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$\cos\theta=\frac{|\vec{RQ}\cdot\vec d|}{|\vec{RQ}||\vec d|}=\frac{|1-8-2|}{\sqrt{69}\sqrt3}=\frac{9}{3\sqrt{23}}=\frac{3}{\sqrt{23}}$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the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projection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$\sin\theta=\sqrt{1-\frac{9}{23}}=\frac{\sqrt{14}}{\sqrt{23}}$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$QS=QR\sin\theta=\sqrt{69}\cdot\frac{\sqrt{14}}{\sqrt{23}}=\sqrt{42}$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$PQ=2QS=2\sqrt{42}$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measured along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$RS=QR\cos\theta=\sqrt{69}\cdot\frac{3}{\sqrt{23}}=3\sqrt3$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$QS\perp$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line, which is perpendicular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$RS\perp 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line, which is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$=\frac12(PQ)(RS)=\frac12\cdot2\sqrt{42}\cdot3\sqrt3=3\sqrt{126}=9\sqrt{14}$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$\lambda=9\sqrt{14}$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$\lambda^2=81\times14=14K$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81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(image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take half the magnitude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 (image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$=2S-Q$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take half the magnitude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$\vec{PQ}\times\vec{PR}$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$S=(t,\,3+t,\,1-t)$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$\vec{QS}=(t-3,\,6+t,\,-t)$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$\vec{QS}\cdot(1,1,-1)=0$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$(t-3)+(6+t)+t=0$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$S=(-1,2,2)$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$P=2S-Q=(-2-3,\ 4+3,\ 4-1)=(-5,7,3)$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$\vec{PQ}=(8,-10,-2)$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$\vec{PR}=(7,-2,-4)$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Magnitude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1296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4536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$\vec{PQ}\times\vec{PR}=\left|\begin{matrix}\hat i&amp;\hat j&amp;\hat k\\8&amp;-10&amp;-2\\7&amp;-2&amp;-4\end{matrix}\right|=36\hat i+18\hat j+54\hat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$=\sqrt{1296+324+2916}=\sqrt{4536}=18\sqrt{14}$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$\lambda=9\sqrt{14}$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$\lambda^2=1134=14K$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81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triangle with vertices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any point, then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𝑑𝑖𝑠𝑡𝑎𝑛𝑐𝑒 𝑎𝑙𝑜𝑛𝑔 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 𝑓𝑟𝑜𝑚 𝑡ℎ𝑒 𝑓𝑜𝑜𝑡 𝑡𝑜 𝑡ℎ𝑒 𝑓𝑜𝑜𝑡 𝑜𝑓 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foot;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of triangle with vertices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$\frac12|\vec{PQ}\times\vec{PR}|$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$\vec{PQ}=\vec a,\ \vec{PR}=\vec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$=\frac12\sqrt{|a|^2|b|^2-(a\cdot b)^2}$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any point, then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$PQ\perp\ell$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$=\frac12PQ\times(\text{distance along }\ell\text{ from the foot to the foot of }R)$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foot;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$PQ=2\,d(Q,\ell)$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1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-1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$\frac{x-\lambda}{2}=\frac{y-4}{3}=\frac{z-3}{4}$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$\frac{x-2}{4}=\frac{y-4}{6}=\frac{z-7}{8}$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$\frac{13}{\sqrt{29}}$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a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1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$-\frac{13}{25}$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-1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between parallel lines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direction vectors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parallel, so use the parallel-lines formula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(not the skew formula).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direction vectors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$(2,3,4)$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$(4,6,8)$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parallel, so use the parallel-lines formula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$\frac{|(\vec b-\vec a)\times\vec p|}{|\vec p|}$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(not the skew formula).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proportional, so the lines are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$(4,6,8)$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proportional, so the lines are parallel.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parallel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$d=\frac{|(\vec b-\vec a)\times\vec p|}{|\vec p|}$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a=(\lambda,4,3)$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b=(2,4,7)$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p=2\hat i+3\hat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b-\vec a=(2-\lambda)\hat i+0\hat j+4\hat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b-\vec a)\times\vec p=\left|\begin{matrix}\hat i&amp;\hat j&amp;\hat k\\2-\lambda&amp;0&amp;4\\2&amp;3&amp;4\end{matrix}\right|=-12\hat i+4\lambda\hat j+3(2-\lambda)\hat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among the options, i.e.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$d=\frac{\sqrt{144+16\lambda^2+9(\lambda-2)^2}}{\sqrt{4+9+16}}=\frac{13}{\sqrt{29}}$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$144+16\lambda^2+9\lambda^2-36\lambda+36=169$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$25\lambda^2-36\lambda+11=0$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$(25\lambda-11)(\lambda-1)=0$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$\lambda=\frac{11}{25}$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among the options, i.e.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Pythagoras: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𝑐𝑜𝑚𝑝𝑜𝑛𝑒𝑛𝑡 𝑜𝑓 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 𝑎𝑙𝑜𝑛𝑔 𝑡ℎ𝑒 𝑑𝑖𝑟𝑒𝑐𝑡𝑖𝑜𝑛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Pythagoras: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$d^2=|\vec{AB}|^2-(\text{component of }\vec{AB}\text{ along the direction})^2$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$A(\lambda,4,3)$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$B(2,4,7)$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$\vec{AB}=(2-\lambda,0,4)$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p=(2,3,4)$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p|^2=29$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$|\vec{AB}|^2=(2-\lambda)^2+16$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$\vec{AB}\cdot\vec p=2(2-\lambda)+16=20-2\lambda$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$d^2=(2-\lambda)^2+16-\frac{(20-2\lambda)^2}{29}=\frac{169}{29}$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29: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29: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$29(\lambda^2-4\lambda+20)-(4\lambda^2-80\lambda+400)=169$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$25\lambda^2-36\lambda+11=0$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$\lambda=1,\ \frac{11}{25}$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$d^2=17-\frac{324}{29}=\frac{169}{29}$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lines: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skew formula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e>
                                </m:acc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e>
                                </m:acc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compare direction ratios first: proportional ones mean parallel lines and the quadratic in the parameter may give two valid values.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Parallel lines: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$d=\frac{|(\vec a_2-\vec a_1)\times\vec p|}{|\vec p|}$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skew formula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b\times\vec d=\vec0$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$d^2=|\vec{AB}|^2-\left(\frac{\vec{AB}\cdot\vec p}{|\vec p|}\right)^2$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(Lagrange identity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$|u\times v|^2=|u|^2|v|^2-(u\cdot v)^2$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compare direction ratios first: proportional ones mean parallel lines and the quadratic in the parameter may give two valid values.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parallel to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intersect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$x-2=-y=z-1$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$2(x+1)=2(y-1)=z+1$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 parallel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$\frac{x-2}{3}=\frac{y-1}{1}=\frac{z-2}{2}$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of the following points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$\left(-\frac13,-1,-1\right)$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$\left(-\frac13,-1,1\right)$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$\left(-\frac13,1,-1\right)$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$\left(-\frac13,1,1\right)$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 intersecting two given lines and parallel to a third line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point on each given line is parametrised; the join of the two points must be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point on each given line is parametrised; the join of the two points must be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$(3,1,2)$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$x-2=-y=z-1$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$\frac{x-2}{1}=\frac{y}{-1}=\frac{z-1}{1}=k$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$(k+2,\,-k,\,k+1)$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point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joins these two points and is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proportional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equality: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equality: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second point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$2(x+1)=2(y-1)=z+1=2s$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$(s-1,\ s+1,\ 2s-1)$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joins these two points and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$(s-k-3,\ s+k+1,\ 2s-k-2)$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$\frac{s-k-3}{3}=\frac{s+k+1}{1}=\frac{2s-k-2}{2}$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equality: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$s-k-3=3s+3k+3$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$s+2k=-3$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second equality: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$2s+2k+2=2s-k-2$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$s=-3-2k=-\frac13$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second point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$\left(-\frac43,\frac23,-\frac53\right)$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All equal, so it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(option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$\left(k+2,-k,k+1\right)=\left(\frac23,\frac43,-\frac13\right)$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$L:\frac{x-\frac23}{3}=\frac{y-\frac43}{1}=\frac{z+\frac13}{2}$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$\left(-\frac13,1,-1\right)$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$\frac{-\frac13-\frac23}{3}=-\frac13$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 \frac{1-\frac43}{1}=-\frac13$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 \frac{-1+\frac13}{2}=-\frac13$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All equal, so it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(option 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$\left(-\frac13,1,-1\right)$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Describe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intersection of two planes, each through one given line and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test options.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Describe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intersection of two planes, each through one given line and parallel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$(3,1,2)$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test options.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contains line 1 (point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is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contains line 2 (point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is parallel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contains line 1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$=(1,-1,1)\times(3,1,2)=(-3,1,4)$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$-3(x-2)+y+4(z-1)=0$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$-3x+y+4z+2=0$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contains line 2 (point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$=(1,1,2)\times(3,1,2)=(0,4,-2)\parallel(0,2,-1)$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$2(y-1)-(z+1)=0$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$2y-z=3$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common to both planes, so the correct point satisfies both equations.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hold, so the answer is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common to both planes, so the correct point satisfies both equations.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$(-\frac13,-1,-1)$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$2y-z=-1\ne3$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$(-\frac13,-1,1)$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$-3\ne3$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$(-\frac13,1,1)$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$1\ne3$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$(-\frac13,1,-1)$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$1+1-4+2=0$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Both hold, so the answer is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$\left(-\frac13,1,-1\right)$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meeting two lines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a given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the planes (line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(line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ℓ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a line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'which option lies on it' questions, find two plane equations and test options: faster than parameter solving.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fractional denominators out first: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 meeting two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$\ell_1,\ell_2$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a given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intersection of the planes (line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(line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plane containing a line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u\times\vec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'which option lies on it' questions, find two plane equations and test options: faster than parameter solving.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fractional denominators out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$\frac{x+1}{1/2}=\frac{y-1}{1/2}=\frac{z+1}{1}$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185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563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563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563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563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$\frac{x-3}{4}=\frac{y+7}{-11}=\frac{z-1}{5}$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$\frac{x-5}{3}=\frac{y-9}{-6}=\frac{z+2}{1}$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$\frac{185}{\sqrt{563}}$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$\frac{187}{\sqrt{563}}$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$\frac{178}{\sqrt{563}}$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$\frac{179}{\sqrt{563}}$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$\frac{|(\vec a_2-\vec a_1)\cdot(\vec b_1\times\vec b_2)|}{|\vec b_1\times\vec b_2|}$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sSub>
                              <m:e>
                                <m:acc>
                                  <m:accPr>
                                    <m:chr m:val="⃗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acc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</m:acc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r=(3\hat i-7\hat j+\hat k)+\lambda(4\hat i-11\hat j+5\hat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line 2: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r=(5\hat i+9\hat j-2\hat k)+\mu(3\hat i-6\hat j+\hat 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$=\left|\frac{(\vec a_2-\vec a_1)\cdot(\vec b_1\times\vec b_2)}{|\vec b_1\times\vec b_2|}\right|$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a_2-\vec a_1=2\hat i+16\hat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b_1\times\vec b_2=\left|\begin{matrix}\hat i&amp;\hat j&amp;\hat k\\4&amp;-11&amp;5\\3&amp;-6&amp;1\end{matrix}\right|=19\hat i+11\hat j+9\hat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shortest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563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$2(19)+16(11)-3(9)=38+176-27=187$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$\sqrt{19^2+11^2+9^2}=\sqrt{361+121+81}=\sqrt{563}$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shortest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$\frac{187}{\sqrt{563}}$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187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563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$\frac{187}{\sqrt{563}}$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Equation of the plane containing line 1 and parallel to line 2, then the distance of a point of line 2 from it.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is parallel to the plane, so all its points are equidistant; 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 b_1\times\vec b_2=(19,11,9)$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$(3,-7,1)$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$19(x-3)+11(y+7)+9(z-1)=0$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$19x+11y+9z+11=0$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$-57+77-9=11$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is parallel to the plane, so all its points are equidistant;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$(5,9,-2)$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of the plane expression: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19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563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of the plane expression: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$95+99-18+11=187$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$=\frac{187}{\sqrt{19^2+11^2+9^2}}=\frac{187}{\sqrt{563}}$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187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563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$\frac{187}{\sqrt{563}}$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lines: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(scalar triple product in the numerator).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a determinant: here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16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(checkable with sympy).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read after normalising each ratio to unit coefficients; the sign of the numerator does not matter because of the modulus.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Skew lines: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$d=\frac{|[\vec a_2-\vec a_1,\ \vec b_1,\ \vec b_2]|}{|\vec b_1\times\vec b_2|}$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(scalar triple product in the numerator).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numerator is a determinant: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$\left|\begin{matrix}2&amp;16&amp;-3\\4&amp;-11&amp;5\\3&amp;-6&amp;1\end{matrix}\right|=187$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(checkable with sympy).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vector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read after normalising each ratio to unit coefficients; the sign of the numerator does not matter because of the modulus.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distance of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   (B) 5   (C) 3   (D) 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$\left(\frac{11}{3},\frac{11}{3},\frac{19}{3}\right)$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along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$\frac{3x-11}{2}=\frac{3y-11}{1}=\frac{3z-19}{2}$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   (B) 5   (C) 3   (D) 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Distance of a point from a line measured along a given direction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distance is the length of the segment from the given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its line (direction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meets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required distance is the length of the segment from the given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the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its line (direction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$(2,1,2)$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meets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this line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$L:\frac{x-1}{1}=\frac{y-2}{1}=\frac{z-3}{2}$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$A\left(\frac{11}{3},\frac{11}{3},\frac{19}{3}\right)$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$\frac{x-\frac{11}{3}}{2}=\frac{y-\frac{11}{3}}{1}=\frac{z-\frac{19}{3}}{2}=\lambda$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general point of this line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$B\left(\frac{11}{3}+2\lambda,\ \frac{11}{3}+\lambda,\ \frac{19}{3}+2\lambda\right)$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equality: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the third: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holds.)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$\frac{11}{3}+2\lambda-1=\frac{11}{3}+\lambda-2=\frac{\frac{19}{3}+2\lambda-3}{2}$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equality: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$\frac83+2\lambda=\frac53+\lambda$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the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$\frac{\frac{10}{3}-2}{2}=\frac23=\frac53-1$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holds.)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$B=\left(\frac{11}{3}-2,\ \frac{11}{3}-1,\ \frac{19}{3}-2\right)=\left(\frac53,\frac83,\frac{13}{3}\right)$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$AB=\sqrt{2^2+1^2+2^2}=\sqrt9=3$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$B-A=\lambda(2,1,2)$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 vector approach: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eliminate the parameter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subtracting coordinates.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Direct vector approach: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$\vec{AB}\parallel(2,1,2)$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$B\in 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eliminate the parameter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subtracting coordinates.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the first two components: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$B=(1+s,\ 2+s,\ 3+2s)$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$\vec{AB}=\left(s-\frac83,\ s-\frac53,\ 2s-\frac{10}{3}\right)$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$k(2,1,2)$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the first two components: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$\left(s-\frac83\right)-\left(s-\frac53\right)=-1=2k-k=k$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component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third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Consistent.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component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$s-\frac83=-2$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third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$2s-\frac{10}{3}=-2$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Consistent.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$=|k|\,|(2,1,2)|=1\cdot\sqrt{4+1+4}=3$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line measured along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distance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differs from the perpendicular distance unless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lines are guaranteed to meet only if coplanar: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was satisfied.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components that share the same coefficient in both direction vectors eliminates the unknown parameter.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a line measured along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find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$\vec{AB}=k\vec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$|k||\vec u|$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differs from the perpendicular distance unless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lines are guaranteed to meet only if coplanar: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a_1)\cdot(\vec d_1\times\vec d_2)=0$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was satisfied.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components that share the same coefficient in both direction vectors eliminates the unknown parameter.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a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mirror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Consider a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$Q(2,1,-1)$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mirror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$\alpha+\beta+6\gamma$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(mirror image) of a point in a line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image.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B=(1,-1,-2)$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image.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B=\vec{PQ}=(1,-1,-2)$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$L:\frac{x-1}{1}=\frac{y-2}{-1}=\frac{z-1}{-2}$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$M=(\lambda+1,\ -\lambda+2,\ -2\lambda+1)$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$\vec{AM}=(\lambda-1,\ -\lambda,\ -2\lambda-1)$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$\vec{AM}\cdot\vec 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$1(\lambda-1)-1(-\lambda)-2(-2\lambda-1)=0$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$6\lambda+1=0$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$M=\left(\frac56,\frac{13}{6},\frac43\right)$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$\frac{\alpha+2}{2}=\frac56,\ \frac{\beta+2}{2}=\frac{13}{6},\ \frac{\gamma+2}{2}=\frac43$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$\alpha=-\frac13,\ \beta=\frac73,\ \gamma=\frac23$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$\alpha+\beta+6\gamma=-\frac13+\frac73+4=6$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 the vector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the direction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 the vector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$\vec{PA}=(1,0,1)$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the direction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$\vec{PA}=(1,0,1)$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B=(1,-1,-2)$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B|^2=6$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$\vec{PA}\cdot\vec B=1-2=-1$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$2\frac{\vec u\cdot\vec B}{|\vec B|^2}\vec B-\vec u=-\frac13(1,-1,-2)-(1,0,1)=\left(-\frac43,\frac13,-\frac13\right)$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$A'=P+\left(-\frac43,\frac13,-\frac13\right)=\left(-\frac13,\frac73,\frac23\right)$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$\alpha+\beta+6\gamma=-\frac13+\frac73+4=6$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Mirror image of a point in a line: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formula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both have squared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Mirror image of a point in a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$A'=2M-A$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formula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$A'=P+2\frac{(A-P)\cdot\vec d}{|\vec d|^2}\vec d-(A-P)$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$PA'=PA$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both have squared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$\frac{16+1+1}{9}=2$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$1+0+1=2$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the line of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the line of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$\frac{x+2}{-3}=\frac{y-2}{4}=\frac{z-5}{2}$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$\frac{x+2}{-1}=\frac{y+6}{2}=\frac{z-1}{0}$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Common perpendicular (line of shortest distance) of two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common perpendicular joins feet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∥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equation is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common perpendicular joins feet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$\vec{PQ}\parallel\vec d_1\times\vec d_2$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equation is the line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has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lines, so it is parallel to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1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$(-3,4,2)$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$P=(-3\lambda-2,\ 4\lambda+2,\ 2\lambda+5)$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 2 has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$(-2,-6,1)$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$Q=(-\mu-2,\ 2\mu-6,\ 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$(3\lambda-\mu,\ 2\mu-4\lambda-8,\ -2\lambda-4)$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perpendicular to both lines, so it is parallel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$\left|\begin{matrix}\hat i&amp;\hat j&amp;\hat k\\-1&amp;2&amp;0\\-3&amp;4&amp;2\end{matrix}\right|=4\hat i+2\hat j+2\hat k\parallel(2,1,1)$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last two: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the first and third: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of shortest distance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$\frac{3\lambda-\mu}{2}=\frac{2\mu-4\lambda-8}{1}=\frac{-2\lambda-4}{1}$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last two: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$2\mu-4\lambda-8=-2\lambda-4$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$\mu=\lambda+2$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the first and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$3\lambda-\mu=-4\lambda-8$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$7\lambda=\mu-8$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$7\lambda=\lambda-6$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$P=(1,-2,3)$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$Q=(-3,-4,1)$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line of shortest distance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$\frac{x+3}{2}=\frac{y+4}{1}=\frac{z-1}{1}$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$\frac{-1+3}{2}=1=\alpha+4=\beta-1$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$\alpha=-3,\ 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$(\alpha-\beta)^2=25$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Describe the common perpendicular as the intersection of two planes, each through one line and containing the common normal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Describe the common perpendicular as the intersection of two planes, each through one line and containing the common normal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$(2,1,1)$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perpendicular: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contains line 1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contains line 2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common perpendicular: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n=\vec d_1\times\vec d_2=(-4,-2,-2)\parallel(2,1,1)$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d_1=(-3,4,2)$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d_2=(-1,2,0)$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1 contains line 1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 d_1\times(2,1,1)=(2,7,-11)$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$2x+7y-11z+45=0$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2 contains line 2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 d_2\times(2,1,1)=(2,1,-5)$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$(-2,-6,1)$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$2x+y-5z+15=0$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is the intersection of these planes.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second,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perpendicular is the intersection of these planes.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$7\alpha-11\beta=-43$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$\alpha-5\beta=-13$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second,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$\alpha=5\beta-13$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$35\beta-91-11\beta=-43$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$24\beta=48$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$(\alpha-\beta)^2=25$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shortest distance between skew lines is perpendicular to both; its direction is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method: the plane through line 1 containing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corresponding plane for line 2 intersect in the common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length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b>
                          <m:e>
                            <m:acc>
                              <m:accPr>
                                <m:chr m:val="⃗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e>
                            </m:acc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feet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points with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gives two linear equations in the parameters.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line of shortest distance between skew lines is perpendicular to both; its direction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method: the plane through line 1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d_1\times\vec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corresponding plane for line 2 intersect in the common perpendicular.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length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$\frac{|(\vec a_2-\vec a_1)\cdot(\vec d_1\times\vec d_2)|}{|\vec d_1\times\vec d_2|}$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$|PQ|=\sqrt{16+4+4}=\sqrt{24}$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$\vec{PQ}=(-4,-2,-2)$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feet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points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$\vec{PQ}\perp\vec d_1,\vec 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gives two linear equations in the parameters.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drawn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length of the line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$(10,-2,-1)$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drawn from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$R(1,7,6)$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$(2,-5,11)$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$(-6,7,-5)$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length of the line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Foot of the perpendicular from a point to a line in 3D, Distance between two 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line, impose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direction, then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line, impose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$\vec{RQ}\perp$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direction, then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distance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4: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direction ratios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⟂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Direction of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$(2,-5,11)$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$(-6,7,-5)$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$\frac{x-2}{-6-2}=\frac{y+5}{7+5}=\frac{z-11}{-5-11}$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$\frac{x-2}{-8}=\frac{y+5}{12}=\frac{z-11}{-16}$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4: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$\frac{x-2}{-2}=\frac{y+5}{3}=\frac{z-11}{-4}=\lambda$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$Q=(-2\lambda+2,\ 3\lambda-5,\ -4\lambda+11)$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direction ratios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$(-2\lambda+2-1,\ 3\lambda-5-7,\ -4\lambda+11-6)=(-2\lambda+1,\ 3\lambda-12,\ -4\lambda+5)$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$RQ\perp$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$-2(-2\lambda+1)+3(3\lambda-12)-4(-4\lambda+5)=0$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$4\lambda-2+9\lambda-36+16\lambda-20=0$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$29\lambda=58$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$Q=(-2,1,3)$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$PQ=\sqrt{(10+2)^2+(-2-1)^2+(-1-3)^2}=\sqrt{144+9+16}=\sqrt{169}=13$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perpendicular component: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(𝑝𝑟𝑜𝑗𝑒𝑐𝑡𝑖𝑜𝑛 𝑜𝑛 𝑡ℎ𝑒 𝑙𝑖𝑛𝑒)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 without the coordinates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perpendicular component: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$R-Q=\vec{AR}-\text{(projection on the line)}$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$\vec{QP}$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 without the coordinates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component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the line).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$A(2,-5,11)$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d=(-2,3,-4)$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$\vec{AR}=(-1,12,-5)$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$\vec{AR}\cdot\vec d=2+36+20=58$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$\frac{58}{29}\vec d=2\vec d=(-4,6,-8)$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$R-Q=\vec{AR}-2\vec d=(-1,12,-5)-(-4,6,-8)=(3,6,3)$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component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the line).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$\vec{QP}=(P-R)+(R-Q)=(9,-9,-7)+(3,6,3)=(12,-3,-4)$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$|PQ|=\sqrt{144+9+16}=13$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vector from the foot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part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𝑅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direction ratios by common factors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keep arithmetic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Foot of the perpendicular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$A+t\vec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$t=\frac{(R-A)\cdot\vec d}{|\vec d|^2}$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vector from the foot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part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perpendicular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$\vec{AR}-\frac{\vec{AR}\cdot\vec d}{|\vec d|^2}\vec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direction ratios by common factors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$(-8,12,-16)\to(-2,3,-4)$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to keep arithmetic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line: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$\sqrt{9+36+9}=\sqrt{54}$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largest possible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between the lines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$\frac{x-\lambda}{3}=\frac{y-2}{-1}=\frac{z-1}{1}$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$\frac{x+2}{-3}=\frac{y+5}{2}=\frac{z-4}{4}$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$\frac{44}{\sqrt{30}}$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largest possible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Shortest distance between skew lines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distance is a modulus,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two roots; the larger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comes from the negative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distance is a modulus,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$|6\lambda+126|=132$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two roots; the larger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$|\lambda|$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comes from the negative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</m:acc>
                            </m:e>
                            <m:e>
                              <m:acc>
                                <m:accPr>
                                  <m:chr m:val="̂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</m:acc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using </a:t>
                </a:r>
                <a14:m>
                  <m:oMath xmlns:m="http://schemas.openxmlformats.org/officeDocument/2006/math"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changes the sign inside the modulus.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$L_1:\frac{x-\lambda}{3}=\frac{y-2}{-1}=\frac{z-1}{1}$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n_1=(3,-1,1)$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$(-2,-5,4)$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n_2=(-3,2,4)$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n_1\times\vec n_2=\left|\begin{matrix}\hat i&amp;\hat j&amp;\hat k\\3&amp;-1&amp;1\\-3&amp;2&amp;4\end{matrix}\right|=-6\hat i-15\hat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magnitude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$\sqrt{36+225+9}=\sqrt{270}$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a_1)=(-2-\lambda)\hat i-7\hat j+3\hat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a_1-\vec a_2=(\lambda+2)\hat i+7\hat j-3\hat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changes the sign inside the modulus.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acc>
                              <m:accPr>
                                <m:chr m:val="̂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acc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270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possible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$d=\left|\frac{[(\lambda+2)\hat i+7\hat j-3\hat k]\cdot[-6\hat i-15\hat j+3\hat k]}{\sqrt{270}}\right|=\frac{44}{\sqrt{30}}$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$-6\lambda-12-105-9=-6\lambda-126$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$\frac{|6\lambda+126|}{\sqrt{270}}=\frac{44}{\sqrt{30}}$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$\sqrt{270}=3\sqrt{30}$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$|6\lambda+126|=132$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$|\lambda+21|=22$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$\lambda+21=22$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$\lambda+21=-22$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largest possible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$|-43|=43$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Plane method: plane through line 2 parallel to line 1 has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Plane method: plane through line 2 parallel to line 1 has normal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$(2,5,-1)$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distance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$(\lambda,2,1)$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(divide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the same distance from this plane; 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$=\vec n_1\times\vec n_2\parallel(2,5,-1)$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(divide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$(-6,-15,3)$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Plane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$(-2,-5,4)$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$2(x+2)+5(y+5)-(z-4)=0$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$2x+5y-z+33=0$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 the same distance from this plane;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$(\lambda,2,1)$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$2\lambda+10-1+33=2\lambda+42$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$=\frac{|2\lambda+42|}{\sqrt{4+25+1}}=\frac{|2\lambda+42|}{\sqrt{30}}=\frac{44}{\sqrt{30}}$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$|\lambda+21|=22$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$|\lambda|_{\max}=43$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equals a given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signed 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acc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parameter values (two lines at distance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either side).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common factors in normals: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 magnitudes, e.g.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skew-line distance as a function of a parameter in one line's position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linear in the parameter.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shortest distance equals a given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signed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$(\vec a_2-\vec a_1)\cdot\vec n=\pm D|\vec n|$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two parameter values (two lines at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either side).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common factors in normals: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$(-6,-15,3)\to(2,5,-1)$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 magnitudes,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$\sqrt{270}=3\sqrt{30}$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skew-line distance as a function of a parameter in one line's position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$\frac{|k\lambda+c|}{|\vec n|}$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linear in the parameter.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$Q(1,6,4)$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$\frac{x}{1}=\frac{y-1}{2}=\frac{z-2}{3}$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$2\alpha+\beta+\gamma$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(reflection) of a point in a line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$\vec{QR}\perp(1,2,3)$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point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x1=\frac{y-1}{2}=\frac{z-2}{3}=t$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$R=(t,\ 2t+1,\ 3t+2)$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point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$\vec{QR}=(t-1,\ 2t-5,\ 3t-2)$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$\vec{QR}\cdot(\hat i+2\hat j+3\hat k)=0$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$(t-1)+2(2t-5)+3(3t-2)=0$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$14t-17=0$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$t=\frac{17}{14}$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$R=\left(\frac{17}{14},\frac{48}{14},\frac{79}{14}\right)$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$Q(1,6,4)$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$P(\alpha,\beta,\gamma)$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$\frac{\alpha+1}{2}=\frac{17}{14},\ \frac{\beta+6}{2}=\frac{48}{14},\ \frac{\gamma+4}{2}=\frac{79}{14}$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$\alpha=\frac{34}{14}-1=\frac{10}{7},\ \beta=\frac{96}{14}-6=\frac67,\ \gamma=\frac{158}{14}-4=\frac{51}{7}$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$2\alpha+\beta+\gamma=\frac{68}{14}-2+\frac{96}{14}-6+\frac{158}{14}-4=\frac{322}{14}-12=23-12=11$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Vector reflection formula about the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Vector reflection formula about the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$(1,2,3)$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$A(0,1,2)$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the line.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$\vec{AQ}=(1,5,2)$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d=(1,2,3)$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$|\vec d|^2=14$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$\vec{AQ}\cdot\vec d=1+10+6=17$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$\vec{AP}=2\frac{17}{14}\vec d-\vec{AQ}=\frac{17}{7}(1,2,3)-(1,5,2)=\left(\frac{10}{7},-\frac17,\frac{37}{7}\right)$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$P=A+\vec{AP}=\left(\frac{10}{7},\frac67,\frac{51}{7}\right)$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$2\alpha+\beta+\gamma=\frac{20+6+51}{7}=\frac{77}{7}=11$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linear combination of the image's coordinates is twice that of the foot minus that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is unique: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direction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$P=A+2\frac{(Q-A)\cdot\vec d}{|\vec d|^2}\vec d-(Q-A)$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linear combination of the image's coordinates is twice that of the foot minus that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$2\alpha+\beta+\gamma=2(2R_x+R_y+R_z)-(2+6+4)=2\cdot\frac{34+48+79}{14}-12=11$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foot is unique: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$t=\frac{(Q-A)\cdot\vec d}{|\vec d|^2}=\frac{17}{14}$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the distance of the image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square of the distance of the image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$\frac{x-1}{3}=\frac{y}{2}=\frac{z-2}{4}$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origin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Image (reflection) of a point in a line in 3D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foot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direction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image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foot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perpendicular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the direction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$(3,2,4)$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image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$2A-P$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acc>
                      <m:accPr>
                        <m:chr m:val="̂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$P(6,1,5)$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$A=(3\lambda+1,\ 2\lambda,\ 4\lambda+2)$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foot of the perpendicular on the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$\vec{PA}=(3\lambda-5)\hat i+(2\lambda-1)\hat j+(4\lambda-3)\hat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$\vec{PA}\cdot(3\hat i+2\hat j+4\hat k)=0$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$3(3\lambda-5)+2(2\lambda-1)+4(4\lambda-3)=0$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$9\lambda-15+4\lambda-2+16\lambda-12=0$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$29\lambda=29$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$A=(4,2,6)$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image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$P'=2A-P=(8-6,\ 4-1,\ 12-5)=(2,3,7)$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$(OP')^2=2^2+3^2+7^2=4+9+49=62$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Vector reflection: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here the projection equals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exactly.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Vector reflection: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$\vec{AP'}=2\,\frac{\vec{A_0P}\cdot\vec d}{|\vec d|^2}\vec d-\vec{A_0P}$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here the projection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exactly.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and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of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is exactly </a:t>
                </a: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acc>
                      <m:accPr>
                        <m:chr m:val="⃗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$A_0(1,0,2)$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d=(3,2,4)$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$\vec{A_0P}=(5,1,3)$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$\vec{A_0P}\cdot\vec d=15+2+12=29=|\vec d|^2$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projection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$\vec{A_0P}$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line is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 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$\vec{A_0P'}=2\vec d-\vec{A_0P}=(6,4,8)-(5,1,3)=(1,3,5)$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$P'=A_0+(1,3,5)=(2,3,7)$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$(OP')^2=4+9+49=62$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formula: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p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o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j</m:t>
                        </m:r>
                      </m:e>
                      <m:sub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p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o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j</m:t>
                        </m:r>
                      </m:e>
                      <m:sub>
                        <m:acc>
                          <m:accPr>
                            <m:chr m:val="⃗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acc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image from any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line equals the 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a point in a line preserves distance from the line,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$P'=A_0+2\,\mathrm{proj}_{\vec d}(P-A_0)-(P-A_0)$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$A_0+\mathrm{proj}_{\vec d}(P-A_0)$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the image from 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line equals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$|P'A_0|=|PA_0|$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$\sqrt{35}=\sqrt{1+9+25}$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Image of a point in a line preserves distance from the line,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$d(P',\ell)=d(P,\ell)$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$=\sqrt{1+1+4}=\sqrt6$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(5/40)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(6/40)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(7/40)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(8/40)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(9/40)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(10/40)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(11/40)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(12/40)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(13/40)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(14/40)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(15/40)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(16/40)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(17/40)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(18/40)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(19/40)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(20/40)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99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(21/40)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(22/40)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(23/40)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(24/40)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(25/40)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(26/40)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Easier than JEE Main Level</a:t>
                      </a:r>
                    </a:p>
                  </a:txBody>
                  <a:tcPr anchor="ctr" marL="91440" marR="91440">
                    <a:solidFill>
                      <a:srgbClr val="93C47D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(27/40)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(28/40)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(29/40)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(30/40)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(31/40)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(32/40)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(33/40)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(34/40)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(35/40)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(36/40)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(37/40)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(38/40)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(39/40)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(40/40)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31520" y="1417320"/>
            <a:ext cx="4754880" cy="3291840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37160" bIns="73152"/>
          <a:lstStyle>
            <a:lvl1pPr>
              <a:defRPr sz="3000">
                <a:solidFill>
                  <a:srgbClr val="0B1F3A"/>
                </a:solidFill>
              </a:defRPr>
            </a:lvl1pPr>
          </a:lstStyle>
          <a:p>
            <a:pPr algn="ctr">
              <a:defRPr sz="3000">
                <a:solidFill>
                  <a:srgbClr val="0B1F3A"/>
                </a:solidFill>
              </a:defRPr>
            </a:pPr>
            <a:r>
              <a:rPr sz="3000" b="1">
                <a:solidFill>
                  <a:srgbClr val="0B1F3A"/>
                </a:solidFill>
                <a:latin typeface="Arial"/>
              </a:rPr>
              <a:t>Difficulty Index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8800" b="1">
                <a:solidFill>
                  <a:srgbClr val="0B1F3A"/>
                </a:solidFill>
                <a:latin typeface="Arial"/>
              </a:rPr>
              <a:t>1.76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2400" b="0">
                <a:solidFill>
                  <a:srgbClr val="0B1F3A"/>
                </a:solidFill>
                <a:latin typeface="Arial"/>
              </a:rPr>
              <a:t>out of 5</a:t>
            </a:r>
            <a:endParaRPr sz="3000">
              <a:solidFill>
                <a:srgbClr val="0B1F3A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5852160" y="1417320"/>
            <a:ext cx="5605272" cy="603504"/>
          </a:xfrm>
          <a:prstGeom prst="rect">
            <a:avLst/>
          </a:prstGeom>
          <a:solidFill>
            <a:srgbClr val="93C47D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JEE Main or easier:  62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852160" y="2093976"/>
            <a:ext cx="5605272" cy="603504"/>
          </a:xfrm>
          <a:prstGeom prst="rect">
            <a:avLst/>
          </a:prstGeom>
          <a:solidFill>
            <a:srgbClr val="FFD966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Below average:  118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852160" y="2770632"/>
            <a:ext cx="5605272" cy="603504"/>
          </a:xfrm>
          <a:prstGeom prst="rect">
            <a:avLst/>
          </a:prstGeom>
          <a:solidFill>
            <a:srgbClr val="F6B26B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Average Advanced:  17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52160" y="3447288"/>
            <a:ext cx="5605272" cy="603504"/>
          </a:xfrm>
          <a:prstGeom prst="rect">
            <a:avLst/>
          </a:prstGeom>
          <a:solidFill>
            <a:srgbClr val="E88080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Above average:  0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852160" y="4123944"/>
            <a:ext cx="5605272" cy="603504"/>
          </a:xfrm>
          <a:prstGeom prst="rect">
            <a:avLst/>
          </a:prstGeom>
          <a:solidFill>
            <a:srgbClr val="CC4125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FFFFFF"/>
                </a:solidFill>
              </a:defRPr>
            </a:lvl1pPr>
          </a:lstStyle>
          <a:p>
            <a:pPr algn="l">
              <a:defRPr sz="2400">
                <a:solidFill>
                  <a:srgbClr val="FFFFFF"/>
                </a:solidFill>
              </a:defRPr>
            </a:pPr>
            <a:r>
              <a:rPr sz="2400" b="1">
                <a:solidFill>
                  <a:srgbClr val="FFFFFF"/>
                </a:solidFill>
                <a:latin typeface="Arial"/>
              </a:rPr>
              <a:t>Very difficult:  0 questions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31520" y="5029200"/>
            <a:ext cx="10725912" cy="1097280"/>
          </a:xfrm>
          <a:prstGeom prst="rect">
            <a:avLst/>
          </a:prstGeom>
          <a:solidFill>
            <a:srgbClr val="FFFFFF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Total: 197 questions, 788 marks.  Index = Σ(marks × level) ÷ Σ marks, on the 0-5 scale.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Difficulty Profile of the Paper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Chart 2"/>
          <p:cNvGraphicFramePr>
            <a:graphicFrameLocks noGrp="1"/>
          </p:cNvGraphicFramePr>
          <p:nvPr/>
        </p:nvGraphicFramePr>
        <p:xfrm>
          <a:off x="457200" y="1280160"/>
          <a:ext cx="11274552" cy="53492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</p:spTree>
  </p:cSld>
  <p:clrMapOvr>
    <a:masterClrMapping/>
  </p:clrMapOvr>
</p:sld>
</file>

<file path=ppt/slides/slide1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Comparison with JEE Advanced Papers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1661007" y="1371600"/>
          <a:ext cx="8869680" cy="4526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720"/>
                <a:gridCol w="3108960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Paper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Difficulty Index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2.76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2023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3.19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2024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2.59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2025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3.02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Vector &amp; 3D Geometry (Exercise J-M) Sheet Vector 3D · Exercise J-M · detailed solutions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1.76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731520" y="6080759"/>
            <a:ext cx="10725912" cy="45720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lvl1pPr>
              <a:defRPr sz="2000">
                <a:solidFill>
                  <a:srgbClr val="111827"/>
                </a:solidFill>
              </a:defRPr>
            </a:lvl1pPr>
          </a:lstStyle>
          <a:p>
            <a:pPr algn="ctr">
              <a:defRPr sz="2000">
                <a:solidFill>
                  <a:srgbClr val="111827"/>
                </a:solidFill>
              </a:defRPr>
            </a:pPr>
            <a:r>
              <a:rPr sz="2000" b="0">
                <a:solidFill>
                  <a:srgbClr val="111827"/>
                </a:solidFill>
                <a:latin typeface="Arial"/>
              </a:rPr>
              <a:t>Marks-weighted difficulty index on the 0-5 scale</a:t>
            </a:r>
            <a:endParaRPr sz="20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