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4.0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1.0</c:v>
                </c:pt>
                <c:pt idx="17">
                  <c:v>3.0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integrated line, $\beta xy-\frac{(2\alpha+\beta)y^2}{2}+4\alpha y=\frac{(2+\alpha)x^2}{2}$, omits the terms $2x$ and the constant $C$ on the right (the next line restores $2x$ but never mentions $C$ before using $C=0$). The question as printed has '$\beta\gamma-4\alpha$' in the denominator; the PDF's working uses $\beta y-4\alpha$, which is what is intended, and that reading is used here. Final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is right for the regular branch but does not justify discarding $\sin^{-1}y=-x+c$ (the condition $y\ge0$ does) and does not mention the constant solution $y\equiv1$. The extra steps and the remark were added; the intended answer (A) is unchanged. The problem is ill-posed in the strict sense: $y=\sin x$ for $x\le\frac\pi2$ followed by $y=1$ is also a $C^1$ solution and would give $2$.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'$\mu=e^{-bt}$' for $y=\mu e^{-bt}$ with $y(0)=1$; the correct constant is $\mu=1$ (the PDF's later lines, $3e^{-b}$ for $3y(1)$, do use $\mu=1$). Answer (D)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Integral Calculus 06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101–120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+3 if only the correct option is chosen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$\left(xy-5x^{2}\sqrt{1+x^{2}}\right)dx+\left(1+x^{2}\right)dy=0$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$\sqrt{\frac{14}{3}}$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$\sqrt{\frac{15}{2}}$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integrating factor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side collapses.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side collapses.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as a linear equation: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as a linear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$\frac{dy}{dx}+\frac{x}{1+x^2}\,y=\frac{5x^2}{\sqrt{1+x^2}}$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$e^{\int\frac{x\,dx}{1+x^2}}=e^{\frac12\ln(1+x^2)}=\sqrt{1+x^2}$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$y\sqrt{1+x^2}=\int\sqrt{1+x^2}\cdot\frac{5x^2}{\sqrt{1+x^2}}\,dx+C$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$y\sqrt{1+x^2}=\frac{5x^3}{3}+C$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$y=\frac{5x^3}{3\sqrt{1+x^2}}$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$y\left(\sqrt3\right)=\frac{5\cdot3\sqrt3}{3\cdot2}=\frac{5\sqrt3}{2}$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Variation of constants: solve the homogeneous equation first, then let the constant become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Variation of constants: solve the homogeneous equation first, then let the constant become a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part: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cancel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$\frac{dy}{y}=-\frac{x\,dx}{1+x^2}\Rightarrow y_h=\frac{k}{\sqrt{1+x^2}}$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$y=\frac{u(x)}{\sqrt{1+x^2}}$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$y'=\frac{u'}{\sqrt{1+x^2}}-\frac{xu}{(1+x^2)^{3/2}}$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$y'+\frac{x}{1+x^2}y=\frac{5x^2}{\sqrt{1+x^2}}$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cancel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$\frac{u'}{\sqrt{1+x^2}}=\frac{5x^2}{\sqrt{1+x^2}}$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$u=\frac{5x^3}{3}+C$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$y\left(\sqrt3\right)=\frac{5\cdot3\sqrt3/3}{2}=\frac{5\sqrt3}{2}$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coefficient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integrating factor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if the right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radicals cancel: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Variation of constants always works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original equation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exposes the linear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$\int\frac{x}{1+x^2}dx=\frac12\ln(1+x^2)$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$\frac{kf'}{f}$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if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$\frac{g(x)}{\mu}$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 Q=g(x)$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radicals cancel: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$\sqrt{1+x^2}\cdot\frac{5x^2}{\sqrt{1+x^2}}=5x^2$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Variation of constants always works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$y=u\,y_h$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$u'y_h=Q$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original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exposes the linear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some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some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$\int_0^{x}tf(t)\,dt=x^{2}f(x)$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integral equations, Variable separable differential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integral equation once to turn it into the separable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integral equation once to turn it into the separable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$xf'(x)=-f(x)$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 rule):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 rule):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$xf(x)=x^2f'(x)+2xf(x)$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$-xf(x)=x^2f'(x)$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$\int\frac{f'(x)}{f(x)}dx=\int\frac{-1}{x}dx$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f(x)=-\ln x+\ln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$f(x)=\frac{c}{x}$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$f(2)=3\Rightarrow 3=\frac c2\Rightarrow 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the equation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$F(x)=\int_0^xtf(t)\,dt$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the equation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$F=x^2f$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$F'=xf=\frac{F}{x}$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given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fundamental theorem,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$F(x)=\int_0^xtf(t)\,dt$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given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$f(x)=\frac{F(x)}{x^2}$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fundamental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$F'(x)=xf(x)=\frac{F(x)}{x}$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$\frac{F'}{F}=\frac1x$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$f(x)=\frac{F}{x^2}=\frac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$f(2)=3\Rightarrow 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$f(6)=\frac66=1$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built-in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relations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separable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substitution: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$\int_0^xg(t)\,dt=h(x)$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$g(x)=h'(x)$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built-in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$xf'(x)+f(x)=0$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$(xf)'=0$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$6f(6)=2f(2)$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relations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$F(x)=x^nf(x)$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$F'=x^{m}f$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$F'=\frac{F}{x^{\,n-m}}$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separable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substitution: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 t\cdot\frac ct\,dt=cx=x^2\cdot\frac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x\left(\log_e(\cos x)\right)^{2}dy+\left(\sin x-3y\sin x\log_e(\cos x)\right)dx=0$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$y\left(\frac\pi4\right)=\frac{-1}{\log_e2}$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$-\frac{1}{\log_e4}$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$\frac{2}{\log_e3-\log_e4}$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$\frac{1}{\log_e4-\log_e3}$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$\frac{1}{\log_e3-\log_e4}$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integrating factor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turns into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$t=\ln\cos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$dt=-\tan 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integrating factor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turns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$\left(t^3y\right)'\!\propto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right side times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x\,(\ln\cos x)^2\,dy=\left(3y\sin x\ln\cos x-\sin 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x\,(\ln\cos x)^2\,dx$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$\frac{dy}{dx}-\frac{3\tan x}{\ln\cos x}\,y=-\frac{\tan x}{(\ln\cos 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$=e^{-\int\frac{3\tan x}{\ln\cos x}dx}$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$dt=-\tan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$=e^{\int\frac{3\,dt}{t}}=e^{3\ln t}=t^3=(\ln\cos x)^3$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$y\,(\ln\cos x)^3=-\int\tan x\,\ln\cos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right side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 x\cdot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left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 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$y\,(\ln\cos x)^3=\int t\,dt=\frac{(\ln\cos x)^2}{2}+C$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left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$=\frac{\ln^22}{8}$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$=\frac{\ln^22}{8}+C$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$y=\frac{1}{2\ln\cos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$y=\frac{1}{2\ln\frac{\sqrt3}{2}}=\frac1{\ln\frac34}=\frac{1}{\ln3-\ln4}$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$\frac{1}{\log_e3-\log_e4}$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variable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 equation becomes a Cauchy-Euler type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guessed.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variable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$t=\ln\cos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 equation becomes a Cauchy-Euler type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particular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$y=\frac{k}{t}$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guessed.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General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$\frac{dy}{dx}=-\tan x\frac{dy}{dt}$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$y'-\frac{3\tan x}{t}y=-\frac{\tan x}{t^2}$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$\frac{dy}{dt}+\frac{3y}{t}=\frac1{t^2}$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 kt$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$-\frac{k}{t^2}+\frac{3k}{t^2}=\frac{2k}{t^2}=\frac{1}{t^2}$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$\frac{dy}{dt}=-\frac{3y}{t}$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$y_h=\frac{C}{t^3}$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$y=\frac1{2t}+\frac{C}{t^3}$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$t=-\frac{\ln2}{2}$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$\frac1{2t}=-\frac1{\ln2}$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$t=\ln\frac{\sqrt3}{2}=\frac12(\ln3-\ln4)$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$y=\frac{1}{\ln3-\ln4}$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$\frac{1}{\log_e3-\log_e4}$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(Cauchy-Euler form) has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reduces to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coefficient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integrating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particular solution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$y'+\frac{n}{t}\,y=\frac{a}{t^{m}}$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(Cauchy-Euler form) has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$\left(t^{n}y\right)'=a\,t^{\,n-m}$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coefficient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$k\cdot\frac{g'(x)}{g(x)}$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$-\frac{3\tan x}{\ln\cos x}=3\,\frac{(\ln\cos x)'}{\ln\cos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$(\ln\cos x)^3$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$(\ln\cos x)'=-\tan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particular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$\frac{dy}{dt}+\frac nt y=\frac{a}{t^2}$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$k=\frac{a}{n-1}$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the solution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the solution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$\frac{dy}{dx}+(\tan x)\,y=\frac{2+\sec x}{(1+2\sec x)^{2}}$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$f\left(\frac\pi3\right)=\frac{\sqrt3}{10}$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$\frac{4-\sqrt2}{14}$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$\frac{5-\sqrt3}{2\sqrt2}$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$\frac{9\sqrt3+3}{10\left(4+\sqrt3\right)}$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$\frac{\sqrt3+1}{10\left(4+\sqrt3\right)}$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factor), Trigonometric integrals (exact derivative or half-angle substitution)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integrated, which is the derivative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$\frac{2\cos x+1}{(\cos x+2)^2}$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integrated, which is the 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x}{\cos x+2}$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$e^{\int\tan x\,dx}=e^{\ln\sec x}=\sec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$y\sec x=\int\frac{2+\sec x}{(1+2\sec x)^2}\sec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$y\sec x=\int\frac{2\cos x+1}{(\cos x+2)^2}dx$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$dx=\frac{2\,dt}{1+t^2}$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x+1=\frac{3-t^2}{1+t^2}$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x+2=\frac{3+t^2}{1+t^2}$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$2\int\frac{3-t^2}{(t^2+3)^2}dt$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$u=t+\frac3t$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$du=\left(1-\frac{3}{t^2}\right)dt$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$(t^2+3)^2=t^2u^2$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$\frac{3-t^2}{(t^2+3)^2}dt=-\frac{du}{u^2}$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$-2\int\frac{du}{u^2}=\frac2u+c$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$y\sec x=\frac{2}{t+\frac3t}+c$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$t+\frac3t=\frac{10}{\sqrt3}$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$2\cdot\frac{\sqrt3}{10}=\frac{2\sqrt3}{10}+c$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$y\sqrt2=\frac{2}{\sqrt2-1+\frac{3}{\sqrt2-1}}=\frac{2(\sqrt2-1)}{6-2\sqrt2}$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(A). The printed key (B)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numerical solution of the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0.1847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key is a misprint.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$y=\frac{\sqrt2(\sqrt2-1)}{2(3-\sqrt2)}=\frac1{\sqrt2}\cdot\frac{2\sqrt2-1}{7}=\frac{4-\sqrt2}{14}$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(A). The printed key (B)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$\frac{5-\sqrt3}{2\sqrt2}\approx1.155$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numerical solution of 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$y\left(\frac\pi4\right)\approx0.1847=\frac{4-\sqrt2}{14}$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key is a misprint.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$\frac{4-\sqrt2}{14}$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quotient-rule derivative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avoiding the half-angle substitution.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$\frac{2\cos x+1}{(\cos x+2)^2}$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quotient-rule 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x}{\cos x+2}$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avoiding the half-angle substitution.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$\int\frac{2\cos x+1}{(\cos x+2)^2}dx$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$\frac{d}{dx}\frac{\sin x}{\cos x+2}=\frac{\cos x(\cos x+2)+\sin^2x}{(\cos x+2)^2}=\frac{2\cos x+1}{(\cos x+2)^2}$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$y\sec x=\frac{\sin x}{\cos x+2}+c$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$y=\frac{\sin x\cos x}{\cos x+2}+c\cos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given 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$\frac{\frac{\sqrt3}{2}\cdot\frac12}{\frac52}=\frac{\sqrt3}{10}$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given 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$y=\frac{\frac12}{\frac{\sqrt2}{2}+2}=\frac{1}{\sqrt2+4}=\frac{4-\sqrt2}{14}$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$\frac{4-\sqrt2}{14}$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is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Quotient-rule recognition: an integrand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squared denominator's base.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the final number against all options: only (A) equals the numerical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0.1847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exposes a wrong printed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$\frac{d}{dx}\frac{\sin x}{a+\cos x}=\frac{1+a\cos x}{(a+\cos 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$\frac{d}{dx}\frac{\cos x}{a+\sin x}=-\frac{1+a\sin x}{(a+\sin 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$\frac{1+2\cos x}{(2+\cos 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Quotient-rule recognition: an integrand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$\frac{gf'-fg'}{g^2}$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squared denominator's base.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$y'+\tan x\,y=R(x)$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$\left(y\sec x\right)'=R\sec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$y'+\cot x\,y=R$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the final number against all options: only (A) equals the numerical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$0.1847$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exposes a wrong printed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$\left(x^4+2x^3+3x^2+2x+2\right)dy-\left(2x^2+2x+3\right)dx=0$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$y(-1)=-\frac\pi4$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equation, Integration by partial fractions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quartic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numerator is exactly the sum of the two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quartic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$(x^2+1)(x^2+2x+2)$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numerator is exactly the sum of the two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the 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$dy=\frac{2x^2+2x+3}{x^4+2x^3+3x^2+2x+2}dx$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$x^4+2x^3+3x^2+2x+2=(x^2+1)(x^2+2x+2)$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$y=\int\frac{2x^2+2x+3}{(x^2+1)(x^2+2x+2)}dx$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$2x^2+2x+3=(x^2+2x+2)+(x^2+1)$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$\frac1{x^2+1}+\frac{1}{x^2+2x+2}$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$y=\int\frac{dx}{(x+1)^2+1}+\int\frac{dx}{x^2+1}=\tan^{-1}(x+1)+\tan^{-1}x+C$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$y(-1)=-\frac\pi4$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$-\frac\pi4=0-\frac\pi4+C$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$y(0)=\tan^{-1}1+\tan^{-1}0=\frac\pi4$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numerator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test whether the numerator is a combination of the factors before doing full partial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of two 'square-plus-one' quadratics factor quartics of this look.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numerator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$\frac{N}{AB}=\frac1A+\frac1B$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test whether the numerator is a combination of the factors before doing full partial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$(x^2+1)\left((x+1)^2+1\right)=(x^2+x+1)^2+1=x^4+2x^3+3x^2+2x+2$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of two 'square-plus-one' quadratics factor quartics of this look.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$\int\frac{dx}{(x+p)^2+q^2}=\frac1q\tan^{-1}\frac{x+p}{q}$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$dy=R(x)\,dx$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$y(b)=y(a)+\int_a^bR\,dx$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$\int_{-1}^0\left(\frac1{x^2+1}+\frac1{(x+1)^2+1}\right)dx=\frac\pi4+\frac\pi4$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$y(0)=-\frac\pi4+\frac\pi2=\frac\pi4$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$\left(x^2+4\right)^2dy+\left(2x^3y+8xy-2\right)dx=0$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factor), Integration of rational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$2x^3y+8xy=2xy(x^2+4)$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$2x^3y+8xy=2xy(x^2+4)$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$(x^2+4)^2\,dx$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$\frac{dy}{dx}+\frac{2x}{x^2+4}\,y=\frac{2}{(x^2+4)^2}$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$e^{\int\frac{2x}{x^2+4}dx}=e^{\ln(x^2+4)}=x^2+4$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$y\left(x^2+4\right)=\int\frac{2}{x^2+4}dx$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$y\left(x^2+4\right)=\tan^{-1}\frac x2+C$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$y\left(x^2+4\right)=\tan^{-1}\frac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$8y=\tan^{-1}1=\frac\pi4$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integrating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data are chosen so.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first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expose the linear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$y'+\frac{P'}{P}y=Q$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$(Py)'=PQ$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$\int\frac{dx}{x^2+a^2}=\frac1a\tan^{-1}\frac xa$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data are chosen so.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$2x^3y+8xy=2xy(x^2+4)$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expose the linear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$(x^2+4)y$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$\int_0^2\frac{2}{x^2+4}dx=\frac\pi4$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$y(2)=\frac{\pi}{4\cdot8}$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differential equation of the family of circles passing through the origin and having centre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differential equation of the family of circles passing through the origin and having centre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$\left(x^2-y^2+2xy\right)dx=\left(x^2-y^2-2xy\right)dy$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$\left(x^2+y^2+2xy\right)dx=\left(x^2-y^2+2xy\right)dy$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$\left(x^2+y^2-2xy\right)dx=\left(x^2+y^2+2xy\right)dy$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$\left(x^2+y^2+2xy\right)dx=\left(x^2+y^2-2xy\right)dy$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a differential equation, Family of circles through the origin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family has one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differentiate once and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family has one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$\left(-\frac g2,-\frac g2\right)$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differentiate once and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passes through the origin: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(1), with one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passes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$x^2+y^2+gx+gy=0$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(1), with one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$2x+2yy'+g+gy'=0$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$g=-\frac{2x+2yy'}{1+y'}$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$x^2+y^2-\frac{2x+2yy'}{1+y'}(x+y)=0$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$(1+y')$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$(x^2+y^2)(1+y')-2(x+yy')(x+y)=0$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$\left(x^2+y^2-2x^2-2xy\right)+y'\left(x^2+y^2-2xy-2y^2\right)=0$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$-\left(x^2-y^2+2xy\right)+y'\left(x^2-y^2-2xy\right)=0$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$\left(x^2-y^2-2xy\right)y'=x^2-y^2+2xy$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$\left(x^2-y^2+2xy\right)dx=\left(x^2-y^2-2xy\right)dy$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$\left(x^2-y^2+2xy\right)dx=\left(x^2-y^2-2xy\right)dy$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Make the parameter the subject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differentiate the constant: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Make the parameter the subject first,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$g=-\frac{x^2+y^2}{x+y}$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differentiate the constant: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$d\!\left(\frac{x^2+y^2}{x+y}\right)=0$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constant: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$\frac{x^2+y^2}{x+y}=-g=$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$\frac{(2x+2yy')(x+y)-(x^2+y^2)(1+y')}{(x+y)^2}=0$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$(2x+2yy')(x+y)=(x^2+y^2)(1+y')$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$2x^2+2xy+2xyy'+2y^2y'=x^2+y^2+(x^2+y^2)y'$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$y'\left(2xy+y^2-x^2\right)=y^2-x^2-2xy$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$y'\left(x^2-y^2-2xy\right)=x^2-y^2+2xy$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$\left(x^2-y^2+2xy\right)dx=\left(x^2-y^2-2xy\right)dy$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the options with one member of the family and one point of it: slope there decides.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$2x+2yy'-2-2y'=0$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$4+4y'-2-2y'=0$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$x^2-y^2+2xy=8$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$x^2-y^2-2xy=-8$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$8=-8y'$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 All three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option (A)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$16=8y'$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$0=16y'$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$16=0\cdot 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 All three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option (A)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$\left(x^2-y^2+2xy\right)dx=\left(x^2-y^2-2xy\right)dy$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parameters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differentiations; centre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origin leaves one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the origin: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save algebra, solve for the parameter,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test: for a multiple-choice question on forming a differential equation, one point of one member of the family usually eliminates three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parameters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differentiations; centre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origin leaves one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save algebra, solve for the parameter,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$c=\phi(x,y)$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$\phi_x+\phi_yy'=0$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test: for a multiple-choice question on forming a differential equation, one point of one member of the family usually eliminates three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$\left(2x\log_ex\right)\frac{dy}{dx}+2y=\frac{3}{x}\log_ex$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$y\left(e^{-1}\right)=0$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$-\frac{3}{2e}$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$-\frac{2}{3e}$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factor), Integration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left side is an exact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$2x\ln x\,y'+2y=2x\,(y\ln x)'$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left side is an exact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working printed under this question in the PDF belongs to Q109, so a solution is written here.)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 factor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on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working printed under this question in the PDF belongs to Q109, so a solution is written here.)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$\frac{dy}{dx}+\frac{1}{x\ln x}\,y=\frac{3}{2x^2}$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$e^{\int\frac{dx}{x\ln x}}=e^{\ln|\ln 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 factor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on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x\cdot y'+\frac yx=\frac{3\ln x}{2x^2}$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$\frac{d}{dx}\left(y\ln x\right)=\frac{3\ln x}{2x^2}$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$\int\frac{\ln x}{x^2}dx=-\frac{\ln x}{x}-\frac1x$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$y\ln x=-\frac32\cdot\frac{\ln x+1}{x}+C$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$0=-\frac32\cdot\frac{0}{e^{-1}}+C$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$y=-\frac{3\left(\ln x+1\right)}{2x\ln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$y=-\frac{3\cdot2}{2e\cdot1}=-\frac3e$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$-\frac{3}{e}$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logarithm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exact derivative with a simple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$x=e^{t}$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logarithm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$2(ty)_t=3te^{-t}$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exact derivative with a simple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$\frac{dy}{dx}=e^{-t}\frac{dy}{dt}$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$2te^t\cdot e^{-t}\frac{dy}{dt}+2y=3te^{-t}$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$2\left(t\frac{dy}{dt}+y\right)=3te^{-t}$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$2\frac{d}{dt}(ty)=3te^{-t}$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$ty=\frac32\int te^{-t}dt=-\frac32(t+1)e^{-t}+C$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$0=-\frac32\cdot0+C$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$y=-\frac32\cdot2e^{-1}=-\frac3e$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$-\frac{3}{e}$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'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the product rule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Euler-type equations become constant-coefficient or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where the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equation is singular; check the domain before using a condition on one side of it on the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x\,y'+y=x\,\frac{d}{dx}\left(y\ln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$y'\ln x+\frac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the product rule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$\int\frac{\ln x}{x^2}dx=-\frac{1+\ln x}{x}+C$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x^{-n}\ln x\,dx=-\frac{x^{1-n}}{n-1}\ln x-\frac{x^{1-n}}{(n-1)^2}$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Euler-type equations become constant-coefficient or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where the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equation is singular; check the domain before using a condition on one side of it on the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$\left(1+x^2\right)\frac{dy}{dx}+y=e^{\tan^{-1}x}$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$\frac12\left(1-e^{\pi/2}\right)$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$\frac14\left(e^{\pi/2}-1\right)$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$\frac14\left(1-e^{\pi/2}\right)$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$\frac12\left(e^{\pi/2}-1\right)$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becomes the constant-coefficient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becomes the constant-coefficient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$\frac{dy}{dt}+y=e^t$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$\frac{dx}{1+x^2}=dt$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$\frac{dy}{dt}+y=e^t$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$e^{\int1\,dt}=e^t$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$y\,e^t=\int e^{2t}dt=\frac{e^{2t}}{2}+C$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$y\,e^{\tan^{-1}x}=\frac{e^{2\tan^{-1}x}}{2}+C$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$0=\frac{e^{\pi/2}}{2}+C$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$C=-\frac{e^{\pi/2}}{2}$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$y\,e^{\tan^{-1}x}=\frac{e^{2\tan^{-1}x}}{2}-\frac{e^{\pi/2}}{2}$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$y=\frac12-\frac{e^{\pi/2}}{2}=\frac12\left(1-e^{\pi/2}\right)$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$\frac12\left(1-e^{\pi/2}\right)$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a particular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works, and the homogeneous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a particular solution: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$y=\frac12e^{\tan^{-1}x}$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works, and the homogeneous solution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$Ce^{-\tan^{-1}x}$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$y=ke^{\tan^{-1}x}$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$(1+x^2)y'=ke^{\tan^{-1}x}$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$2ke^{\tan^{-1}x}=e^{\tan^{-1}x}$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$(1+x^2)y'+y=0$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$\frac{dy}{y}=-\frac{dx}{1+x^2}$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$y=Ce^{-\tan^{-1}x}$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$y=\frac12e^{\tan^{-1}x}+Ce^{-\tan^{-1}x}$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$\frac12e^{\pi/4}+Ce^{-\pi/4}=0$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$C=-\frac12e^{\pi/2}$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$y(0)=\frac12-\frac12e^{\pi/2}$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$\frac12\left(1-e^{\pi/2}\right)$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constant-coefficient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integrating factor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particular solution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values: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indeed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$(1+x^2)y'+y=g(\tan^{-1}x)$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constant-coefficient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$\frac{dy}{dt}+y=g(t)$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integrating factor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$e^{\tan^{-1}x}$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$\frac{dy}{dt}+y=e^{kt}$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$\frac{e^{kt}}{k+1}$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$\tan^{-1}1=\frac\pi4$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$e^{2\tan^{-1}1}=e^{\pi/2}$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$y'(1)=\frac{e^{\pi/4}}{2}&gt;0$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$\frac12\left(1-e^{\pi/2}\right)\approx-1.905$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circle passing through the origin. Then the radius of this circle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$\frac{dy}{dx}=\frac{(2+\alpha)x-\beta y+2}{\beta x-2\alpha y-(\beta y-4\alpha)}$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circle passing through the origin. Then the radius of this circle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Exact differential form of a differential equation, General equation of a circle (conditions and radius)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terms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circle needs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equal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terms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$d(xy)$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$d(y^2)$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circle needs no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 x-2\alpha y-\beta y+4\alpha=\beta x-(2\alpha+\beta)y+4\alpha$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$\left(\beta x-(2\alpha+\beta)y+4\alpha\right)dy=\left((2+\alpha)x-\beta y+2\right)dx$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$\beta\left(x\,dy+y\,dx\right)-(2\alpha+\beta)y\,dy+4\alpha\,dy=(2+\alpha)x\,dx+2\,dx$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 xy-\frac{(2\alpha+\beta)y^2}{2}+4\alpha y=\frac{(2+\alpha)x^2}{2}+2x+C$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has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the origin: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$\frac{(2+\alpha)}{2}x^2+\alpha y^2+2x-4\alpha 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$\frac{2+\alpha}{2}=\alpha$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$2x^2+2y^2+2x-8y=0$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$=\sqrt{\frac14+4}=\frac{\sqrt{17}}{2}$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$\frac{\sqrt{17}}{2}$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circle's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match it with the given slope to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circle's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$-\frac{x+g}{y+f}$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match it with the given slope to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the origin), with slope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of the given slope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matching along the curve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given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the origin),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$y'=-\frac{x+g}{y+f}$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of the given slope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$-\beta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$-(x+g)$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matching along the curve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given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$\frac{(2+\alpha)x+2}{-2\alpha y+4\alpha}=-\frac{2+\alpha}{2\alpha}\cdot\frac{x+\frac{2}{2+\alpha}}{y-2}$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to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circle,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to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$-\frac{x+g}{y+f}$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circle,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$\frac{2+\alpha}{2\alpha}$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$g=\frac{2}{2+\alpha}=\frac12$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$=\sqrt{g^2+f^2}=\sqrt{\frac14+4}=\frac{\sqrt{17}}{2}$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$\frac{\sqrt{17}}{2}$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recognisable differentials: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a real 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passes through the origin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a circle: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differential equation of this shape signals a circle (or a family of circles).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recognisable differentials: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$x\,dy+y\,dx=d(xy)$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$y\,dy=d\left(\frac{y^2}{2}\right)$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$x\,dx=d\left(\frac{x^2}{2}\right)$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a real 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$\sqrt{g^2+f^2-c}$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passes through the origin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a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$\frac{dy}{dx}=-\frac{x+g}{y+f}$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differential equation of this shape signals a circle (or a family of circles).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$\left(1+y^2\right)e^{\tan x}dx+\cos^2x\left(1+e^{2\tan x}\right)dy=0$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equation, Inverse trigonometric functions (sum of two inverse tangents)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sides become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$e^{\tan x}\sec^2x\,dx=dt$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$t=e^{\tan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sides become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$\frac{dy}{1+y^2}=-\frac{e^{\tan x}\,dx}{\cos^2x\left(1+e^{2\tan x}\right)}$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$e^{\tan x}=t$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$e^{\tan x}\sec^2x\,dx=dt$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$\tan^{-1}y=-\int\frac{dt}{1+t^2}$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$\tan^{-1}y=-\tan^{-1}t+C$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$\tan^{-1}y+\tan^{-1}\left(e^{\tan x}\right)=C$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$\tan^{-1}1+\tan^{-1}1=C$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tangent: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undefined, so the denominator vanishes: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$\tan^{-1}y+\tan^{-1}\left(e^{\tan x}\right)=\frac\pi2$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$\tan^{-1}y+\tan^{-1}e=\frac\pi2$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$\frac{y+e}{1-ye}=\tan\frac\pi2$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undefined, so the denominator vanishes: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$1-ye=0$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solution is explicitly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 be verified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$\tan^{-1}a+\tan^{-1}b=\frac\pi2$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solution is explicitly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$y=e^{-\tan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 be verified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$\tan^{-1}y=\frac\pi2-\tan^{-1}\left(e^{\tan x}\right)=\cot^{-1}\left(e^{\tan x}\right)=\tan^{-1}\left(e^{-\tan 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$y'=-\sec^2x\,e^{-\tan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$\cos^2x\left(1+e^{2\tan x}\right)y'=-\left(e^{-\tan x}+e^{\tan 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terms cancel, so the equation holds,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$\left(1+y^2\right)e^{\tan x}=e^{\tan x}+e^{-\tan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terms cancel, so the equation holds,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$y\left(\frac\pi4\right)=e^{-1}=\frac1e$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left side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cue to look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pair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ready-made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Sum-to-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constants: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$\tan^{-1}a+\tan^{-1}b=\frac\pi2\iff 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$\cot^{-1}a=\tan^{-1}\frac1a$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left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cue to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$d\left(e^{\tan x}\right)=e^{\tan x}\sec^2x\,dx$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ready-made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Sum-to-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constants: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$\tan^{-1}y+\tan^{-1}t=C$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function such that the area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differential equation, whose general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arbitrary constants,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function such that the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$e^{-a}+4a^{2}+a-1$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differential equation, whose general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$y=c_1f(x)+c_2$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arbitrary constants,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$\left(8e^{x}-1\right)\frac{d^2y}{dx^2}-\frac{dy}{dx}=0$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$\left(8e^{x}+1\right)\frac{d^2y}{dx^2}-\frac{dy}{dx}=0$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$\left(8e^{x}+1\right)\frac{d^2y}{dx^2}+\frac{dy}{dx}=0$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$\left(8e^{x}-1\right)\frac{d^2y}{dx^2}+\frac{dy}{dx}=0$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a differential equation, Area under a curve (definite integral)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area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remove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one differentiation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ratio.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area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remove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one differentiation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ratio.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$\int_0^af(x)\,dx=e^{-a}+4a^2+a-1$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$f(a)=-e^{-a}+8a+1$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$f(x)=1+8x-e^{-x}$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$1+8x&gt;1&gt;e^{-x}$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 to remove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$y=c_1\left(1+8x-\frac{1}{e^{x}}\right)+c_2$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$\frac{dy}{dx}=c_1\left(8+\frac1{e^x}\right)$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$\frac{dy/dx}{8+\frac{1}{e^x}}=c_1$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 to 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$\frac{d^2y}{dx^2}\left(8+\frac1{e^x}\right)-\left(-\frac{1}{e^x}\right)\frac{dy}{dx}=0$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$\left(8e^x+1\right)\frac{d^2y}{dx^2}+\frac{dy}{dx}=0$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$\left(8e^{x}+1\right)\frac{d^2y}{dx^2}+\frac{dy}{dx}=0$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logarithmic differentiation: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ratio that does not contain either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logarithmic differentiation: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$\frac{y''}{y'}=\frac{f''}{f'}$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ratio that does not contain either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$y=c_1f+c_2$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$y'=c_1f'$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$y''=c_1f''$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$\frac{y''}{y'}=\frac{f''}{f'}$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$f'=8+e^{-x}$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$\frac{y''}{y'}=\frac{-e^{-x}}{8+e^{-x}}=-\frac{1}{8e^x+1}$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$\left(8e^x+1\right)y''+y'=0$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$\left(8e^{x}+1\right)\frac{d^2y}{dx^2}+\frac{dy}{dx}=0$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function's derivative recovers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an additive constant by differentiating; remove a multiplicative constant by taking a ratio (or logarithmic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options (C) and (D) are possible;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$y=c_1f(x)+c_2$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$f'(x)\,y''-f''(x)\,y'=0$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$\frac{y''}{y'}=\frac{f''}{f'}$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$\frac{d}{da}\int_0^af(x)\,dx=f(a)$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function's derivative recovers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an additive constant by differentiating; remove a multiplicative constant by taking a ratio (or logarithmic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$\frac{y''}{y'}=-\frac1{8e^x+1}&lt;0$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options (C) and (D) are possible;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$8e^x+1$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$8e^x-1$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$f''/f'$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y\,\frac{dy}{dx}+2x\sin y=x^{3}\cos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 (reduction by substitution)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$\sec^2y\,y'+2x\tan y=x^3$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$z=\tan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equation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$\sec^2y\,\frac{dy}{dx}+2x\tan 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$\frac{dz}{dx}=\sec^2y\,\frac{dy}{dx}$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$\frac{dz}{dx}+2xz=x^3$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$e^{\int2x\,dx}=e^{x^2}$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$z\,e^{x^2}=\int x^3e^{x^2}dx+c$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x^3e^{x^2}dx=\frac12\int ue^u\,du=\frac12\left(x^2e^{x^2}-e^{x^2}\right)$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y\cdot e^{x^2}=\frac12\left(x^2e^{x^2}-e^{x^2}\right)+c$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$0=\frac12(e-e)+c$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y=\frac{x^2-1}{2}$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$y=\tan^{-1}\left(\frac{x^2-1}{2}\right)$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$y\left(\sqrt3\right)=\tan^{-1}1=\frac\pi4$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reducing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guess the polynomial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reducing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$z'+2xz=x^3$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guess the polynomial particular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$z=\frac{x^2-1}{2}$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General: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$z'+2xz=x^3$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$z=ax^2+b$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$2ax+2ax^3+2bx=x^3$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$2a+2b=0$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Particular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$z=\frac{x^2-1}{2}$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$z=\frac{x^2-1}{2}+Ce^{-x^2}$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particular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$z(1)=\tan0=0$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particular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y\left(\sqrt3\right)=\frac{3-1}{2}=1$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polynomial, try a polynomial particular solution of matching degree before using the integrating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usual cue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$f'(y)\,y'$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$\sec^2y\,y'$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a linear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x^3e^{x^2}dx=\frac12\left(x^2-1\right)e^{x^2}+C$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x^{2n+1}e^{x^2}dx$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$z'+2xz=$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polynomial, try a polynomial particular solution of matching degree before using the integrating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usual cue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$\ln\tan\frac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conic, whose vertex lies on the line: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$2y\frac{dy}{dx}+3=5\frac{dy}{dx}$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conic, whose vertex lies on the line: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$2x+3y=-9$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equation, Parabola (vertex and standard form)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integrates directly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giving a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integrates directly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$2y\,dy+3\,dx=5\,dy$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giving a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$y^2-5y=-3x-4$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in differentials: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in differentials: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$2y\,dy+3\,dx=5\,dy$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$y^2+3x=5y+c$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$1+0=5+c$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$y^2-5y=-3x-4$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 with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$y^2-5y+\frac{25}{4}-\frac{25}{4}=-3x-4$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$\left(y-\frac52\right)^2=-3x+\frac94$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$\left(y-\frac52\right)^2=-3\left(x-\frac34\right)$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$\left(\frac34,\frac52\right)$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$2\cdot\frac34+3\cdot\frac52=\frac32+\frac{15}{2}=9$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$2x+3y=9$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vertex of a parabola with a horizontal axis is where the tangent is vertical, and the differential equation shows that directly: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vertex of a parabola with a horizontal axis is where the tangent is vertical, and the differential equation shows that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$\frac{dy}{dx}=\frac{-3}{2y-5}$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vertical (the vertex of the parabola, whose axis is horizontal)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$\frac{dy}{dx}\,(2y-5)=-3$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$\frac{dy}{dx}=\frac{-3}{2y-5}$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vertical (the vertex of the parabola, whose axis is horizontal)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$y^2+3x=5y-4$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$\frac{25}{4}+3x=\frac{25}{2}-4$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$\left(\frac34,\frac52\right)$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$2x+3y=9$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-tangent is vertical where the denominator vanishes; for a parabola with horizontal axis this point is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parabola with horizontal axis and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(opens to the left).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 whose terms each involve one variable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integrated term by term;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$\frac{dy}{dx}=\frac{-3}{2y-5}$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-tangent is vertical where the denominator vanishes; for a parabola with horizontal axis this point is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$y^2+ay+bx+c=0$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parabola with horizontal axis and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(opens to the left).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 whose terms each involve one variable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$M(x)dx+N(y)dy=0$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integrated term by term;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$\int2y\,dy=y^2$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$\left(x^2+y^2\right)dx-5xy\,dy=0$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$\left|x^2-4y^2\right|^{5}=x^2$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$\left|x^2-2y^2\right|^{5}=x^2$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$\left|x^2-4y^2\right|^{6}=x$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$\left|x^2-2y^2\right|^{6}=x$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Homogeneous equation: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separate; the constant is fixed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Homogeneous equation: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separate; the constant is fixed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homogeneous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$\frac{dy}{dx}=\frac{x^2+y^2}{5xy}$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homogeneous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$\frac{dy}{dx}=v+x\frac{dv}{dx}$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$v+x\frac{dv}{dx}=\frac{1+v^2}{5v}$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$x\frac{dv}{dx}=\frac{1+v^2}{5v}-v=\frac{1-4v^2}{5v}$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$\frac{5v}{1-4v^2}dv=\frac{dx}{x}$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$\int\frac{dx}{x}=-\frac58\int\frac{-8v}{1-4v^2}dv$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x=-\frac58\ln\left|1-4v^2\right|+\ln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x+\frac58\ln\left|1-\frac{4y^2}{x^2}\right|=\ln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$8\ln x+5\ln\left|\frac{x^2-4y^2}{x^2}\right|=0$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$8\ln x+5\ln\left|x^2-4y^2\right|-10\ln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$\ln\left|x^2-4y^2\right|^5=\ln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$\left|x^2-4y^2\right|^5=x^2$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$\left|x^2-4y^2\right|^{5}=x^2$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occur after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occur after 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$\left(x^2+y^2\right)2x\,dx=5x^2\cdot2y\,dy$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$(X+Y)\,dX=5X\,dY$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$\frac{dY}{dX}-\frac{Y}{5X}=\frac15$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$X^{-1/5}$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$\frac{d}{dX}\left(YX^{-1/5}\right)=\frac15X^{-1/5}$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$YX^{-1/5}=\frac14X^{4/5}+C$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 X4+CX^{1/5}$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$4Y=X-X^{1/5}$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$X-4Y=X^{1/5}$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$\left(x^2-4y^2\right)^5=x^2$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$\left|x^2-4y^2\right|^{5}=x^2$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linear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degree) is solved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separation;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only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powers with matching differentials),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Initial data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reduce the constant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the answer's form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$y'=\frac{x^2+y^2}{k\,xy}$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$\frac{dY}{dX}=\frac{X+Y}{kX}$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$Y=\frac{X}{k-1}+CX^{1/k}$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$M(x,y)dx+N(x,y)dy=0$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degree) is solved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separation;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$\int\frac{v\,dv}{1-4v^2}=-\frac18\ln|1-4v^2|$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only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powers with matching differentials),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Initial data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reduce the constant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the answer's form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$\int_0^{x}\sqrt{1-\left(y'(t)\right)^{2}}\,dt=\int_0^{x}y(t)\,dt$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integral equations, Variable separable differential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branch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$y'^2+y^2=1$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branch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both. The branch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violates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$\sqrt{1-\left(y'(x)\right)^2}=y(x)$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$1-\left(\frac{dy}{dx}\right)^2=y^2$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$\left(\frac{dy}{dx}\right)^2=1-y^2$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$\frac{dy}{\sqrt{1-y^2}}=dx$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$\frac{dy}{\sqrt{1-y^2}}=-dx$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$\sin^{-1}y=-x+c$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both. The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$y=-\sin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violates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satisfies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strictly the solution is not unique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(gluing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would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question intends the analytic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$y''+y+1=-\sin x+\sin x+1=1$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$\sqrt{1-y'^2}=y$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strictly the solution is not unique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(gluing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question intends the analytic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first integral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more: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first integral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$y'^2+y^2=1$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more: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$y'\left(y''+y\right)=0$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$y''+y=0$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equation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equation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$2y'y''+2yy'=0$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$y'\left(y''+y\right)=0$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force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solution), which does not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regular branch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solution), which does not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regular branch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$y'(2)=\cos2\neq0$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(differentiate); the common lower limit makes the condition on constants automatic.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first integral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differentiating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Square-root and square equations can have singular (constant) solutions: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the plus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$\int_0^xg(t)\,dt=\int_0^xh(t)\,dt$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(differentiate); the common lower limit makes the condition on constants automatic.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first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$y'(y''+y)=0$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Square-root and square equations can have singular (constant) solutions: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$\sqrt{1-y'^2}=y$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$\frac{dy}{\sqrt{1-y^2}}=\pm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$y=\sin(\pm x+c)$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the plus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solutions of the differential equations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solutions of the differential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$\frac{dx}{dt}+ax=0$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$\frac{dy}{dt}+by=0$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$3y(1)=2x(1)$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$\log_{\frac23}2$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$\log_{\frac43}2$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 (exponential decay), Logarithms (change of base)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solutions are exponentials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solutions are exponentials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$x=2e^{-at}$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$y=e^{-bt}$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$3y(1)=2x(1)$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$e^{a-b}=\frac43$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$\int\frac{dx}{x}=-\int a\,dt$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$\ln|x|=-at+c$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 e^{-at}$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$x=2e^{-at}$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$\int\frac{dy}{y}=-\int b\,dt$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$y=\mu e^{-bt}$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$y=e^{-bt}$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$3y(1)=2x(1)$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$3e^{-b}=2\cdot2e^{-a}=4e^{-a}$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$e^{a-b}=\frac43$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$2e^{-at}=e^{-bt}$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$e^{(a-b)t}=2$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$\left(\frac43\right)^t=2$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$t\ln\frac43=\ln2$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$t=\log_{\frac43}2$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$\log_{\frac43}2$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matters; it is itself an exponential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$r(t)=\frac{x(t)}{y(t)}$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matters; it is itself an exponential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$r(0)=2$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$r(1)=\frac32$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ratio of exponentials is an exponential).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$r(t)=\frac{2e^{-at}}{e^{-bt}}=2q^{\,t}$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$q=e^{b-a}$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ratio of exponentials is an exponential).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$3y(1)=2x(1)$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$x(t)=y(t)\iff r(t)=1\iff2\left(\frac34\right)^t=1\iff\left(\frac34\right)^t=\frac12$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$t=\frac{\ln\frac12}{\ln\frac34}=\frac{\ln2}{\ln\frac43}=\log_{\frac43}2$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$\log_{\frac43}2$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of two such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to the base shown in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'equal at time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questions with exponential laws, only the ratio (or the difference of logarithms) is needed,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0.6931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0.2877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2.409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 x=-ax$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$x(0)\,e^{-at}$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of two such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$r(0)\,q^{t}$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$q=\frac{r(1)}{r(0)}$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$q^t=m\iff t=\log_qm=\frac{\ln m}{\ln 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to the base shown in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'equal at time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questions with exponential laws, only the ratio (or the difference of logarithms) is needed,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$\log_{4/3}2=\frac{0.6931}{0.2877}\approx2.409$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$\left(\frac43\right)^{2.409}\approx2.00$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curve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slope of the curve is never zero,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$\left(x^2-4\right)dy-\left(y^2-3y\right)dx=0$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slope of the curve is never zero,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$\frac{3}{1+2\sqrt2}$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$\frac{3}{1+(8)^{1/4}}$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$\frac{3}{1-2\sqrt2}$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$\frac{3}{1-(8)^{1/4}}$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equation, Integration by partial fractions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and use partial fractions on both sides; 'slope never zero'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the sign inside the modulus.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and use partial fractions on both sides; 'slope never zero' keeps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the sign inside the modulus.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$\int\frac{dy}{y^2-3y}=\int\frac{dx}{x^2-4}$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$\frac{1}{y(y-3)}=\frac13\cdot\frac{y-(y-3)}{y(y-3)}=\frac13\left(\frac{1}{y-3}-\frac1y\right)$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$\frac13\left(\ln|y-3|-\ln|y|\right)=\frac14\ln\left|\frac{x-2}{x+2}\right|+C$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$\frac13\ln\left|\frac{y-3}{y}\right|=\frac14\ln\left|\frac{x-2}{x+2}\right|+C$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$=\frac13\ln1=0$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$0=\frac14\ln\frac13+C$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$C=\frac14\ln3$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zero,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continuity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$\frac13\ln\left|\frac{y-3}{y}\right|=\frac14\ln\frac23+\frac14\ln3=\frac14\ln2$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$\ln\left|\frac{y-3}{y}\right|=\frac34\ln2=\ln2^{3/4}=\ln8^{1/4}$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$\frac{y^2-3y}{x^2-4}$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zero,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$y\ne0,3$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$y(4)=\frac32\in(0,3)$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continuity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$\frac{y-3}{y}&lt;0$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$\frac{3-y}{y}=8^{1/4}$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$3-y=8^{1/4}y$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$y=\frac{3}{1+8^{1/4}}$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$\frac{3}{1+(8)^{1/4}}$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power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partial fractions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$w=\frac{y-3}{y}$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$\frac{w'}{w}=\frac{3}{x^2-4}$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$\frac{x-2}{x+2}$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partial fractions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$w=1-\frac3y$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$w'=\frac{3y'}{y^2}$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$\frac{w'}{w}=\frac{3y'}{y^2}\cdot\frac{y}{y-3}=\frac{3y'}{y(y-3)}$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$\frac{y'}{y(y-3)}=\frac1{x^2-4}$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$\frac{w'}{w}=\frac{3}{x^2-4}$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$\ln|w|=\frac34\ln\left|\frac{x-2}{x+2}\right|+k$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$|w|=K\left(\frac{x-2}{x+2}\right)^{3/4}$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$w=\frac{-3/2}{3/2}=-1$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$1=K\left(\frac13\right)^{3/4}$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$|w|=3^{3/4}\left(\frac23\right)^{3/4}=2^{3/4}=8^{1/4}$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$1-\frac3y=-8^{1/4}$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$y=\frac{3}{1+8^{1/4}}$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$\frac{3}{1+(8)^{1/4}}$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Logistic type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slope vanishes) can never be crossed by another solution, so 'slope never zero' pins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sign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1.1187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Logistic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$y'=k\,y(y-m)\,g(x)$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$w=\frac{y-m}{y}$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$\frac{w'}{w}=km\,g(x)$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$\frac{y-m}{y}=K\,e^{km\int 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$\int\frac{dx}{x^2-a^2}=\frac1{2a}\ln\left|\frac{x-a}{x+a}\right|$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$\frac{1}{y(y-m)}=\frac1m\left(\frac{1}{y-m}-\frac1y\right)$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slope vanishes) can never be crossed by another solution, so 'slope never zero' pins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sign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$|\cdot|$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$\frac{3}{1+8^{1/4}}\approx1.1187$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$\left|\frac{y-3}{y}\right|=1.682=2^{3/4}$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$f(x)\sin2x+\sin x-\left(1+\cos^2x\right)f'(x)=0$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integrating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$-\left(1+\cos^2x\right)'$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$\frac{dy}{dx}-\frac{\sin2x}{1+\cos^2x}\,y=\frac{\sin x}{1+\cos^2x}$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$e^{-\int\frac{\sin2x}{1+\cos^2x}dx}$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$d\left(1+\cos^2x\right)=-\sin2x\,dx$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$e^{\ln(1+\cos^2x)}=1+\cos^2x$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$y\left(1+\cos^2x\right)=\int\frac{\sin x}{1+\cos^2x}\left(1+\cos^2x\right)dx$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$y\left(1+\cos^2x\right)=\int\sin x\,dx=-\cos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$y\left(1+\cos^2x\right)+\cos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$y=\frac{1-\cos x}{1+\cos^2x}$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$y\left(\frac\pi2\right)=\frac{1-0}{1+0}=1$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the product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the product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$(1+\cos^2x)f'-f\sin2x=\frac{d}{dx}\left[f\left(1+\cos^2x\right)\right]$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$\left(1+\cos^2x\right)f'(x)-f(x)\sin2x=\sin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$\frac{d}{dx}\left(1+\cos^2x\right)=-\sin2x$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$\frac{d}{dx}\left[f(x)\left(1+\cos^2x\right)\right]$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$\left[f\left(1+\cos^2x\right)\right]_0^{\pi/2}=\int_0^{\pi/2}\sin x\,dx=1$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$f\left(\frac\pi2\right)\cdot1-f(0)\cdot2=1$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derivative of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integrating factor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value at a point without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satisfies the equation (verified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derivative of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$Af'+A'f=(Af)'$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integrating factor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$\left[Af\right]_a^b=\int_a^bR\,dx$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value at a point without finding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$\frac{d}{dx}\cos^2x=-\sin2x$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$\frac{d}{dx}\sin^2x=\sin2x$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$f=\frac{1-\cos x}{1+\cos^2x}$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satisfies the equation (verified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 yx\right)=\log_e|x|+\frac\alpha2$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$x\cos\left(\frac yx\right)\frac{dy}{dx}=y\cos\left(\frac yx\right)+x$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Homogeneous-type differential equation (substitution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Homogeneous-type differential equation (substitution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$x\,y'-y=x^2\left(\frac yx\right)'$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t\,dt=\frac{dx}{x}$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$x\cos\frac yx\,\frac{dy}{dx}-y\cos\frac yx=x$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yx\left(x\frac{dy}{dx}-y\right)=x$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yx\cdot\frac{x\frac{dy}{dx}-y}{x^2}=\frac1x$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$\frac{dt}{dx}=\frac{x\,y'-y}{x^2}$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t\,\frac{dt}{dx}=\frac1x$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t\,dt=\frac{dx}{x}$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t=\ln|x|+c$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$\sin\frac\pi3=0+c$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yx=\ln|x|+\frac{\sqrt3}{2}$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$\ln|x|+\frac\alpha2$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$\frac\alpha2=\frac{\sqrt3}{2}$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form of the solution is given, so just apply the initial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form of the solution is given, so just apply the initial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$y(1)=\frac\pi3$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stated to be the solution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 yx\right)=\ln|x|+\frac\alpha2$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stated to be the solution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$\sin\frac\pi3=\ln1+\frac\alpha2$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$\frac{\sqrt3}{2}=\frac\alpha2$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(Consistency: differentiating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given equation,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(Consistency: 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t=\ln|x|+\frac\alpha2$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t\,t'=\frac1x$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given equation,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spotting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separable.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solution form with an unknown constant is given, substitute the initial condition directly - no need to solve.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$x\,y'-y=x^2\,\frac{d}{dx}\left(\frac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spotting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$f\!\left(\frac yx\right)(xy'-y)=g(x)$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$f(t)\,dt=\frac{g(x)}{x^2}dx$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separable.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solution form with an unknown constant is given, substitute the initial condition directly - no need to solve.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$\sin\frac\pi3=\frac{\sqrt3}{2}$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$c=\frac\alpha2=\frac{\sqrt3}{2}$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2.30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60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Integral Calculus 06 Questions 101–120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2.30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