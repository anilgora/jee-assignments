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3.0</c:v>
                </c:pt>
                <c:pt idx="1">
                  <c:v>2.0</c:v>
                </c:pt>
                <c:pt idx="2">
                  <c:v>2.0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3.0</c:v>
                </c:pt>
                <c:pt idx="7">
                  <c:v>3.0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1.0</c:v>
                </c:pt>
                <c:pt idx="12">
                  <c:v>2.0</c:v>
                </c:pt>
                <c:pt idx="13">
                  <c:v>2.0</c:v>
                </c:pt>
                <c:pt idx="14">
                  <c:v>1.0</c:v>
                </c:pt>
                <c:pt idx="15">
                  <c:v>1.0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Statement defect: the printed question says only '$a_1=b_1$' (value missing); the PDF's working, and the original JEE Main question, use $a_1=b_1=1$ - stated in the first bullet. The PDF's step labels are garbled ('(A)-(2)', '(B)-(4)', should be (A)-(B) and (C)-(D)), and it states $a_9=37$, $b_{10}=130$ (shown only as $37/2$, $130/2^2$) without computing them; the values are supplied. Answer 461 unchanged and confirmed by direct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Algebra 05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Progressions, Determinants and Linear Systems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numerical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$a_n=a_{n-1}+(n-1)$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$b_n=b_{n-1}+a_{n-1}$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$\forall\, 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$S=\sum_{n=1}^{10}\frac{b_n}{2^n}$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$T=\sum_{n=1}^{8}\frac{n}{2^{n-1}}$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$2^7(2S-T)$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 and recurrence relations, Arithmetico-geometric series summation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since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series turns into one 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repeating it brings 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 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$b_{n+1}-b_n=a_n$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series turns into one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repeating it brings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printed statement omits the value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working (and the original JEE Main question) uses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...(A)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...(D), because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printed statement omits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working (and the original JEE Main question)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$a_1=b_1=1$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$a_n-a_{n-1}=n-1$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$b_n-b_{n-1}=a_{n-1}$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$S=\frac{b_1}{2}+\frac{b_2}{2^2}+\ldots+\frac{b_{10}}{2^{10}}$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...(A)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S2=\frac{b_1}{2^2}+\frac{b_2}{2^3}+\ldots+\frac{b_{10}}{2^{11}}$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S2=\frac{b_1}{2}+\frac{a_1}{2^2}+\frac{a_2}{2^3}+\ldots+\frac{a_9}{2^{10}}-\frac{b_{10}}{2^{11}}$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...(D),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$b_{n+1}-b_n=a_n$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(D)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(D)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$S=b_1+\frac{a_1}{2}+\frac{a_2}{2^2}+\ldots+\frac{a_9}{2^{9}}-\frac{b_{10}}{2^{10}}$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S2=\frac{b_1}{2}+\frac{a_1}{2}+\frac{a_2-a_1}{2^2}+\ldots+\frac{a_9-a_8}{2^{9}}-\frac{a_9}{2^{10}}-\frac{b_{10}}{2^{11}}$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$a_k-a_{k-1}=k-1$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$a_1=b_1=1$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S2=\frac12+\frac12+\frac1{2^2}+\frac2{2^3}+\ldots+\frac8{2^9}-\frac{a_9}{2^{10}}-\frac{b_{10}}{2^{11}}$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S2=1+\frac14\left(\frac11+\frac22+\ldots+\frac8{2^7}\right)-\frac{a_9}{2^{10}}-\frac{b_{10}}{2^{11}}=1+\frac T4-\frac{a_9}{2^{10}}-\frac{b_{10}}{2^{11}}$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$2S=4+T-\frac{a_9}{2^{8}}-\frac{b_{10}}{2^{9}}$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$2S-T=4-\frac{a_9}{2^8}-\frac{b_{10}}{2^9}$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$2^7(2S-T)=2^9-\frac{a_9}{2}-\frac{b_{10}}{4}$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$a_n=1,2,4,7,11,16,22,29,37$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$a_9=37$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$b_n=1,2,4,8,15,26,42,64,93,130$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$b_{10}=130$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$2^7(2S-T)=512-\frac{37}{2}-\frac{130}{4}=512-18.5-32.5=461$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461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$461$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recurrences in closed form,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sums split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recurrences in closed form,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$a_n=1+\binom n2$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$b_n=n+\binom n3$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sums split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n/2^n$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$\sum\binom n3/2^n$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(hockey stick).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in the recurrence.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$a_n=1+\sum_{k=1}^{n-1}k=1+\binom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$b_n=1+\sum_{k=1}^{n-1}a_k=1+(n-1)+\sum_{k=1}^{n-1}\binom k2=n+\binom 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(hockey stick).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$b_4=4+4=8$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$b_{10}=10+120=130$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in the recurrence.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$T=\sum_{n=1}^{8}\frac{n}{2^{n-1}}=2\sum_{n=1}^{8}\frac{n}{2^n}$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$2S=2\sum_{n=1}^{10}\frac n{2^n}+2\sum_{n=1}^{10}\frac{\binom n3}{2^n}$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the common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no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d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461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$2S-T=2\left(\frac{9}{2^9}+\frac{10}{2^{10}}\right)+2\sum_{n=3}^{10}\frac{\binom n3}{2^n}=\frac{7}{128}+2\sum_{n=3}^{10}\frac{\binom n3}{2^n}$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the common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$\sum_{n=3}^{10}\frac{\binom n3}{2^n}=\frac{128+256+320+320+280+224+168+120}{1024}=\frac{1816}{1024}=\frac{227}{128}$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$2S-T=\frac{7}{128}+\frac{454}{128}=\frac{461}{128}$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$2^7(2S-T)=461$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461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$461$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one degree higher; in the binomial basis, partial sums just raise the lower index: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recurrence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appears; repeat until the coefficients become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$b_n-b_{n-1}=a_{n-1}$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polynomial one degree higher; in the binomial basis, partial sums just raise the lower index: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$\sum_{k&lt;n}\binom k2=\binom n3$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$\sum\frac{b_n}{2^n}$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recurrence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$S-\frac 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$b_n-b_{n-1}$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appears; repeat until the coefficients become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$\sum_{n=1}^{N}\frac{n}{2^n}=2-\frac{N+2}{2^N}$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$\frac12+\frac24+\frac38=\frac{11}{8}=2-\frac58$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A.P.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$a_1,a_2,\ldots,a_n$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A.P.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$a_5=2a_7$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$12\left(\frac{1}{\sqrt{a_{10}}+\sqrt{a_{11}}}+\frac{1}{\sqrt{a_{11}}+\sqrt{a_{12}}}+\ldots+\frac{1}{\sqrt{a_{17}}+\sqrt{a_{18}}}\right)$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 progression, Rationalisation and telescoping sum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each term: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each term: with common difference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$\frac{1}{\sqrt{a_k}+\sqrt{a_{k+1}}}=\frac{\sqrt{a_{k+1}}-\sqrt{a_k}}{d}$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first term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first term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$a_5=2a_7\Rightarrow a+4d=2(a+6d)\Rightarrow a+8d=0$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$a_{11}=18\Rightarrow a+10d=18$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$2d=18$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$a_{10}=a+9d=-72+81=9$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Rationalising each term,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rad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rad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18</m:t>
                                    </m:r>
                                  </m:sub>
                                </m:sSub>
                              </m:e>
                            </m:rad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$a_{18}=a+17d=-72+153=81$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Rationalising each term,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$12\left[\frac{\sqrt{a_{10}}-\sqrt{a_{11}}}{-d}+\frac{\sqrt{a_{11}}-\sqrt{a_{12}}}{-d}+\ldots+\frac{\sqrt{a_{17}}-\sqrt{a_{18}}}{-d}\right]$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$12\cdot\frac{\sqrt{a_{10}}-\sqrt{a_{18}}}{-d}=12\cdot\frac{3-9}{-9}$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$=12\times\frac69=8$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zero of the A.P.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an A.P.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$a_5=2a_7$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zero of the A.P.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$a_n=d(n-9)$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$\sum_{k=1}^{m-1}\frac{1}{\sqrt{a_k}+\sqrt{a_{k+1}}}=\frac{m-1}{\sqrt{a_1}+\sqrt{a_m}}$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an A.P.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terms of an A.P.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$a_5-2a_7=-(a+8d)=0$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$a_n=d(n-9)$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$a_{11}=2d=18$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$a_{18}=9\cdot9=81$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terms of an A.P.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$\sum_{k=1}^{m-1}\frac1{\sqrt{a_k}+\sqrt{a_{k+1}}}=\frac{1}{d}\left(\sqrt{a_m}-\sqrt{a_1}\right)=\frac{m-1}{\sqrt{a_1}+\sqrt{a_m}}$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$a_m-a_1=(m-1)d$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terms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number,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$a_{10},\ldots,a_{18}$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number,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$m-1=8$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$=\frac{8}{\sqrt{9}+\sqrt{81}}=\frac{8}{12}$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$12\cdot\frac{8}{12}=8$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A.P. of positive terms: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an A.P., the term with index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zero.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sum has terms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constant, rationalise: each term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telescopes.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A.P. of positive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$\sum_{k=1}^{m-1}\frac{1}{\sqrt{a_k}+\sqrt{a_{k+1}}}=\frac{m-1}{\sqrt{a_1}+\sqrt{a_m}}$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$\frac1{1+\sqrt2}+\frac1{\sqrt2+\sqrt3}+\frac1{\sqrt3+2}=2-1=1=\frac{3}{1+2}$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$a_p=\lambda a_q$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an A.P., the term with index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$\frac{\lambda q-p}{\lambda-1}$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zero.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$\frac{2\cdot7-5}{2-1}=9$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$a_n=d(n-9)$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sum has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$\frac1{\sqrt{x}+\sqrt{y}}$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constant, rationalise: each term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 y-\sqrt x}{y-x}$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telescopes.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4-digit numbers that are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either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4-digit numbers that are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either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multiples: inclusion-exclusion (divisibility), Arithmetic progression terms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–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2799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subtract the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counted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multiples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$1000$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–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$2799$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subtract the multiples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counted twice.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numbers lie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neither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adds nothing).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2799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254.45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neither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adds nothing).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$1002+(n-1)3=2799\Rightarrow n=600$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$\left[\frac{2799}{11}\right]=[254.45]=254$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$\left[\frac{999}{11}\right]=[90.8]=90$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$254-90=164$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2799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84.8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999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30.3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$\left[\frac{2799}{33}\right]=[84.8]=84$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$\left[\frac{999}{33}\right]=[30.3]=30$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$84-30=54$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$n(3)+n(11)-n(33)=600+164-54=710$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Periodicity 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every block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consecutive integers contains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numbers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Periodicity mod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every block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consecutive integers contains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$11+3-1=13$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numbers divisible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integers there are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qualifying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blocks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integers there are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$11+3-1=13$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qualifying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$=54\times33+18$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blocks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$54\times13=702$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Remaining numbers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2782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2787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2799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them);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2783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2794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none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outside).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Remaining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$2782$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–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$2784,2787,\ldots,2799$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them);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$2783,2794$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none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outside).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$=702+6+2=710$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⌊"/>
                        <m:sepChr m:val=""/>
                        <m:endChr m:val="⌋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multiples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density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integers contain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the stated endpoint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separately: it is included by '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but fails the divisibility condition.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$\left\lfloor\frac Bm\right\rfloor-\left\lfloor\frac{A-1}m\right\rfloor$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multiples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$[1000,2799]$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$933-333=600$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density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$\frac1m+\frac1n-\frac1{mn}$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integers contain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test the stated endpoint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separately: it is included by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but fails the divisibility condition.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$1^2-2\cdot3^2+3\cdot5^2-4\cdot7^2+5\cdot9^2-\ldots+15\cdot29^2$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Summation of series (sum of squares and cubes of natural numbers), Alternating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odd-placed and even-placed terms: they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both polynomial sums.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Separate odd-placed and even-placed terms: they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$\sum(2n-1)(4n-3)^2$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2n(4n-1)^2$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both polynomial sums.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odd-placed and the even-placed terms: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odd-placed terms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even-placed terms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$(-1)^{n+1}n(2n-1)^2$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$n=1,\ldots,15$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 the odd-placed and the even-placed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$S=\left(1\cdot1^2+3\cdot5^2+\ldots+15\cdot29^2\right)-\left(2\cdot3^2+4\cdot7^2+\ldots+14\cdot27^2\right)$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odd-placed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$(2n-1)(4n-3)^2$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$n=1,\ldots,8$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even-placed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$(2n)(4n-1)^2$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$n=1,\ldots,7$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$S=\sum_{n=1}^{8}(2n-1)(4n-3)^2-\sum_{n=1}^{7}(2n)(4n-1)^2$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the summation formulas, the first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29856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22904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29856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22904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Applying the summation formulas, the first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$29856$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$22904$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$S=29856-22904=6952$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6952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$6952$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each odd-placed term with the even-placed term after it: the cubic parts cancel, leaving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each odd-placed term with the even-placed term after it: the cubic parts cancel, leaving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keep the last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$(2m-1)(4m-3)^2-2m(4m-1)^2$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$m=1,\ldots,7$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keep the last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$15\cdot29^2$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$(2m-1)(16m^2-24m+9)=32m^3-64m^2+42m-9$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$2m(16m^2-8m+1)=32m^3-16m^2+2m$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$-48m^2+40m-9$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cancel).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last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$\sum_{m=1}^{7}(-48m^2+40m-9)=-48(140)+40(28)-9(7)=-6720+1120-63=-5663$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last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$15\cdot29^2=12615$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$=12615-5663=6952$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6952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$6952$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alternating series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pairing consecutive terms gives a polynomial of degree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heavy top-degree sums disappear.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sums: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odd number of terms means one term is left unpaired: count it separately (here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term).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alternating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$\sum(-1)^{n+1}f(n)$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pairing consecutive terms gives a polynomial of degree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heavy top-degree sums disappear.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sums: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m=\frac{N(N+1)}2$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m^2=\frac{N(N+1)(2N+1)}6$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m^3=\left[\frac{N(N+1)}2\right]^2$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odd number of terms means one term is left unpaired: count it separately (here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 term).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real numbers such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an arithmetic progression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 geometric progression.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$0&lt;z&lt;y&lt;x$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real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$\frac1x,\frac1y,\frac1z$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an arithmetic progression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$x,\sqrt2y,z$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 geometric progression.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$xy+yz+zx=\frac{3}{\sqrt2}xyz$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$3(x+y+z)^2$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Arithmetic, geometric and harmonic progressions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A.P. condition then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$xy+yz+zx=\frac3{\sqrt2}xyz$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$\frac1x+\frac1y+\frac1z=\frac3{\sqrt2}$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A.P. condition then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A.P.: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the given relation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 and (iii):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...(iv).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$\frac1x,\frac1y,\frac1z$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$\frac2y=\frac1x+\frac1z$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$x,\sqrt2y,z$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$\left(\sqrt2y\right)^2=xz\Rightarrow2y^2=xz$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 the given relation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$\frac1x+\frac1y+\frac1z=\frac3{\sqrt2}$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 and (iii):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$\frac3y=\frac{3}{\sqrt2}$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...(iv).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 and (iv):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(v)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(ii) and (iv):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$xz=2\cdot2=4$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...(v).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$\frac{x+z}{xz}=\frac2y=\sqrt2$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with (v)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$x+z=4\sqrt2$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$3(x+y+z)^2=3\left(\sqrt2+4\sqrt2\right)^2=3\cdot50=150$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$150$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reciprocals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sum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G.P. condition; this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reciprocals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$p-d,\,p,\,p+d$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off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sum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G.P. condition; this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explicitly.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(A.P.).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 condition: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$\frac1x=p-e$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$\frac1y=p$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$\frac1z=p+e$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(A.P.).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$\frac1x+\frac1y+\frac1z=3p=\frac3{\sqrt2}$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G.P.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$xz=2y^2=4$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$\frac1{p^2-e^2}=4$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$p^2-e^2=\frac14$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$e^2=\frac12-\frac14=\frac14$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$x&gt;y&gt;z$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$\frac1x&lt;\frac1y&lt;\frac1z$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$\frac1x=\frac1{\sqrt2}-\frac12$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$x=2+2\sqrt2$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$\frac1z=\frac1{\sqrt2}+\frac12$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$z=2\sqrt2-2$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0.83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4.83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$0&lt;z\approx0.83&lt;y\approx1.41&lt;x\approx4.83$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$xz=(2\sqrt2)^2-4=4$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$x+y+z=(2+2\sqrt2)+\sqrt2+(2\sqrt2-2)=5\sqrt2$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$3(x+y+z)^2=3\cdot50=150$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$150$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are in H.P. exactly when their reciprocals are in A.P.; the middle one is then the harmonic mean,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three numbers in A.P. have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middle one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the reciprocals sum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way to link such a condition to an A.P. of reciprocals.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numbers are in H.P. exactly when their reciprocals are in A.P.; the middle one is then the harmonic mean,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$y=\frac{2xz}{x+z}$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three numbers in A.P. have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middle one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the reciprocals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$\frac1y=\frac1{\sqrt2}$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$xy+yz+zx=xyz\left(\frac1x+\frac1y+\frac1z\right)$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way to link such a condition to an A.P. of reciprocals.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an arithmetico-geometric progression. If the common ratio of the corresponding geometric progression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arithmetico-geometric progression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89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$a_1,a_2,2,a_3,a_4$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an arithmetico-geometric progression. If the common ratio of the corresponding geometric progression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the arithmetico-geometric progression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98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Arithmetico-geometric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five terms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middle term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the five terms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$\frac{a-2d}{4},\frac{a-d}{2},a,2(a+d),4(a+2d)$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middle term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A.P.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G.P.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terms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middle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$a-2d,a-d,a,a+d,a+2d$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G.P.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$\frac14,\frac12,1,2,4$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$\frac{a-2d}{4},\frac{a-d}{2},a,2(a+d),4(a+2d)$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middle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$\left(\frac14+\frac12+1+6\right)\times2+(-1+2+8)d=\frac{49}{2}$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$a\left(\frac14+\frac12+1+2+4\right)+d\left(-\frac12-\frac12+0+2+8\right)$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$2\left(\frac34+7\right)+9d=\frac{49}2$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$\frac{62}{4}+9d=\frac{49}{2}$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$9d=\frac{49}2-\frac{62}4=\frac{98-62}{4}=9$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$a_4=4(a+2d)=4(2+2)=16$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the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$0,\frac12,2,6,16$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$\frac{49}2$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method for an A.G.P.: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pure G.P., so the sum collapses to a G.P. sum plus end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$S-rS$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method for an A.G.P.: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$t_k-2t_{k-1}=q\,2^k$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pure G.P., so the sum collapses to a G.P. sum plus end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Index the terms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pure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Index the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$t_k=2^k(2+qk)$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$k=-2,\ldots,2$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$\Sigma=\sum_{k=-2}^{2}t_k=\frac{49}{2}$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$t_k-2t_{k-1}=2^k(2+qk)-2^k(2+q(k-1))=q\,2^k$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pure 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$\Sigma-2\Sigma=t_{-2}+\sum_{k=-1}^{2}\left(t_k-2t_{k-1}\right)-2t_2$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$-\Sigma=t_{-2}-2t_2+q\left(\frac12+1+2+4\right)$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$t_{-2}=\frac{2-2q}{4}$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$t_2=4(2+2q)$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$-\Sigma=\frac12-\frac q2-16-16q+\frac{15q}2=-\frac{31}{2}-9q$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$\Sigma=\frac{31}2+9q=\frac{49}2\Rightarrow 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$a_4=t_2=4(2+2)=16$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pure G.P. This is the reason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trick works for every A.G.P.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label an A.G.P. symmetrically about a given middle term,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A.P. part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G.P. part; the known middle term then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$t_k=(A+kD)r^k$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$t_k-r\,t_{k-1}=D\,r^k$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pure G.P. This is the reason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$S-rS$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trick works for every A.G.P.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$\sum_{k=0}^{\infty}(A+kD)r^k=\frac A{1-r}+\frac{Dr}{(1-r)^2}$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$A=D=1$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$2+2=4=\sum\frac{k+1}{2^k}$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label an A.G.P. symmetrically about a given middle term,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$a-2d,\ldots,a+2d$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A.P. part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$r^{-2},\ldots,r^{2}$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G.P. part; the known middle term then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the sum of the series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if the sum of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$1+\frac4k+\frac8{k^2}+\frac{13}{k^3}+\frac{19}{k^4}+\ldots$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Arithmetico-geometric series (method of differences), Sum to infinity of a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numerators have differences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subtract the series multiplied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 to reduce it to a G.P.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numerators have differences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$4,5,6,\ldots$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subtract the series multiplied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 to reduce it to a G.P.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again: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$10=1+\frac4k+\frac8{k^2}+\frac{13}{k^3}+\frac{19}{k^4}+\ldots\infty$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$9=\frac4k+\frac8{k^2}+\frac{13}{k^3}+\frac{19}{k^4}+\ldots\infty$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$\frac9k=\frac4{k^2}+\frac8{k^3}+\frac{13}{k^4}+\ldots\infty$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$S=9\left(1-\frac1k\right)=\frac4k+\frac4{k^2}+\frac5{k^3}+\frac6{k^4}+\ldots\infty$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Sk=\frac4{k^2}+\frac4{k^3}+\frac5{k^4}+\ldots\infty$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$\left(1-\frac1k\right)S=\frac4k+\frac1{k^3}+\frac1{k^4}+\frac1{k^5}+\ldots\infty$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tail is a G.P.: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Uniqueness: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natural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tail is a G.P.: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$9\left(1-\frac1k\right)^2=\frac4k+\frac{\frac1{k^3}}{1-\frac1k}$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$k^2(k-1)$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$9(k-1)^3=4k(k-1)+1$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$9=8+1$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Uniqueness: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$(2k-1)^2=4k(k-1)+1$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$\frac{(2k-1)^2}{(k-1)^3}$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only natural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general term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(second differences constant), so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closed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general term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(second differences constant), so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nx^n$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n^2x^n$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closed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first differences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second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Simplifying, the sum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$4,8,13,19$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first differences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second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$t_n=\frac{n^2+5n+2}{2}$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$t_4=19$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$x=\frac1k&lt;1$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$\sum_{n\ge1}t_nx^n=\frac12\left[\frac{x(1+x)}{(1-x)^3}+5\frac{x}{(1-x)^2}+2\frac{x}{1-x}\right]$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Simplifying, the sum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$\frac{(2k-1)^2}{(k-1)^3}$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series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equation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answer; direct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1.1875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series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$1+\frac{(2k-1)^2}{(k-1)^3}=10$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$(2k-1)^2=9(k-1)^3$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equation as before.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$\frac{9}{1}=9$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answer; direct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$1+2+2+1.625+1.1875+\ldots\to10$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differences of the terms form an A.P. (second differences constant), the general term is quadratic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rational function with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differences of the terms form an A.P. (second differences constant), the general term is quadratic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t_nx^n$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rational function with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$\sum_{n\ge1}nx^n=\frac{x}{(1-x)^2}$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$\sum_{n\ge1}n^2x^n=\frac{x(1+x)}{(1-x)^3}$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$\sum_{n\ge1}\frac{n^2+5n+2}{2k^n}=\frac{(2k-1)^2}{(k-1)^3}$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series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co-prime,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sum of the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$\left(\frac12-\frac13\right)+\left(\frac1{2^2}-\frac1{2\cdot3}+\frac1{3^2}\right)+\left(\frac1{2^3}-\frac1{2^2\cdot3}+\frac1{2\cdot3^2}-\frac1{3^3}\right)+\left(\frac1{2^4}-\frac1{2^3\cdot3}+\frac1{2^2\cdot3^2}-\frac1{2\cdot3^3}+\frac1{3^4}\right)+\ldots$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co-prime,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$\alpha+3\beta$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57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to infinity of a G.P. and regrouping series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bracket is a G.P. with ratio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multiplying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every bracket to two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bracket is a G.P. with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multiplying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$\frac12+\frac13$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every bracket to two terms.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bracket is a G.P.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 it to two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$P=\left(\frac12-\frac13\right)+\left(\frac1{2^2}-\frac1{2\cdot3}+\frac1{3^2}\right)+\left(\frac1{2^3}-\frac1{2^2\cdot3}+\frac1{2\cdot3^2}-\frac1{3^3}\right)+\ldots$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bracket is a G.P.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$\left(\frac12+\frac13\right)$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telescopes it to two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$P\left(\frac12+\frac13\right)=\left(\frac1{2^2}-\frac1{3^2}\right)+\left(\frac1{2^3}+\frac1{3^3}\right)+\left(\frac1{2^4}-\frac1{3^4}\right)+\ldots$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into two infinite G.P.s: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(co-prime).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into two infinite G.P.s: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$\frac{5P}{6}=\frac{\frac14}{1-\frac12}-\frac{\frac19}{1+\frac13}$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$\frac{5P}6=\frac12-\frac1{12}=\frac5{12}$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$P=\frac12=\frac\alpha\beta$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(co-prime).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$\alpha+3\beta=1+6=7$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bracket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complete homogeneous sum,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bracket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$h_m\left(\frac12,-\frac13\right)$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complete homogeneous sum,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$\sum_{m\ge0}h_m(u,v)=\frac1{(1-u)(1-v)}$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bracket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p>
                          </m:e>
                        </m:nary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nary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p>
                          </m:e>
                        </m:nary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of two absolutely convergent G.P.s).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$\sum_{j=0}^{m}u^{m-j}v^{j}$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$\sum_{m\ge0}\sum_{j=0}^{m}u^{m-j}v^j=\left(\sum_{i\ge0}u^i\right)\left(\sum_{j\ge0}v^j\right)=\frac1{(1-u)(1-v)}$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(product of two absolutely convergent G.P.s).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$\frac1{\left(1-\frac12\right)\left(1+\frac13\right)}=\frac1{\frac12\cdot\frac43}=\frac32$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in the series: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bracket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just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in the series: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$P=\frac32-1=\frac12$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$\frac\alpha\beta=\frac12$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$\alpha+3\beta=7$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p>
                        </m:sSup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multiplying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collapses such a bracket.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Grouped series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p>
                          </m:e>
                        </m:nary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Cauchy product of two G.P.s; its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whether the first bracket matches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pattern;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absent.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$\sum_{j=0}^{m}u^{m-j}v^j=\frac{u^{m+1}-v^{m+1}}{u-v}$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$u\ne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multiplying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$(u-v)$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collapses such a bracket.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Grouped series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$\sum_m\sum_{j\le m}u^{m-j}v^j$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Cauchy product of two G.P.s; its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$\frac1{(1-u)(1-v)}$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$|u|,|v|&lt;1$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$u=v=\frac12$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$4=\sum(m+1)/2^m$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whether the first bracket matches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pattern;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absent.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Q09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(assumed: no marks printed in the paper)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for single-correct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a non-trivial solution,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three   (B) four   (C) two   (D) one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$x+3y+7z=0$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$-x+4y+7z=0$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$(\sin3\theta)x+(\cos2\theta)y+2z=0$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a non-trivial solution,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three   (B) four   (C) two   (D) one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linear system: non-trivial solution and determinant, Trigonometric equations (multiple angles)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homogeneous system has a non-trivial solution iff its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here it reduces to a cubic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homogeneous system has a non-trivial solution iff its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here it reduces to a cubic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non-trivial solution the determinant of coefficients must vanish: \left|\begin{matrix}1 &amp; 3 &amp; 7\\-1 &amp; 4 &amp; 7\\\sin3\theta &amp; \cos2\theta &amp; 2\end{matrix}\right|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non-trivial solution the determinant of coefficients must vanish: \left|\begin{matrix}1 &amp; 3 &amp; 7\\-1 &amp; 4 &amp; 7\\\sin3\theta &amp; \cos2\theta &amp; 2\end{matrix}\right|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third row: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third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$\sin3\theta(21-28)-\cos2\theta(7+7)+2(4+3)=0$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$-7\sin3\theta-14\cos2\theta+14=0$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$\sin3\theta=3\sin\theta-4\sin^3\theta$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$\cos2\theta=1-2\sin^2\theta$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$-\left[3\sin\theta-4\sin^3\theta\right]-2\left(1-2\sin^2\theta\right)+2=0$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$4\sin^3\theta+4\sin^2\theta-3\sin\theta=0$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$\sin\theta\left[4\sin^2\theta+6\sin\theta-2\sin\theta-3\right]=0$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$2\sin\theta(2\sin\theta+3)-(2\sin\theta+3)=0$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$(2\sin\theta-1)(2\sin\theta+3)=0$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values,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$\theta=\frac\pi6,\frac{5\pi}6$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values,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two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first two equations (a line through the origin) and substitute that direction into the third equation;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first two equations (a line through the origin) and substitute that direction into the third equation; no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determinant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1 and 2 give a line: their cross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of the whole system must be on this line, so the third equation must hold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1 and 2 give a line: their cross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$(1,3,7)\times(-1,4,7)=(-7,-14,7)$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$(x,y,z)\propto(1,2,-1)$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$1+6-7=0$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$-1+8-7=0$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of the whole system must be on this line, so the third equation must hold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$\sin3\theta+2\cos2\theta-2=0$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$3s-4s^3+2(1-2s^2)-2=0\Rightarrow-4s^3-4s^2+3s=0\Rightarrow-s(2s-1)(2s+3)=0$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values,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$\theta=\frac\pi6,\frac{5\pi}6$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values,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two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homogeneous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the rank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solutions form a line along the cross product of any two independent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mixed multiple-angle equations into a polynomial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two angles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homogeneous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$A\mathbf x=\mathbf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the rank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solutions form a line along the cross product of any two independent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$\sin3\theta=3\sin\theta-4\sin^3\theta$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$\cos2\theta=1-2\sin^2\theta$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 mixed multiple-angle equations into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$0&lt;c&lt;1$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exactly two angles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one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none.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90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G.P.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set of natural numbers) for which \left|\begin{matrix}\log_e a_1^ra_2^k &amp; \log_e a_2^ra_3^k &amp; \log_e a_3^ra_4^k\\\log_e a_4^ra_5^k &amp; \log_e a_5^ra_6^k &amp; \log_e a_6^ra_7^k\\\log_e a_7^ra_8^k &amp; \log_e a_8^ra_9^k &amp; \log_e a_9^ra_{10}^k\end{matrix}\right|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Infinitely many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90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$a_1,a_2,a_3,\ldots,a_{10}$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in G.P.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$i=1,2,\ldots,10$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set of natural numbers) for which \left|\begin{matrix}\log_e a_1^ra_2^k &amp; \log_e a_2^ra_3^k &amp; \log_e a_3^ra_4^k\\\log_e a_4^ra_5^k &amp; \log_e a_5^ra_6^k &amp; \log_e a_6^ra_7^k\\\log_e a_7^ra_8^k &amp; \log_e a_8^ra_9^k &amp; \log_e a_9^ra_{10}^k\end{matrix}\right|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elements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Infinitely many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Geometric progression and logarithms, Properties of determinants (column operations)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Logarithms turn a G.P. into an A.P., so two columns of the determinant become equal after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for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Logarithms turn a G.P. into an A.P., so two columns of the determinant become equal after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$C_1\to C_1-C_2$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$C_2\to C_2-C_3$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$(r,k)$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$a_1,a_2,\ldots,a_{10}$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G.P.,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a_1,\ln a_2,\ldots,\ln a_{10}$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entry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b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determinant is \left|\begin{matrix}r\ln a_1+k\ln a_2 &amp; r\ln a_2+k\ln a_3 &amp; r\ln a_3+k\ln a_4\\r\ln a_4+k\ln a_5 &amp; r\ln a_5+k\ln a_6 &amp; r\ln a_6+k\ln a_7\\r\ln a_7+k\ln a_8 &amp; r\ln a_8+k\ln a_9 &amp; r\ln a_9+k\ln a_{10}\end{matrix}\right|.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(common difference). Every entry of the new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new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entry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$\log_ea_i^ra_{i+1}^k=r\ln a_i+k\ln a_{i+1}$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determinant is \left|\begin{matrix}r\ln a_1+k\ln a_2 &amp; r\ln a_2+k\ln a_3 &amp; r\ln a_3+k\ln a_4\\r\ln a_4+k\ln a_5 &amp; r\ln a_5+k\ln a_6 &amp; r\ln a_6+k\ln a_7\\r\ln a_7+k\ln a_8 &amp; r\ln a_8+k\ln a_9 &amp; r\ln a_9+k\ln a_{10}\end{matrix}\right|.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C_1-C_2$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a_{i+1}-\ln a_i=m$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(common difference). Every entry of the new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new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$-(r+k)m$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all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elements,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$C_1=C_2$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all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infinitely many elements,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Infinitely many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entries are linear in their position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matrix is (function of row)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(function of column), which has rank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entries are linear in their position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matrix is (function of row)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(function of column), which has rank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entry holding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column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position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entry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a_n=L+(n-1)m$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entry holding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$a_na_{n+1}$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$r\ln a_n+k\ln a_{n+1}=\alpha+\beta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$\alpha=(r+k)(L-m)+km$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$\beta=(r+k)m$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column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position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$n=3(i-1)+j$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entry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$\alpha+3\beta(i-1)+\beta j=u_i+v_j$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with entries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sum of two rank-one matrices: rank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infinite,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matrix with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$u_i+v_j$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u\mathbf 1^{T}+\mathbf 1\mathbf v^{T}$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sum of two rank-one matrices: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$\le2&lt;3$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infinite,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Infinitely many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G.P. of positive terms is an A.P.;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whose entries are consecutive terms of an A.P. (read row by row)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More generally, any determinant whose entries have the form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are linear in the row and column index) vanishes for order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the matrix has rank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entries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G.P. of positive terms is an A.P.;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 whose entries are consecutive terms of an A.P. (read row by row)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More generally, any determinant whose entries have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$u_i+v_j$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are linear in the row and column index) vanishes for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the matrix has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$a_n=2^{n}$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$3,5,7;9,11,13;15,17,19$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\left|\begin{matrix}a-b-c &amp; 2a &amp; 2a\\2b &amp; b-c-a &amp; 2b\\2c &amp; 2c &amp; c-a-b\end{matrix}\right|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\left|\begin{matrix}a-b-c &amp; 2a &amp; 2a\\2b &amp; b-c-a &amp; 2b\\2c &amp; 2c &amp; c-a-b\end{matrix}\right|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$=(a+b+c)(x+a+b+c)^2$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$-(a+b+c)$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$-2(a+b+c)$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$2(a+b+c)$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 (row and column operations)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all rows into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common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two column differences expose the determinant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Add all rows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a common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$(a+b+c)$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two column differences expose the determinant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$(a+b+c)^3$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entry of the new first row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$s=a+b+c$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R_1+R_2+R_3$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every entry of the new first 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$s\left|\begin{matrix}1 &amp; 1 &amp; 1\\2b &amp; b-c-a &amp; 2b\\2c &amp; 2c &amp; c-a-b\end{matrix}\right|$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$C_1\to C_1-C_2$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$C_2\to C_2-C_3$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$s\left|\begin{matrix}0 &amp; 0 &amp; 1\\s &amp; -s &amp; 2b\\0 &amp; s &amp; c-a-b\end{matrix}\right|$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$s\left[1\cdot(s\cdot s-0)\right]=s\cdot s^2=s^3$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$s^3=s(x+s)^2$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$(x+s)^2=s^2$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$x+s=\pm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$x+s=s$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excluded;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$x+s=-s$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$x=-2s=-2(a+b+c)$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$-2(a+b+c)$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matrix determinant lemma gives its determinant in one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matrix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$2\mathbf u\mathbf 1^{T}-sI$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$\mathbf u=(a,b,c)^T$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matrix determinant lemma gives its determinant in one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row 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the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sSup>
                          <m:e>
                            <m:r>
                              <m:rPr>
                                <m:sty m:val="b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b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$2u_i(1,1,1)-s\,\mathbf e_i$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row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$(2a-s,2a,2a)=(a-b-c,2a,2a)$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the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$M=2\mathbf u\mathbf 1^{T}-sI$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M=(-s)^3\det\!\left(I-\frac2s\mathbf u\mathbf 1^{T}\right)=-s^3\left(1-\frac2s\mathbf 1^{T}\mathbf u\right)$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$\det(I+\mathbf p\mathbf q^{T})=1+\mathbf q^{T}\mathbf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1^{T}\mathbf u=a+b+c=s$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M=-s^3(1-2)=s^3$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$s^3=s(x+s)^2\Rightarrow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$x=-2(a+b+c)$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$-2(a+b+c)$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identity: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matrix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diagonal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elsewhere, determinant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determinant lemma: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every column sums to the same quantity, 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extract that common factor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$\left|\begin{matrix}a-b-c&amp;2a&amp;2a\\2b&amp;b-c-a&amp;2b\\2c&amp;2c&amp;c-a-b\end{matrix}\right|=(a+b+c)^3$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matrix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diagonal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elsewhere,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$27=3^3$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Matrix determinant lemma: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$\det(A+\mathbf p\mathbf q^{T})=\det A\,(1+\mathbf q^{T}A^{-1}\mathbf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$n\times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$\det(2\mathbf u\mathbf 1^{T}-sI)=(-1)^{n+1}s^n$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u_i=s$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every column sums to the same quantity, 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R_1+R_2+R_3$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extract that common factor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69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a unique solution,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69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$(1+\alpha)x+\beta y+z=2$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x+(1+\beta)y+z=3$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x+\beta y+2z=2$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a unique solution,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$(1,-3)$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78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System of linear equations: unique solution and determinant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Unique solution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row differences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Unique solution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row differences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$R_1-R_2$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$R_2-R_3$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$\alpha+\beta+2$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unique solution the coefficient determinant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unique solution the coefficient determinant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$\Delta=\left|\begin{matrix}1+\alpha &amp; \beta &amp; 1\\\alpha &amp; 1+\beta &amp; 1\\\alpha &amp; \beta &amp; 2\end{matrix}\right|\neq0$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R_1-R_2$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$R_2\to R_2-R_3$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$\Delta=\left|\begin{matrix}1 &amp; -1 &amp; 0\\0 &amp; 1 &amp; -1\\\alpha &amp; \beta &amp; 2\end{matrix}\right|\neq0$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$1(2+\beta)+1(\alpha)\neq0$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the options (the PDF's working ends at this condition):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the options (the PDF's working ends at this condition):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$(2,4)$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row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a unit vector, so the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b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row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$(\alpha,\beta,1)$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plus a unit vector, so the matrix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$I+\mathbf 1\mathbf w^{T}$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$\det=1+\mathbf w^{T}\mathbf 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coefficient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among the options.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$=(\alpha,\beta,1)+(1,0,0)$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2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$=(\alpha,\beta,1)+(0,1,0)$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row 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$=(\alpha,\beta,1)+(0,0,1)$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coefficient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$I+\mathbf 1\mathbf w^{T}$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w=(\alpha,\beta,1)^T$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1=(1,1,1)^T$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$\det(I+\mathbf 1\mathbf w^{T})=1+\mathbf w^{T}\mathbf 1=1+\alpha+\beta+1=\alpha+\beta+2$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Unique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$\iff\alpha+\beta+2\neq0$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among the options.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$(2,4)$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(rank-one update): a matrix whose rows are one fixed row plus the 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that row).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multiple-choice 'unique solution' questions, find the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once, then test the options: usually all but one make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differences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fastest way to simplify such determinants, because the repeated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parts cancel.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$\det(I+\mathbf p\mathbf q^{T})=1+\mathbf q^{T}\mathbf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(rank-one update): a matrix whose rows are one fixed row plus the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$\det=1+$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(sum of that row).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multiple-choice 'unique solution' questions, find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once, then test the options: usually all but one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$0,8,0,0$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differences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$R_i-R_j$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fastest way to simplify such determinants, because the repeated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parts cancel.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400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inconsistent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Has a unique solution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Has infinitely many solutions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inconsistent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400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$2x+3y+2z=5$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$2x+3y+(a^2-1)z=a+1$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inconsistent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$|a|=\sqrt3$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Has a unique solution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$|a|=\sqrt3$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Has infinitely many solutions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inconsistent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System of linear equations: consistency and nature of solutions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when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equations 2 and 3 have the same left side but different right sides, so the system is inconsistent.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determinant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$a^2-3$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when 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equations 2 and 3 have the same left side but different right sides, so the system is inconsistent.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of coefficients is \left|\begin{matrix}1 &amp; 1 &amp; 1\\2 &amp; 3 &amp; 2\\2 &amp; 3 &amp; a^2-1\end{matrix}\right|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it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critical values).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of coefficients is \left|\begin{matrix}1 &amp; 1 &amp; 1\\2 &amp; 3 &amp; 2\\2 &amp; 3 &amp; a^2-1\end{matrix}\right|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$=a^2-3$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(taking 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critical values).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is true and (B) is false (no unique solution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 is unique; hence (C) and (D)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$\Delta=0\Rightarrow a^2-3=0\Rightarrow|a|=\sqrt3$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$\Delta_x=\left|\begin{matrix}2 &amp; 1 &amp; 1\\5 &amp; 3 &amp; 2\\a+1 &amp; 3 &amp; a^2-1\end{matrix}\right|=4\mp\sqrt3\neq0$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inconsistent.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is true and (B) is false (no unique solution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$\Delta=16-3=13\neq0$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 is unique; hence (C) and (D)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Is inconsistent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Is inconsistent when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$|a|=\sqrt3$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equation 2 from equation 3: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parts cancel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isolated,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decides every option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equation 2 from equation 3: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parts cancel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isolated,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$(a^2-3)z=a-4$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decides every option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impossible, so the system is inconsistent: (A) true, (B)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$(a^2-1-2)z=(a+1)-5$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$(a^2-3)z=a-4$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$0\cdot z=a-4\neq0$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impossible, so the system is inconsistent: (A) true, (B)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solution. So (C) and (D)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unique solution. So (C) and (D)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Is inconsistent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Is inconsistent when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$|a|=\sqrt3$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 solution;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some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 solution;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a rank check (it can still be inconsistent).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equations have identical left sides they are inconsistent unless their right sides agree; subtracting equations that differ in few variables isolates those variables.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parametric systems find the critical parameter values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first, then examine only those cases by elimination.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$\Delta\neq0\Rightarrow$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 solution;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$\Delta_x,\Delta_y,\Delta_z\neq0\Rightarrow$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 solution;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$\Delta_x,\Delta_y,\Delta_z=0$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a rank check (it can still be inconsistent).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equations have identical left sides they are inconsistent unless their right sides agree; subtracting equations that differ in few variables isolates those variables.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parametric systems find the critical parameter values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first, then examine only those cases by elimination.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$2x+3y-z=0$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$x+ky-2z=0$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non-trivial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xy+\frac yz+\frac zx+k$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192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linear system: non-trivial solution, Properties of determinants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any two of the equations give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any two of the equations give the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$x:y:z$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 (the second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doubled).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non-trivial solution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$\Delta=\left|\begin{matrix}2 &amp; 3 &amp; -1\\1 &amp; k &amp; -2\\2 &amp; -1 &amp; 1\end{matrix}\right|=0$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$2(k-2)-3(1+4)-1(-1-2k)=0\Rightarrow4k-18=0$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$2x+3y-z=0$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$2x+9y-4z=0$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...(iii) (the second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doubled).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$4y-2z=0$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(ii):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(ii):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$z=2y=-4x$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xy=-\frac12$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yz=\frac12$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zx=-4$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xy+\frac yz+\frac zx+k=-\frac12+\frac12-4+\frac92=\frac12$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equations 1 and 3 (both numeric) to fix the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first, then substitute it in the equation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equations 1 and 3 (both numeric) to fix the direction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$(x,y,z)$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first, then substitute it in the equation containing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1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non-trivial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1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$4x+2y=0$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$z=2x+3y=2x-6x=-4x$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$(x,y,z)\propto(1,-2,-4)$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non-trivial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$1+k(-2)-2(-4)=0\Rightarrow9-2k=0\Rightarrow k=\frac92$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xy+\frac yz+\frac zx+k=-\frac12+\frac12-4+\frac92=\frac12$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homogeneous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solutions are multiples of one vector, the cross product of two independent rows: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Ratios such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 only on the direction of the solution, so scaling does not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two equations without the unknown parameter to find the direction, then use the third equation to find the parameter: it avoids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homogeneous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system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solutions are multiples of one vector, the cross product of two independent rows: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$(2,3,-1)\times(2,-1,1)=(2,-4,-8)\propto(1,-2,-4)$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xy,\frac yz,\frac zx$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depend only on the direction of the solution, so scaling does not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the two equations without the unknown parameter to find the direction, then use the third equation to find the parameter: it avoids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θ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$\Delta_1=\left|\begin{matrix}x &amp; \sin\theta &amp; \cos\theta\\-\sin\theta &amp; -x &amp; 1\\\cos\theta &amp; 1 &amp; x\end{matrix}\right|$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$\Delta_2=\left|\begin{matrix}x &amp; \sin2\theta &amp; \cos2\theta\\-\sin2\theta &amp; -x &amp; 1\\\cos2\theta &amp; 1 &amp; x\end{matrix}\right|$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$\Delta_1+\Delta_2=-2x^3$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$\Delta_1-\Delta_2=-2x^3$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$\Delta_1+\Delta_2=-2(x^3+x-1)$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$\Delta_1-\Delta_2=x(\cos2\theta-\cos4\theta)$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Evaluation of determinants, Trigonometric identity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Evaluation of determinants, Trigonometric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$\sin^2\theta+\cos^2\theta=1$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form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$-x^3-x+x(\sin^2\theta+\cos^2\theta)=-x^3$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form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$x(-x^2-1)-\sin\theta(-x\sin\theta-\cos\theta)+\cos\theta(-\sin\theta+x\cos\theta)$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$=-x^3-x+x\sin^2\theta+\sin\theta\cos\theta-\cos\theta\sin\theta+x\cos^2\theta$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place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 Also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rules out (B) and (D)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(C) fails because of the extra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$=-x^3-x+x\left(\sin^2\theta+\cos^2\theta\right)=-x^3-x+x=-x^3$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place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$\Delta_2=-x^3$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$\Delta_1+\Delta_2=-2x^3$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$\Delta_1-\Delta_2=0$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rules out (B) and (D)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$\cos2\theta\neq\cos4\theta$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(C) fails because of the extra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$\Delta_1+\Delta_2=-2x^3$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options with numbers: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eliminates (B), (C) and (D)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options with numbers: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$\theta=\frac\pi6$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$\Delta_1=\Delta_2=-8$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eliminates (B), (C) and (D) immediately.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determinant with the pair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 of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result depends only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$\sin2\theta=\frac{\sqrt3}2$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$\cos2\theta=\frac12$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$\cos4\theta=-\frac12$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$\Delta_1=2(-4-1)-\frac12\left(-1-\frac{\sqrt3}2\right)+\frac{\sqrt3}2\left(-\frac12+\sqrt3\right)=-10+\frac12+\frac{\sqrt3}4-\frac{\sqrt3}4+\frac32=-8$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determinant with 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$\left(\frac{\sqrt3}2,\frac12\right)$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$\left(\frac12,\frac{\sqrt3}2\right)$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result depends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$\Delta_2=-8$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true. 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is consistent.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$-16=-2\cdot8$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true.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$0\neq-16$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$-2(8+2-1)=-18\neq-16$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$\Delta_1-\Delta_2=0$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$x(\cos2\theta-\cos4\theta)=2\left(\frac12+\frac12\right)=2$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is consistent.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$\Delta_1+\Delta_2=-2x^3$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depends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Determinants with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 often collapse to a constant via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cancelling cross 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options can be eliminated by one well-chosen numerical case, but a single case may leave a false option standing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option (D) also holds), so use a generic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$\left|\begin{matrix}x&amp;p&amp;q\\-p&amp;-x&amp;1\\q&amp;1&amp;x\end{matrix}\right|=-x^3+x\left(p^2+q^2-1\right)$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depends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$(\sin\phi,\cos\phi)$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Determinants with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$\sin\phi,\cos\phi$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pair often collapse to a constant 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$\sin^2\phi+\cos^2\phi=1$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cancelling cross 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$\sin\phi\cos\phi$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options can be eliminated by one well-chosen numerical case, but a single case may leave a false option standing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option (D) also holds), so use a generic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real roots of the equation \left|\begin{matrix}x &amp; -6 &amp; -1\\2 &amp; -3x &amp; x-3\\-3 &amp; 2x &amp; x+2\end{matrix}\right|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the real roots of the equation \left|\begin{matrix}x &amp; -6 &amp; -1\\2 &amp; -3x &amp; x-3\\-3 &amp; 2x &amp; x+2\end{matrix}\right|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Expansion of determinants, Roots of a polynomial equation (Vieta's relations)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cubic with no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term, whose roots (all real)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$-5(x^3-7x+6)=0$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cubic with no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term, whose roots (all real) sum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bracket: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PDF's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$x\left[(-3x)(x+2)-(x-3)(2x)\right]+6\left[2(x+2)+3(x-3)\right]-\left[2\cdot2x-(-3x)(-3)\right]=0$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bracket: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$-3x^2-6x-2x^2+6x=-5x^2$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$x(-5x^2)$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$6(2x+4+3x-9)=6(5x-5)=30x-30$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PDF's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$-6\left(-3x+9-2x-4\right)$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$-(4x-9x)=5x$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roots are real: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real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𝑐𝑜𝑒𝑓𝑓𝑖𝑐𝑖𝑒𝑛𝑡 𝑜𝑓 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𝑐𝑜𝑒𝑓𝑓𝑖𝑐𝑖𝑒𝑛𝑡 𝑜𝑓 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$-5x^3+30x-30+5x=0$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$x^3-7x+6=0$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$x^3-7x+6=(x-1)(x-2)(x+3)$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all roots are real: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$=-\frac{\text{coefficient of }x^2}{\text{coefficient of }x^3}=\frac01=0$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roots by inspection: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two lines of the determinant become identical (or proportional), so the determinant vanishes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roots by inspection: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$x=1,2,-3$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two lines of the determinant become identical (or proportional), so the determinant vanishes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rows 1 and 2 are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rows 1 and 3 are both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column 3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1,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rows 1 and 2 are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$(2,-6,-1)$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rows 1 and 3 are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$(-3,-6,-1)$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column 3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$(-1,-2,3)^T=-\,$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1,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a cubic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(leading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has exactly the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a cubic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(leading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has exactly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$=1+2-3=0$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determinant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look for values making two rows or two columns equal or proportional; each gives a root without expanding. The degree tells how many roots to find.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roots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there is no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(counting complex roots too).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expanding along the second column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determinant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look for values making two rows or two columns equal or proportional; each gives a root without expanding. The degree tells how many roots to find.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$ax^3+bx^2+cx+d=0$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of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there is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(counting complex roots too).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$\Delta=-5(x-1)(x-2)(x+3)=-5(x^3-7x+6)$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expanding along the second column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$6(4-9)=-30=-5\cdot6$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75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unique solution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no solution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no solution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infinitely many solutions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75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x+2y+2z=5$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$2\lambda x+3y+5z=8$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$4x+\lambda y+6z=10$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unique solution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no solution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no solution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$\lambda=8$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infinitely many solutions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System of linear equations: nature of solutions via determinants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system has no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$D=(\lambda+8)(2-\lambda)$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$D_x=16\neq0$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system has no solution.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unique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$D=\left|\begin{matrix}\lambda &amp; 2 &amp; 2\\2\lambda &amp; 3 &amp; 5\\4 &amp; \lambda &amp; 6\end{matrix}\right|=(\lambda+8)(2-\lambda)$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unique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$\lambda\neq2,-8$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no solution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 and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 is not unique: (A) false.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a unique solution, not 'no solution': (C)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$D_x=\left|\begin{matrix}5 &amp; 2 &amp; 2\\8 &amp; 3 &amp; 5\\10 &amp; 2 &amp; 6\end{matrix}\right|=16\neq0$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no solution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 and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 is not unique: (A) false.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$D=16\cdot(-6)=-96\neq0$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is a unique solution, not 'no solution': (C)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no solution when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no solution when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$\lambda=2$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find the row dependency: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coefficients, but the right-hand sides do not obey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find the row dependency: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$R_2=R_1+\frac12R_3$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coefficients, but the right-hand sides do not obey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 rows are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Yes, so the rank of the coefficient matrix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 rows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$R_1=(2,2,2)$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$R_2=(4,3,5)$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$R_3=(4,2,6)$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$R_2=R_1+\frac12R_3$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$(2,2,2)+(2,1,3)=(4,3,5)$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Yes, so the rank of the coefficient matrix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combination of the right-hand sides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 second equation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Contradiction: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inconsistent, option (B); (D) fails.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combination of the right-hand sides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$5+\frac12\cdot10=10$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 second equation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Contradiction: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system is inconsistent, option (B); (D) fails.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no solution when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no solution when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$\lambda=2$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a dependency among the rows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obeyed by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is inconsistent; if it is obeyed (rank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rank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there are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any one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no solution. (The converse needs a rank check: all zero does not guarantee consistency.)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factorises neatly: test the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$A\mathbf x=\mathbf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a dependency among the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obeyed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is inconsistent; if it is obeyed (rank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rank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$[A|\mathbf 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there are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any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$D_x,D_y,D_z\neq0$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system has no solution. (The converse needs a rank check: all zero does not guarantee consistency.)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$D=-(\lambda-2)(\lambda+8)$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factorises neatly: test the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$\lambda=2,-8$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intersection of the following three planes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is a line in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intersection of the following three planes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$x+4y-2z=1$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$x+7y-5z=\beta$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$x+5y+\alpha z=5$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is a line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Three planes: intersection in a line, System of linear equations (rank and consistency)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planes meet in a line iff the system has infinitely many solutions: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Three planes meet in a line iff the system has infinitely many solutions: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intersection is a line, so the system has infinitely many solutions: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intersection is a line, so the system has infinitely many 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$D=D_x=D_y=D_z=0$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$D=\left|\begin{matrix}1 &amp; 4 &amp; -2\\1 &amp; 7 &amp; -5\\1 &amp; 5 &amp; \alpha\end{matrix}\right|=0$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-column replaced by the constants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again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 check: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 matrix has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does the augmented matrix, so the planes really meet in a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$1(7\alpha+25)-4(\alpha+5)-2(5-7)=0\Rightarrow7\alpha+25-4\alpha-20+4=0$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$3\alpha+9=0\Rightarrow\alpha=-3$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$D_x=\left|\begin{matrix}1 &amp; 4 &amp; -2\\\beta &amp; 7 &amp; -5\\5 &amp; 5 &amp; -3\end{matrix}\right|=0$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-column replaced by the constants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$1,\beta,5$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$1(-21+25)-4(-3\beta+25)-2(5\beta-35)=0\Rightarrow4+12\beta-100-10\beta+70=0\Rightarrow2\beta-26=0$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$-\beta+13=0$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$-2-\beta+15=0$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 check: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$\alpha=-3,\beta=13$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coefficient matrix has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so does the augmented matrix, so the planes really meet in a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$\alpha+\beta=-3+13=10$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subtracting equation 1 from the others; a line needs the two reduced equations to be the same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subtracting equation 1 from the others; a line needs the two reduced equations to be the same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 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 3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set is a line iff (a) and (b) represent the same line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(else the planes meet in a point or not at all).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 2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$3y-3z=\beta-1$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$y-z=\frac{\beta-1}3$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 3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$y+(\alpha+2)z=4$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...(b).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set is a line iff (a) and (b) represent the same line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(else the planes meet in a point or not at all).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$-1=\alpha+2$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Constants: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$\frac{\beta-1}3=4$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(D).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planes meet in a line iff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Equivalent practical test: after eliminating one variable, the two remaining equations coincide.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necessary for infinitely many solutions but not sufficient (planes can be parallel in pairs); confirm with a rank check.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this family,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critical value for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planes meet in a line iff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$[A|\mathbf b]=2$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Equivalent practical test: after eliminating one variable, the two remaining equations coincide.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$D=D_x=D_y=D_z=0$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necessary for infinitely many solutions but not sufficient (planes can be parallel in pairs); confirm with a rank check.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$D=3(\alpha+3)$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this family,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critical value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$a-2b+c=1$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$f(x)=\left|\begin{matrix}x+a &amp; x+2 &amp; x+1\\x+b &amp; x+3 &amp; x+2\\x+c &amp; x+4 &amp; x+3\end{matrix}\right|$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$f(50)=-501$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$f(-50)=-1$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$f(-50)=501$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Properties of determinants (row operations)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produces the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$R_1\to R_1+R_3-2R_2$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produces the 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$(a-2b+c,0,0)$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$a-2b+c$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entry: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Third: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$a-2b+c=1$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R_1+R_3-2R_2$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entry: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$(x+a)+(x+c)-2(x+b)=a-2b+c=1$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$(x+2)+(x+4)-2(x+3)=0$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$(x+1)+(x+3)-2(x+2)=0$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$f(x)=\left|\begin{matrix}1 &amp; 0 &amp; 0\\x+b &amp; x+3 &amp; x+2\\x+c &amp; x+4 &amp; x+3\end{matrix}\right|$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also, so (C) and (D) are false).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along the first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$f(x)=1\left[(x+3)^2-(x+4)(x+2)\right]$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$=x^2+6x+9-x^2-6x-8=1$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$f(-50)=1$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also, so (C) and (D) are false).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$f(50)=1$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each column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𝑐𝑜𝑛𝑠𝑡𝑎𝑛𝑡𝑠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multilinearity: all terms with two or more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columns vanish,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-terms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each column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$x\mathbf 1+(\text{constants})$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multilinearity: all terms with two or more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$x\mathbf 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columns vanish, 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-terms cancel.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note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by multilinearity, terms with two </a:t>
                </a:r>
                <a14:m>
                  <m:oMath xmlns:m="http://schemas.openxmlformats.org/officeDocument/2006/math"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-columns vanish (repeated column).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$x\mathbf 1+\mathbf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$x\mathbf 1+\mathbf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$x\mathbf 1+\mathbf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u=(a,b,c)^T$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v=(2,3,4)^T$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w=(1,2,3)^T$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v=\mathbf w+\mathbf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 by multilinearity, terms with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-columns vanish (repeated column).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$f(x)=|\mathbf u\,\mathbf v\,\mathbf w|+x\left(|\mathbf 1\,\mathbf v\,\mathbf w|+|\mathbf u\,\mathbf 1\,\mathbf w|+|\mathbf u\,\mathbf v\,\mathbf 1|\right)$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other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$|\mathbf 1\,\mathbf v\,\mathbf w|=0$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$\mathbf v-\mathbf w=\mathbf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$|\mathbf u\,\mathbf v\,\mathbf 1|=|\mathbf u\,\mathbf w\,\mathbf 1|=-|\mathbf u\,\mathbf 1\,\mathbf w|$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other two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$|\mathbf u\,\mathbf v\,\mathbf w|=|\mathbf u\,(\mathbf w+\mathbf 1)\,\mathbf w|=|\mathbf u\,\mathbf 1\,\mathbf w|=\left|\begin{matrix}a&amp;1&amp;1\\b&amp;1&amp;2\\c&amp;1&amp;3\end{matrix}\right|=a-2b+c=1$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(A).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$f(50)=1$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bi"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bi"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rank-one change),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constant when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vanishes. Here columns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from constant columns by the all-ones vector.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row operation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(second difference) kills any entries that are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the column: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problem gives a relation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look for the row combination that produces exactly that expression.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$M(x)=M_0+x\,\mathbf p\mathbf q^{T}$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rank-one change),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 M(x)$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constant when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-coefficient vanishes. Here columns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 from constant columns by the all-ones vector.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row operation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$R_1\to R_1+R_3-2R_2$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(second difference) kills any entries that are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the column: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$(x+a)+(x+c)-2(x+b)=a-2b+c$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problem gives a relation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$a-2b+c=1$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look for the row combination that produces exactly that expression.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400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following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the trivial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infinitely many solutions,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infinitely many solutions,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400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following system of linear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$7x+6y-2z=0$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$3x+4y+2z=0$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$x-2y-6z=0$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has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the trivial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infinitely many solutions,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$x=2z$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infinitely many solutions,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$y=2z$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no solution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Homogeneous linear system: infinitely many solutions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homogeneous system gives infinitely many solutions; solving two equations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direction.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 homogeneous system gives infinitely many solutions; solving two equations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direction.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$D=\left|\begin{matrix}7 &amp; 6 &amp; -2\\3 &amp; 4 &amp; 2\\1 &amp; -2 &amp; -6\end{matrix}\right|=7(-24+4)-6(-18-2)-2(-6-4)$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$=7(-20)-6(-20)-2(-10)=-140+120+20=0$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homogeneous system has infinitely many solutions (so (A) and (D) are false).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two equations: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(B) holds and (C)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homogeneous system has infinitely many solutions (so (A) and (D) are false).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two equations: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$7x+6y=2t$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$3x+4y=-2t$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$21x+18y=6t$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$21x+28y=-14t$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subtracting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$-10y=20t$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$7x+6(-2t)=2t\Rightarrow7x=14t\Rightarrow x=2t$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(B) holds and (C)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infinitely many solutions,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infinitely many solutions,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$(x,y,z)$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satisfying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$x=2z$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the dependency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rank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read the solution line off the cross product of the first two rows.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Spot the dependency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$E_3=E_1-2E_2$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(so rank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read the solution line off the cross product of the first two rows.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equation is redundant, so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are the line orthogonal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$E_1-2E_2=(7-6,\,6-8,\,-2-4)=(1,-2,-6)=E_3$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third equation is redundant, so infinitely many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solutions are the line orthogonal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$(7,6,-2)\times(3,4,2)=(20,-20,10)\propto(2,-2,1)$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$(x,y,z)=t(2,-2,1)$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infinitely many solutions,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infinitely many solutions,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$(x,y,z)$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satisfying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$x=2z$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homogeneous system with a linear dependency among its equations has a line (or plane) of solutions; spot dependencies like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computing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line of two independent homogeneous equations is along the cross product of their coefficient vectors: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 homogeneous system with a linear dependency among its equations has a line (or plane) of solutions; spot dependencies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$E_3=E_1-2E_2$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computing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solution line of two independent homogeneous equations is along the cross product of their coefficient vectors: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$(7,6,-2)\times(3,4,2)=(20,-20,10)$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$7(2)+6(-2)-2(1)=0$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$3(2)+4(-2)+2(1)=0$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1.95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QB 01 Algebra 05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1.95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