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Sheet1!$A$2:$A$51</c:f>
              <c:strCache>
                <c:ptCount val="5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  <c:pt idx="47">
                  <c:v>Q48</c:v>
                </c:pt>
                <c:pt idx="48">
                  <c:v>Q49</c:v>
                </c:pt>
                <c:pt idx="49">
                  <c:v>Q50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1.0</c:v>
                </c:pt>
                <c:pt idx="1">
                  <c:v>3.0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3.0</c:v>
                </c:pt>
                <c:pt idx="17">
                  <c:v>2.0</c:v>
                </c:pt>
                <c:pt idx="18">
                  <c:v>3.0</c:v>
                </c:pt>
                <c:pt idx="19">
                  <c:v>1.0</c:v>
                </c:pt>
                <c:pt idx="20">
                  <c:v>3.0</c:v>
                </c:pt>
                <c:pt idx="21">
                  <c:v>3.0</c:v>
                </c:pt>
                <c:pt idx="22">
                  <c:v>2.0</c:v>
                </c:pt>
                <c:pt idx="23">
                  <c:v>2.0</c:v>
                </c:pt>
                <c:pt idx="24">
                  <c:v>1.0</c:v>
                </c:pt>
                <c:pt idx="25">
                  <c:v>3.0</c:v>
                </c:pt>
                <c:pt idx="26">
                  <c:v>2.0</c:v>
                </c:pt>
                <c:pt idx="27">
                  <c:v>2.0</c:v>
                </c:pt>
                <c:pt idx="28">
                  <c:v>3.0</c:v>
                </c:pt>
                <c:pt idx="29">
                  <c:v>2.0</c:v>
                </c:pt>
                <c:pt idx="30">
                  <c:v>2.0</c:v>
                </c:pt>
                <c:pt idx="31">
                  <c:v>1.0</c:v>
                </c:pt>
                <c:pt idx="32">
                  <c:v>2.0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2.0</c:v>
                </c:pt>
                <c:pt idx="37">
                  <c:v>1.0</c:v>
                </c:pt>
                <c:pt idx="38">
                  <c:v>2.0</c:v>
                </c:pt>
                <c:pt idx="39">
                  <c:v>2.0</c:v>
                </c:pt>
                <c:pt idx="40">
                  <c:v>4.0</c:v>
                </c:pt>
                <c:pt idx="41">
                  <c:v>3.0</c:v>
                </c:pt>
                <c:pt idx="42">
                  <c:v>2.0</c:v>
                </c:pt>
                <c:pt idx="43">
                  <c:v>3.0</c:v>
                </c:pt>
                <c:pt idx="44">
                  <c:v>2.0</c:v>
                </c:pt>
                <c:pt idx="45">
                  <c:v>2.0</c:v>
                </c:pt>
                <c:pt idx="46">
                  <c:v>2.0</c:v>
                </c:pt>
                <c:pt idx="47">
                  <c:v>2.0</c:v>
                </c:pt>
                <c:pt idx="48">
                  <c:v>2.0</c:v>
                </c:pt>
                <c:pt idx="4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$-4=\left|\frac{-1-3b}{1+b}\right|$ (an absolute value that is not justified); the sign is fixed, $-4=-\frac{1+3b}{1+b}$, and I added the step $4(1+b)=1+3b$. Result unchanged ($b=-3$, $a=7$).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$h(x)\in(h(-1),h(2))=(-8,8)$. But $h(-1)=(-1)^3+3(-1)-6=-10$, so the interval is $(-10,8)$. The conclusion (B) is NOT true is unchanged, and now rests on $h(-1)=-10$.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displayed $S$ drops the coefficient: it prints $\frac{l_1^2}{8}+\frac{l_2^2}{4\pi}$ whereas $3A_2=\frac{3l_2^2}{4\pi}$. Its next line (the derivative with $\frac{6l_2}{4\pi}$) uses the correct coefficient, so the final ratio is unchanged; I corrected the printed 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its conclusions with 'option (4)' and 'option (1)' (a numbering that does not match the printed (A)-(D)) and never rules out (B). I relabelled them correctly and added the argument for (B) using $f(0)=g(0)$ and $f'&gt;g'$.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$f(2)=4-16+8=-4=4$ (a stray '= 4'). Correct: $f(2)=-4$. It also leaves out that $f'&lt;0$ on both pieces, which is what makes the endpoints the extremum points.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question's data are inconsistent: with $g(x)=x\ln x\,f(x)-x$ non-decreasing we need $g(2)\le g(4)$, but $g(2)=\ln2-2\approx-1.31&gt;g(4)=2\ln2-4\approx-2.61$. So no such $f$ exists. The PDF treats $g'$ as 'increasing' (typo for $g$), then derives bounds that are mutually contradictory (its lower bound $\frac{1}{8}+\frac{1}{4\ln2}\approx0.485$ exceeds its upper bound $1-\frac{1}{\ln2}\approx-0.44$) and finishes with $\frac{1}{8}&lt;f&lt;1$. I kept the key (B), but justified it by vacuous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printed answer is 'B' - leftover from the options version of this question - although the question is numerical; the numerical answer is $2$. Also the PDF stops after the intermediate value theorem (which gives at least $2$ roots) without showing there are no more; I added Descartes' rule ($+,-,-,-,+$ has two sign changes) to show exactly $2$.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answer key says (A) $e^5+e^6+e^{11}$, but the PDF's own last line gives $e^3+e^6+e^{11}$, which is option (D). With $\frac{k}{e}=e^{3/8}$: $\left(\frac{k}{e}\right)^8=e^3$, $\frac{k^8}{e^5}=e^6$, $k^8=e^{11}$. So the key (A) is wrong; the correct answer is (D). I also read the radical as $\sqrt{3e}$ (the PDF squares it as $3e$ in its working).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$x=\frac{5\pi}{6},\frac{\pi}{6}$ as roots of $f'$ without showing how, and declares the maximum from $f''\left(\frac{5\pi}{6}\right)&lt;0$ alone. It omits the comparison with the end values $f(0)=0$ and $f(\pi)=\pi$ (needed for an absolute maximum on $[0,\pi]$) and $x=0$ (also a root of $f'$). I added the factorisation and the endpoint comparison;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'Let $x=\frac{\pi}{12}$' (it means the angle, so $x=\cos\frac{\pi}{12}$ is the root) and says $f'$ is positive on the closed interval $\left[\frac{1}{2},1\right]$; in fact $f'\left(\frac{1}{2}\right)=0$ and $f'&gt;0$ only on $\left(\frac{1}{2},1\right]$. Conclusion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'at $d=\frac{8}{5}$ the product attains maxima' without checking the sign. I added the second-derivative test. The question itself is loose: $P(d)=-10d^3+\ldots$ tends to $+\infty$ as $d\to-\infty$, so $P$ has no global maximum; $\frac{8}{5}$ is the local maximum, which is the intended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assumes without saying so that the required circle touches the parabola at its vertex $(0,6)$. Under the natural reading 'tangent to all three curves from inside the region' there is a smaller circle (centre $(0,-2+3\sqrt3)$, radius $\approx1.6$) that does not pass through any of the options; the key (D) corresponds to the vertex reading, so I stated that assumption explicitly in the first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for $f'$ is garbled in print (it shows $\cos x-\frac{4x^2}{\pi}-3$); correct is $f'(x)=\cos x+3-\frac{2}{\pi}(2x+1)$. I rebuilt the bound as $3-\frac{2}{\pi}-\frac{4x}{\pi}&gt;0$ on the open interval. The conclusion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'$f^3f''$ has at least $6$ roots, so its derivative has at least $5$ distinct roots'. But the derivative is $f^2\left(3f'f''+ff'''\right)$, and the roots of $f^2$ are not roots of the required expression; also roots of $f$ and $f''$ may coincide, so '$6$ roots' need not be distinct. I added the argument: Rolle zeros lie strictly between consecutive zeros of $f^3f''$ (where $f\neq0$), and common roots of $f,f''$ are themselves zeros of $3f'f''+ff'''$. The answer $5$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Application of Derivatives (JEE Main)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JM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Application of Derivatives - Single Correct and 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Q50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the normal lines are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$y=54x^5-135x^4-70x^3+180x^2+210x$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the normal lines are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$x+90y+2=0$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Normals to a curve and the slope condition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normal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tangent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the real roots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normal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$x+90y+2=0$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tangent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the real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$\frac{dy}{dx}=90$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normal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$x+90y+2=0$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of the 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$m_N=-\frac{1}{90}$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$-\frac{dx}{dy}$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$-\left(\frac{dx}{dy}\right)=-\frac{1}{90}$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$\left(\frac{dy}{dx}\right)_{(x_1,y_1)}=90$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$\frac{dy}{dx}=270x^4-540x^3-210x^2+360x+210=90$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$270x^4-540x^3-210x^2+360x+120=0$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$9x^4-18x^3-7x^2+12x+4=0$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giving one point of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$(x-1)(x-2)(3x+1)(3x+2)=0$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2,\ -\frac{1}{3},\ -\frac{2}{3}$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giving one point of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the real roots of the quartic by sign changes (intermediate value theorem) instead of factorising it.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the number of distinct real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 slope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second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third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$g(x)=9x^4-18x^3-7x^2+12x+4$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we need the number of distinct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 slope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$g\left(-\frac{1}{2}\right)=-\frac{15}{16}&lt;0$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$\left(-1,-\frac{1}{2}\right)$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second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$\left(-\frac{1}{2},0\right)$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$g\left(\frac{3}{2}\right)=-\frac{143}{16}&lt;0$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third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fourth root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four intervals are disjoint,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roots; a quartic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on the curve.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$g(3)=220&gt;0$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fourth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$\left(\frac{3}{2},3\right)$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four intervals are disjoint,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roots; a quartic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on the curve.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tangent perpendicular to 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tangent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with a given tangent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distinct real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them with sign changes instead of factorising.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 check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quartic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changes between sample points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roots, all simple.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tangent perpendicular to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tangent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$\frac{90}{1}=90$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with a given tangent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distinct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them with sign changes instead of factorising.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 check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$9x^4-18x^3-7x^2+12x+4=0$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$2=1+2-\frac{1}{3}-\frac{2}{3}$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quartic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changes between sample points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roots, all simple.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inscribed in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inscribed in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$\frac{x^2}{36}+\frac{y^2}{16}=1$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Distance from a point to a curve (normal through the point), Parametric form of an ellipse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largest circle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radius equal to the minimum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ellipse, attained where the normal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largest circle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radius equal to the minimum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ellipse, attained where the normal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normal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$\frac{x^2}{36}+\frac{y^2}{16}=1$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largest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it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$P(6\cos\theta,4\sin\theta)$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normal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$\frac{x}{18}+\frac{yy'}{8}=0$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$y'=-\frac{x}{18}\cdot\frac{8}{y}$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$=-\frac{1}{y'}=\frac{9y}{4x}=9\cdot\frac{4\sin\theta}{4\cdot 6\cos\theta}=\frac{3}{2}\cdot\frac{\sin\theta}{\cos\theta}$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also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also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$\frac{4\sin\theta}{6\cos\theta-2}=\frac{2\sin\theta}{3\cos\theta-1}$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$\frac{3}{2}\cdot\frac{\sin\theta}{\cos\theta}=\frac{2\sin\theta}{3\cos\theta-1}$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$3(3\cos\theta-1)=4\cos\theta$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$P=\left(\frac{18}{5},\frac{16}{5}\right)$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$=r^2=\left(\frac{18}{5}-2\right)^2+\left(\frac{16}{5}\right)^2=\left(\frac{8}{5}\right)^2+\left(\frac{16}{5}\right)^2=12.8$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$(x-2)^2+y^2=12.8$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$1+\alpha^2=12.8$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$\alpha^2=11.8$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$10\alpha^2=118$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squared distance directly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normals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squared distance directly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normals needed).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$y^2=16\left(1-\frac{x^2}{36}\right)$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$-6\le x\le 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Squared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$d^2=(x-2)^2+16-\frac{4x^2}{9}=\frac{5}{9}x^2-4x+20$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$x=\frac{4}{2\cdot 5/9}=\frac{18}{5}\in[-6,6]$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inscribed circle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$d^2_{\min}=\frac{5}{9}\cdot\frac{324}{25}-\frac{72}{5}+20=7.2-14.4+20=12.8$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inscribed circle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$1+\alpha^2=12.8$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$\alpha^2=11.8$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$10\alpha^2=118$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largest inscribed circle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Reason: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vertex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vertex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nearest point is the vertex of the ellipse: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a curve to an external/internal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normal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$|h|\le\frac{a^2-b^2}{a}$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largest inscribed circle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$r^2=b^2\left(1-\frac{h^2}{a^2-b^2}\right)$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$16\left(1-\frac{4}{20}\right)=12.8$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Reason: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$d^2=\frac{a^2-b^2}{a^2}x^2-2hx+h^2+b^2$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vertex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$x=\frac{ha^2}{a^2-b^2}$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$\frac{a^2-b^2}{a}$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vertex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nearest point is the vertex of the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$r=a-|h|$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nearest point of a curve to an external/internal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a normal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of the normal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of the normal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$y=\frac{x-a}{(x+b)(x-2)}$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 of the normal and slope of a rational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lies on the curve and the slope of the curve there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normal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two equations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lies on the curve and the slope of the curve there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normal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two equations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slope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$-3=\frac{1-a}{(1+b)(1-2)}$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$1-a=3(1+b)$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$\frac{dy}{dx}=\frac{(x+b)(x-2)\cdot 1-(x-a)(2x+b-2)}{(x+b)^2(x-2)^2}$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slope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$-4=\frac{(1+b)(-1)-(1-a)b}{(1+b)^2(-1)^2}$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$-4=\frac{-(1+b)-3b(1+b)}{(1+b)^2}=\frac{-(1+3b)}{1+b}$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$4(1+b)=1+3b$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$1-a=3(1-3)=-6$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$a+b=7-3=4$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the logarithmic derivative of the product/quotient instead of the quotient rule.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slope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$\ln|y|=\ln|x-a|-\ln|x+b|-\ln|x-2|$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$\frac{y'}{y}=\frac{1}{x-a}-\frac{1}{x+b}-\frac{1}{x-2}$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$\frac{y'}{y}=\frac{-4}{-3}=\frac{4}{3}$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$\frac{1}{1-a}-\frac{1}{1+b}+1$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$\frac{1}{1-a}-\frac{1}{1+b}=\frac{1}{3}$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$1-a=3(1+b)$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$\frac{1}{3(1+b)}-\frac{1}{1+b}=-\frac{2}{3(1+b)}$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$-\frac{2}{3(1+b)}=\frac{1}{3}$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Logarithmic differentiation: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far quicker than the quotient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with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slope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use both facts: the point lies on the curve (value) and on the normal (slope).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Logarithmic differentiation: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$y=\frac{\prod (x-r_i)}{\prod (x-s_j)}$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$\frac{y'}{y}=\sum\frac{1}{x-r_i}-\sum\frac{1}{x-s_j}$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far quicker than the quotient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with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$\frac{q}{p}$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use both facts: the point lies on the curve (value) and on the normal (slope).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$y=\frac{x-7}{(x-3)(x-2)}$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$y(1)=\frac{-6}{(-2)(-1)}=-3$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$y'(1)=-4$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statements: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(I) nor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$f:(0,1)\to\mathbb{R}$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$f(x)=\frac{1}{1-e^{-x}}$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$g(x)=f(-x)-f(x)$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two statements: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(I) nor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a function, One-one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strictly increasing function is automatically one-one.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strictly increasing function is automatically one-one.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$g(x)=f(-x)-f(x)=\frac{1}{1-e^{x}}-\frac{1}{1-e^{-x}}$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$\frac{1}{1-e^{-x}}=\frac{e^x}{e^x-1}=-\frac{e^x}{1-e^x}$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$g(x)=\frac{1+e^x}{1-e^x}$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statement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is one-one, so statement (II) is also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(I) and (II) are true: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$g'(x)=\frac{(1-e^x)(e^x)-(1+e^x)(-e^x)}{(1-e^x)^2}$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$e^x-e^{2x}+e^x+e^{2x}=2e^x$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$g'(x)=\frac{2e^x}{(1-e^x)^2}&gt;0$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statement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is one-one, so statement (II) is also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(I) and (II) are true: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Both (I) and (II)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$f(x)+f(-x)=1$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$1-2f(x)$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Increasing implies one-one, so (II) is true.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$f(x)+f(-x)=\frac{1}{1-e^{-x}}+\frac{1}{1-e^{x}}=\frac{e^x}{e^x-1}-\frac{1}{e^x-1}=1$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$f(-x)=1-f(x)$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$f'(x)=-\frac{e^{-x}}{(1-e^{-x})^2}&lt;0$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$g'(x)=-2f'(x)&gt;0$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Increasing implies one-one, so (II) is true.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Both (I) and (II)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holds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logistic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monotonic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one-one; so 'increasing' (statement I) already forces statement II.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Quotient-rule shortcut: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$f(x)=\frac{1}{1-e^{-x}}$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logistic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$\frac{1+e^x}{1-e^x}=-\coth\frac{x}{2}$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$\frac{e^x-1}{e^x+1}=\tanh\frac{x}{2}$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monotonic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one-one; so 'increasing' (statement I) already forces statement II.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Quotient-rule shortcut: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$\frac{u}{v}$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$u=1+e^x$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$v=1-e^x$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$u'v-uv'=2e^x$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$f(x)=\frac{x^2+2x+1}{x^2+1}$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many-one functions, Monotonicity from the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that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not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that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$-(x-1)(x+1)$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monotonic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but not on all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$f(x)=\frac{(x+1)^2}{x^2+1}$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monotonic (hence one-one)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options (C) and (D)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direction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one-one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$f'(x)=\frac{(x^2+1)\cdot 2(x+1)-(x+1)^2(2x)}{(x^2+1)^2}=-\frac{2(x+1)(x-1)}{(x^2+1)^2}$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monotonic (hence one-one)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options (C) and (D)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direction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(A)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algebraically: equal values occur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$f(a)=f(b)$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algebraically: equal values occur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$f(x)=1+\frac{2x}{x^2+1}$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$f(a)=f(b)\iff\frac{a}{a^2+1}=\frac{b}{b^2+1}\iff a b^2+a=a^2b+b\iff(a-b)(1-ab)=0$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 Hence option (A)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$f(2)=f\left(\frac{1}{2}\right)$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 Hence option (A)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many-one unless the domain avoids reciprocal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pair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not on an interval containing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is one-one on an interval iff it is strictly monotonic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$f(x)=f\left(\frac{1}{x}\right)$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many-one unless the domain avoids reciprocal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pair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not on an interval containing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$t\neq\pm1$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$\frac{x^2+2x+1}{x^2+1}=1+\frac{2x}{x^2+1}$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is one-one on an interval iff it is strictly monotonic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twice differentiable functions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twice differentiable functions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$f''(x)=g''(x)+6x$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$f'(1)=4g'(1)-3=9$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$f(2)=3g(2)=12$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$g(-2)-f(-2)=20$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$|f(x)-g(x)|&lt;8$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$x_0\in\left(1,\frac{3}{2}\right)$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$f(x_0)=g(x_0)$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$|f'(x)-g'(x)|&lt;6\Rightarrow -1&lt;x&lt;1$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Integration of a derivative relation, Monotonicity and bounds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increasing,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$h''=6x$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$h'(1)=6$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$h(2)=8$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$h(x)=x^3+3x-6$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increasing,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$h(-1)=-10$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$f''(x)=g''(x)+6x$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$f'(x)=g'(x)+3x^2+C$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$4g'(1)-3=9$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$9=3+3+C$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(B)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$f(x)=g(x)+x^3+3x+K$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data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$12=4+8+6+K$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$f(x)=g(x)+x^3+3x-6$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$h(x)=f(x)-g(x)=x^3+3x-6$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$h'(x)=3x^2+3&gt;0$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$h(-2)=-8-6-6=-20$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$g(-2)-f(-2)=20$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$h(x)\in(h(-1),h(2))=(-10,8)$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$(-8,8)$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$h(-1)=-10$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$h(-0.9)\approx-9.4$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(B)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$h\left(\frac{3}{2}\right)=\frac{15}{8}&gt;0$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$x_0\in\left(1,\frac{3}{2}\right)$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statement that is NOT true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$|f'-g'|=|3x^2+3|&lt;6\iff x^2&lt;1\iff 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statement that is NOT true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definite integrals from the given data points, so no constants of integration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definite integrals from the given data points, so no constants of integration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$h''=6x$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$h'(1)=9-3=6$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$h(2)=12-4=8$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$h'(x)=h'(1)+\int_1^x6t\,dt=6+3x^2-3=3x^2+3&gt;0$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$h(x)=h(2)-\int_x^2(3t^2+3)\,dt=8-\left[(8+6)-(x^3+3x)\right]=x^3+3x-6$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(A) is true;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(C);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of the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fails: (B)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$h(-2)=-20$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(A) is true;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$h(1)=-2&lt;0&lt;h\left(\frac{3}{2}\right)=\frac{15}{8}$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(C);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$|h'|&lt;6\iff x^2&lt;1$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of the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$(h(-1),h(2))=(-10,8)$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$|h|&lt;8$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fails: (B) is NOT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known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two boundary data: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strictly increasing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range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never reaches the end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Intermediate value theorem for a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$f''-g''$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known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$h=f-g$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by two boundary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$h(x)=h(a)+h'(a)(x-a)+\int_a^x\!\!\int_a^t\phi$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strictly increasing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range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$(h(p),h(q))$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never reaches the end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Intermediate value theorem for a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$h(a)h(b)&lt;0\Rightarrow$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$h'(x)=3x^2+3\ge3&gt;0$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$h(x)=x^3+3x-6$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local minima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local maximum value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local minima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$f(x)=2x^4-18x^2+8x+12$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local maximum value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$12\sqrt{6}-\frac{33}{2}$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$18\sqrt{6}-\frac{31}{2}$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$18\sqrt{6}-\frac{33}{2}$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$12\sqrt{6}-\frac{31}{2}$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maxima and minima of a polynomial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with the known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a quadratic whose roots give the local maximum.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factorises with the known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a quadratic whose roots give the local maximum.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critical points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leading coefficient):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$f(x)=2x^4-18x^2+8x+12$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$f'(x)=8x^3-36x+8$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$f'(x)=4(x-2)(2x^2+4x-1)$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$2x^2+4x-1=0$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$x=\frac{-2\pm\sqrt6}{2}$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critical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$\frac{-2-\sqrt6}{2},\ \frac{\sqrt6-2}{2},\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leading coefficient):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$\frac{-2-\sqrt6}{2}$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$\frac{\sqrt6-2}{2}$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local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local minima at the other two points, consistent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local maximum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local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$x=\frac{\sqrt6-2}{2}$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local minima at the other two points, 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local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$f\left(\frac{\sqrt6-2}{2}\right)=12\sqrt6-\frac{33}{2}$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$M=12\sqrt6-\frac{33}{2}$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root of the quadratic factor by reducing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root of the quadratic factor by reducing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$2x^2+4x-1$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maximum,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maximum,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$2x^2+4x-1=0$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$x^2=\frac{1}{2}-2x$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$x^4=\left(\frac{1}{2}-2x\right)^2=\frac{1}{4}-2x+4x^2=\frac{1}{4}-2x+2-8x=\frac{9}{4}-10x$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$f=2\left(\frac{9}{4}-10x\right)-18\left(\frac{1}{2}-2x\right)+8x+12=\frac{9}{2}-20x-9+36x+8x+12=\frac{15}{2}+24x$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$x=\frac{\sqrt6-2}{2}$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$24x=12\sqrt6-24$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$f=\frac{15}{2}-24+12\sqrt6=12\sqrt6-\frac{33}{2}$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$M=12\sqrt6-\frac{33}{2}$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(numerically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$12.89$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quadratic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(remainder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no radicals to expand.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quartic with positive leading coefficient, local minima and maxima alternate: min, max, min.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critical point is given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divide it out first; the remaining quadratic gives the other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Sum/product check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sum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quadratic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(remainder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$f\div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no radicals to expand.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quartic with positive leading coefficient, local minima and maxima alternate: min, max, min.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one critical point is given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divide it out first; the remaining quadratic gives the other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Sum/product check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$2x^2+4x-1$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roots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maxima for some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minima for some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$f(x)=2x^3+(2p-7)x^2+3(2p-9)x-6$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maxima for some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minima for some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$\left(\frac{9}{2},\infty\right)$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$\left(-\infty,\frac{9}{2}\right)$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$\left(-\frac{9}{2},\frac{9}{2}\right)$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$\left(0,\frac{9}{2}\right)$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Local maxima and minima and sign of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Local maxima and minima and sign of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an upward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maximum at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minimum at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strictly between its roots: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an upward parabola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maximum at some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minimum at some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strictly between its roots: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upward-opening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at the smaller root and the minimum at the larger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$f'(x)=6x^2+2(2p-7)x+3(2p-9)$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upward-opening parabola.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is at the smaller root and the minimum at the larger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maximum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minimum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smaller root is negative and the larger root is positive,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values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maximum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minimum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smaller root is negative and the larger root is positive,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$f'(0)=3(2p-9)&lt;0$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$2p-9&lt;0$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$p&lt;\frac{9}{2}$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values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$p\in\left(-\infty,\frac{9}{2}\right)$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positive leading coefficient, the local maximum is at the smaller root and the local minimum at the larger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opposite signs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roots negative), which also guarantees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negative: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test used here: for an upward parabola,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with positive leading coefficient, the local maximum is at the smaller root and the local minimum at the larger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opposite signs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roots negative), which also guarantees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$-\frac{b}{a}&gt;0$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$-\frac{b}{a}&lt;0$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$b^2-4ac&gt;0$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test used here: for an upward parabola,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$f'(0)&lt;0\iff0$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extreme point,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$f(x)=\frac{x^3}{3}+2bx+\frac{ax^2}{2}$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$g(x)=\frac{x^3}{3}+ax+bx^2$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extreme point,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extreme point of two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common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$(2b-a)(1-x)$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common root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common extreme point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$f'(x)=x^2+ax+2b$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$g'(x)=x^2+2bx+a$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common extreme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$f'(x)=g'(x)=0$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$(2b-a)-x(2b-a)=0$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$(2b-a)(1-x)=0$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common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$1+2b+a=0$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$a+2b+7=6$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polynomials with the same leading coefficient share a root iff their difference (a lower-degree polynomial) vanishes at it: here the difference is linear, which pins the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Caveat: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be a turning point.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extremum,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whenever a common critical point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polynomials with the same leading coefficient share a root iff their difference (a lower-degree polynomial) vanishes at it: here the difference is linear, which pins the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is symmetric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$a\leftrightarrow2b$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$1+a+2b$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both derivatives.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Caveat: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also be a turning point.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$f'=(x-1)(x+1+a)$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$g'=(x-1)(x+1+2b)$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extremum,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whenever a common critical point exists.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 b=-\frac{1}{2}$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$g'=x^2-x$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$a+2b+7=6$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wire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is to be cut into two pieces. A piece of length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bent to make a square of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piece of length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made into a circle of area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wire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is to be cut into two pieces. A piece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bent to make a square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piece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made into a circle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$2A_1+3A_2$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 l_1):l_2$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$1:6$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Optimisation with a constraint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$S=2A_1+3A_2$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$l_1,l_2$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$l_1+l_2=20$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$\frac{dl_2}{dl_1}=-1$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$\frac{dS}{dl_1}=0$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perimeter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Circle of circumference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$l_1+l_2=20$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$\frac{dl_2}{dl_1}=-1$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of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$A_1=\left(\frac{l_1}{4}\right)^2$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Circle of circumference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$r=\frac{l_2}{2\pi}$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$A_2=\pi\left(\frac{l_2}{2\pi}\right)^2$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$S=2A_1+3A_2=\frac{l_1^2}{8}+\frac{3l_2^2}{4\pi}$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$\frac{dS}{dl_1}=\frac{2l_1}{8}+\frac{6l_2}{4\pi}\cdot\frac{dl_2}{dl_1}=0$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$\frac{l_1}{4}=\frac{6l_2}{4\pi}$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 l_1}{l_2}=6$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 l_1):l_2=6:1$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Cauchy-Schwarz (Titu) inequality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Cauchy-Schwarz (Titu) inequality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$\frac{l_1^2}{8}+\frac{l_2^2}{4\pi/3}$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Cauchy-Schwarz,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constant; the minimum is attained when equality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$S=\frac{l_1^2}{8}+\frac{l_2^2}{4\pi/3}$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$l_1+l_2=20$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Cauchy-Schwarz,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$\left(\frac{l_1^2}{8}+\frac{l_2^2}{4\pi/3}\right)\left(8+\frac{4\pi}{3}\right)\ge(l_1+l_2)^2=400$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$S\ge\frac{400}{8+4\pi/3}$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constant; the minimum is attained when equality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$\frac{l_1}{8}=\frac{l_2}{4\pi/3}$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$\frac{l_1}{l_2}=\frac{8}{4\pi/3}=\frac{6}{\pi}$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l_1:l_2=6:1$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Titu/Engel form: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Cutting a wire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square (side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circle: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minimal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equal weights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total area is minimal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maximum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endpoint, with all the wire made into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Titu/Engel form: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$\sum\frac{l_i^2}{a_i}\ge\frac{(\sum l_i)^2}{\sum a_i}$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$\frac{l_i}{a_i}$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Cutting a wire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square (side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A_1+\beta 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minimal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$\frac{l_1}{l_2}=\frac{4\beta}{\pi\alpha}$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$\frac{12}{2\pi}=\frac{6}{\pi}$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equal weights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total area is minimal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$\frac{l_1}{l_2}=\frac{4}{\pi}$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maximum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l_1\le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an endpoint, with all the wire made into the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$l_1=\frac{120}{6+\pi}$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$l_2=\frac{20\pi}{6+\pi}$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l_1:l_2=6:1$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$g(x)=\log_e\left(\sqrt{1+x^2}+x\right)$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f'(x)=1+\max g'(x)$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$0&lt;x_1&lt;x_2&lt;3$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x\in(x_1,x_2)$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$\hat{x}\in[0,3]$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$f'(\hat{x})&lt;g'(\hat{x})$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f(x)&gt;\max g(x)$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and range of the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both derivatives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outgrows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both increase.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both derivatives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$1\le1+x^2\le10$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$f'\ge2.1&gt;1\ge 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outgrows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both increase.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$f'(x)=2+\frac{1}{1+x^2}$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$g'(x)=\frac{1}{\sqrt{1+x^2}}$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x^2\le9$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$1\le1+x^2\le10$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$2+\frac{1}{10}\le f'(x)\le3$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$\frac{21}{10}\le f'(x)\le3$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$\frac{1}{\sqrt{10}}\le g'(x)\le1$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f'=\frac{21}{10}$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$1+\max g'=2$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happens: (C)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maxima are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$f'(x)\ge\frac{21}{10}&gt;1\ge 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$f'(\hat{x})&lt;g'(\hat{x})$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happens: (C)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$f(0)=0=g(0)$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maxima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f=f(3)=6+\tan^{-1}3$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g=g(3)=\ln\left(3+\sqrt{10}\right)$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$6+\tan^{-1}3&gt;\ln\left(3+\sqrt{10}\right)$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Study the single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settle (B), (C) and (D) together.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Study the single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$\varphi=f-g$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$\varphi'&gt;0$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settle (B), (C) and (D) together.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fails;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everywhere, so (C)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$\varphi(x)=f(x)-g(x)$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$\varphi(0)=0-\ln1=0$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$\varphi'(x)=2+\frac{1}{1+x^2}-\frac{1}{\sqrt{1+x^2}}$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$\frac{1}{\sqrt{1+x^2}}\le1$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$\varphi'(x)&gt;1&gt;0$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fails;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everywhere, so (C)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functions increase, so the maxima are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functions increase, so the maxima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$f(3)&gt;g(3)$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f&gt;\max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$g(3)=\ln\left(3+\sqrt{10}\right)&lt;\ln 7&lt;2&lt;6&lt;f(3)$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$3+\sqrt{10}&lt;7$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7&lt;2$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f'=2.1\ne2=1+\max 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two functions through their difference).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extreme values of a monotone function on a closed interval are its end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$\ln\left(x+\sqrt{1+x^2}\right)=\sinh^{-1}x$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$\frac{d}{dx}\sinh^{-1}x=\frac{1}{\sqrt{1+x^2}}$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$\frac{d}{dx}\tan^{-1}x=\frac{1}{1+x^2}\in(0,1]$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$\frac{1}{\sqrt{1+x^2}}\in(0,1]$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two functions through their difference).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extreme values of a monotone function on a closed interval are its end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absolute maximum and minimum values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absolute maximum and minimum values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$f(x)=|x^2-5x+6|-3x+2$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Absolute maximum and minimum on a closed interval, Modulus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Break the modulus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sign) and check endpoints and critical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Break the modulus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$x^2-5x+6=(x-2)(x-3)$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sign) and check endpoints and critical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the whole interval, with no critical point inside it;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the junction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$x^2-5x+6=(x-2)(x-3)\ge0$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$f(x)=x^2-8x+8$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$f(x)=-x^2+2x-4$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$f'(x)=2x-8&lt;0$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$f'(x)=-2x+2&lt;0$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the whole interval, with no critical point inside it;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$f(2)=4-16+8=-4$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the junction value.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maximum: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minimum: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maximum: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$f(-1)=1+8+8=17$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minimum: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$f(3)=-9+6-4=-7$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$=17+(-7)=10$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the vertex of each parabolic piece: both vertices lie outside their intervals, so each piece is monotonic.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 1: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right of the interval, so it is decreasing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left of the interval, so it is also decreasing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pieces join continuously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right of the interval, so it is decreasing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$-x^2+2x-4$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left of the interval, so it is also decreasing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pieces join continuously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absolute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absolute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absolute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absolute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handled by splitting at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junction is the only point where the derivative may fail to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piecewise function that is decreasing on every piece (and continuous at the joins) is decreasing on the whole interval: absolute extrema are at the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 on an interval that does not contain its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extrema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from: endpoints, points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points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(such as kinks).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$|q(x)|$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handled by splitting at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junction is the only point where the derivative may fail to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piecewise function that is decreasing on every piece (and continuous at the joins) is decreasing on the whole interval: absolute extrema are at the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 on an interval that does not contain its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$x=-\frac{b}{2a}$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Absolute extrema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from: endpoints,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(such as kinks).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to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coordinate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length of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tangent to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$9x^2+16y^2=144$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coordinate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length of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an ellipse and intercepts on the axes, Minimisation using algebraic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$AB^2=16\sec^2\theta+9\csc^2\theta=49+(4\tan\theta-3\cot\theta)^2$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$\frac{x^2}{16}+\frac{y^2}{9}=1$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$(4\cos\theta,3\sin\theta)$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$\frac{x}{4}\cos\theta+\frac{y}{3}\sin\theta=1$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$A(4\sec\theta,0)$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$B(0,3\csc\theta)$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$AB^2=16\sec^2\theta+9\csc^2\theta=16+16\tan^2\theta+9+9\cot^2\theta=25+16\tan^2\theta+9\cot^2\theta$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attainable.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$16\tan^2\theta+9\cot^2\theta=(4\tan\theta-3\cot\theta)^2+24$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$AB^2=49+(4\tan\theta-3\cot\theta)^2\ge49$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$4\tan\theta=3\cot\theta$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attainable.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$AB_{\min}=7$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Cauchy-Schwarz (Titu) inequality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Cauchy-Schwarz (Titu) inequality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$\frac{4^2}{\cos^2\theta}+\frac{3^2}{\sin^2\theta}$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Titu's lemma,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$AB^2=\frac{16}{\cos^2\theta}+\frac{9}{\sin^2\theta}=\frac{4^2}{\cos^2\theta}+\frac{3^2}{\sin^2\theta}$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Titu's lemma,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$\frac{a^2}{u}+\frac{b^2}{v}\ge\frac{(a+b)^2}{u+v}$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$a=4,\ b=3,\ u=\cos^2\theta,\ v=\sin^2\theta$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$AB^2\ge\frac{(4+3)^2}{\cos^2\theta+\sin^2\theta}=49$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(attainable).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$\frac{4}{\cos^2\theta}=\frac{3}{\sin^2\theta}$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(attainable).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$AB_{\min}=7$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shortest tangent segment between the axes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Titu's lemma: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'ladder' completion: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shortest tangent segment between the axes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$AB^2=\frac{a^2}{\cos^2\theta}+\frac{b^2}{\sin^2\theta}\ge(a+b)^2$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$=\frac{ab}{\sin2\theta}\ge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Titu's lemma: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$\sum\frac{a_i^2}{u_i}\ge\frac{(\sum a_i)^2}{\sum u_i}$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$\frac{a_i}{u_i}$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'ladder' completion: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$p\tan^2\theta+q\cot^2\theta=(\sqrt{p}\tan\theta-\sqrt{q}\cot\theta)^2+2\sqrt{pq}$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quadratic curve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normal to the curve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quadratic curve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of the normal to the curve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$(\alpha,\alpha+1)$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normal to a parabola, Quadratic through given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locate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curve.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$f(x)=(x+1)(ax+b)$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locate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$(\alpha,\alpha+1)$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curve.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$f(x)=(x+1)(ax+b)$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$2(a+b)=1$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$f'(x)=(ax+b)+a(x+1)$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$a=\frac{1}{4},\ b=\frac{1}{4}$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$f(x)=\frac{(x+1)^2}{4}$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$f'(x)=\frac{x+1}{2}$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is in the first quadrant),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$(\alpha,\alpha+1)$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curve: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$\alpha+1=\frac{(\alpha+1)^2}{4}$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is in the first quadrant),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$y-4=-\frac{1}{2}(x-3)$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line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tangent line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$f(x)=x+k(x-1)^2$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quadratic,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$f(x)=x+k(x-1)^2$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$-1+4k=0$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$f(x)=x+\frac{(x-1)^2}{4}=\frac{(x+1)^2}{4}$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quadrant),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$\alpha+1=\frac{(\alpha+1)^2}{4}\Rightarrow\alpha=3$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quadrant),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$y-4=-\frac{1}{2}(x-3)$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quadratic,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Subnormal property: the length of the projection of the normal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$f(x)-L(x)$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quadratic,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$f(x)=L(x)+k(x-p)^2$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$(p,f(p))$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$x=p+f(p)f'(p)$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$3+4\cdot2=11$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Subnormal property: the length of the projection of the normal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$f(x)=\frac{(x+1)^2}{4}$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$g(x)=f(x)+f(1-x)$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$\tan^{-1}(2\alpha)+\tan^{-1}\left(\frac{1}{\alpha}\right)+\tan^{-1}\left(\frac{\alpha+1}{\alpha}\right)$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Convexity and monotonicity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inverse tangents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Convexity and monotonicity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$g(x)=f(x)+f(1-x)$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inverse tangents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increasing, so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increasing, so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$g'(x)=f'(x)-f'(1-x)$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$g'(x)=f'(x)-f'(1-x)$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strictly 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$f'(x)&gt;f'(1-x)$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$\tan^{-1}(2\alpha)+\tan^{-1}\frac{1}{\alpha}+\tan^{-1}\frac{\alpha+1}{\alpha}=\tan^{-1}1+\tan^{-1}2+\tan^{-1}3$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$\tan^{-1}a+\tan^{-1}b+\tan^{-1}c=\pi$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$1+2+3=6=1\cdot2\cdot3$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(convex, even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product of complex numbers for the arguments.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$g(x)=g(1-x)$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(convex, even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product of complex numbers for the arguments.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minimum: decreasing before, increasing after.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sum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$g(1-x)=f(1-x)+f(x)=g(x)$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$g'\left(\frac{1}{2}\right)=0$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$g''(x)=f''(x)+f''(1-x)&gt;0$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minimum: decreasing before, increasing after.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$\tan^{-1}1+\tan^{-1}2+\tan^{-1}3=\arg\left[(1+i)(1+2i)(1+3i)\right]$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sum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$(0,\frac{3\pi}{2})$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three angles is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$(1+i)(1+2i)=-1+3i$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$(-1+3i)(1+3i)=-1-9=-10$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$\arg(-10)=\pi$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three angles is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convex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minimum is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symmetry plus convexity).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arguments = argument of the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$g(x)=f(x)+f(a-x)$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convex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symmetry plus convexity).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$\tan^{-1}a+\tan^{-1}b+\tan^{-1}c=\pi$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arguments = argument of the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$\sum\tan^{-1}a_i=\arg\prod(1+ia_i)$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$\tan^{-1}x+\tan^{-1}\frac{1}{x}=\frac{\pi}{2}$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$\tan^{-1}2+\tan^{-1}\frac{1}{2}=\frac{\pi}{2}$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$\tan^{-1}2+\tan^{-1}3=\frac{3\pi}{4}$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statements: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statement (A)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the statements (A) and (B)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statement (A) nor statement (B)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statement (B)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787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$f:[2,4]\to\mathbb{R}$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$(x\log_ex)f'(x)+(\log_ex)f(x)+f(x)\ge1$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$f(4)=\frac{1}{4}$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statements: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$f(x)\ge\frac{1}{8}$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statement (A)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the statements (A) and (B)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statement (A) nor statement (B)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statement (B)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rule recognition and monotonic auxiliary function, Bounds from monotonicity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end data decide what can be said.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$\frac{d}{dx}\left(x\ln x\,f(x)\right)$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$g(x)=x\ln x\,f(x)-x$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end data decide what can be said.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given inequality says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$\frac{d}{dx}\left(x\ln x\,f(x)\right)=(x\ln x)f'(x)+(\ln x+1)f(x)$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given inequality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$\frac{d}{dx}\left(x\ln x\,f(x)-x\right)\ge0$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now reads off bounds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concludes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contradicts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non-decreasing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hypotheses cannot all hold: no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Then every statement about 'all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true vacuously, in particular both (A) and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$g(x)=x\ln x\,f(x)-x$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$g(2)\le g(x)\le 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$g(2)=2\ln2\cdot\frac{1}{2}-2=\ln2-2$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$g(4)=4\ln4\cdot\frac{1}{4}-4=2\ln2-4$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PDF now reads off bounds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$\ln2-2\le x\ln x\,f(x)-x\le2(\ln2-2)$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concludes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$\frac{1}{8}&lt;f(x)&lt;1$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$g(2)=\ln2-2\approx-1.31$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$g(4)=2\ln2-4\approx-2.61$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contradicts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$g(2)\le 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non-decreasing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hypotheses cannot all hold: no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Then every statement about 'all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true vacuously, in particular both (A) and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So (A) and (B) are both true (the printed key and the intended answer): option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the product rule hiding in a given differential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this against the given end values - here it fails, so the data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hypothetical-function question, test the consistency of the data first: contradictory hypotheses make every conclusion vacuously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Integrated form: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the integrand being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$(x\ln x\,f)'=x\ln x\,f'+(\ln x+1)f$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the product rule hiding in a given differential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$F(a)\le F(x)\le 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this against the given end values - here it fails, so the data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hypothetical-function question, test the consistency of the data first: contradictory hypotheses make every conclusion vacuously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Integrated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$\int_2^4\left[(x\ln x\,f)'-1\right]dx=4\ln4\,f(4)-2\ln2\,f(2)-2=\ln2-2&lt;0$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the integrand being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$y=x^5-20x^3+50x+2$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real roots of a polynomial using local extrema, Intermediate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quintic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 turning points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 roots iff the local maxima are positive and the local minima negative; test with sample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quintic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 turning points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 roots iff the local maxima are positive and the local minima negative; test with sample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turning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Sample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$y=x^5-20x^3+50x+2$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$\frac{dy}{dx}=5x^4-60x^2+50=5\left(x^4-12x^2+10\right)$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$\frac{dy}{dx}=0\Rightarrow x^4-12x^2+10=0\Rightarrow x^2=\frac{12\pm\sqrt{144-40}}{2}=6\pm\sqrt{26}$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$x^2\approx11.1$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$x\approx\pm3.3$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$x\approx\pm0.95$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turning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Sample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$f(2)=-26&lt;0$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$f(-1)=-29&lt;0$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$f(-2)=30&gt;0$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changes: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and a quintic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where the curve crosses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changes: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$f(4)=-54&lt;0$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$f(5)=877&gt;0$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$f(-4)=54&gt;0$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$f(-5)=-873&lt;0$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roots, and a quintic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where the curve crosses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odd part: at a critical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exact local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check signs of maxima/minima.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odd part: at a critical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$c^4=12c^2-10$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exact local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$f(c)=8c(5-c^2)+2$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check signs of maxima/minima.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 At a critical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$y=h(x)+2$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$h(x)=x^5-20x^3+50x$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 At a critical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$c^4=12c^2-10$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$h(c)=c\left(c^4-20c^2+50\right)=c\left(-8c^2+40\right)=8c\left(5-c^2\right)$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$c^2=6-\sqrt{26}$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$c=\pm0.95$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$5-c^2=\sqrt{26}-1&gt;0$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$h(c)=\pm8(\sqrt{26}-1)(0.95)\approx\pm31.1$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$y=2\pm31.1$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$y(0.95)\approx33.1&gt;0$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$y(-0.95)\approx-29.1&lt;0$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Going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rise or fall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one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in all (the curve starts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rises above, falls below, rises above, falls below, rises above).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$c^2=6+\sqrt{26}$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$c=\pm3.33$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$5-c^2=-1-\sqrt{26}&lt;0$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$y(3.33)\approx2-162.5&lt;0$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$y(-3.33)\approx2+162.5&gt;0$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Going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$y(-3.33)&gt;0$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$y(-0.95)&lt;0$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$y(0.95)&gt;0$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$y(3.33)&lt;0$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rise or fall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one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in all (the curve starts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rises above, falls below, rises above, falls below, rises above).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simple critical points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iff its local maxima 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local minima 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critical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(replace the highest power); this gives exact extreme values without decimals.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the extreme values are symmetric,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two critical values need computing.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graphical form: the number of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intersections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simple critical points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iff its local maxima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local minima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critical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(replace the highest power); this gives exact extreme values without decimals.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$p(x)=h(x)+c$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odd: the extreme values are symmetric,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$h(-c_0)=-h(c_0)$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only two critical values need computing.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graphical form: the number of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intersections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term in the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term in the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$a_n=\frac{n^3}{n^4+147}$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term of a sequence using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Maximise the continuous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4.58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compare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Maximise the continuous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$\frac{x^3}{x^4+147}$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(maximum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$x=\sqrt{21}\approx4.58$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compare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147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147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147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147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sign is that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term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$f(n)=\frac{n^3}{n^4+147}$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$f'(n)=\frac{3n^2\left(n^4+147\right)-4n^3\cdot n^3}{\left(n^4+147\right)^2}=\frac{n^2\left(441-n^4\right)}{\left(n^4+147\right)^2}$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$441-n^4=\left(21-n^2\right)\left(21+n^2\right)$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$f'(n)=\frac{n^2\left(21+n^2\right)\left(21-n^2\right)}{\left(n^4+147\right)^2}$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sign is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$21-n^2$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$n&lt;\sqrt{21}\approx4.58$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term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0.1619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term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$a_4=\frac{4^3}{4^4+147}=\frac{64}{256+147}=\frac{64}{403}\approx0.1588$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$a_5=\frac{125}{625+147}=\frac{125}{772}\approx0.1619$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$a_5&gt;a_4$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term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reciprocal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AM-GM, then compare the neighbouring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reciprocal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$\frac{1}{a_n}=n+\frac{147}{n^3}$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AM-GM, then compare the neighbouring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on four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147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$\frac{1}{a_n}=n+\frac{147}{n^3}=\frac{n}{3}+\frac{n}{3}+\frac{n}{3}+\frac{147}{n^3}$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on four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$\frac{1}{a_n}\ge4\left(\frac{n^3}{27}\cdot\frac{147}{n^3}\right)^{1/4}=4\left(\frac{49}{9}\right)^{1/4}$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$\frac{n}{3}=\frac{147}{n^3}$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$n^4=441$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$n=\sqrt{21}\approx4.58$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so compare the neighbours: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larger),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so compare the neighbours: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$\frac{1}{a_4}=4+\frac{147}{64}\approx6.297$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$\frac{1}{a_5}=5+\frac{147}{125}=6.176$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$\frac{1}{a_5}&lt;\frac{1}{a_4}$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$\frac{1}{a_6}=6+\frac{147}{216}\approx6.68$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larger),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unimodal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greatest term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real maximiser; compare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minimised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 with weights);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test for sequences: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sequence increases;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drops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maximiser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$a_n=\phi(n)$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unimodal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greatest term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 x^*\rfloor$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x^*\rceil$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real maximiser; compare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$n+\frac{c}{n^3}$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minimised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$n^4=3c$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 with weights);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$n^4=441$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test for sequences: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$\frac{a_{n+1}}{a_n}&gt;1$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sequence increases;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$a_n=\frac{n^3}{n^4+147}$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drops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$\frac{n^p}{n^q+c}$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$q&gt;p$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maximiser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$n^q=\frac{pc}{q-p}$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$\frac{3\cdot147}{1}=441$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$f(x)=e^{8x}-e^{6x}-3e^{4x}-e^{2x}+1$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real roots of an exponential polynomial, Intermediate value theorem and Descartes'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limits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two roots, Descartes' rule shows there are no more.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$t=e^{2x}&gt;0$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$t^4-t^3-3t^2-t+1=0$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limits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two roots, Descartes' rule shows there are no more.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there is a root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root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number of roots exactly: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(one-one),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$f(0)=1-1-3-1+1=-3&lt;0$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there is a root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root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number of roots exactly: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$t=e^{2x}&gt;0$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(one-one),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$g(t)=t^4-t^3-3t^2-t+1=0$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signs of the coefficients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sign changes, so by Descartes' rule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roots: the curve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PDF's 'Ans. B' is the option letter from the original version; the numerical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signs of the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$+,-,-,-,+$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sign changes, so by Descartes'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roots: the curve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PDF's 'Ans. B' is the option letter from the original version; the numerical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polynomial is palindromic,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it into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polynomial is palindromic,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$u=t+\frac{1}{t}$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it into a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$t=e^{2x}&gt;0$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$t^4-t^3-3t^2-t+1=0$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$t^2+\frac{1}{t^2}-\left(t+\frac{1}{t}\right)-3=0$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$t^2+\frac{1}{t^2}=u^2-2$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$u^2-u-5=0$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$u=\frac{1\pm\sqrt{21}}{2}$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$\frac{1-\sqrt{21}}{2}&lt;0$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$u=\frac{1+\sqrt{21}}{2}\approx2.79&gt;2$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positive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exactly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two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negative, one positive):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$t+\frac{1}{t}=u$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distinct positive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exactly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two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negative, one positive):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turn an exponential polynomial into an ordinary polynomial; each positive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Descartes' rule: the number of positive roots equals the number of sign changes of the coefficients, or less by an even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Palindromic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positive roots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none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$t=e^{kx}&gt;0$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turn an exponential polynomial into an ordinary polynomial; each positive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Descartes' rule: the number of positive roots equals the number of sign changes of the coefficients, or less by an even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Palindromic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t^4+bt^3+ct^2+bt+a$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$u=t+\frac{1}{t}$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$t+\frac{1}{t}=u$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positive roots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none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piece of tin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is to be made into a box without top by cutting a square from each corner and folding up the flaps to form a box. If the volume of the box is maximum, then its surface area (in cm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piece of tin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is to be made into a box without top by cutting a square from each corner and folding up the flaps to form a box. If the volume of the box is maximum, then its surface area (in cm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volume of an open box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square cut-out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surface of the open box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square cut-out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$V=x(30-2x)^2$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$V'=(30-2x)(30-6x)=0$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surface of the open box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$400+4\cdot5\cdot20$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of the square cut off from each corner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cm. The box has length and breadth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of the square cut off from each corner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cm. The box has length and breadth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$(30-2x)$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$V(x)=x(30-2x)^2$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$\frac{dV}{dx}=(30-2x)^2+2x(30-2x)(-2)=(30-2x)^2-4x(30-2x)$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$\frac{dV}{dx}=(30-2x)\left[(30-2x)-4x\right]=(30-2x)(30-6x)=0$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Surface area of the open box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$5&lt;x&lt;15$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Surface area of the open box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$=\ell b+2(bh+h\ell)=(30-2x)^2+4x(30-2x)$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$(30-10)^2+4(5)(30-10)=400+400=800$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$4x,\ (30-2x),\ (30-2x)$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Surface of the open box: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$V=x(30-2x)^2=\frac{1}{4}\cdot(4x)\cdot(30-2x)\cdot(30-2x)$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$4x,\ 30-2x,\ 30-2x$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$(4x)(30-2x)^2\le\left(\frac{60}{3}\right)^3=8000$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$4x=30-2x$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$V_{\max}=\frac{8000}{4}=2000$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Surface of the open box: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$(30-2x)^2+4x(30-2x)=900-4x^2$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$900-100=800$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 box from a square sheet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corner cuts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outer surface of the open box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four corner squares are removed):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for a product with constant 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(scale the factors so that the sum is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Box with a lid from a square sheet: no cutting needed; with corner cuts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 applies to the open box.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 box from a square sheet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corner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$V=x(a-2x)^2$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$V_{\max}=\frac{2a^3}{27}$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$2\cdot27000/27=2000$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outer surface of the open box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four corner squares are removed):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$\frac{8a^2}{9}=800$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for a product with constant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 y\cdot z\le\left(\frac{x+y+z}{3}\right)^3$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(scale the factors so that the sum is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Box with a lid from a square sheet: no cutting needed; with corner cuts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$a/6$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 applies to the open box.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42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local maximum value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42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local maximum value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$f(x)=\left(\frac{\sqrt{3e}}{2\sin x}\right)^{\sin^2x}$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$\left(\frac{k}{e}\right)^8+\frac{k^8}{e^5}+k^8$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$e^5+e^6+e^{11}$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$e^3+e^6+e^{10}$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$e^3+e^5+e^{11}$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$e^3+e^6+e^{11}$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763007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Local maximum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logarithmic differentiation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763007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Local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logarithmic differentiation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derivative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vanishing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f=\sin^2x\ln\frac{\sqrt{3e}}{2\sin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derivative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x\cos x\left[2\ln\frac{\sqrt{3e}}{2\sin x}-1\right]$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vanishing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x=\frac{\sqrt3}{2}$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$y=\left(\frac{\sqrt{3e}}{2\sin x}\right)^{\sin^2x}$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y=\sin^2x\cdot\ln\left(\frac{\sqrt{3e}}{2\sin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$\frac{y'}{y}=\ln\left(\frac{\sqrt{3e}}{2\sin x}\right)2\sin x\cos x+\sin^2x\cdot\frac{2\sin x}{\sqrt{3e}}\cdot\frac{\sqrt{3e}}{2}\left(-\csc x\cot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$\frac{y'}{y}=\sin x\cos x\left[2\ln\left(\frac{\sqrt{3e}}{2\sin x}\right)-1\right]$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smaller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positive and for larger it is negative,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ra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$\ln\frac{3e}{4\sin^2x}=1$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$\frac{3e}{4\sin^2x}=e$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smaller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positive and for larger it is 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$=\left(\frac{\sqrt{3e}}{\sqrt3}\right)^{3/4}=\left(\sqrt{e}\right)^{3/4}=e^{3/8}=\frac{k}{e}$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$k=e^{11/8}$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$k^8=e^{11}$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$\left(\frac{k}{e}\right)^8+\frac{k^8}{e^5}+k^8=e^3+e^6+e^{11}$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$e^3+e^6+e^{11}$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function with a one-line maximum.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$t=\sin^2x\in(0,1)$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f=\frac{t}{2}\ln\frac{3e}{4t}$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function with a one-line maximum.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f=\sin^2x\left[\frac{1}{2}\ln(3e)-\ln2-\ln\sin x\right]=\frac{t}{2}\left[\ln3+1-2\ln2-\ln t\right]=\frac{t}{2}\ln\frac{3e}{4t}$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$\varphi(t)=\frac{t}{2}\left[1+\ln\frac{3}{4t}\right]$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$\varphi'(t)=\frac{1}{2}\left[1+\ln\frac{3}{4t}\right]-\frac{1}{2}=\frac{1}{2}\ln\frac{3}{4t}$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$t\mapsto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$(0,\frac{\pi}{2})$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local maximum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$\varphi\left(\frac{3}{4}\right)=\frac{3}{8}[1+0]=\frac{3}{8}$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local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$e^{3/8}=\frac{k}{e}$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$k^8=e^{11}$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$e^3+e^6+e^{11}$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$e^3+e^6+e^{11}$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differentiate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change of variable that absorbs the trigonometry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simplifies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key: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must cover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the bracket never vanishes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critical point).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$\max_{t&gt;0}\ t\ln\frac{A}{t}=\frac{A}{e}$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$t=\frac{A}{e}$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$\ln\frac{A}{t}-1$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f=\frac{1}{2}t\ln\frac{3e}{4t}$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$A=\frac{3e}{4}$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$\frac{1}{2}\cdot\frac{3}{4}=\frac{3}{8}$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$y=u^v$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y=v\ln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change of variable that absorbs the trigonometry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simplifies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key: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$\left(\frac{k}{e}\right)^8=e^{3}$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$\frac{k^8}{e^5}=e^{6}$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$k^8=e^{11}$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$e^3+e^6+e^{11}$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radical must cover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the bracket never vanishes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$(0,\frac{\pi}{2})$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critical point).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$\max_{0\le x\le\pi}\left\{x-2\sin x\cos x+\frac{1}{3}\sin3x\right\}=$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$\frac{5\pi+2+3\sqrt3}{6}$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$\frac{\pi+2-3\sqrt3}{6}$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Absolute maximum of a trigonometric function on an interval, Multiple-angle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 values at these points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$f'(x)=1-2\cos2x+\cos3x$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$x=0,\frac{\pi}{6},\frac{5\pi}{6}$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the values at these points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maxima.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$f(x)=x-\sin2x+\frac{1}{3}\sin3x$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$f'(x)=1-2\cos2x+\cos3x$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$1-2(2c^2-1)+(4c^3-3c)=4c^3-4c^2-3c+3=(c-1)(4c^2-3)=0$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x=\pm\frac{\sqrt3}{2}$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\frac{\pi}{6},\ 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$f''(x)=4\sin2x-3\sin3x$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$f''\left(\frac{5\pi}{6}\right)=4\sin\frac{5\pi}{3}-3\sin\frac{5\pi}{2}=-2\sqrt3-3&lt;0$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point of maxima.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candidates are smaller: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maximum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$f\left(\frac{5\pi}{6}\right)=\frac{5\pi}{6}-\sin\frac{5\pi}{3}+\frac{1}{3}\sin\frac{5\pi}{2}=\frac{5\pi}{6}+\frac{\sqrt3}{2}+\frac{1}{3}=\frac{5\pi+3\sqrt3+2}{6}\approx3.82$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candidates are smaller: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$f\left(\frac{\pi}{6}\right)=\frac{\pi}{6}-\frac{\sqrt3}{2}+\frac13\approx-0.01$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$f(\pi)=\pi\approx3.14$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$\frac{5\pi+2+3\sqrt3}{6}$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its sign chart is read off directly, with no second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$f'(x)=(1-\cos x)(1-2\cos2x)$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its sign chart is read off directly, with no second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main solution,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main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$f'(x)=(\cos x-1)(4\cos^2x-3)=(1-\cos x)(3-4\cos^2x)$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$3-4\cos^2x=1-2\cos2x$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$1-2\cos2x&lt;0$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$\left(\frac{\pi}{6},\frac{5\pi}{6}\right)$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$\left(\frac{5\pi}{6},\pi\right]$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falls, then rises, then falls: the maximum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at the left endpoint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falls, then rises, then falls: the maximum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at the left endpoint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$f(0)=0&lt;f\left(\frac{5\pi}{6}\right)$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$f\left(\frac{5\pi}{6}\right)=\frac{5\pi+2+3\sqrt3}{6}$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cubic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absolute maximum on a closed interval needs the end values too: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smaller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factorisation: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critical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terms are easy to evaluate.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$\cos3x=4\cos^3x-3\cos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$\cos2x=2\cos^2x-1$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$1-2\cos2x+\cos3x$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$(c-1)(4c^2-3)$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absolute maximum on a closed interval needs the end values too: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smaller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$f\left(\frac{5\pi}{6}\right)$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factorisation: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$1-2\cos2x+\cos3x=(1-\cos x)(1-2\cos2x)$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critical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$x-\sin2x+\frac{1}{3}\sin3x$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$0,\pm\frac{\pi}{6},\pm\frac{5\pi}{6}$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terms are easy to evaluate.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$g(x)=3f\left(\frac{x}{3}\right)+f(3-x)$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Monotonicity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Monotonicity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$g(x)=3f\left(\frac{x}{3}\right)+f(3-x)$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$f''&gt;0$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$g'(x)=f'\left(\frac{x}{3}\right)-f'(3-x)$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$\frac{x}{3}=3-x$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increasing: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$g'(x)=3f'\left(\frac{x}{3}\right)\cdot\frac{1}{3}-f'(3-x)=f'\left(\frac{x}{3}\right)-f'(3-x)$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increasing: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$g'(x)&gt;0\Rightarrow f'\left(\frac{x}{3}\right)&gt;f'(3-x)\Rightarrow\frac{x}{3}&gt;3-x\Rightarrow x&gt;9-3x\Rightarrow x&gt;\frac{9}{4}$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decreasing: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decreasing: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$g'(x)&lt;0\Rightarrow x&lt;\frac{9}{4}$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cannot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with the convex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cannot depend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with the convex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(it is the same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can be found with any one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(it is the same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can be found with any one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$g(x)=3\cdot\frac{x^2}{9}+(3-x)^2=\frac{x^2}{3}+(3-x)^2$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$g'(x)=\frac{2x}{3}-2(3-x)=\frac{8x}{3}-6=0\Rightarrow x=\frac{9}{4}$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$8\alpha=18$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Test-function method: when the answer is claimed to be unique for all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convenient member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turning point solves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$f'(u)-f'(v)$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$g'(x)=f'(u(x))-f'(v(x))$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$u(x)=v(x)$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Test-function method: when the answer is claimed to be unique for all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convenient member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$g(x)=pf\left(\frac{x}{p}\right)+f(c-x)$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turning point solves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$\frac{x}{p}=c-x$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$x=\frac{pc}{p+1}$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$\frac{3\cdot3}{4}=\frac{9}{4}$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$f'(u)&gt;f'(v)\iff u&gt;v$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statements: (I)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exactly at one point. (II)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(I) and (II) are the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(I) and (II) are incorrect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(II) is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$f:\left[\frac{1}{2},1\right]\to\mathbb{R}$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$f(x)=4\sqrt2x^3-3\sqrt2x-1$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statements: (I)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exactly at one point. (II)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(I) and (II) are the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(I) and (II) are incorrect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(II) is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cubic and monotonicity, Triple-angle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checks (II);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there is at most one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$4\cos^3\theta-3\cos\theta=\cos3\theta$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checks (II);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$\left(\frac{1}{2},1\right]$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there is at most one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it lies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statement (II)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$4\cos^3\theta-3\cos\theta=\frac{1}{\sqrt2}$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$4\sqrt2\cos^3\theta-3\sqrt2\cos\theta-1=0$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statement (II)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$f'(x)=12\sqrt2x^2-3\sqrt2=3\sqrt2\left(4x^2-1\right)$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$x\in\left(\frac{1}{2},1\right]$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only one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statement (I) is also correct: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only one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statement (I) is also correct: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solution unique.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$f(\cos\theta)=\sqrt2\cos3\theta-1$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$\theta\in\left[0,\frac{\pi}{3}\right]$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solution unique.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(one-to-one).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$x\in\left[\frac{1}{2},1\right]$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$\theta\in\left[0,\frac{\pi}{3}\right]$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(one-to-one).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$f(\cos\theta)=\sqrt2\left(4\cos^3\theta-3\cos\theta\right)-1=\sqrt2\cos3\theta-1$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cosine is one-one,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zero: both (I) and (II) 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$f=0\iff\cos3\theta=\frac{1}{\sqrt2}$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cosine is one-one,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zero: both (I) and (II) 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three real roots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 cubic is a cue for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$4\cos^3\theta-3\cos\theta=\cos3\theta$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$4x^3-3x=k$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$x=\cos\frac{\alpha+2\pi m}{3}$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$4x^3-3x-k$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three real roots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$\cos\frac{\alpha}{3}$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$\cos\frac{\pi}{12}=\frac{\sqrt6+\sqrt2}{4}\approx0.966$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 cubic is a cue for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$x=\cosh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$f(x)=\frac{x}{x^2-6x-16}$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$x\in\mathbb{R}-\{-2,8\}$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$(-\infty,-2)\cup(-2,8)\cup(8,\infty)$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$(-\infty,-2)\cup(-2,8)\cup(8,\infty)$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$(-\infty,-2)\cup(8,\infty)$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9618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a rational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wherever it is defined.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$-(x^2+16)&lt;0$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wherever it is defined.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d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$f(x)=\frac{x}{x^2-6x-16}$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$f'(x)=\frac{\left(x^2-6x-16\right)-x(2x-6)}{\left(x^2-6x-16\right)^2}=\frac{-\left(x^2+16\right)}{\left(x^2-6x-16\right)^2}$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$x\neq-2,8$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$(-\infty,-2)\cup(-2,8)\cup(8,\infty)$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sum of two decreasing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$f(x)=\frac{4/5}{x-8}+\frac{1/5}{x+2}$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sum of two decreasing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$x^2-6x-16=(x-8)(x+2)$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$f(x)=\frac{x}{(x-8)(x+2)}=\frac{A}{x-8}+\frac{B}{x+2}$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$A=\frac{8}{10}=\frac{4}{5}$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$B=\frac{-2}{-10}=\frac{1}{5}$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positive 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option (A): no derivative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positive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option (A): no derivative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every interval of its domain (and increasing if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roots the derivative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'Decreasing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for a union of intervals means decreasing on each piece separately (not across the break).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 shortcut: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$f(x)=\sum\frac{A_i}{x-c_i}$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every interval of its domain (and increasing if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$f=\frac{x}{x^2+bx+c}$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roots the derivative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$-16-x^2&lt;0$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for a union of intervals means decreasing on each piece separately (not across the break).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 shortcut: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$\left(\frac{u}{v}\right)'$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$u'v-uv'$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non-constant twice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 real valued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at least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non-constant twice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$g'\left(\frac{1}{2}\right)=g'\left(\frac{3}{2}\right)$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a real valued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$f(x)=\frac{1}{2}\left[g(x)+g(2-x)\right]$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$f'\left(\frac{3}{2}\right)+f'\left(\frac{1}{2}\right)=1$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at least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Rolle's theorem, Symmetry of a function about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Rolle's theorem applied twice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vanishes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$\frac12,\ 1,\ 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Rolle's theorem applied twice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$f'(x)=\frac{1}{2}\left[g'(x)-g'(2-x)\right]$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applied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at least one point in each: at least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$f'\left(\frac{1}{2}\right)=\frac{1}{2}\left[g'\left(\frac{1}{2}\right)-g'\left(\frac{3}{2}\right)\right]=0$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$f'(1)=\frac{1}{2}\left[g'(1)-g'(1)\right]=0$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$f'\left(\frac{3}{2}\right)=\frac{1}{2}\left[g'\left(\frac{3}{2}\right)-g'\left(\frac{1}{2}\right)\right]=0$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$f'\left(\frac{1}{2}\right)=f'(1)=f'\left(\frac{3}{2}\right)=0$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applied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$\left[1,\frac{3}{2}\right]$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at least one point in each: at least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false; (B) is not guaranteed (only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forced); (C) is false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false; (B) is not guaranteed (only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forced); (C) is false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$f'\left(\frac{3}{2}\right)+f'\left(\frac{1}{2}\right)=0\neq1$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Rolle zero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mirrored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$f(x)=f(2-x)$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one Rolle zero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$\left(\frac{1}{2},1\right)$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mirrored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$\left(1,\frac{3}{2}\right)$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twice: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Rolle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$f(2-x)=\frac{1}{2}\left[g(2-x)+g(x)\right]=f(x)$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$f'(2-x)=-f'(x)$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$f''(2-x)=f''(x)$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$f'\left(\frac{1}{2}\right)=\frac{1}{2}\left[g'\left(\frac{1}{2}\right)-g'\left(\frac{3}{2}\right)\right]=0$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Rolle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$c\in\left(\frac{1}{2},1\right)$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evenness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different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two zeros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evenness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$f''(2-c)=0$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$2-c\in\left(1,\frac{3}{2}\right)$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different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two zeros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mirror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differentiable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Rolle's theorem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somewhere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zeros: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 (Rolle).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$f(x)=f(2a-x)$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 in mirror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$h(x)=\frac{1}{2}\left[g(x)+g(c-x)\right]$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$h'\left(\frac{c}{2}\right)=0$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differentiable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Rolle's theorem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$f'(p)=f'(q)$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somewhere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zeros: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 (Rolle).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onto, then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$f:(-\infty,-1]\to(a,b]$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$f(x)=e^{x^3-3x+1}$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onto, then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$P(2b+4,a+2)$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$x+e^{-3}y=4$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$\sqrt{1+e^6}$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$2\sqrt{1+e^6}$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$4\sqrt{1+e^6}$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$3\sqrt{1+e^6}$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function (one-one and onto),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increasing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(not attained)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$(-\infty,-1]$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increasing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(not attained)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$f(-1)=e^3$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$(a,b]=(0,e^3]$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$f(x)=e^{x^3-3x+1}$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$f'(x)=e^{x^3-3x+1}\left(3x^2-3\right)=3e^{x^3-3x+1}(x-1)(x+1)$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$f(x)=e^{-\infty}\to0$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$f(-1)=e^{-1+3+1}=e^3$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$(a,b]=\left(0,e^3\right]$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$P=\left(2e^3+4,\ 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$x+e^{-3}y-4=0$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$d=\frac{\left|2e^3+4+e^{-3}(2)-4\right|}{\sqrt{1+\left(e^{-3}\right)^2}}=\frac{2\left(e^3+e^{-3}\right)}{\sqrt{\frac{e^6+1}{e^6}}}$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$e^3+e^{-3}=\frac{e^6+1}{e^3}$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$\sqrt{\frac{e^6+1}{e^6}}=\frac{\sqrt{e^6+1}}{e^3}$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$d=\frac{2(e^6+1)/e^3}{\sqrt{e^6+1}/e^3}=2\sqrt{1+e^6}$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the negative powers: multiply the line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the negative powers: multiply the line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$u=x^3-3x+1$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$u(x)=x^3-3x+1$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$u'=3x^2-3\ge0$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$u(-1)=3$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$(a,b]=(0,e^3]$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$P=\left(2e^3+4,\ 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$x+e^{-3}y=4$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$e^3x+y-4e^3=0$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$d=\frac{\left|e^3(2e^3+4)+2-4e^3\right|}{\sqrt{e^6+1}}=\frac{2e^6+2}{\sqrt{e^6+1}}=2\sqrt{1+e^6}$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monotonic on an interval, the range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𝑙𝑒𝑓𝑡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𝑟𝑖𝑔ℎ𝑡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open/closed ends according to the end of the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turning points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increases.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clear fractions or negative powers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$f=e^{u(x)}$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monotonic on an interval,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$\left(e^{u(\text{left})},e^{u(\text{right})}\right)$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open/closed ends according to the end of the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turning points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increases.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$\frac{|px_0+qy_0+r|}{\sqrt{p^2+q^2}}$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clear fractions or negative powers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$\frac{e^3+e^{-3}}{\sqrt{1+e^{-6}}}=\sqrt{e^6+1}$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$5f(x)+4f\left(\frac{1}{x}\right)=x^2-2$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$y=9x^2f(x)$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$\left(0,\frac{1}{\sqrt5}\right)\cup\left(\frac{1}{\sqrt5},\infty\right)$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$\left(-\frac{1}{\sqrt5},0\right)\cup\left(0,\frac{1}{\sqrt5}\right)$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$\left(-\infty,\frac{1}{\sqrt5}\right)\cup\left(0,\frac{1}{\sqrt5}\right)$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$\left(-\frac{1}{\sqrt5},0\right)\cup\left(\frac{1}{\sqrt5},\infty\right)$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interval of a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$af(x)+bf\left(\frac{1}{x}\right)=\varphi(x)$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Increasing interval of a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study its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$f\left(\frac{1}{x}\right)$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$9x^2f(x)=5x^4-2x^2-4$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study its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$5f(x)+4f\left(\frac{1}{x}\right)=x^2-2$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$5f\left(\frac{1}{x}\right)+4f(x)=\frac{1}{x^2}-2$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$5\times(1)-4\times(2)$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$9f(x)=5x^2-10-\frac{4}{x^2}+8=\frac{5x^4-2x^2-4}{x^2}$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$9x^2f(x)=5x^4-2x^2-4$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$y=5x^4-2x^2-4$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$\frac{dy}{dx}=20x^3-4x=4x\left(5x^2-1\right)&gt;0$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$-\frac{1}{\sqrt5}&lt;x&lt;0$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$\left(-\frac{1}{\sqrt5},0\right)\cup\left(\frac{1}{\sqrt5},\infty\right)$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satisfy the equation identically.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coefficients: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$f(x)=Ax^2+B+\frac{C}{x^2}$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satisfy the equation identically.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$f(x)=Ax^2+B+\frac{C}{x^2}$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$f\left(\frac{1}{x}\right)=\frac{A}{x^2}+B+Cx^2$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$5A+4C=1$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$5C+4A=0$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before;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$C=-\frac{4A}{5}$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$5A-\frac{16A}{5}=1$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$C=-\frac{4}{9}$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$y=9x^2f(x)=5x^4-2x^2-4$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before;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$y'=4x\left(5x^2-1\right)&gt;0$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$\left(-\frac{1}{\sqrt5},0\right)\cup\left(\frac{1}{\sqrt5},\infty\right)$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Laurent polynomial, undetermined coefficients also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quartic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and increases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formula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$af(x)+bf\left(\frac{1}{x}\right)=\varphi(x)\Rightarrow f(x)=\frac{a\varphi(x)-b\varphi(1/x)}{a^2-b^2}$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$\frac{5(x^2-2)-4\left(\frac{1}{x^2}-2\right)}{9}$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Laurent polynomial, undetermined coefficients also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quartic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$y=ax^4+bx^2+c$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$y'=2x\left(2ax^2+b\right)$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$0,\pm\sqrt{-\frac{b}{2a}}$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and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$\left(-\sqrt{-\frac{b}{2a}},0\right)\cup\left(\sqrt{-\frac{b}{2a}},\infty\right)$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$9f(1)=-1$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$\frac{5-2-4}{9}=-\frac{1}{9}$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number of points at which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$f(x)=2^x-x^2$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number of points at which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zeros of a function and its derivative (Rolle's theorem)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three solutions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one negative)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two solutions.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$2^x=x^2$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three solutions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one negative)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$2^x\ln2=2x$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two solutions.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once more for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 and has exactly one zero (in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and has at most two zeros: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$f(x)=0\iff2^x=x^2$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once more for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$f(-1)=-\frac{1}{2}&lt;0&lt;f(0)=1$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$f'(x)=2^x\ln2-2x&gt;0$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 and has exactly one zero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$2^x=x^2\iff\varphi(x)=x\ln2-2\ln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$\varphi''(x)=\frac{2}{x^2}&gt;0$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and has at most two zeros: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exponential curve meets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zero,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then increases and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ends; its minimum value is negative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zeros: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$f'(x)=2^x\ln2-2x=0\iff2^x=\frac{2}{\ln2}x$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exponential curve meets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$y=\frac{2}{\ln2}x$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(through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$f''(x)=2^x(\ln2)^2-2$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then increases and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ends; its minimum value is negative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$f'(2)=4\ln2-4&lt;0$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zeros: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$m+n=3+2=5$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Rolle's theorem chain: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only one zero,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Rolle's theorem chain: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zeros,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only one zero,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three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(between consecutive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root,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(else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$f(-1)=-\frac{1}{2}&lt;0$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three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(between consecutive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$f''(x)=2^x(\ln2)^2-2=0$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root,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(else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(a function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derivative zeros).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(a function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derivative zeros).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 count: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zeros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contrapositive: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three real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classic).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tests: a continuous function that changes sign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zero there (intermediate value theorem).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 zero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on each side: at most two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 count: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zeros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contrapositive: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$2^x=x^2$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three real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classic).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tests: a continuous function that changes sign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zero there (intermediate value theorem).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 zero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monotone on each side: at most two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A.P., the sixth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product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greatest, then the common difference of the A.P.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 A.P., the sixth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$a_1a_4a_5$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greatest, then the common difference of the A.P.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of the product of terms of an A.P., Local maxima of a cubic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$a_1,a_4,a_5$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$a_6=2$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$P=(2-5d)(2-2d)(2-d)$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$\frac{dP}{dd}=0$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$a+5d=2$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$P=a_1a_4a_5=a(a+3d)(a+4d)$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$a+3d=2-2d$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$a+4d=2-d$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$P=(2-5d)(2-2d)(2-d)$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$\frac{dP}{dd}=-5(2-2d)(2-d)-2(2-5d)(2-d)-(2-5d)(2-2d)=-2\left[(d-2)(5d-2)+(d-1)(5d-2)+5(d-1)(d-2)\right]$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attains its (local)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$=-2\left[15d^2-34d+16\right]=-2(5d-8)(3d-2)$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$\frac{dP}{dd}=0\Rightarrow d=\frac{8}{5}$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$\frac{d^2P}{dd^2}=-2(30d-34)$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attains its (local)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negative leading coefficient, the local maximum is at the larger critical point and the local minimum at the smaller;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a cubic has no global maximum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'greatest' here means the local maximum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Always say 'local' unless the domain is bounded.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shortcuts: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express everything through the known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negative leading coefficient, the local maximum is at the larger critical point and the local minimum at the smaller;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$\frac{2}{3}&lt;\frac{8}{5}$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a cubic has no global maximum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'greatest' here means the local maximum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Always say 'local' unless the domain is bounded.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shortcuts: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$a_1=a_6-5d$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$a_4=a_6-2d$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$a_5=a_6-d$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express everything through the known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$P\left(\frac{8}{5}\right)=(-6)(-1.2)(0.4)=2.88$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$P\left(\frac{2}{3}\right)=-\frac{32}{27}$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exactly one point of local minima and no point of local maxima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points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one point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one point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$f(x)=2x+3(x)^{2/3}$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exactly one point of local minima and no point of local maxima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points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exactly one point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one point of local maxima and exactly one point of local minima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extrema at a cusp (non-differentiable point)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undefined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scheme shows a maximum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$f'(x)=2\left(1+x^{-1/3}\right)$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zero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undefined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sign scheme shows a maximum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minimum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$f(x)=2x+3x^{2/3}$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$f'(x)=2+2x^{-1/3}$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$f'(x)=2\left(1+\frac{1}{x^{1/3}}\right)=2\cdot\frac{x^{1/3}+1}{x^{1/3}}$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although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and continuous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and denominator both negative),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maximum (M).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 (m).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exactly one point of local maxima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exactly one of local minima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and continuous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and denominator both negative),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maximum (M).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local minimum (m).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exactly one point of local maxima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exactly one of local minima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strictly increasing bijection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which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strictly increasing bijection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which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$x^{2/3}=t^2$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$f=g(t)=2t^3+3t^2$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$g'(t)=6t^2+6t=6t(t+1)$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bijection, local extrema correspond: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cusp).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$t\mapsto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bijection, local extrema correspond: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cusp).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(a cusp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still be a local extremum; always examine such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bijection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local maxima and minima,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fractional powers without changing the extrema pattern.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local maximum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local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Note: options (C) and (D) of the printed question are identical; (C) is the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(a cusp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still be a local extremum; always examine such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bijection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$t\mapsto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preserves local maxima and minima,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fractional powers without changing the extrema pattern.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$f(x)=2x+3x^{2/3}=x^{2/3}\left(2x^{1/3}+3\right)$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local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local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Note: options (C) and (D) of the printed question are identical; (C) is the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area of a triangle whose one vertex 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vertices lie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area of a triangle whose one vertex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vertices lie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$y=-2x^2+54$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area of a triangle (optimisation)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maximise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$=\frac{1}{2}(2x)(y)=x\left(54-2x^2\right)$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maximise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joins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height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35234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joins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$y=54-2x^2$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$=\frac{1}{2}(2x)\left(54-2x^2\right)=A(x)=54x-2x^3$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$\frac{dA}{dx}=54-6x^2=0\Rightarrow x=\pm3$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$y=54-18=36&gt;0$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$\frac{d^2A}{dx^2}=-12x&lt;0$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$A=(54-18)\cdot3=108$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$A^2=\frac{1}{4}(4u)(54-2u)(54-2u)$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(constant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AM-GM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$A=x\left(54-2x^2\right)$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$0&lt;x&lt;\sqrt{27}$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$A^2=x^2\left(54-2x^2\right)^2$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$A^2=u(54-2u)^2=\frac{1}{4}(4u)(54-2u)(54-2u)$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$4u,\ 54-2u,\ 54-2u$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AM-GM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$(4u)(54-2u)^2\le36^3$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11664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$A^2\le\frac{36^3}{4}=11664$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$4u=54-2u$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apex at the origin and base joining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for a product with constant sum is a calculus-free way to maximise cubics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restriction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maximiser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this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apex at the origin and base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$=\frac{1}{2}(2x)(y)=x\,h(x)$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$A=x(a-bx^2)$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$x=\sqrt{\frac{a}{3b}}$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$\sqrt{\frac{54}{6}}=3$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$\frac{2a}{3}\sqrt{\frac{a}{3b}}=\frac{2\cdot54}{3}\cdot3=108$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 for a product with constant sum is a calculus-free way to maximise cubics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$x(a-bx^2)^k$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restriction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$x^2&lt;27$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maximiser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inside this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maximum and minimum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$f(x)=(x+3)^2(x-2)^3$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$x\in[-4,4]$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maximum and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Absolute maximum and minimum on a closed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endpoints and critical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endpoints and critical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$-3,-1,2$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$M=f(4)=392$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$m=f(-4)=-216$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 scheme: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minimum;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extremum.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$f'(x)=(x+3)^2\cdot3(x-2)^2+(x-2)^3\cdot2(x+3)$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$f'(x)=5(x+3)(x-2)^2(x+1)$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$x=-3,\ -1,\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 scheme: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minimum;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extremum.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$f(-4)=(-1)^2(-6)^3=-216$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$f(-1)=4\cdot(-27)=-108$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$f(4)=49\cdot8=392$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$M-m=392+216=608$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increasing;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weighted AM-GM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direct bound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increasing;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 weighted AM-GM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$[-3,2]$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direct bound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$[-4,-3]$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and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and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 f(4)=392$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$x\in[-3,2]$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$f=-(x+3)^2(2-x)^3\le0$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$(x+3)^2(2-x)^3=2^2\cdot3^3\left(\frac{x+3}{2}\right)^2\left(\frac{2-x}{3}\right)^3$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numbers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sum is the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their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$\frac{x+3}{2},\frac{x+3}{2},\frac{2-x}{3},\frac{2-x}{3},\frac{2-x}{3}$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sum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$(x+3)+(2-x)=5$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their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$(x+3)^2(2-x)^3\le108$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$[-3,2]$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$f\ge-108$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$x\in[-4,-3]$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$(2-x)^3\le6^3=216$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$M-m=392-(-216)=608$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critical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zero of even multiplicity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(e.g.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an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local minimum value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need not be the absolute minimum: always compare with the end values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Monotonic pieces: on a closed interval the extrema occur at endpoints or at critical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$f=(x-a)^p(x-b)^q$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critical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$\frac{qa+pb}{p+q}$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$\frac{3(-3)+2(2)}{5}=-1$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zero of even multiplicity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change (e.g.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an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local minimum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need not be the absolute minimum: always compare with the end values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$f(-4)=-216$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Monotonic pieces: on a closed interval the extrema occur at endpoints or at critical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squares of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local maxima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local minima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$f:S\to\mathbb{R}$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$f(x)=\int_{-1}^{x}\left(e^t-1\right)^{11}(2t-1)^5(t-2)^7(t-3)^{12}(2t-10)^{61}\,dt$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squares of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local maxima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of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local minima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Local extrema of an integral function (sign scheme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Fundamental theorem of calculus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Local extrema of an integral function (sign scheme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Fundamental theorem of calculus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integrand; its sign changes only at roots of odd multiplicity: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integrand; its sign changes only at roots of odd multiplicity: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$0,\frac{1}{2},2,5$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fundamental theorem of calculus,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exponents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 (sign changes);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(no sign change).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factors are positive,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left across each odd-multiplicity root the sign alternates: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change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fundamental theorem of calculus,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$f'(x)=\left(e^x-1\right)^{11}(2x-1)^5(x-2)^7(x-3)^{12}(2x-10)^{61}$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\frac{1}{2},\ 2,\ 3,\ 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$11,5,7,61$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 (sign changes);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(no sign change).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factors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Moving left across each odd-multiplicity root the sign alternates: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change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$\left(\frac{1}{2},2\right)$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minima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Local maxima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extremum (even multiplicity).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minima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Local maxima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extremum (even multiplicity).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$p=0^2+2^2=4$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$q=\frac{1}{2}+5=\frac{11}{2}$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$p^2+2q=16+11=27$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extrema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sign changes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touching point, not an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the sign 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alternate leftwards across each odd-multiplicity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vanishes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it behaves like the linear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sign purposes.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$f(x)=\int_a^x g(t)\,dt$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extrema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sign changes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$(x-c)^k$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touching point, not an extremum.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the sign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alternate leftwards across each odd-multiplicity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vanishes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it behaves like the linear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sign purposes.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of minimum area touching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one of the following points lies on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of minimum area touching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one of the following points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two lines and a parabola,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centre on the axis of symmetry,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circle touching the parabola at its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centre on the axis of symmetry,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$(0,6-r)$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the circle touching the parabola at its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lines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the centre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circle touches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the assumption the PDF's figure uses).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also touches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distance from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distance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the centre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circle touches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the assumption the PDF's figure uses).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$x^2+(y-6+r)^2=r^2$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also touches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$y=\pm\sqrt3\,x$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distance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$P(0,6-r)$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$\frac{|6-r|}{2}=r$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$\frac{|-(6-r)|}{\sqrt{3+1}}$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points: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lies on the circle: option (D) (the others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$x^2+(y-4)^2=4$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it lies on the circle: option (D) (the others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$5,\ 8,\ 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lines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also the points where the lines meet the parabola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through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the parabola there, but it also crosses the parabola again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if 'touching the parabola' meant tangent from inside,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smaller; the key follows the vertex reading.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$k\sin30^\circ=\frac{k}{2}$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$x^2+(y-4)^2=4$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lines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$(\pm\sqrt3,3)$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also the points where the lines meet the parabola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$3=6-3$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through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tangent to the parabola there, but it also crosses the parabola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$(\pm\sqrt3,3)$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$x^2+(2-x^2)^2=4$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$x^2(x^2-3)=0$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if 'touching the parabola' meant tangent from inside,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$x^2+(y-k)^2=\frac{k^2}{4}$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$k=-2+3\sqrt3\approx3.196$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smaller; the key follows the vertex reading.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maximum and minimum values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maximum and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$\left(\sqrt{8x-x^2-12}-4\right)^2+(x-7)^2$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and minimum distance of a point from a circle (geometric interpretation)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upper semicircle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$y=\sqrt{8x-x^2-12}$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$(y-4)^2+(x-7)^2=PQ^2$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upper semicircle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$(x-4)^2+y^2=4$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$Q(7,4)$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upper semicircle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this semicircle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$y=\sqrt{8x-x^2-12}\ge0$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$(x-4)^2+y^2=4$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upper semicircle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$(y-4)^2+(x-7)^2=PQ^2$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this semicircle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$CQ=\sqrt{3^2+4^2}=5$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the nearest point is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5.2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on the semicircle).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the farthest point of the full circle would be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the axis, so it is not on the semicircle. From the nearest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onward,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all the way to the end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the other end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closer; so the farthest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the nearest point is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$P=\left(4+\frac{6}{5},\frac{8}{5}\right)=\left(5.2,1.6\right)$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lies on the semicircle).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$PQ_{\min}=CQ-2=3$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$m=(CQ-2)^2=9$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the farthest point of the full circle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$\left(4-\frac{6}{5},-\frac{8}{5}\right)$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below the axis, so it is not on the semicircle. From the nearest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$(5.2,1.6)$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onward,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all the way to the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the other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closer; so the farthest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the other end: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$M=(7-2)^2+(4-0)^2=25+16=41$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the other end: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$1+16=17$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$M^2-m^2=41^2-9^2=(41-9)(41+9)=32\times50=1600$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semicircle,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semicircle,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$x=4+2\cos\theta$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$R\sin(\theta+\phi)$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36.87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contains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$x=4+2\cos\theta,\ y=2\sin\theta$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$0\le\theta\le\pi$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$F=(y-4)^2+(x-7)^2=(2\sin\theta-4)^2+(2\cos\theta-3)^2$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$F=4\sin^2\theta-16\sin\theta+16+4\cos^2\theta-12\cos\theta+9=29-16\sin\theta-12\cos\theta=29-20\sin(\theta+\phi)$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$\tan\phi=\frac{3}{4}$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$\phi\approx36.87^\circ$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$[\phi,\pi+\phi]$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$\sin(\theta+\phi)$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$F_{\min}=9$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$[\phi,\pi+\phi]$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$\sin(\pi+\phi)=-\sin\phi=-\frac{3}{5}$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$\sin\phi=\frac{3}{5}$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$F_{\max}=29+12=41$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$M^2-m^2=41^2-9^2=1600$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full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arc (here a semicircle) check whether those extreme points lie on the arc; if not, the extreme occurs at an endpoint of the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range on a restricted interval is found from the end values and the interior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𝑟𝑎𝑑𝑖𝑐𝑎𝑙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squared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point on a curve is a standard geometric trick.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full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$PQ_{\min}=|CQ-r|$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$PQ_{\max}=CQ+r$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arc (here a semicircle) check whether those extreme points lie on the arc; if not, the extreme occurs at an endpoint of the arc.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$a\sin\theta+b\cos\theta=R\sin(\theta+\phi)$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range on a restricted interval is found from the end values and the interior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$(\text{radical}-k)^2+(x-h)^2$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squared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point on a curve is a standard geometric trick.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following two statements: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Between the above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(I) nor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84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 x+3x-\frac{2}{\pi}\left(x^2+x\right)$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following two statements: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Between the above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(I) nor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Monotonicity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and second derivative)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Monotonicity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and second derivative)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$f'(x)=\cos x+3-\frac{2}{\pi}(2x+1)&gt;0$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$f''(x)=-\sin x-\frac{4}{\pi}&lt;0$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$f'(x)=\cos x+3-\frac{2}{\pi}(2x+1)=\cos x+3-\frac{2}{\pi}-\frac{4x}{\pi}$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decreasing: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(I) and (II) are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$\frac{4x}{\pi}\in(0,2)$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$\frac{2}{\pi}&lt;1$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$3-\frac{2}{\pi}-\frac{4x}{\pi}&gt;3-1-2=0$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$f''(x)=-\sin x-\frac{4}{\pi}&lt;0$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decreasing: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(I) and (II) are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(II) to prove (I):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so its smallest value is at the right end,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(II) to prove (I):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so its smallest value is at the right end,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$f'\left(\frac{\pi}{2}\right)&gt;0$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and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$f''(x)=-\sin x-\frac{4}{\pi}&lt;0$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and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 f'\left(\frac{\pi}{2}\right)$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$f'\left(\frac{\pi}{2}\right)=\cos\frac{\pi}{2}+3-\frac{2}{\pi}\left(\pi+1\right)=0+3-2-\frac{2}{\pi}=1-\frac{2}{\pi}&gt;0$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concave-function shortcut: its minimum is at the right end.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decreasing; check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end to settle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thus the monotonicity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bounds used.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$f'(b)&gt;0$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concave-function shortcut: its minimum is at the right end.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$f''&lt;0\Rightarrow 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decreasing;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end to settle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thus the monotonicity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x+3x-\frac{2}{\pi}(x^2+x)$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$f\left(\frac{\pi}{2}\right)=\pi$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$\frac{4x}{\pi}\in[0,2]$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bounds used.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in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strictly increasing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in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strictly increasing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$\left(\frac{1}{e^2},1\right)$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$\left(0,\frac{1}{e}\right)$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$\left(\frac{1}{e},\infty\right)$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Strictly increasing interval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differentiation)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Strictly increasing interval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differentiation)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$f'(x)=x^x(1+\ln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$f'&gt;0\iff\ln x&gt;-1\iff x&gt;\frac{1}{e}$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f=x\ln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$f'(x)\ge0\iff1+\ln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is strictly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$x\in\left(\frac{1}{e},\infty\right)$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$\left(0,\frac{1}{e}\right)$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is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$\left(\frac{1}{e},\infty\right)$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exactly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decreases before its minimum point and increases after.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$\frac{d}{dx}x^x=x^x(1+\ln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$\frac{d}{dx}u^v=u^v\left(v'\ln u+\frac{vu'}{u}\right)$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$e^{-1/e}\approx0.692$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$x^x=e^{x\ln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$\frac{d}{dx}(x\ln x)=1+\ln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$u''=\frac{1}{x}&gt;0$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decreases before its minimum point and increases after.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critical points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critical points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$f(x)=(x-2)^{2/3}(2x+1)$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Critical points of a function with fractional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undefined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defined): two critical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$f'(x)=\frac{10(x-1)}{3(x-2)^{1/3}}$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zero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undefined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defined): two critical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common 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$f(x)=(x-2)^{2/3}(2x+1)$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$f'(x)=2(x-2)^{2/3}+(2x+1)\cdot\frac{2}{3}(x-2)^{-1/3}=2(x-2)^{2/3}+\frac{2(2x+1)}{3(x-2)^{1/3}}$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common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$f'(x)=\frac{6(x-2)+2(2x+1)}{3(x-2)^{1/3}}$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although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defined. Both are critical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critical points: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$f'(x)=\frac{10x-10}{3(x-2)^{1/3}}=\frac{10(x-1)}{3(x-2)^{1/3}}$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defined. Both are critical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critical points: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chain rule explains both critical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$t=(x-2)^{1/3}$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polynomial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$2t^5+5t^2$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chain rule explains both critical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real roots).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$t=(x-2)^{1/3}$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$x=t^3+2$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$2x+1=2t^3+5$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$f=t^2\left(2t^3+5\right)=2t^5+5t^2$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$\frac{df}{dt}=10t^4+10t=10t\left(t^3+1\right)=0$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real roots).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(a cusp).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critical points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critical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$\frac{df}{dx}=0$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$\frac{dt}{dx}=\frac{1}{3t^2}$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(a cusp).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critical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critical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critical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interior point of the domain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blows up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cusp or vertical tangent,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critical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bijection that turns fractional powers into integer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nearby)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critical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interior point of the domain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$(x-a)^{p/q}$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$0&lt;\frac{p}{q}&lt;1$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blows up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cusp or vertical tangent,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critical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$t=(x-a)^{1/q}$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bijection that turns fractional powers into integer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minimum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$f(2)=0\le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nearby)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the following two statements: (S1)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only one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(S2)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(S1)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(S1) and (S2)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69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$f(x)=(\cos x)-x+1$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the following two statements: 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only one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$\left[0,\frac{\pi}{2}\right]$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$\left[\frac{\pi}{2},\pi\right]$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(S2)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(S1)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(S1) and (S2)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and number of roots (strictly decreasing function), Intermediate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isolated zeros,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decreasing everywhere; the sign change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exactly one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$f'(x)=-\sin x-1\le0$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isolated zeros,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decreasing everywhere; the sign change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$f(0)f(\pi)&lt;0$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exactly one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 x-x+1$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$f'(x)=-\sin x-1=-(1+\sin x)\le0$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isolated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(S1)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increasing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(S2)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only (S1) is correct: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isolated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$x=-\frac{\pi}{2}+2k\pi$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$f(0)=\cos0-0+1=2&gt;0$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$f(\pi)=\cos\pi-\pi+1=-\pi&lt;0$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$f(0)\,f(\pi)&lt;0$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$f(0)f(\pi)&lt;0$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(S1)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$\left[\frac{\pi}{2},\pi\right]$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(S2)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only (S1) is correct: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Derivative-free: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two decreasing functions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Derivative-free: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$f=\cos x+(1-x)$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two decreasing functions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decreasing function cannot be increasing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(S2)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$f=\cos x+(1-x)$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decreasing function cannot be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$\left[\frac{\pi}{2},\pi\right]$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(S2)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intermediate value theorem there is a zero, and strict monotonicity makes it unique: (S1)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(S1):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$f(\pi)=-\pi&lt;0$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the intermediate value theorem there is a zero, and strict monotonicity makes it unique: (S1)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only (S1):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decreasing functions is decreasing;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 for every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decreases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derivative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zero only at isolated points still gives a strictly decreasing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 counting recipe: strictly monotone + sign change at the ends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 intersect exactly once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decreasing functions is decreasing;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x-x+c$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 for every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$f'=-(1+\sin x)\le0$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derivative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zero only at isolated points still gives a strictly decreasing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 counting recipe: strictly monotone + sign change at the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one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 intersect exactly once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thrice differentiable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number of zeroes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thrice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minimum number of zeroes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$\left(3f'f''+ff'''\right)(x)$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Rolle's theorem and zeros of derivatives, Derivative of a product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Rolle's theorem and zeros of derivatives, Derivative of a product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count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Rolle's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$\frac{d}{dx}\left(f^3f''\right)=f^2\left(3f'f''+ff'''\right)$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count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$h=f^3f''$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Rolle's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 sign three times,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each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between consecutive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$1,-1,2,-2$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 sign three times,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each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Rolle's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$c_1&lt;c_2&lt;c_3$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between consecutive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$d_1\in(c_1,c_2)$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$d_2\in(c_2,c_3)$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$\frac{d}{dx}\left(f^3f''\right)=3f^2f'f''+f^3f'''=f^2\left(3f'f''+ff'''\right)$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vanishes at the (at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two distinct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with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common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are zeros of the required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two consecutive distinct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Rolle gives a zero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 consecutive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is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$h=f^3f''$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vanishes at the (at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two distinct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$d_1\in(c_1,c_2)$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$d_2\in(c_2,c_3)$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coincide with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common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$\left(3f'f''+ff'''\right)(c)=0$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are zeros of the required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two consecutive distinct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Rolle gives a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 consecutive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$3f'f''+ff'''=\frac{h'}{f^2}=0$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That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$(6-k)-1=5-k$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zeros.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number of zeros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$3f'f''+ff'''$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$k+(5-k)=5$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number of zeros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 product-rule pattern behind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Rolle's theorem chain: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in the open interval between consecutive zeros).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of the given values give zeros by the intermediate value theorem; consecutive sign changes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what feeds Rolle's theorem.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dividing by a factor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zeros of that factor have to be handled separately (here: common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$\frac{d}{dx}\left(f^nf^{(m)}\right)=nf^{n-1}f'f^{(m)}+f^nf^{(m+1)}=f^{n-1}\left(nf'f^{(m)}+ff^{(m+1)}\right)$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recognise the product-rule pattern behind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$3f'f''+ff'''$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Rolle's theorem chain: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in the open interval between consecutive zeros).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of the given values give zeros by the intermediate value theorem; consecutive sign changes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what feeds Rolle's theorem.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dividing by a factor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zeros of that factor have to be handled separately (here: common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have any critical point, be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$f(x)=\left(p^2-6p+8\right)\left(\sin^22x-\cos^22x\right)+2(2-p)x+7$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have any critical point, be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Existence of critical points, Range of the sine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has no zero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$f'(x)=2(p-2)\left[2(p-4)\sin4x-1\right]$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has no zero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$p\neq2$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$|2(p-4)|&lt;1$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point is critical;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$\sin^22x-\cos^22x=-\cos4x$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$f(x)=-\left(p^2-6p+8\right)\cos4x+2(2-p)x+7$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$f'(x)=4\left(p^2-6p+8\right)\sin4x+(4-2p)$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$p^2-6p+8=(p-2)(p-4)$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$4-2p=-2(p-2)$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$f'(x)=2(p-2)\left[2(p-4)\sin4x-1\right]$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point is critical;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 critical point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excluded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this interval,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 critical point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$2(p-4)\sin4x\neq1$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$\sin4x\neq\frac{1}{2(p-4)}$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$\left|\frac{1}{2(p-4)}\right|&gt;1$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$|p-4|&lt;\frac{1}{2}$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$p\in\left(\frac{7}{2},\frac{9}{2}\right)$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excluded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this interval,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$a=\frac{7}{2},\ b=\frac{9}{2}$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$16ab=16\cdot\frac{63}{4}=252$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252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continuous periodic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 zero iff its maximum and minimum have the same sign: compare the amplitude with the mean.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continuous periodic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no zero iff its maximum and minimum have the same sign: compare the amplitude with the mean.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with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takes every value in this interval, so it has no zero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$f'(x)=4(p-2)(p-4)\sin4x-2(p-2)$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with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$\left[-2(p-2)-4|q|,\ -2(p-2)+4|q|\right]$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$q=(p-2)(p-4)$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takes every value in this interval, so it has no zero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outside: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$2|p-2|&gt;4|(p-2)(p-4)|$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$2|p-2|$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$1&gt;2|p-4|$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$|p-4|&lt;\frac{1}{2}$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$\left(\frac{7}{2},\frac{9}{2}\right)$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$16ab=252$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252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critical point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(amplitude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of the degenerate case where a common factor of the coefficients vanishes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zero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$f(x)=A\cos kx+Bx+C$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critical point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$|Ak|&lt;|B|$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(amplitude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$f'=-Ak\sin kx+B$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$A=-(p-2)(p-4)$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$B=2(2-p)$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$\sin^2\theta-\cos^2\theta=-\cos2\theta$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$\cos^2\theta-\sin^2\theta=\cos2\theta$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Beware of the degenerate case where a common factor of the coefficients vanishes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zero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$|b|&gt;|a|$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valued function.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minimum and the maximum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$f(x)=3\sqrt{x-2}+\sqrt{4-x}$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valued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minimum and the maximum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$\alpha^2+2\beta^2$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and minimum of a function involving square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$x=\frac{19}{5}$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$f\left(\frac{19}{5}\right)=2\sqrt5$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$f(4)=3\sqrt2$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$f'(x)=\frac{3}{2\sqrt{x-2}}-\frac{1}{2\sqrt{4-x}}$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$f'(x)=0\Rightarrow3\sqrt{4-x}=\sqrt{x-2}\Rightarrow9(4-x)=x-2\Rightarrow x=\frac{19}{5}\in[2,4]$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$f\left(\frac{19}{5}\right)=3\sqrt{\frac{9}{5}}+\sqrt{\frac{1}{5}}=\frac{9}{\sqrt5}+\frac{1}{\sqrt5}=2\sqrt5$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$\alpha^2+2\beta^2=2+2\cdot20=42$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Maximum by the Cauchy-Schwarz inequality; minimum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concave, so it occurs at an endpoint.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Maximum by the Cauchy-Schwarz inequality; minimum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concave, so it occurs at an endpoint.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$f=3\sqrt{x-2}+1\cdot\sqrt{4-x}\le\sqrt{3^2+1^2}\sqrt{(x-2)+(4-x)}=\sqrt{10}\sqrt2=2\sqrt5$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$\frac{\sqrt{x-2}}{3}=\frac{\sqrt{4-x}}{1}$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$x-2=9(4-x)$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$x=\frac{19}{5}\in[2,4]$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two concave functions, hence concave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minimum is at an endpoint: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two concave functions, hence concave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minimum is at an endpoint: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$\alpha^2+2\beta^2=2+40=42$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(Cauchy-Schwarz).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concave function on a closed interval attains its minimum at an endpoint (and a convex one its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roots are concave, so non-negative combinations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concave.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$a\sqrt{x-p}+b\sqrt{q-x}$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$=\sqrt{(a^2+b^2)(q-p)}$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$\frac{x-p}{a^2}=\frac{q-x}{b^2}$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(Cauchy-Schwarz).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concave function on a closed interval attains its minimum at an endpoint (and a convex one its maximum).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roots are concave, so non-negative combinations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$\sqrt{q-x}$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concave.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$(a^2+b^2)(q-p)=(9+1)\cdot2=20=\beta^2$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inscribed in another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vertices of the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sides of the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sides of the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its area is maximum.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inscribed in another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vertices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sides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sides of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its area is maximum.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rectangle circumscribing a rectangle (trigonometric optimisation)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outer rectangle,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the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outer rectangle,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$a=4\cos\theta+2\sin\theta$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$b=2\cos\theta+4\sin\theta$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$ab=8+10\sin2\theta$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makes the same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makes the same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$a=4\cos\theta+2\sin\theta$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$b=2\cos\theta+4\sin\theta$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$=ab=(4\cos\theta+2\sin\theta)(2\cos\theta+4\sin\theta)=8\cos^2\theta+16\sin\theta\cos\theta+4\sin\theta\cos\theta+8\sin^2\theta$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$ab=8+20\sin\theta\cos\theta=8+10\sin2\theta$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$=8+10=18$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$(a+b)^2=(4\cos\theta+2\sin\theta+2\cos\theta+4\sin\theta)^2=(6\cos\theta+6\sin\theta)^2=36(\sin\theta+\cos\theta)^2$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$(a+b)^2=36\cdot2=72$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General formula: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maximum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square,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General formula: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$=pq+\frac{p^2+q^2}{2}\sin2\theta$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maximum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square,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$(a+b)^2=4\cdot$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inscribed rectangle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maximum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inscribed rectangle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$ab=(p\cos\theta+q\sin\theta)(q\cos\theta+p\sin\theta)=pq+\frac{p^2+q^2}{2}\sin2\theta$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maximum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$a-b=(p-q)(\cos\theta-\sin\theta)=0$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$=pq+\frac{p^2+q^2}{2}=\frac{(p+q)^2}{2}=\frac{36}{2}=18$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$(a+b)^2=4a^2=4\cdot18=72$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 rectangle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which side is which).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circumscribed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the outer rectangle is a square of side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outer rectangle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bounded products of sines and cosines are handled with the double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$p\times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inscribed in a rectangle with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$a=p\cos\theta+q\sin\theta$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$b=p\sin\theta+q\cos\theta$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which side is which).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circumscribed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$\frac{(p+q)^2}{2}$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the outer rectangle is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$2(p+q)^2=72$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outer rectangle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$p\times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minimum).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$\sin\theta\cos\theta=\frac{1}{2}\sin2\theta\le\frac{1}{2}$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bounded products of sines and cosines are handled with the double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the maximum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$f(x)=\left(\frac{1}{x}\right)^{2x}$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the maximum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$e^{2\pi}&lt;(2\pi)^e$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$e^{\pi}&gt;\pi^e$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$e^{\pi}&lt;\pi^e$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$(2e)^{\pi}&gt;\pi^{(2e)}$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Maximum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differentiation), Comparison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(logarithmic differentiation), Comparison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$\pi^{e}$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maximum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$f\left(\frac{1}{e}\right)&gt;f\left(\frac{1}{\pi}\right)$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$e^{2/e}&gt;\pi^{2/\pi}$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$e^\pi&gt;\pi^e$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maximum is attained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$f(x)=x^{-2x}=e^{-2x\ln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$f'(x)=-2(1+\ln x)f(x)$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maximum is attained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$f\left(\frac{1}{e}\right)&gt;f\left(\frac{1}{\pi}\right)$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$\frac{1}{\pi}\neq\frac{1}{e}$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$f\left(\frac{1}{e}\right)=\left(e\right)^{2/e}=e^{2/e}$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$f\left(\frac{1}{\pi}\right)=\pi^{2/\pi}$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$e^{2/e}&gt;\pi^{2/\pi}$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Raising both sides to the power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others numerically: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false; (C) contradicts (B);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Raising both sides to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$\frac{e\pi}{2}&gt;0$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$e^{\pi}&gt;\pi^{e}$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others numerically: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$e^{2\pi}\approx535&gt;(2\pi)^e\approx148$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false; (C) contradicts (B);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$(2e)^\pi\approx204&lt;\pi^{2e}\approx504$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classic fact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classic fact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 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maximum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after: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$\varphi(x)=\frac{\ln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$\varphi'(x)=\frac{1-\ln 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after: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$\varphi(e)&gt;\varphi(\pi)$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$\frac{1}{e}&gt;\frac{\ln\pi}{\pi}$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$e\pi&gt;0$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$\pi&gt;e\ln\pi=\ln\pi^e$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e^\pi&gt;\ln\pi^e$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$e^\pi&gt;\pi^e$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decided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Examples: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has a unique maximum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any convenient comparison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versus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$e\le 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$a^b&gt;b^a$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$0&lt;a&lt;b\le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$a^b&lt;b^a$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Examples: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$3^4=81&gt;4^3=64$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$2^e\approx6.58&lt;e^2\approx7.39$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$\frac{d}{dx}x^{-2x}=-2x^{-2x}(1+\ln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$e^{1/e}\approx1.444$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has a unique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$f(x_0)&gt;f(x)$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 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any convenient comparison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 of local maxima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$f(x)=4\cos^3x+3\sqrt3\cos^2x-10$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 of local maxima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Local maxima of a trigonometric function (sign scheme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Local maxima of a trigonometric function (sign scheme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$f'(x)=-6\sin x\cos x\left(2\cos x+\sqrt3\right)$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$x=\frac{\pi}{2},\frac{5\pi}{6},\pi,\frac{7\pi}{6},\frac{3\pi}{2}$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$+\to-$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changes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$f'(x)=-12\cos^2x\sin x-6\sqrt3\cos x\sin x=-6\sin x\cos x\left(2\cos x+\sqrt3\right)$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changes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$x=\frac{\pi}{2},\frac{3\pi}{2}$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$x=\frac{5\pi}{6},\frac{7\pi}{6}$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$\left(\frac{\pi}{2},\frac{5\pi}{6}\right)$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$\left(\frac{5\pi}{6},\pi\right)$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$\left(\pi,\frac{7\pi}{6}\right)$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$\left(\frac{7\pi}{6},\frac{3\pi}{2}\right)$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$\left(\frac{3\pi}{2},2\pi\right)$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maxima are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points of local maxima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Local maxima are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points of local maxima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extrema of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$f=h(\cos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$h(c)=4c^3+3\sqrt3c^2-10$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extrema of the cubic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monotone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inherits the local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local maxima.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inherits the local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minima.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$h'(c)=12c^2+6\sqrt3c=6c\left(2c+\sqrt3\right)$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$x=\frac{5\pi}{6},\frac{7\pi}{6}$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monotone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$f=h(\cos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inherits the local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local maxima.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$x=\frac{\pi}{2},\frac{3\pi}{2}$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inherits the local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local minima.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nearby: a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local maxima.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$h'(-1)=12-6\sqrt3&gt;0$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there),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 f(\pi)$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nearby: a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local maxima.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come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extremum type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carries over (composition with a locally monotone map).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inner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extremum, so the type depends on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local maxima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twice the number of local maxima of the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possible contributions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tip: list all zeros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factor, sort them, and alternate signs only at odd-multiplicity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$f(x)=h(\cos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$h'(\cos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extremum type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carries over (composition with a locally monotone map).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inner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an extremum, so the type depends on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local maxima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$a\cos^3x+b\cos^2x+C$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twice the number of local maxima of the cubic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possible contributions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scheme tip: list all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factor, sort them, and alternate signs only at odd-multiplicity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$f(x)=2x^3-9ax^2+12a^2x+1$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$8x^2+6x-1=0$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$8x^2-6x+1=0$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maximum and minimum of a cubic with a parameter, Quadratic equation from given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$f'(x)=6(x-a)(x-2a)$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maximum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minimum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cubic has a positive leading coefficient, so the smaller root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local maximum and the larger root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$f'(x)=6x^2-18ax+12a^2=6\left(x^2-3ax+2a^2\right)=6(x-a)(x-2a)$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cubic has a positive leading coefficient, so the smaller root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local maximum and the larger root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local minimum.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equation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equation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critical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order swaps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critical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regardless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confirm the types.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$f=2x^3-9ax^2+12a^2x+c$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critical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order swaps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$f(x)=a^3\left(2u^3-9u^2+12u\right)+1$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regardless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$x^2-(r_1+r_2)x+r_1r_2=0$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$f''(x)=12x-18a$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$f''(a)=-6a&lt;0$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$f''(2a)=6a&gt;0$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confirm the types.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variable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intersects the positive coordinate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origin,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variable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intersects the positive coordinate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origin,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Minimum area of the triangle cut off by a line through a fixed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is minimum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intercepts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area is minimum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$P(3,5)$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intercepts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cutting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cutting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$\frac{x}{6}+\frac{y}{10}=1$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$5x+3y=30$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$\frac{1}{2}(6)(10)=30$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AM-GM bounds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below.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$\frac{x}{p}+\frac{y}{q}=1$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$\frac{3}{p}+\frac{5}{q}=1$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AM-GM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below.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$\frac{x}{p}+\frac{y}{q}=1$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$\frac{3}{p}+\frac{5}{q}=1$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$1=\frac{3}{p}+\frac{5}{q}\ge2\sqrt{\frac{15}{pq}}$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$\sqrt{pq}\ge2\sqrt{15}$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$pq\ge60$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(attainable). The minimum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$=\frac{pq}{2}\ge30$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$\frac{3}{p}=\frac{5}{q}=\frac{1}{2}$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(attainable). The minimum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𝑎𝑟𝑒𝑎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point is the midpoint of the intercept segment.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sum of intercepts: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length of the intercept segment: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ladder problem;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constraint into a bound on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$\text{area}_{\min}=2ab$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point is the midpoint of the intercept segment.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sum of intercepts: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$(p+q)\left(\frac{a}{p}+\frac{b}{q}\right)\ge(\sqrt a+\sqrt 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$p+q\ge(\sqrt a+\sqrt 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$(\sqrt3+\sqrt5)^2=8+2\sqrt{15}$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length of the intercept segment: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$\left(a^{2/3}+b^{2/3}\right)^{3/2}$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ladder problem;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$\frac{a}{p}+\frac{b}{q}\ge2\sqrt{\frac{ab}{pq}}$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constraint into a bound on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region enclosed by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area of the rectangle inscribed in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region enclosed by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area of the rectangle inscribed in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area of a rectangle inscribed in a parabolic region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rectangle symmetric about the axis with corners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parabola has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rectangle symmetric about the axis with corners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$(x,\pm 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parabola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$(24-x)(2y)=48y-y^3$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take the rectangle with corners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width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height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take the rectangle with corners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$(x,\pm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$(24,\pm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width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$24-x=24-\frac{y^2}{2}$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$A=\left(24-\frac{y^2}{2}\right)(2y)=48y-y^3$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$\frac{dA}{dy}=48-3y^2=0\Rightarrow 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$\frac{d^2A}{dy^2}=-6y&lt;0$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$=(24-8)(2\times4)=16\times8=128$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 on three factors with constant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$A^2=y^2\left(48-y^2\right)^2$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AM-GM on three factors with constant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constant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$A=y\left(48-y^2\right)$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$0&lt;y&lt;\sqrt{48}$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$A^2=y^2\left(48-y^2\right)^2$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$A^2=u(48-u)^2=\frac{1}{2}(2u)(48-u)(48-u)$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$2u,\ 48-u,\ 48-u$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constant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16384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$(2u)(48-u)^2\le32^3=32768$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$A^2\le16384$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$2u=48-u$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maximum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rectangle with a side on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inscribed rectangles in a region symmetric about an axis, take the rectangle symmetric about that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rectangle with a side on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$x=\frac{h}{3}$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$\frac{24}{3}=8$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$\frac{2h}{3}\cdot2\sqrt{\frac{kh}{3}}$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$16\cdot8=128$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$y(c-y^2)$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$y=\sqrt{\frac{c}{3}}$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$\frac{2c}{3}\sqrt{\frac{c}{3}}$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$4\cdot32=128$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inscribed rectangles in a region symmetric about an axis, take the rectangle symmetric about that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positive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point of local minimum of the function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 of all positive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point of local minimum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$\left(1+x\left(\lambda^2-x^2\right)\right)$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$\frac{x^2+x+2}{x^2+5x+6}&lt;0$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Local minimum of a cubic with a parameter, Rational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local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must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solution set of the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local minimum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$f=-x^3+\lambda^2x+1$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$x=-\frac{\lambda}{\sqrt3}$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 must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$(-3,-2)$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solution set of the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local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always positive;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$f(x)=1+x\left(\lambda^2-x^2\right)=-x^3+\lambda^2x+1$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$f'(x)=-3x^2+\lambda^2=0\Rightarrow x=\pm\frac{\lambda}{\sqrt3}$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local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$x=-\frac{\lambda}{\sqrt3}$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$x=\frac{\lambda}{\sqrt3}$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always positive;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$\frac{x^2+x+2}{x^2+5x+6}&lt;0\iff(x+2)(x+3)&lt;0\iff x\in(-3,-2)$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$-3&lt;-\frac{\lambda}{\sqrt3}&lt;-2$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$2&lt;\frac{\lambda}{\sqrt3}&lt;3$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$2\sqrt3&lt;\lambda&lt;3\sqrt3$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$\alpha^2+\beta^2=12+27=39$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local minimum is at the negative critical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local maximum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leading coefficient).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negative discriminant and positive leading coefficient is always positive; so the sign of a ratio is the sign of the other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Interval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is the left one when the leading coefficient is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$f=-x^3+\lambda^2x+c$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local minimum is at the negative critical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$-\frac{\lambda}{\sqrt3}$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$+\frac{\lambda}{\sqrt3}$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leading coefficient).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negative discriminant and positive leading coefficient is always positive; so the sign of a ratio is the sign of the other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Interval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$m&lt;-\frac{\lambda}{\sqrt3}&lt;n$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$-n\sqrt3&lt;\lambda&lt;-m\sqrt3$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$2\sqrt3&lt;\lambda&lt;3\sqrt3$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x^3+px+q$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$\pm\sqrt{\frac{|p|}{3}}$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is the left one when the leading coefficient is negative.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50 questions, 200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Application of Derivatives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