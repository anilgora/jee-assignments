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'A10 = 4α + 2α'; the correct value is $4\alpha+2\beta$ (as the PDF itself found two lines earlier and as option (A) states). The PDF also omits the cofactor-sign step.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'$x^2-195x+95x+9506=0$', a slip: the equation is $x^2-(98+97)x+98\cdot97=x^2-195x+9506=0$.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'for integral roots $8+2n$ must be a complete square', which is wrong (it should be $4+n$, from $\sqrt{16+4n}=2\sqrt{4+n}$); its next lines (range $[24,104]$ and the squares $25,\dots,100$) correctly use $4+n$. The corrected line is shown. Answer 6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$|A|=6$ and states the answer $216$ without the final step (the use of $\det(AB)=|A|\,|B|$ with $|B|=|A|^2$). That step is added; the printed values $\alpha=2$, $\beta=1$, $|A|=6$ are correct.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$-x+2y-9z=7$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$-x+3y+7z=9$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$-2x+y+5z=8$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$-3x+y+13z=\lambda$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$x=\alpha,\ y=\beta,\ z=\gamma$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 (unique solution), Distance of a point from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equations without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the point; the fourth then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plane distance formula finishes.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equations without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the point; the fourth then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plane distance formula finishes.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the first three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from (3):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(5):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(1),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the first three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$-x+2y-9z=7$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$-x+3y+7z=9$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$-2x+y+5z=8$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$y+16z=2$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from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$-3y+23z=-6$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(5):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this point in the fourth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this point in the fourth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$\lambda=-3x+y+13z=9+2=11$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$2x-2y+z-11=0$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$d=\frac{|2(-3)-2(2)+0-11|}{\sqrt{2^2+2^2+1^2}}=\frac{|-6-4-11|}{3}$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$d=\frac{21}{3}=7$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with more equations than unknowns has a solution only if the extra equations are consistent; the unique solution comes from any independent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and the leftover equation then fixes the parameter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integer answers are common.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 solved point: substitute it back in all four equations.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with more equations than unknowns has a solution only if the extra equations are consistent; the unique solution comes from any independent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and the leftover equation then fixes the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$\frac{|ax_0+by_0+cz_0+d|}{\sqrt{a^2+b^2+c^2}}$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integer answers are common.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 solved point: substitute it back in all four equations.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$-3x+y+13z=11$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$-x+3y+7z=9$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$3+6=9$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$\frac{1}{2}A\left[\left(A+A^T\right)^2+\left(A-A^T\right)^2\right]$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$A^3+A^T$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Transpose of a matrix and orthogonal matrices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Transpose of a matrix and orthogonal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the two squares cancels the cross terms,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the two squares cancels the cross terms,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$A\left(A^2+(A^T)^2\right)$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$A(A^T)^2$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square matrix with a one-sided inverse has a two-sided inverse).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first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cross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second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them: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square matrix with a one-sided inverse has a two-sided inverse).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first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$(A+A^T)^2=A^2+(A^T)^2+2AA^T$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$AA^T=A^TA$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cross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second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$(A-A^T)^2=A^2+(A^T)^2-2AA^T$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them: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2AA^T$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$2\left[A^2+(A^T)^2\right]$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$\frac{1}{2}A\cdot 2\left[A^2+(A^T)^2\right]=A\left[A^2+(A^T)^2\right]$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$A^3+A\,(A^T)^2=A^3+(AA^T)A^T$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$A^3+A^T$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identity on a particular orthogonal matrix, the rotation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identity on a particular orthogonal matrix, the rotation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result must hold for every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result must hold for every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$A=J=\begin{pmatrix}0&amp;-1\\1&amp;0\end{pmatrix}$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$JJ^T=I$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$J^T=-J$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$J^2=-I$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$J^3=-J$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$A+A^T=0$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$A-A^T=2J$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$0+(2J)^2=4J^2=-4I$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B: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matches. So the answer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$\frac{1}{2}J(-4I)=-2J$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$A^2+I=-I+I=0\neq-2J$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$A^2+A^T=-I-J\neq-2J$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$A^3+I=-J+I\neq-2J$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$A^3+A^T=-J-J=-2J$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matches. So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$A^3+A^T$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matrices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identities that must hold for every orthogonal matrix, test a rotation matrix (such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knock out wrong options quickly; avoid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all options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$(X+Y)^2+(X-Y)^2=2(X^2+Y^2)$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matrices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$AA^T=A^TA=I$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$A(A^T)^k=(A^T)^{k-1}$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identities that must hold for every orthogonal matrix, test a rotation matrix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knock out wrong options quickly; avoid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all options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$A_r=\left|\begin{matrix} r &amp; 1 &amp; \frac{n^2}{2}+\alpha \\ 2r &amp; 2 &amp; n^2-\beta \\ 3r-2 &amp; 3 &amp; \frac{n(3n-1)}{2}\end{matrix}\right|$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$2\alpha+4\beta$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(row and column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operation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two entries of row 2, and the determinant no longer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operation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two entries of row 2, and the determinant no longer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does not change the determinant). Row 2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new second row; only the third entry is non-zero,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sign of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does not change the determinant). Row 2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 0,\ n^2-\beta-n^2-2\alpha\right)=(0,\ 0,\ -\beta-2\alpha)$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new second row; only the third entry is non-zero,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$A_r=(\beta+2\alpha)\left(3r-(3r-2)\right)$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sign of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$A_r=(\beta+2\alpha)\cdot 2=4\alpha+2\beta$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$A_{10}=A_8=4\alpha+2\beta$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$2A_{10}-A_8=A_{10}=4\alpha+2\beta$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$4\alpha+2\beta$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column operation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whole first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column operation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C_1-rC_2$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whole first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columns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this column: 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survives, with cofactor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columns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$(r,2r,3r-2)$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C_1-rC_2$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0,\ 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$3r-2-3r=-2$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this column: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survives, with cofactor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$\left|\begin{matrix}1&amp;\frac{n^2}{2}+\alpha\\2&amp;n^2-\beta\end{matrix}\right|=n^2-\beta-n^2-2\alpha=-\beta-2\alpha$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$A_r=(-2)(-\beta-2\alpha)=4\alpha+2\beta$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$2A_{10}-A_8=A_{10}=4\alpha+2\beta$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$4\alpha+2\beta$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fixed column),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completely: the determinant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pattern in rows: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questions collapse to a count times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or column operations of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change a determinant, so use them to create zeros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signs follow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$C_1=r\,C_2+K$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fixed column),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C_1-rC_2$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completely: the determinant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pattern in 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$(r,2r,3r-2)=r(1,2,3)+(0,0,-2)$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$A_p-A_q=0$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questions collapse to a count times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or column operations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$R_i\to R_i+kR_j$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change a determinant, so use them to create zeros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signs follow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identity and null matrices, respectively.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$A^2(A-2I)-4(A-I)=O$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identity and null matrices,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$A^5=\alpha A^2+\beta A+\gamma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polynomial equation and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 to push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$A^3=2A^2+4A-4I$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 to push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given relation: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given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$A^3-2A^2-4A+4I=O$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$A^3=2A^2+4A-4I$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$A^4=2A^3+4A^2-4A$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$A^4=2(2A^2+4A-4I)+4A^2-4A=8A^2+4A-8I$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$A^5=8A^3+4A^2-8A$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more: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more: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$A^5=8(2A^2+4A-4I)+4A^2-8A=20A^2+24A-32I$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$A^5=\alpha A^2+\beta A+\gamma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$\alpha=20,\ \beta=24,\ \gamma=-32$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$\alpha+\beta+\gamma=20+24-32=12$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required sum is the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remainder, i.e. the constant term after re-centring.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required sum is the value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remainder, i.e. the constant term after re-centring.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required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$p(x)=x^3-2x^2-4x+4$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$A^5=r(A)$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$r(x)=\alpha x^2+\beta x+\gamma$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$r(1)=\alpha+\beta+\gamma$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required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$p=u^3+u^2-5u-1$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$x^5=(1+u)^5=1+5u+10u^2+10u^3+5u^4+u^5$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remainder's constant term (the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the full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$u^3\equiv-u^2+5u+1$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$u^4\equiv6u^2-4u-1$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$u^5\equiv-10u^2+29u+6$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remainder's constant term (the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$1+10(1)+5(-1)+6=12$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the full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$20u^2+64u+12=20x^2+24x-32$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degree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coefficients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evaluate the remainder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finding each 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satisfies its own characteristic polynomial, so any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quotient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degree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$f(A)=\alpha A^2+\beta A+\gamma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coefficients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evaluate the remainder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finding each 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satisfies its own characteristic polynomial, so any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A^2+\beta A+\gamma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$x^3-2x^2-4x+4$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$20x^2+24x-32$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$1=(11)(-1)+12$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1 &amp; \frac{3}{2} &amp; \alpha+\frac{3}{2} \\ 1 &amp; \frac{1}{3} &amp; \alpha+\frac{1}{3} \\ 2\alpha+3 &amp; 3\alpha+1 &amp; 0\end{matrix}\right|=0$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$\left(-\frac{3}{2},\frac{3}{2}\right)$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Expansion of a determinant, Location of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along the third row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along the third row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$\frac{7}{6}\left(2\alpha^2+6\alpha+1\right)=0$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$\frac{-3\pm\sqrt7}{2}$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minors.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$(2\alpha+3)\cdot M_{31}-(3\alpha+1)\cdot M_{32}+0=0$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$M_{31},M_{32}$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minors.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$M_{31}=\frac{3}{2}\left(\alpha+\frac{1}{3}\right)-\frac{1}{3}\left(\alpha+\frac{3}{2}\right)=\frac{7\alpha}{6}$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$M_{32}=1\cdot\left(\alpha+\frac{1}{3}\right)-1\cdot\left(\alpha+\frac{3}{2}\right)=-\frac{7}{6}$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$(2\alpha+3)\cdot\frac{7\alpha}{6}+(3\alpha+1)\cdot\frac{7}{6}=0$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roots are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interval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$2\alpha^2+3\alpha+3\alpha+1=0$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$2\alpha^2+6\alpha+1=0$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$\alpha=\frac{-6\pm\sqrt{36-8}}{4}=\frac{-3\pm\sqrt7}{2}$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$\sqrt7\approx2.65$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roots are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interval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Create zeros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locate the roots by sign checks, without the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Create zeros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locate the roots by sign checks, without the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1: 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survives, with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minor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 \alpha,\ -(3\alpha+1))$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 \frac{7}{6},\ 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1: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survives, with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$\left|\begin{matrix}1&amp;\alpha\\2\alpha+3&amp;-(3\alpha+1)\end{matrix}\right|=-(3\alpha+1)-\alpha(2\alpha+3)=-(2\alpha^2+6\alpha+1)$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vertex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roots, one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$-\frac{7}{6}\cdot\left(-(2\alpha^2+6\alpha+1)\right)=\frac{7}{6}\left(2\alpha^2+6\alpha+1\right)$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$f(\alpha)=2\alpha^2+6\alpha+1$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vertex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$f\left(-\frac{3}{2}\right)=-\frac{7}{2}&lt;0$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roots,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$\left(-3,-\frac{3}{2}\right)$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$\left(-\frac{3}{2},0\right)$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answer is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row or column with the most zeros (or after creating zeros) keeps the algebra short; the minor of an entry multiplies it with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place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opposite sign at the vertex, and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roots are negative and symmetric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each root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row or column with the most zeros (or after creating zeros) keeps the algebra short; the minor of an entry multiplies it with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place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$f(p)f(q)&gt;0$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opposite sign at the vertex, and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$2\alpha^2+6\alpha+1=0$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roots are negative and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each root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$\frac{\sqrt7}{2}&lt;\frac32$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roots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elements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$A=\begin{pmatrix}1&amp;0&amp;0\\1&amp;0&amp;1\\0&amp;1&amp;0\end{pmatrix}$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$A^n=A^{n-2}+A^2-I$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(recurrence and telescoping)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add: the left side telescopes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$A^n-A^{n-2}=A^2-I$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$n=50,48,\dots,4$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add: the left side telescopes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$A^{50}-A^2$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equations (even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them: the left side telescopes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$A^n-A^{n-2}=A^2-I$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$n=50,48,46,\dots,4$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$A^{50}-A^{48}=A^2-I$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$A^{48}-A^{46}=A^2-I$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$A^4-A^2=A^2-I$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equations (even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them: the left side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$A^{50}-A^2=24(A^2-I)$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$A^{50}=25A^2-24I$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$A^2=\begin{pmatrix}1&amp;0&amp;0\\1&amp;1&amp;0\\1&amp;0&amp;1\end{pmatrix}$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$A^{50}=25A^2-24I=\begin{pmatrix}1&amp;0&amp;0\\25&amp;1&amp;0\\25&amp;0&amp;1\end{pmatrix}$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$1+25+1+25+1=53$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53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block form with a swap block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block form with a swap block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swap),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induction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each.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$A=\begin{pmatrix}1&amp;0\\u&amp;S\end{pmatrix}$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$u=\begin{pmatrix}1\\0\end{pmatrix}$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$S=\begin{pmatrix}0&amp;1\\1&amp;0\end{pmatrix}$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swap),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$A^n=\begin{pmatrix}1&amp;0\\(I+S+\dots+S^{n-1})u&amp;S^n\end{pmatrix}$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$S^{50}=I$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$I+S+\dots+S^{49}=25(I+S)$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$S^{2k}=I$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$S^{2k+1}=S$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each.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lower-left column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entries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option (C). (This does not use the given recurrence at all, which is consistent with it.)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lower-left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$25(I+S)u=25\begin{pmatrix}1\\1\end{pmatrix}$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$A^{50}=\begin{pmatrix}1&amp;0&amp;0\\25&amp;1&amp;0\\25&amp;0&amp;1\end{pmatrix}$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entries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$1+25+25+1+1=53$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option (C). (This does not use the given recurrence at all, which is consistent with it.)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53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step) telescopes: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the number of steps carefully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block lower-triangular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corner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a permutation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alternate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 candidate formula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test it for a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computed directly, and also the given relation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$X_n-X_{n-2}=C$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step)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$X_{2k}=X_0+kC$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the number of steps carefully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$4,6,\dots,50$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block lower-triangular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$\begin{pmatrix}1&amp;0\\u&amp;S\end{pmatrix}$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$(I+S+\dots+S^{n-1})u$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a permutation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alternate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 candidate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test it for a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computed directly, and also the given relation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$S=\left\{x\in\mathbb{R}:\left(\sqrt3+\sqrt2\right)^x+\left(\sqrt3-\sqrt2\right)^x=10\right\}$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Exponential equation reducible to a quadratic (reciprocal pair)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$(\sqrt3+\sqrt2)(\sqrt3-\sqrt2)=1$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$t=(\sqrt3+\sqrt2)^x$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$t+\frac{1}{t}=10$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$t=\left(\sqrt3+\sqrt2\right)^x&gt;0$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$(\sqrt3+\sqrt2)(\sqrt3-\sqrt2)=3-2=1$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$\left(\sqrt3-\sqrt2\right)^x=\frac{1}{t}$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$t+\frac{1}{t}=10$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$t^2-10t+1=0$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$t=\frac{10\pm\sqrt{100-4}}{2}=5\pm2\sqrt6$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positive.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positive.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$5\pm2\sqrt6=\left(\sqrt3\pm\sqrt2\right)^2$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$\left(\sqrt3+\sqrt2\right)^x=\left(\sqrt3\pm\sqrt2\right)^2$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$f(x)=u^x+u^{-x}$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strictly increasing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takes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solutions come 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$u=\sqrt3+\sqrt2&gt;1$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$\sqrt3-\sqrt2=u^{-1}$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$f(x)=u^x+u^{-x}=10$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solutions come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$f(0)=2\ne10$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$f'(x)=\ln u\,(u^x-u^{-x})&gt;0$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nothing else: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$f(2)=u^2+u^{-2}=(5+2\sqrt6)+(5-2\sqrt6)=10$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nothing else: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function is even and convex.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conjugate surds multiply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their norm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always two positive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exactly two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this family of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$a^x+b^x=a^x+a^{-x}\ge2$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function is even and convex.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$(\sqrt3\pm\sqrt2)^2=5\pm2\sqrt6$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$(5+2\sqrt6)(5-2\sqrt6)=1$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conjugate surds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their norm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$t+\frac{1}{t}=k$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always two positive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exactly two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this family of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$t+\frac1t=2\cosh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$2\cosh(x\ln u)=10$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containing three numbers in A.P. Let the sum and the product of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and the sum and the product of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differences of the A.P.'s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containing three numbers in A.P. Let the sum and the product of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and the sum and the product of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differences of the A.P.'s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$\frac{p+q}{p-q}=\frac{19}{5}$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Three numbers in A.P. (sum and product)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three terms in A.P.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middle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three terms in A.P.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middle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$p=12(144-d^2)$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$q=12(144-D^2)$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$A=\{12-d,\ 12,\ 12+d\}$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$B=\{12-D,\ 12,\ 12+D\}=\{9-d,\ 12,\ 15+d\}$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$p=12(144-d^2)$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$q=12(9-d)(15+d)=12(135-6d-d^2)$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$p+q=12(279-6d-2d^2)$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$p-q=12(9+6d)$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$\frac{p+q}{p-q}=\frac{279-6d-2d^2}{9+6d}=\frac{19}{5}$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$1395-30d-10d^2=171+114d$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$10d^2+144d-1224=0$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$5d^2+72d-612=0$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$5d^2+102d-30d-612=0\Rightarrow(5d+102)(d-6)=0$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$p-q=12(9+6\cdot6)=12\cdot45=540$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componendo and dividendo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componendo and dividendo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$\frac{p+q}{p-q}=\frac{19}{5}\Rightarrow\frac{p}{q}=\frac{12}{7}$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negative).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$\frac{(p+q)+(p-q)}{(p+q)-(p-q)}=\frac{19+5}{19-5}$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$\frac{p}{q}=\frac{24}{14}=\frac{12}{7}$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$p=12(144-d^2)$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$q=12(144-D^2)$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$7(144-d^2)=12(144-D^2)$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$12D^2-7d^2=720$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$5d^2+72d+108=720$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$5d^2+72d-612=0$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negative).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$p=12(144-36)=1296$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$\frac{p}{q}=\frac{12}{7}$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$p-q=p\left(1-\frac{7}{12}\right)=\frac{5}{12}\cdot1296=540$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$A=\{6,12,18\}$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$B=\{3,12,21\}$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$q=756$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$\frac{p+q}{p-q}=\frac{2052}{540}=\frac{19}{5}$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in A.P.: write them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middle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(componendo-dividendo): it converts a ratio of sum/difference to a plain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odd number of terms in A.P., the middle term equals the mean; this removes one unknown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in A.P.: write them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$a-d,\ a,\ 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$\frac{\text{sum}}{3}$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$a(a^2-d^2)$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$\frac{p+q}{p-q}=\frac{m}{n}\iff\frac{p}{q}=\frac{m+n}{m-n}$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(componendo-dividendo): it converts a ratio of sum/difference to a plain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odd number of terms in A.P., the middle term equals the mean; this removes one unknown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$p=12(144-d^2)$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$q=12(144-D^2)$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$p-q=12(D^2-d^2)=12(D-d)(D+d)=36(D+d)$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$36\cdot15=540$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 If the sum of the first six terms of an A.P. with first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absolute difference between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A.P.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$S_n=\frac{1}{2}+\frac{1}{6}+\frac{1}{12}+\frac{1}{20}+\dots$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 If the sum of the first six terms of an A.P.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$\sqrt{2026\,S_{2025}}$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absolute difference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A.P.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series, Sum of an A.P.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$\frac{1}{n(n+1)}=\frac1n-\frac1{n+1}$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$S_{2025}$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$\frac{2025}{2026}$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$\sqrt{2026S_{2025}}=45$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cancel in pairs: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$\frac12+\frac16+\frac1{12}+\dots$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$\frac{1}{n^2+n}=\frac{1}{n(n+1)}=\frac1n-\frac1{n+1}$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$S_{2025}=\sum_{n=1}^{2025}\left(\frac1n-\frac1{n+1}\right)=\left(1-\frac12\right)+\left(\frac12-\frac13\right)+\dots+\left(\frac1{2025}-\frac1{2026}\right)$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cancel in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$S_{2025}=1-\frac{1}{2026}=\frac{2025}{2026}$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$\sqrt{2026\,S_{2025}}=\sqrt{2026\cdot\frac{2025}{2026}}=\sqrt{2025}=45$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six terms of the A.P.: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six terms of the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$\frac62\left[-2p+(6-1)p\right]=3\cdot3p=9p$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$A_{20}-A_{15}=[-5+19(5)]-[-5+14(5)]=95-70=25$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six A.P. terms and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without computing either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six A.P. terms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$A_{20}-A_{15}=5d$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without computing either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six terms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given sum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A.P.,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apart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$-p,\ 0,\ p,\ 2p,\ 3p,\ 4p,\ 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six terms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$-p+0+p+2p+3p+4p=9p$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$S_{2025}=1-\frac{1}{2026}$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$2026\,S_{2025}=2025$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given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$\sqrt{2025}=45$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A.P.,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apart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$|A_{20}-A_{15}|=5p=25$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difference of two terms depends only on how far apart they 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year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cancelled by design: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$\frac{1}{n(n+k)}=\frac1k\left(\frac1n-\frac1{n+k}\right)$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$\sum_{n=1}^{N}\frac1{n(n+1)}=\frac{N}{N+1}$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$A_m-A_n=(m-n)d$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difference of two terms depends only on how far apart they 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n2[2a+(n-1)d]$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$\frac{n(n-3)}{2}p$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year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cancelled by design: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$2026\,S_{2025}=2025=45^2$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$x+(\sqrt2\sin\alpha)y+(\sqrt2\cos\alpha)z=0$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$x+(\cos\alpha)y+(\sin\alpha)z=0$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$x+(\sin\alpha)y-(\cos\alpha)z=0$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system (determinant),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exactly when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exactly when its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$\cos\left(2\alpha+\frac{\pi}{4}\right)=-\frac12$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iff the coefficient determinant is zero: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2 and 3 swapped, which only changes the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iff the coefficient determinant is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$\left|\begin{matrix}1&amp;\sqrt2\sin\alpha&amp;\sqrt2\cos\alpha\\1&amp;\sin\alpha&amp;-\cos\alpha\\1&amp;\cos\alpha&amp;\sin\alpha\end{matrix}\right|=0$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2 and 3 swapped, which only changes the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$1\cdot(\sin^2\alpha+\cos^2\alpha)-\sqrt2\sin\alpha(\sin\alpha+\cos\alpha)+\sqrt2\cos\alpha(\cos\alpha-\sin\alpha)=0$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$1+\sqrt2(\cos^2\alpha-\sin^2\alpha)-2\sqrt2\sin\alpha\cos\alpha=0$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$1+\sqrt2\cos2\alpha-\sqrt2\sin2\alpha=0$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left side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choices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$\cos2\alpha-\sin2\alpha=-\frac{1}{\sqrt2}$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left side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$\sqrt2\cos\left(2\alpha+\frac\pi4\right)$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$\cos\left(2\alpha+\frac\pi4\right)=-\frac12$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$2\alpha+\frac\pi4=2n\pi\pm\frac{2\pi}{3}$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$\alpha+\frac\pi8=n\pi\pm\frac\pi3$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$\alpha=\frac\pi3-\frac\pi8=\frac{5\pi}{24}$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choices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2 and 3 have orthonormal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parts, so row 1 is a combination of them exactly when two dot products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Rows 2 and 3 have orthonormal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$(y,z)$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parts, so row 1 is a combination of them exactly when two dot products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iff the three rows are dependent. Rows 2 and 3 are independent, so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𝑟𝑜𝑤 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𝑟𝑜𝑤 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orthonormal.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iff the three rows are dependent. Rows 2 and 3 are independent, so 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$=\lambda\,(\text{row 2})+\mu\,(\text{row 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$1=\lambda+\mu$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$(\sqrt2\sin\alpha,\sqrt2\cos\alpha)=\lambda(\cos\alpha,\sin\alpha)+\mu(\sin\alpha,-\cos\alpha)$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$(\cos\alpha,\sin\alpha)$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$(\sin\alpha,-\cos\alpha)$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orthonormal.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Dotting with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Dotting with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$\lambda=\sqrt2(\sin\alpha\cos\alpha+\cos\alpha\sin\alpha)=\sqrt2\sin2\alpha$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$\mu=\sqrt2(\sin^2\alpha-\cos^2\alpha)=-\sqrt2\cos2\alpha$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$\sin2\alpha-\cos2\alpha=\frac1{\sqrt2}$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$\sin\left(2\alpha-\frac\pi4\right)=\frac12$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$2\alpha-\frac\pi4=\frac\pi6$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Narrow the range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allows only one angle with cosine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Narrow the range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$2\alpha+\frac\pi4\in\left(\frac\pi4,\frac{5\pi}{4}\right)$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allows only one angle with cosine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determinant,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determinant,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$\cos\left(2\alpha+\frac\pi4\right)=-\frac12$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$\theta=2\alpha+\frac\pi4$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$\left(\frac\pi4,\frac{5\pi}4\right)$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range the only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(D); 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the given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range the only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$2\alpha=\frac{2\pi}3-\frac\pi4=\frac{5\pi}{12}$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(D);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the given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orthonormal; coefficients of a combination are then plain dot products.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shift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range of the compound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listing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$M\mathbf{x}=\mathbf0$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$a\cos\theta-b\sin\theta=R\cos(\theta+\varphi)$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$\cos2\alpha-\sin2\alpha=\sqrt2\cos\left(2\alpha+\frac\pi4\right)$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$(\cos\alpha,\sin\alpha)$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$(\sin\alpha,-\cos\alpha)$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orthonormal; coefficients of a combination are then plain dot products.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shift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range of the compound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listing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positive real numbers. Let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 G.P.,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third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equal to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another G.P.,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fifth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positive real numbers. Let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 G.P.,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third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equal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another G.P.,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fifth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General term of a G.P.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ratios are powers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ratios are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$r_1^4=\frac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$r^{10}=\left(\frac ba\right)^5$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$r_1^{p-1}=\left(\frac ba\right)^{\frac{p-1}{4}}$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G.P.: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G.P.: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first G.P.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second G.P. is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$T_3=ar^2=b$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$r=\pm\sqrt{\frac ba}$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$T_1'=a$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$T_5'=ar_1^4=b$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$r_1=\pm\left(\frac ba\right)^{\frac14}$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first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$T_{11}=ar^{10}$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second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$T_p'=ar_1^{\,p-1}$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matter)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exponents are equal: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$r^{10}=r_1^{\,p-1}$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$r^{10}=\left(r^2\right)^5=\left(\frac ba\right)^5$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matter)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$r_1^{\,p-1}=\left(\frac ba\right)^{\frac{p-1}{4}}$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ba\right)^5=\left(\frac ba\right)^{\frac{p-1}{4}}$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$\frac{p-1}{4}=5$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G.P.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(positive ratio), so only the exponents need comparing.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G.P.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$T_m=b$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$T_k=a\left(\frac ba\right)^{\frac{k-1}{m-1}}$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(positive ratio), so only the exponents need comparing.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positive ratio of each G.P.: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G.P.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positive ratio of each G.P.: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$T_m=b$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ba\right)^{\frac1{m-1}}$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$T_k=a\left(\frac ba\right)^{\frac{k-1}{m-1}}$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G.P.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$T_{11}=a\left(\frac ba\right)^{\frac{10}{2}}=a\left(\frac ba\right)^5$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G.P.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Equal,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 negative ratio changes nothing: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G.P.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$T_p'=a\left(\frac ba\right)^{\frac{p-1}{4}}$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$\frac{p-1}{4}=5$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 negative ratio changes nothing: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 G.P.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 of the way from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G.P.s with the same first term and the same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positions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terms agree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proportion: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of a possibly negative ratio are positive: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ambiguity.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 G.P.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 ba\right)^{\frac{k-1}{m-1}}$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 of the way from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G.P.s with the same first term and the same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terms agree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$\frac{k_1-1}{m_1-1}=\frac{k_2-1}{m_2-1}$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$\frac{11-1}{3-1}=\frac{p-1}{5-1}$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proportion: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$5=\frac{p-1}{4}$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of a possibly negative ratio are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$r^{10}=(r^2)^5$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ambiguity.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an A.P. 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an A.P. 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$T_m=\frac1{25}$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$T_{25}=\frac1{20}$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$20\sum_{r=1}^{25}T_r=13$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$5m\sum_{r=m}^{2m}T_r$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and terms of an A.P.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sum condition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last sum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sum condition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$T_m=\frac1{25}$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last sum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A.P. have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A.P. have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$T_m=a+(m-1)d=\frac1{25}$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$T_{25}=a+24d=\frac1{20}$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$\frac{25}{2}\left(a+T_{25}\right)$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$20\cdot\frac{25}{2}\left[a+\frac1{20}\right]=13$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$a+\frac1{20}=\frac{13}{250}$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$a=\frac{13}{250}-\frac{1}{20}=\frac1{500}$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$24d=\frac1{20}-\frac1{500}=\frac{24}{500}$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$\frac1{500}+\frac{m-1}{500}=\frac1{25}$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m{500}=\frac1{25}$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$5m\sum_{r=m}^{2m}T_r=100\sum_{r=20}^{40}T_r$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$T_{20},\dots,T_{40}$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 r{500}$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$\sum_{r=20}^{40}T_r=\frac{1}{500}\cdot\frac{21(20+40)}{2}=\frac{630}{500}$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$100\cdot\frac{630}{500}=126$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an A.P. with an odd number of terms equals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(middle term); use it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an A.P. with an odd number of terms equals (number of terms)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(middle term); use it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the middle-term rule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$\sum_{r=1}^{25}T_r=\frac{13}{20}$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the middle-term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$\sum_{r=1}^{25}T_r=25\,T_{13}$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$T_{13}=\frac{13}{500}$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$12d=T_{25}-T_{13}=\frac1{20}-\frac{13}{500}=\frac{12}{500}$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$a=T_{13}-12d=\frac1{500}$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 r{500}$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$T_m=\frac m{500}=\frac1{25}$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middle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$\sum_{r=20}^{40}T_r$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$T_{30}=\frac{30}{500}$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$21\cdot\frac{30}{500}$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$5m\sum=100\cdot21\cdot\frac{30}{500}=126$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with an odd number of terms,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term); the middle term equals the average.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count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𝑙𝑎𝑠𝑡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the first term equals the common difference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A.P. is a multiple of the natural numbers, so sums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formulas.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with an odd number of terms,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(middle term); the middle term equals the average.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count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$\text{last}-\text{first}+1$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the first term equals the common difference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$T_r=rd$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A.P. is a multiple of the natural numbers, so sums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$d\cdot\frac{n(n+1)}{2}$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formulas.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$T_r=\frac{r}{500}$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$\sum_{r=20}^{40}T_r=\frac{1}{500}(820-190)=\frac{630}{500}$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$\sum_{r=1}^{n}r=\frac{n(n+1)}{2}$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quadratic equation whose roots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$x^2+2\sqrt2x-1=0$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quadratic equation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$\frac1{10}\left(\alpha^6+\beta^6\right)$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$x^2-180x+9506=0$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$x^2-195x+9466=0$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$x^2-195x+9506=0$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$x^2-190x+9466=0$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functions of the roots of a quadratic, Formation of a quadratic equation from given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sum and product of the new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$\alpha^4+\beta^4$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$\alpha^6+\beta^6$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$\alpha+\beta=-2\sqrt2$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sum and product of the new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$x^2+2\sqrt2x-1=0$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$\alpha^2+\beta^2=(\alpha+\beta)^2-2\alpha\beta=8+2=10$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$\alpha^4+\beta^4=(\alpha^2+\beta^2)^2-2\alpha^2\beta^2=(8+2)^2-2(-1)^2=100-2=98$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$\alpha^3+\beta^3=(\alpha+\beta)\left[(\alpha+\beta)^2-3\alpha\beta\right]=-2\sqrt2(8+3)=-22\sqrt2$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$\alpha^6+\beta^6=(\alpha^3+\beta^3)^2-2(\alpha\beta)^3=\left(-2\sqrt2\cdot11\right)^2+2=(8)(121)+2=970$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$\frac1{10}\left(\alpha^6+\beta^6\right)=97$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$=98+97=195$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$=98\times97=9506$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$x^2-195x+9506=0$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$x^2-195x+9506=0$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Generate the power sums with the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obtained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Generate the power sums with the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$s_n=-2\sqrt2\,s_{n-1}+s_{n-2}$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obtained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$x^2=-2\sqrt2x+1$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$x^2=-2\sqrt2x+1$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$s_n=-2\sqrt2\,s_{n-1}+s_{n-2}$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$s_2=-2\sqrt2(-2\sqrt2)+2=10$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$s_3=-2\sqrt2(10)+(-2\sqrt2)=-22\sqrt2$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$s_4=-2\sqrt2(-22\sqrt2)+10=98$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$s_5=-2\sqrt2(98)+(-22\sqrt2)=-218\sqrt2$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new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 Options A, B and D already fail the sum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$s_6=-2\sqrt2(-218\sqrt2)+98=970$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new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$9506$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$x^2-195x+9506=0$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 Options A, B and D already fail the sum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$98+97=195$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$9506$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$x^2-195x+9506=0$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surd parts disappear in even power sums: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Option-elimination: compute the sum of the new roots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product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match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$s_n=p\,s_{n-1}-q\,s_{n-2}$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$\alpha^3+\beta^3=(\alpha+\beta)^3-3\alpha\beta(\alpha+\beta)$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$\alpha^4+\beta^4=(\alpha^2+\beta^2)^2-2(\alpha\beta)^2$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surd parts disappear in even power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$s_2,s_4,s_6$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Option-elimination: compute the sum of the new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product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$9506$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match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$\left(\frac9x-\frac9{\sqrt x}+2\right)\left(\frac2x-\frac7{\sqrt x}+3\right)=0$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Equations reducible to quadratic equations (substitution)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bracket: each becomes a quadratic with two positive roots, and the four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distinct.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bracket: each becomes a quadratic with two positive roots, and the four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distinct.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is zero when either factor is zero: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(domain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factor: 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is zero when either factor is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$\frac9x-\frac9{\sqrt x}+2=0$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$\frac2x-\frac7{\sqrt x}+3=0$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factor: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$\frac9{t^2}-\frac9t+2=0$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$2t^2-9t+9=0$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$2t^2-6t-3t+9=0\Rightarrow(t-3)(2t-3)=0$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factor: 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factor: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$\frac2{u^2}-\frac7u+3=0$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$3u^2-7u+2=0$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$3u^2-6u-u+2=0\Rightarrow(u-2)(3u-1)=0$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$9,\ \frac94,\ 4,\ 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factor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positive roots by discriminant and Vieta, and check the quadratics share no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$y=\frac1{\sqrt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factor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positive roots by discriminant and Vieta, and check the quadratics share no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factors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two distinct positive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two distinct positive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 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factors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$9y^2-9y+2$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$2y^2-7y+3$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$9y^2-9y+2$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$81-72=9&gt;0$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two distinct positive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$2y^2-7y+3$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$49-24=25&gt;0$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two distinct positive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root? Test the roots of the second in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root is shared.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 (They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root? Test the roots of the second in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$81-27+2\ne0$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$\frac94-\frac92+2\ne0$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root is shared.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 (They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$\frac94,9,\frac19,4$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union of the solution sets; count common solutions only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positive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domain at the start: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because of the denominators.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union of the solution sets; count common solutions only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$\frac{a}{x}+\frac{b}{\sqrt 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$ay^2+by+c$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positive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$ay^2+by+c=0$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domain at the start: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because of the denominators.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natural number. Then the number of all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given equation has integral roots,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$x^2+4x-n=0$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$n\in[20,100]$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natural number. Then the number of all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given equation has integral roots,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Nature of roots of a quadratic (integral roots) and discriminant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$-2\pm\sqrt{4+n}$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integers exactly when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$x=\frac{-4\pm\sqrt{16+4n}}{2}=\frac{-4\pm2\sqrt{4+n}}{2}=-2\pm\sqrt{4+n}$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integers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$n\in[20,100]$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$[24,104]$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Perfect squares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Perfect squares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$[24,104]$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$25,\ 36,\ 49,\ 64,\ 81,\ 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$n=21,\ 32,\ 45,\ 60,\ 77,\ 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$[20,100]$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Integer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non-negative integer,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Integer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$p+q=-4$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$-2\pm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non-negative integer,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$n=k^2-4$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integer roots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Vieta,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we can write the roots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non-negative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integer roots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Vieta,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$p-q=2p+4$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we can write the roots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$k=\frac{p-q}{2}$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non-negative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$-n=pq=(-2+k)(-2-k)=4-k^2$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$n=k^2-4$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$20\le k^2-4\le100\iff24\le k^2\le104\iff k=5,6,7,8,9,10$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$n=21,32,45,60,77,96$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coefficients, integral roots need the discriminant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perfect square (and parity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match).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gives integral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square; count squares in a range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slip: the quantity under the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taking out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do not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coefficients, integral roots need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perfect square (and parity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match).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$x^2+4x-n=0$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$-2\pm\sqrt{n+4}$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$(x+2)^2=n+4$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 gives integral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square; count squares in a range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$\lceil\sqrt{L}\rceil\ \text{to}\ \lfloor\sqrt{U}\rfloor$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slip: the quantity under 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taking out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do not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matrix of cofactors of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$A=\begin{pmatrix}\beta&amp;\alpha&amp;3\\\alpha&amp;\alpha&amp;\beta\\-\beta&amp;\alpha&amp;2\alpha\end{pmatrix}$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$B=\begin{pmatrix}3\alpha&amp;-9&amp;3\alpha\\-\alpha&amp;7&amp;-2\alpha\\-2\alpha&amp;5&amp;-2\beta\end{pmatrix}$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matrix of cofactors of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Cofactor matrix and determinant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two cofactors with the given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two cofactors with the given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$\det(AB)=\det A\cdot\det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B=(\det 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$-(2\alpha^2-3\alpha)$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$2\alpha^2-3\alpha=\alpha$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the determinant of the cofactor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$A=\begin{pmatrix}1&amp;2&amp;3\\2&amp;2&amp;1\\-1&amp;2&amp;4\end{pmatrix}$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$|A|=1(8-2)-2(8+1)+3(4+2)=6-18+18=6$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the determinant of the cofactor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$|B|=|A|^2=36$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$\det(AB)=|A|\,|B|=6\cdot36=216$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cofactor calculation.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$A\,\mathrm{adj}(A)=|A|I$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$\mathrm{adj}(A)=B^T$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$\alpha,\beta,|A|$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cofactor calculation.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matrix,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diagonal entries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off-diagonal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matrix,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$\mathrm{adj}A=B^T$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$AB^T=|A|\,I$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diagonal entries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off-diagonal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$\beta(3\alpha)+\alpha(-9)+3(3\alpha)=3\alpha\beta=|A|$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$\beta(-\alpha)+\alpha(7)+3(-2\alpha)=\alpha(1-\beta)=0$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$\alpha(-\alpha)+\alpha(7)+\beta(-2\alpha)=-\alpha^2+7\alpha-2\alpha\beta=|A|=3\alpha\beta$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$-\alpha^2+7\alpha-2\alpha=3\alpha$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$|A|=3\alpha\beta=6$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$\det(AB)=|A|\cdot|B|=|A|\cdot|A|^2=6^3=216$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of cofactors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adjoint: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cofactor matrix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(expansion along a row, and expansion with alien cofactors).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cofactor matrix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confuse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matrix, not its transpose.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of cofactors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adjoint: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$\mathrm{adj}A=C^T$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$A\,\mathrm{adj}A=|A|\,I$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$|C|=|\mathrm{adj}A|=|A|^{n-1}$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cofactor matrix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$i\ne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(expansion along a row, and expansion with alien cofactors).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$\det(AB)=\det A\cdot\det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cofactor matrix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$\det(AB)=|A|^3$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confuse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$A\,\mathrm{adj}A$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$AB\neq|A|I$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matrix, not its transpose.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$x^2-\sqrt2x-\sqrt3=0$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$\left(11\sqrt3-10\sqrt2\right)P_{10}+\left(11\sqrt2+10\right)P_{11}-11P_{12}$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$11\sqrt2P_9$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$10\sqrt2P_9$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and power sums (recurrence relation)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substitute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$x^2=\sqrt2x+\sqrt3$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$P_{n+2}=\sqrt2P_{n+1}+\sqrt3P_n$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substitute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relation).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$x^2-\sqrt2x-\sqrt3=0$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$\alpha^{n+2}=\sqrt2\alpha^{n+1}+\sqrt3\alpha^n$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$P_{n+2}=\sqrt2P_{n+1}+\sqrt3P_n$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relation).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$P_{12}=\sqrt2P_{11}+\sqrt3P_{10}$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$P_{11}=\sqrt2P_{10}+\sqrt3P_9$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$(11\sqrt3-10\sqrt2)P_{10}+(11\sqrt2+10)P_{11}-11\sqrt2P_{11}-11\sqrt3P_{10}$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$11\sqrt3-10\sqrt2-11\sqrt3=-10\sqrt2$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$11\sqrt2+10-11\sqrt2=10$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$-10\sqrt2P_{10}+10P_{11}=10\left(P_{11}-\sqrt2P_{10}\right)$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$P_{11}=\sqrt2P_{10}+\sqrt3P_9$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$10\left(P_{11}-\sqrt2P_{10}\right)=10\sqrt3P_9$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$10\sqrt3P_9$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root equation directly: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recurrence bookkeeping.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root equation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$\alpha^2-\sqrt2\alpha=\sqrt3$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$P_{11}-\sqrt2P_{10}=\sqrt3P_9$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any recurrence bookkeeping.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expression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$\sqrt2P_{11}+\sqrt3P_{10}$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$x^2=\sqrt2x+\sqrt3$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expression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$10\left(P_{11}-\sqrt2P_{10}\right)$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$P_{11}-\sqrt2P_{10}=\alpha^{10}(\alpha-\sqrt2)-\beta^{10}(\beta-\sqrt2)=\alpha^9\left(\alpha^2-\sqrt2\alpha\right)-\beta^9\left(\beta^2-\sqrt2\beta\right)$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(Numerical check: both sides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21007.81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$\alpha^2-\sqrt2\alpha=\sqrt3$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$\beta^2-\sqrt2\beta=\sqrt3$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$\sqrt3\left(\alpha^9-\beta^9\right)=\sqrt3P_9$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(Numerical check: both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 21007.81$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$10\sqrt3P_9$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combination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obeys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sums and differences.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designed to cancel after substituting the recurrence: substitute the highest index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shift identity: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numerically with the actual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low index (e.g.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$\alpha^{n+2}=p\alpha^{n+1}+q\alpha^n$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combination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$\alpha^n\pm\beta^n$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obeys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$P_{n+2}=pP_{n+1}+qP_n$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sums and differences.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$11\sqrt3-10\sqrt2$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designed to cancel after substituting the recurrence: substitute the highest index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shift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$P_{n+1}-pP_n=q\,P_{n-1}$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$\alpha^2-p\alpha=q$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numerically with the actual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low index (e.g.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$10,11,12$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each term of a geometric progression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arithmetic mean of the next two terms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each term of a geometric progression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$a_2\neq 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arithmetic mean of the next two terms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$S_n=a_1+a_2+\dots+a_n$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$S_{20}-S_{18}$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$-2^{18}$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(sum and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AM condition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rejects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AM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$r^2+r-2=0$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$a_2\ne 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rejects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$S_{20}-S_{18}=a_{19}+a_{20}$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ratio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AM condition for the second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ratio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$a_n=a_1r^{n-1}$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AM condition for the 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$a_2=\frac{a_3+a_4}2$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$2ar=ar^2+ar^3$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$a=a_1\neq0$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$r^2+r-2=0\Rightarrow(r-1)(r+2)=0$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$a_2\neq 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$S_{20}-S_{18}=a_{19}+a_{20}=ar^{18}+ar^{19}=ar^{18}(1+r)$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$\frac18(-2)^{18}(1-2)=\frac18\cdot2^{18}\cdot(-1)=-2^{15}$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$-2^{15}$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directly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$a_n=\frac{a_{n+1}+a_{n+2}}2$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directly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$a_{n+1}+a_{n+2}=2a_n$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$a_{19}+a_{20}=2a_{18}$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G.P. whose terms are all AMs of the next two),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still has to be found: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G.P. whose terms are all AMs of the next two),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$a_{n+1}+a_{n+2}=2a_n$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$S_{20}-S_{18}=a_{19}+a_{20}=2a_{18}$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still has to be found: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$a_2\ne 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$a_{18}=\frac18(-2)^{17}=-2^{-3}\cdot2^{17}=-2^{14}$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$S_{20}-S_{18}=2a_{18}=-2^{15}$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$-2^{15}$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term is the AM of the next two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a G.P.,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sequence)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of two partial sums is the sum of the terms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also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consistent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sign: an even power of a negative ratio is positive, an odd power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term is the AM of the next two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$a_n=\frac{a_{n+1}+a_{n+2}}2$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a G.P.,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sequence)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$S_n-S_{n-2}=a_{n-1}+a_n$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of two partial sums is the sum of the terms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$a_{n+1}+a_{n+2}=a_{n+1}(1+r)=-a_{n+1}$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also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consistent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$a_{n+1}=-2a_n$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sign: an even power of a negative ratio is positive, an odd power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A.P.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A.P.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$\sum_{k=1}^{12}a_{2k-1}=-\frac{72}{5}a_1$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$\sum_{k=1}^{n}a_k=0$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 of an A.P. (odd terms and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 of an A.P. (odd terms and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odd-indexed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A.P. with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zero sum then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odd-indexed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$a_1,a_3,\dots,a_{23}$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A.P. with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$a_1=-5d$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zero sum then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$2a_1+(n-1)d=0$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their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$a_1,a_3,a_5,\dots,a_{23}$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$-\frac{72}5a$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$\frac{12}2\left[2a+11\cdot2d\right]=-\frac{72}5a$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$12a+132d=-\frac{72}5a$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$\left(12+\frac{72}5\right)a=-132d$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$\frac{132}5a=-132d$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$\sum_{k=1}^na_k=0$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n2\left[2a+(n-1)d\right]=0$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$2a+(n-1)d=0$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$-10d+(n-1)d=0$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$nd-11d=0$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A.P. sum is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(average of the first and last), and the average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A.P. sum is (number of terms)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(average of the first and last), and the average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$a_1,a_3,\dots,a_{23}$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terms; its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$a_1,a_3,\dots,a_{23}$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terms; its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$12\cdot\frac{a_1+a_{23}}2=12a_{12}$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$1+23=2\cdot12$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$12a_{12}=-\frac{72}5a_1$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$a_{12}=-\frac65a_1$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$a_1+11d=-\frac65a_1$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$11d=-\frac{11}5a_1$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sixth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A.P. terms is zero when the terms cancel symmetrically around the zero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$-5d,-4d,\dots,-d,0,d,\dots$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sixth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$a_6=a_1+5d=0$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A.P. terms is zero when the terms cancel symmetrically around the zero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$a_1,\dots,a_{11}$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$\sum_{k=1}^{11}a_k=0$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it to vanish,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A.P. is centred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A.P. form an A.P. with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 as it gives an empty sum).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$\sum_{k=1}^{n}a_k=n\cdot\frac{a_1+a_n}{2}$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it to vanish,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$a_n=-a_1$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$a_k=(k-6)d$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A.P. is centred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$2\cdot5+1=11$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$a_1,a_3,\dots,a_{2m-1}$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A.P. form an A.P.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$\sum_{k=1}^{n}a_k=0$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$n=1+10=11$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 as it gives an empty sum).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 geometric progression.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subtracted respectively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resulting numbers are in an arithmetic progression.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$x_1,x_2,x_3,x_4$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 geometric progression.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$2,7,9,5$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subtracted respectively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$x_1,x_2,x_3,x_4$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resulting numbers are in an arithmetic progression.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$\frac1{24}\left(x_1x_2x_3x_4\right)$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and arithmetic progression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AP conditions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dividing them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AP conditions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$a(r-1)^2=-3$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$a\,r(r-1)^2=-6$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dividing them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three in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three in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(1)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(1)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$x_1=a,\ x_2=ar,\ x_3=ar^2,\ x_4=ar^3$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$a-2,\ ar-7,\ ar^2-9,\ ar^3-5$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three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$2(ar-7)=(a-2)+(ar^2-9)$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$ar^2-2ar+a=-14+11=-3$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three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$2(ar^2-9)=(ar-7)+(ar^3-5)$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$ar^3-2ar^2+ar=-18+12=-6$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(1)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$a(r-1)^2=-3$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$ar(r-1)^2=-6$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(1)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(2) by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(2) by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$r=\frac{-6}{-3}=2$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$a(1)^2=-3$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$x_1x_2x_3x_4=a\cdot ar\cdot ar^2\cdot ar^3=a^4r^6=81\cdot64$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$\frac1{24}x_1x_2x_3x_4=\frac{81\cdot64}{24}=216$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four terms in A.P., (first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last)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third); with the first equation this gives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four terms in A.P., (first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last)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(second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third); with the first equation this gives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terms in A.P.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Three-term condition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terms in A.P.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$y_1+y_4=y_2+y_3$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$(a-2)+(ar^3-5)=(ar-7)+(ar^2-9)$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$a\left(r^3-r^2-r+1\right)=-9$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$r^3-r^2-r+1=(r-1)^2(r+1)$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$a(r-1)^2(r+1)=-9$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Three-term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$y_1,y_2,y_3$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$y_1-2y_2+y_3=0$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$a(r-1)^2=-3$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$x_1x_2x_3x_4=a^4r^6=81\cdot64$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$\frac{5184}{24}=216$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four numbers in A.P. iff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𝑠𝑒𝑐𝑜𝑛𝑑 𝑠𝑒𝑐𝑜𝑛𝑑-𝑑𝑖𝑓𝑓𝑒𝑟𝑒𝑛𝑐𝑒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four terms of a G.P.: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 first with last and second with third).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$y_1,y_2,y_3$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$y_1-2y_2+y_3=0$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four numbers in A.P. iff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$y_1+y_4=y_2+y_3$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$a,ar,ar^2,ar^3$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$a-2ar+ar^2=a(r-1)^2$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$ar-2ar^2+ar^3=ar(r-1)^2$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$\frac{\text{second second-difference}}{\text{first}}=r$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four terms of a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$x_1x_2x_3x_4=(x_1x_4)^2=a^4r^6$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 first with last and second with third).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$a=-3,r=2$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$x=-3,-6,-12,-24$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$x-(2,7,9,5)=-5,-13,-21,-29$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01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