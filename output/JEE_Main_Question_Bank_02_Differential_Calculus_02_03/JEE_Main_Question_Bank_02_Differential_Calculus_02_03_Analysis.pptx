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3.0</c:v>
                </c:pt>
                <c:pt idx="2">
                  <c:v>1.0</c:v>
                </c:pt>
                <c:pt idx="3">
                  <c:v>2.0</c:v>
                </c:pt>
                <c:pt idx="4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c = 2 + b - b (and then 'c = 2 + - a'); the correct relation from (1) is c = 2 + b - a. Its numbers (c = 13/4) and the answer 5 are right. The PDF also only reads the maximum off a sketch; the monotonicity argument f'(x) &gt; 0 on [-1,1] is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for x = 1 in (2) reads 'g'(1) + 2f(1) + 4 + g'(1)' (it should be g'(1) = 2f(1) + 4 + g'(1)), and (3) is printed as g''(x) = 2(1) + 4 (it should be 2f(1) + 4, which is what is used later). Values and the final answer 14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02_03)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Q41–Q45, numbered 1–5)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$f:[-1,1]\to\mathbb{R}$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Quadratic function and its derivatives, Maximum of an increasing function on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it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the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constant, so it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then the maximum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its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$f(-1)=a-b+c=2$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$f'(-1)=-2a+b=1$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its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$b=1+2a=1+\frac12=\frac32$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its maximum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$c=2+b-a=2+\frac32-\frac14=\frac{8+6-1}{4}=\frac{13}{4}$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$f(x)=\frac14x^2+\frac32x+\frac{13}{4}$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 x2+\frac32&gt;0$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its maximum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graph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$f(1)=\frac14+\frac32+\frac{13}4=5$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given,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needs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Taylor polynomial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given,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needs solving.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quadratic, it equals its Taylor polynomial: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quadratic, it equals its Taylor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$f(x)=f(-1)+f'(-1)(x+1)+\frac{f''(-1)}{2}(x+1)^2$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$f(x)=2+(x+1)+\frac14(x+1)^2$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$t=x+1\in[0,2]$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$f=2+t+\frac{t^2}{4}$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$f=2+2+1=5$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exactly: data given at one point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once, with no system of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'the maximum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just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 of a parabola's increasing branch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interval (the supremum).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$f(p)+f'(p)(x-p)+\frac{f''}{2}(x-p)^2$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exactly: data given at one point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once, with no system of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quadratic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just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 of a parabola's increasing branch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$f'(-1)=1&gt;0$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interval (the supremum).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integer such that all the real roots of 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integer such that all the real roots of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$2x^5+5x^4+10x^3+10x^2+10x+10$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Increasing functions and number of real roots, Intermediate value theorem (location of a root)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there is exactly one real root; the intermediate value theorem then traps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derivative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$10(x^2+x+1)^2&gt;0$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there is exactly one real root; the intermediate value theorem then traps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negative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$P(x)=2x^5+5x^4+10x^3+10x^2+10x+10$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$P'(x)=10x^4+20x^3+30x^2+20x+10=10\left(x^4+2x^3+3x^2+2x+1\right)$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$x^4+2x^3+3x^2+2x+1=\left(x^2+x+1\right)^2$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$\left(x+\frac1x\right)^2+2\left(x+\frac1x\right)+1=\left(x+\frac1x+1\right)^2$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$P'(x)=10\left(x^2+x+1\right)^2&gt;0$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negative discriminant.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polynomial of odd degree, so it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there is only one real root, all real roots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strictly increasing polynomial of odd degree, so it has exactly one real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$P(-1)=-2+5-10+10-10+10=3$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$P(-2)=-64+80-80+40-20+10=-34$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$P(-2)P(-1)&lt;0$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intermediate value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there is only one real root, all real roots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sum of obviously increasing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monotonicity needs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sum of obviously increasing functions: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$P(x)=x^5+(x+1)^5+5x+9$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monotonicity needs no derivative.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of odd degree takes each real value exactly once,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$(x+1)^5=x^5+5x^4+10x^3+10x^2+5x+1$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$P(x)=x^5+(x+1)^5+5x+9$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of odd degree takes each real value exactly once,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$P(-1)=(-1)^5+0+(-5)+9=3&gt;0$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$P(-2)=-32+(-1)-10+9=-34&lt;0$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strictly increasing functions is strictly increasing: rewriting a polynomial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prove monotonicity with no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continuous function has at most one real root; with a sign change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exactly one,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perfect squares in derivatives: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 polynomials: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of odd degree always has at least one real root (opposite end behaviour).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strictly increasing functions is strictly increasing: rewriting a polynomial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$x^n+(x+1)^n+\dots$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can prove monotonicity with no calculus.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continuous function has at most one real root; with a sign change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has exactly one,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perfect squares in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$x^4+2x^3+3x^2+2x+1=(x^2+x+1)^2$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 polynomials: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of odd degree always has at least one real root (opposite end behaviour).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where the curve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where the curve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curve (slope by differentiation), Condition for a line to touch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there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matching the slopes of the two given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tangent there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$2x-3=\mp1$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matching the slopes of the two given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$y-0=-1(x-1)$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tangent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ab=\frac12=0.5$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the double-root (zero discriminant) condition for tangency instead of derivatives.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required).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$x^2-2x+2-a=0$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$4-4(2-a)=0$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as required).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$x^2-4x+2+b=0$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tangency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$16-4(2+b)=0$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ab=\frac12=0.5$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touches a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quadratic exactly when substituting it gives a quadratic with zero discriminant; no 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a parabola at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simple root, the tangent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in size, opposite in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as the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touches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quadratic exactly when substituting it gives a quadratic with zero discriminant; no derivative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a parabola at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$\pm(q-p)$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simple root, the tangent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$y=(x-p)(x-q)$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in size, opposite in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 y=p$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as the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$f(x)=x^2+g'(1)x+g''(2)$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$g(x)=f(1)x^2+xf'(x)+f''(x)$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function with unknown constants, Quadratic functions defined through derivative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constants; differentiate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constants; differentiate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$f(x)=x^2+xg'(1)+g''(2)$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$g(x)=f(1)x^2+x\left(2x+g'(1)\right)+2=f(1)x^2+2x^2+xg'(1)+2$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$g'(x)=2f(1)x+4x+g'(1)$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$g''(x)=2f(1)+4$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$g'(1)=2f(1)+4+g'(1)$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$2f(1)+4=0$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$g''(2)=2(-2)+4=0$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$f(1)=1+g'(1)+g''(2)$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$-2=1+g'(1)+0$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$f(x)=x^2-3x+0=x^2-3x$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$g(x)=-2x^2+2x^2-3x+2=-3x+2$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$f(4)-g(4)=(16-12)-(-12+2)=4-(-10)=14$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expressions: the unknown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cancels,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two expressions: the unknown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cancels,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$f-g=-(1+f(1))(x^2-2)$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$g=rx^2+x(2x+p)+2=(r+2)x^2+px+2$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$g''=2(r+2)$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$q=g''(2)=2r+4$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$f-g=(1-r-2)x^2+(q-2)=-(r+1)x^2+(2r+2)=-(r+1)(x^2-2)$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$q-2=2r+2$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$g'(x)=2(r+2)x+p$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$g'(1)=2r+4+p$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$f-g=x^2-2$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$f(4)-g(4)=16-2=14$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function is defined through its own derivative values at points, name those values as constants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then use the definition at those points to get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has constant second derivative, so values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Self-consistency trick: evaluate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unknown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 both sides and cancels, leaving a clean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polynomials defined from the same constants can make the awkward unknown terms cancel before you solve for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function is defined through its own derivative values at points, name those values as constants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then use the definition at those points to get equations.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has constant second derivative, so values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Self-consistency trick: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on both sides and cancels, leaving a clean equation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polynomials defined from the same constants can make the awkward unknown terms cancel before you solve for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vertical poles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on a horizontal ground.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m; then the distance (in meters) of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is ______________.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vertical poles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on a horizontal ground.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m; then the distance (in meters)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$MD^2+MC^2$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is ______________.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Minimisation of a quadratic expression (distance squared), Pythagoras theorem in a vertical plane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complete the square to find its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$MD^2+MC^2$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complete the square to find its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poles are vertical,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$MB=10-x$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poles are vertical,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DAM=\angle CBM=90^\circ$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$MD^2=x^2+64$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$MC^2=(10-x)^2+121$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$MD^2+MC^2=x^2+64+(10-x)^2+121=2x^2-20x+285$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$2x^2-20x+285=2(x-5)^2+235$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Apollonius's median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minimise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Apollonius's median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$MD^2+MC^2=2MN^2+\frac{DC^2}{2}$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Apollonius's theorem (in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least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Apollonius's theorem (in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$MD^2+MC^2=2MN^2+\frac12DC^2$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 vertically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stands vertically over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direct calculation.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 vertically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stands vertically over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$DC^2=10^2+3^2=109$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$\frac{109}{2}+2(9.5)^2=54.5+180.5=235$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agreeing with the direct calculation.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at the point of a line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sums on a line: minimise 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sum; the minimiser is the weighted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feet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heights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poles do not change the minimising point: only the horizontal positions matter,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minimum without calculus.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$PA^2+PB^2=2PN^2+\frac{AB^2}{2}$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at the point of a line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PA^2+\mu PB^2$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sums on a line: minimise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sum; the minimiser is the weighted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 a+\mu b}{\lambda+\mu}$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feet positions.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heights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poles do not change the minimising point: only the horizontal positions matter,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$x=\frac{0+10}{2}=5$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$px^2+qx+r=p\left(x+\frac{q}{2p}\right)^2+\left(r-\frac{q^2}{4p}\right)$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minimum without calculus.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5 questions, 20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02_03) Question bank · detailed solutions (printed Q41–Q45, numbered 1–5)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