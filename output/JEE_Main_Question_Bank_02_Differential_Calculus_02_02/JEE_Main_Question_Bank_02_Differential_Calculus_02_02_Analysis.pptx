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1.0</c:v>
                </c:pt>
                <c:pt idx="2">
                  <c:v>1.0</c:v>
                </c:pt>
                <c:pt idx="3">
                  <c:v>2.0</c:v>
                </c:pt>
                <c:pt idx="4">
                  <c:v>3.0</c:v>
                </c:pt>
                <c:pt idx="5">
                  <c:v>3.0</c:v>
                </c:pt>
                <c:pt idx="6">
                  <c:v>3.0</c:v>
                </c:pt>
                <c:pt idx="7">
                  <c:v>2.0</c:v>
                </c:pt>
                <c:pt idx="8">
                  <c:v>2.0</c:v>
                </c:pt>
                <c:pt idx="9">
                  <c:v>2.0</c:v>
                </c:pt>
                <c:pt idx="10">
                  <c:v>3.0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1.0</c:v>
                </c:pt>
                <c:pt idx="15">
                  <c:v>3.0</c:v>
                </c:pt>
                <c:pt idx="16">
                  <c:v>2.0</c:v>
                </c:pt>
                <c:pt idx="17">
                  <c:v>2.0</c:v>
                </c:pt>
                <c:pt idx="18">
                  <c:v>2.0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question prints f(x) = (2 sin(1/x))|x|, but the PDF's solution works with f(x) = (2 - sin(1/x))x for x&gt;0 and -(2 - sin(1/x))x for x&lt;0, i.e. a different function (the intended one is probably (2 - sin(1/x))|x|; the printed question looks like a misprint of it). I solved the printed function. Both functions are non-monotonic on each side (for 2 - sin(1/x): f' = 2 - sin(1/x) + cos(1/x)/x is +ve at x=1/(2n pi) and -ve at x=1/((2n+1)pi) for n&gt;=1), so the key (C)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Two things. (1) The PDF's second line writes the denominator as 1/2 cos x + (sqrt3/2) sin x, which is a sign slip; the question has cos x - sqrt3 sin x, i.e. 1/2 cos x - (sqrt3/2) sin x = sin(pi/6 - x). The PDF's next line (sin(pi/6 - x)) is right, so only the displayed middle step is fixed. (2) The PDF does not say that the key (B) holds only for x in (0, pi/6); on (pi/6, pi/2) the derivative is x - 7pi/6. This is stated in the last bullet. (Also 2y jumps at x = pi/6 where the argument is undefined.)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sin^-1 f(x) = pi - 2 tan^-1 x 'since x = sqrt3' and then uses the same formula for x = -sqrt3. For x &lt; -1 the correct reduction is sin^-1 f(x) = -pi - 2 tan^-1 x (the PDF's formula is valid only for x &gt; 1). The derivative is the same on both sides (-2/(1+x^2)), so the working still leads to y = -tan^-1 x + c, but the answer 5pi/6 depends on taking ONE constant c for both pieces of the disconnected domain |x|&gt;1 (the question gives y at only one point). Strictly the data do not fix y(-sqrt3); the key (A) is the intended answer under the single-constant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f'(x) = (2 - sin x)(3 sin x - 2)/(sin^2 x (1 - sin x)^2), omitting the factor cos x that comes from differentiating with respect to x (d/dx of 1/sin x is -cos x / sin^2 x). Since cos x &gt; 0 on (0, pi/2) the sign analysis and the answer 9 are unchanged. The PDF also does not argue that f is unbounded above (so the range is [9, infinity));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(Differential Calculus 02_02)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 bank · detailed solutions (printed Q21–Q40, numbered 1–20)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marks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tangent be drawn to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sum of intercepts on axes made by this tangent is minimum is equal to -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tangent be drawn to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$\frac{x^2}{27}+y^2=1$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$(3\sqrt3\cos\theta,\sin\theta)$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sum of intercepts on axes made by this tangent is minimum is equal to -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$\frac{\pi}{8}$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an ellipse (parametric form), Minimising a sum using derivatives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has intercepts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minimise their sum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has intercepts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$3\sqrt3\sec\theta$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$\csc\theta$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minimise their sum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$f'(\theta)=0$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Differentiating,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$\frac{x^2}{27}+y^2=1$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Differentiating,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$\frac{2x}{27}+2yy'=0$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$y'=-\frac{x}{27y}$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$(3\sqrt3\cos\theta,\sin\theta)$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$y'=-\frac{3\sqrt3\cos\theta}{27\sin\theta}=-\frac{\sqrt3\cos\theta}{9\sin\theta}=-\frac{\cot\theta}{3\sqrt3}$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$y-\sin\theta=-\frac{\cot\theta}{3\sqrt3}\left(x-3\sqrt3\cos\theta\right)$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$y-\sin\theta=\cos\theta\cot\theta$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$y=\cos\theta\cot\theta+\sin\theta=\frac{\cos^2\theta+\sin^2\theta}{\sin\theta}=\frac{1}{\sin\theta}$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intercepts: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$-\sin\theta=-\frac{\cot\theta}{3\sqrt3}\left(x-3\sqrt3\cos\theta\right)$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$\frac{3\sqrt3\sin^2\theta}{\cos\theta}=x-3\sqrt3\cos\theta$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$x=\frac{3\sqrt3\sin^2\theta+3\sqrt3\cos^2\theta}{\cos\theta}=\frac{3\sqrt3}{\cos\theta}$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intercepts: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$f(\theta)=x_{int}+y_{int}=\frac{3\sqrt3}{\cos\theta}+\frac1{\sin\theta}=3\sqrt3\sec\theta+\csc\theta$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before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after it (the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grows, the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shrinks), so this is a minimum;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$f'(\theta)=3\sqrt3\sec\theta\tan\theta-\csc\theta\cot\theta=\frac{3\sqrt3\sin\theta}{\cos^2\theta}-\frac{\cos\theta}{\sin^2\theta}$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$f'(\theta)=0\Rightarrow3\sqrt3\sin^3\theta=\cos^3\theta\Rightarrow\cot^3\theta=3\sqrt3=3^{3/2}\Rightarrow\cot\theta=\sqrt3$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after it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grows,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shrinks), so this is a minimum;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$f\left(\frac\pi6\right)=6+2=8$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Hölder's inequality bounds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below with no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Hölder's inequality bounds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$\frac{a}{\cos\theta}+\frac{b}{\sin\theta}$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below with no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intercepts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(tangent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Hölder: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intercepts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$\frac{3\sqrt3}{\cos\theta}$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$\frac{x\cos\theta}{3\sqrt3}+y\sin\theta=1$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$S=\frac{3\sqrt3}{\cos\theta}+\frac{1}{\sin\theta}$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Hölder: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$\left(\frac{a}{c}+\frac{b}{s}\right)^2(c^2+s^2)\ge\left(a^{2/3}+b^{2/3}\right)^3$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$a^{2/3}=3$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$b^{2/3}=1$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$c^2+s^2=1$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$S^2\ge(3+1)^3=64$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$S\ge8$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$\frac{a}{c^3}=\frac{b}{s^3}$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$\tan^3\theta=\frac{b}{a}=\frac{1}{3\sqrt3}$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$3\sqrt3\cdot\frac{2}{\sqrt3}+2=8$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intercepts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shortest tangent segment between the axes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least area of the triangle cut off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$(a\cos\theta,b\sin\theta)$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$\frac{x\cos\theta}{a}+\frac{y\sin\theta}{b}=1$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intercepts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$b\csc\theta$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$\min\left(a\sec\theta+b\csc\theta\right)=\left(a^{2/3}+b^{2/3}\right)^{3/2}$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$\tan\theta=\left(\frac ba\right)^{1/3}$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$a=3\sqrt3,b=1$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shortest tangent segment between the axes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least area of the triangle cut off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position of a moving car at time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numbers greater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average speed of the car over the time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 at the point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position of a moving car at time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$f(t)=at^2+bt+c$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numbers greater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average speed of the car over the time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$[t_1,t_2]$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 at the point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$2a(t_1+t_2)+b$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$\frac{t_2-t_1}{2}$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$a(t_2-t_1)+b$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$\frac{t_1+t_2}{2}$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Lagrange's mean value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Lagrange's mean value theorem: the average rate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some interior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Lagrange's mean value theorem: the average rate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$\frac{f(t_2)-f(t_1)}{t_2-t_1}$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some interior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polynomial, hence continuous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differentiable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Lagrange's mean value theorem applies.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gives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polynomial, hence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$[t_1,t_2]$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differentiable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$(t_1,t_2)$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Lagrange's mean value theorem applies.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gives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$f'(t)=\frac{f(t_2)-f(t_1)}{t_2-t_1}=V_{avg}$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$f'(t)=2at+b$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$\frac{f(t_2)-f(t_1)}{t_2-t_1}=\frac{a(t_2^2-t_1^2)+b(t_2-t_1)}{t_2-t_1}$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speed equals the velocity, so this is where the average speed is attained.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$2at+b=\frac{a(t_2^2-t_1^2)+b(t_2-t_1)}{t_2-t_1}=a(t_1+t_2)+b$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$2at=a(t_1+t_2)$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$t=\frac{t_1+t_2}{2}$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$f'(t)=2at+b&gt;0$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speed equals the velocity, so this is where the average speed is attained.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$\frac{t_1+t_2}{2}$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Centre the time at the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even part of a quadratic cancels in the chord slope.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Centre the time at the midpoint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$m=\frac{t_1+t_2}2$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even part of a quadratic cancels in the chord slope.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interval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constant are even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cancel;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survives.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$t=m+u$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$m=\frac{t_1+t_2}2$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$h=\frac{t_2-t_1}2$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interval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$u\in[-h,h]$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$f(m+u)=au^2+(2am+b)u+\left(am^2+bm+c\right)$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$=\frac{f(m+h)-f(m-h)}{2h}$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constant are even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cancel;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$(2am+b)(2h)$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survives.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exactly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average speed is attained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$V_{avg}=2am+b$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$f'(m+u)=2au+(2am+b)$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average speed is 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$t=m=\frac{t_1+t_2}{2}$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$\frac{t_1+t_2}{2}$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mean-value point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tangent at the midpoint is parallel to the chord - Archimedes' property of the parabola).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mean-value point does not depend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cubic it is not the midpoint (for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linear, the average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𝑚𝑖𝑑𝑝𝑜𝑖𝑛𝑡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t^2+\beta t+\gamma$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mean-value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$[t_1,t_2]$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$\frac{t_1+t_2}2$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tangent at the midpoint is parallel to the chord - Archimedes' property of the parabola).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mean-value point does not depend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cubic it is not the midpoint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$[t_1,t_2]$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$\xi^2=m^2+\frac{h^2}{3}$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linear, the average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$[t_1,t_2]$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$\frac{f'(t_1)+f'(t_2)}2=f'(\text{midpoint})$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$\left(a+\sqrt2b\cos x\right)\left(a-\sqrt2b\cos y\right)=a^2-b^2$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$\left(\frac\pi4,\frac\pi4\right)$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$\frac{a-2b}{a+2b}$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$\frac{2a+b}{2a-b}$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$\frac{a-b}{a+b}$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$\frac{a+b}{a-b}$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0087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Implicit differentiation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both sides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treating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invert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both sides with respect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treating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invert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$\frac{dy}{dx}$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Differentiate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 rule).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$\left(a+\sqrt2b\cos x\right)\left(a-\sqrt2b\cos y\right)=a^2-b^2$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Differentiate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 rule).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$\left(-\sqrt2b\sin x\right)\left(a-\sqrt2b\cos y\right)+\left(a+\sqrt2b\cos x\right)\left(\sqrt2b\sin y\right)y'=0$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$\left(\frac\pi4,\frac\pi4\right)$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$\sqrt2b\sin\frac\pi4=b$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$\sqrt2b\cos\frac\pi4=b$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$(-b)(a-b)+(a+b)(b)y'=0$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$y'=\frac{b(a-b)}{b(a+b)}=\frac{a-b}{a+b}$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$\frac{dy}{dx}=\frac{a-b}{a+b}$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$\frac{dx}{dy}=\frac{a+b}{a-b}$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$\frac{a+b}{a-b}$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logarithms: for a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logarithms: for a product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$u(x)v(y)=\text{const}$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$\frac{u'}{u}dx+\frac{v'}{v}dy=0$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$\frac{dx}{dy}$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lies on the curve: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both factors are positive, so 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in differentials: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lies on the curve: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$(a+b)(a-b)=a^2-b^2$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both factors are positive, so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$\ln\left(a+\sqrt2b\cos x\right)+\ln\left(a-\sqrt2b\cos y\right)=\ln(a^2-b^2)$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in differentials: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$\frac{-\sqrt2b\sin x}{a+\sqrt2b\cos x}dx+\frac{\sqrt2b\sin y}{a-\sqrt2b\cos y}dy=0$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fractions become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 - no inversion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$\left(\frac\pi4,\frac\pi4\right)$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fractions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$\frac{-b}{a+b}dx+\frac{b}{a-b}dy=0$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$\frac{b}{a+b}dx=\frac{b}{a-b}dy$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$\frac{dx}{dy}=\frac{a+b}{a-b}$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 - no inversion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$\frac{a+b}{a-b}$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found in one step by differentiating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logarithmic differentiation: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confirm the given point lies on the curve;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$F(x,y)=0$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$\frac{dy}{dx}=-\frac{F_x}{F_y}$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$\frac{dx}{dy}=-\frac{F_y}{F_x}$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found in one step by differentiating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$u(x)v(y)=k$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logarithmic differentiation: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$\frac{dx}{dy}=-\frac{v'(y)/v(y)}{u'(x)/u(x)}$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confirm the given point lies on the curve;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$(a+b)(a-b)=a^2-b^2$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$\lim_{x\to0}\frac{\sin^{-1}x-\tan^{-1}x}{3x^3}$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$(6L+1)$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using L'Hôpital's rule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limit is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form; one application of L'Hôpital's rule leaves a quotient that rationalises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limit is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form; one application of L'Hôpital's rule leaves a quotient that rationalises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form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apply L'Hôpital's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numerator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$\sin^{-1}x-\tan^{-1}x\to0$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$3x^3\to0$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form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apply L'Hôpital's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$L=\lim_{x\to0}\frac{\frac1{\sqrt{1-x^2}}-\frac1{1+x^2}}{9x^2}$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$L=\lim_{x\to0}\frac{1+x^2-\sqrt{1-x^2}}{\sqrt{1-x^2}\,(1+x^2)\,9x^2}$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$1+x^2+\sqrt{1-x^2}$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numerator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$(1+x^2)^2-(1-x^2)=x^4+3x^2$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factors other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tend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denominator.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$L=\lim_{x\to0}\frac{x^4+3x^2}{\sqrt{1-x^2}\,(1+x^2)\,9x^2\left(1+x^2+\sqrt{1-x^2}\right)}$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factors other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tend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$1\cdot1\cdot2=2$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denominator.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$L=\lim_{x\to0}\frac{x^4+3x^2}{18x^2}=\lim_{x\to0}\frac{x^2+3}{18}=\frac3{18}=\frac16$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$6L+1=6\cdot\frac16+1=2$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Maclaurin series: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expose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Maclaurin series: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$\sin^{-1}x=x+\frac{x^3}6+\dots$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$\tan^{-1}x=x-\frac{x^3}3+\dots$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expose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$\sin^{-1}x=x+\frac{x^3}{6}+O(x^5)$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$\tan^{-1}x=x-\frac{x^3}{3}+O(x^5)$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$\sin^{-1}x-\tan^{-1}x=\left(\frac16+\frac13\right)x^3+O(x^5)=\frac{x^3}{2}+O(x^5)$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$L=\lim_{x\to0}\left(\frac16+O(x^2)\right)=\frac16$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$6L+1=2$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expansions: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two functions agree to first order, their difference is governed by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 - L'Hôpital twice or a series both work, but the series is faster.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expansions: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$\sin^{-1}x=x+\frac{x^3}6+\dots$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$\tan^{-1}x=x-\frac{x^3}3+\dots$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x=x-\frac{x^3}6+\dots$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x=x+\frac{x^3}3+\dots$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$\sin^{-1}x-\tan^{-1}x\sim\frac{x^3}2$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x-\sin x\sim\frac{x^3}2$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$\sin^{-1}x-x\sim\frac{x^3}6$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$x-\tan^{-1}x\sim\frac{x^3}3$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two functions agree to first order, their difference is governed by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 - L'Hôpital twice or a series both work, but the series is faster.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  <m:sSup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p>
                                        </m:s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  <m:sSup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$y=f(x)=\sin^3\left(\frac\pi3\left(\cos\left(\frac{\pi}{3\sqrt2}\left(-4x^3+5x^2+1\right)^{3/2}\right)\right)\right)$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$\sqrt2y'-3\pi^2y=0$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$y'+3\pi^2y=0$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$2y'+3\pi^2y=0$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$2y'+\sqrt3\pi^2y=0$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Chain rule for composite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into layers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differentiate layer by layer, and evaluate each layer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the angles are standard.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into layers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$g\to v\to u\to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differentiate layer by layer, and evaluate each layer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the angles are standard.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$g=-4x^3+5x^2+1$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$v=\frac{\pi}{3\sqrt2}g^{3/2}$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$u=\frac\pi3\cos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$y=\sin^3u$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$\frac{dy}{dx}=3\sin^2u\cdot\cos u\cdot\frac{du}{dx}$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$\frac{du}{dx}=-\frac\pi3\sin v\cdot\frac{dv}{dx}$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$\frac{dv}{dx}=\frac{\pi}{3\sqrt2}\cdot\frac32g^{1/2}\cdot\left(-12x^2+10x\right)$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$g=-4+5+1=2$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$g^{3/2}=2\sqrt2$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$v=\frac{\pi}{3\sqrt2}\cdot2\sqrt2=\frac{2\pi}3$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$u=\frac\pi3\cos\frac{2\pi}3=\frac\pi3\left(-\frac12\right)=-\frac\pi6$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 of the factors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option (C):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$y=f(1)=\sin^3\left(-\frac\pi6\right)=\left(-\frac12\right)^3=-\frac18$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 of the factors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$\sin^2u=\frac14$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u=\frac{\sqrt3}2$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v=\frac{\sqrt3}2$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$\frac{dv}{dx}=\frac{\pi}{3\sqrt2}\cdot\frac32\cdot\sqrt2\cdot(-2)=-\pi$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$\left(\frac{dy}{dx}\right)_{x=1}=3\cdot\frac14\cdot\frac{\sqrt3}2\cdot\left(-\frac\pi3\right)\cdot\frac{\sqrt3}2\cdot(-\pi)=\frac{3\pi^2}{16}$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option 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$2y'+3\pi^2y=2\cdot\frac{3\pi^2}{16}+3\pi^2\left(-\frac18\right)=\frac{3\pi^2}8-\frac{3\pi^2}8=0$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$2y'+3\pi^2y=0$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single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$\sin^3u=\frac{3\sin u-\sin3u}{4}$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$u=-\frac\pi6$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$\cos3u$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single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before),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$\sin^3u=\frac{3\sin u-\sin3u}{4}$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$y=\frac{3\sin u-\sin3u}4$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$\frac{dy}{dx}=\frac34\left(\cos u-\cos3u\right)\frac{du}{dx}$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$u=-\frac\pi6$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before),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$y=\frac{3\left(-\frac12\right)-\sin\left(-\frac\pi2\right)}{4}=\frac{-\frac32+1}{4}=-\frac18$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u=\frac{\sqrt3}2$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$\cos3u=\cos\left(-\frac\pi2\right)=0$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$\frac{dy}{dx}=\frac34\cdot\frac{\sqrt3}2\cdot u'=\frac{3\sqrt3}8u'$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$u'=-\frac\pi3\sin v\cdot v'=-\frac\pi3\cdot\frac{\sqrt3}2\cdot(-\pi)=\frac{\sqrt3\pi^2}{6}$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$v'=-\pi$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$y'=\frac{3\sqrt3}8\cdot\frac{\sqrt3\pi^2}6=\frac{9\pi^2}{48}=\frac{3\pi^2}{16}$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$2y'+3\pi^2y=0$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$2y'+3\pi^2y=0$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 a power into a sum and often make a derivative evaluate at a special 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tower of functions, first compute the inner values at the given point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the designed values are standard angles; only then multiply the local derivatives.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When the options are linear relations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compute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 and substitute.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$\sin^3u=\frac{3\sin u-\sin3u}4$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$\cos^3u=\frac{3\cos u+\cos3u}4$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 a power into a sum and often make a derivative evaluate at a special 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tower of functions, first compute the inner values at the given point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$u=-\frac\pi6$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the designed values are standard angles; only then multiply the local derivatives.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$\frac{d}{dx}g^{3/2}=\frac32\sqrt g\,g'$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When the options are linear relations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compute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 and substitute.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bar"/>
                                          <m:ctrlP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monotonic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monotonic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not monotonic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monotonic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$f(x)=\begin{cases}\left(2\sin\left(\frac1x\right)\right)|x|, &amp; x\ne0\\ 0, &amp; x=0\end{cases}$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monotonic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monotonic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not monotonic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monotonic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$(-\infty,0)\cup(0,\infty)$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99617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Monotonicity of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keeps changing sign,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cannot be monotonic on either side.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derivative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$2\sin\frac1x-\frac2x\cos\frac1x$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keeps changing sign,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cannot be monotonic on either side.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$f(x)=-2x\sin\frac1x$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$f'(x)=2\sin\frac1x+2x\cos\frac1x\cdot\left(-\frac1{x^2}\right)=2\sin\frac1x-\frac2x\cos\frac1x$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$f'(x)=-2\sin\frac1x+\frac2x\cos\frac1x$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same value occurs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again the same value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$x=\frac1{2n\pi}$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$\sin\frac1x=0$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$\cos\frac1x=1$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$f'(x)=-4n\pi&lt;0$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same value occurs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$x=-\frac1{2n\pi}$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$x=\frac1{(2n+1)\pi}$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$\sin\frac1x=0$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$\cos\frac1x=-1$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$f'(x)=2(2n+1)\pi&gt;0$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again the same value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$x=-\frac1{(2n+1)\pi}$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both signs in every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oscillating function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monotonic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(A) and (B) fail (monotonic on one side only is false) and (D) fails too: the answer is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both signs in every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$(0,\delta)$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$(-\delta,0)$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oscillating function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monotonic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(A) and (B) fail (monotonic on one side only is false) and (D) fails too: the answer is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not monotonic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not monotonic on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$(-\infty,0)$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$(0,\infty)$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values: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but is positive and negative in between, so it goes up and down - no derivative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values: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$\frac1{n\pi}$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but is positive and negative in between, so it goes up and down - no derivative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also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points interlace: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$x_k=\frac{2}{(2k+1)\pi}$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$\sin\frac1{x_k}=\sin\frac{(2k+1)\pi}2=(-1)^k$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$f(x_k)=2x_k(-1)^k$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$z_k=\frac{1}{k\pi}$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$f(z_k)=0$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points interlace: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$\frac2{7\pi}&lt;\frac1{3\pi}&lt;\frac2{5\pi}&lt;\frac1{2\pi}$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$f\left(\frac2{7\pi}\right)=-\frac4{7\pi}&lt;0$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$f\left(\frac1{3\pi}\right)=0$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$f\left(\frac2{5\pi}\right)=\frac4{5\pi}&gt;0$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$f\left(\frac1{2\pi}\right)=0$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Moving to the right the values go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increasing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decreasing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monotonic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an odd function is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it is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for decreasing).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monotonic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either: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Moving to the right the values go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$-,0,+,0$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increasing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$\frac2{7\pi}$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$\frac2{5\pi}$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decreasing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monotonic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$f(-x)=2|x|\sin\left(-\frac1x\right)=-f(x)$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an odd function is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it is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for decreasing).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monotonic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either: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not monotonic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not monotonic on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$(-\infty,0)$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$(0,\infty)$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is not monotone in any neighbourhood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zeros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extrema near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alternate.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then monotonicity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equivalent (same direction); for an even function the directions are opposite. So 'monotonic on exactly one side' is impossible for odd 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Monotonic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constant sign; an oscillating derivative with unbounded swings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rules out monotonicity.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is not monotone in any neighbourhood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zeros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$\frac1{n\pi}$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extrema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$\frac2{(2k+1)\pi}$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alternate.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then monotonicity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equivalent (same direction); for an even function the directions are opposite. So 'monotonic on exactly one side' is impossible for odd 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Monotonic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constant sign; an oscillating derivative with unbounded swings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$\frac{2}{x}\cos\frac1x$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rules out monotonicity.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cot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$2y=\left(\cot^{-1}\left(\frac{\sqrt3\cos x+\sin x}{\cos x-\sqrt3\sin x}\right)\right)^2$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$\frac\pi6-x$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0087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Principal values of inverse trigonometric functions, Differentiation of a piecewise-defined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reduce into the principal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$\frac{\cos(\frac\pi6-x)}{\sin(\frac\pi6-x)}=\cot\left(\frac\pi6-x\right)$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reduce into the principal range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cot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cot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π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den>
                                    </m:f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$\frac{\frac{\sqrt3}2\cos x+\frac12\sin x}{\frac12\cos x-\frac{\sqrt3}2\sin x}=\frac{\cos\left(\frac\pi6-x\right)}{\sin\left(\frac\pi6-x\right)}$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$2y=\left[\cot^{-1}\left(\cot\left(\frac\pi6-x\right)\right)\right]^2$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$\frac\pi6-x\in\left(-\frac\pi3,\frac\pi6\right)$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$\cot^{-1}(\cot t)=t$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$\frac\pi6-x\in\left(-\frac\pi3,0\right)$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$x\in\left(\frac\pi6,\frac\pi2\right)$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$\cot^{-1}(\cot t)=t+\pi$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$2y=\left(\frac{7\pi}6-x\right)^2$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$\frac\pi6-x\in\left(0,\frac\pi6\right)$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$x\in\left(0,\frac\pi6\right)$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$2y=\left(\frac\pi6-x\right)^2$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one of the given options can match: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(B)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derivative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among the options).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$2y'=-2\left(c-x\right)$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$\frac{dy}{dx}=x-\frac{7\pi}6$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$x\in\left(\frac\pi6,\frac\pi2\right)$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$\frac{dy}{dx}=x-\frac\pi6$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$x\in\left(0,\frac\pi6\right)$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one of the given options can match: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(B)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$x\in\left(0,\frac\pi6\right)$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$\left(\frac\pi6,\frac\pi2\right)$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derivative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$x-\frac{7\pi}6$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among the options).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(valid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$x-\frac\pi6$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(valid on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$\left(0,\frac\pi6\right)$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argument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branches follow from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argument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$\tan\left(\frac\pi3+x\right)$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$\cot^{-1}=\frac\pi2-\tan^{-1}(\cdot)$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branches follow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the numerator and denominator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the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$\frac{\sqrt3+\tan x}{1-\sqrt3\tan x}=\tan\left(\frac\pi3+x\right)$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$\cot^{-1}z=\frac\pi2-\tan^{-1}z$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$\cot^{-1}z\in(0,\pi)$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$2y=\left[\frac\pi2-\tan^{-1}\tan\left(\frac\pi3+x\right)\right]^2$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$x\in\left(0,\frac\pi6\right)$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$\frac\pi3+x\in\left(\frac\pi3,\frac\pi2\right)$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$\tan^{-1}\tan\left(\frac\pi3+x\right)=\frac\pi3+x$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$2y=\left(\frac\pi6-x\right)^2$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same as before.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$x\in\left(\frac\pi6,\frac\pi2\right)$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$\frac\pi3+x\in\left(\frac\pi2,\frac{5\pi}6\right)$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$\tan^{-1}\tan\theta=\theta-\pi$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$2y=\left(\frac{7\pi}6-x\right)^2$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$\frac{dy}{dx}=x-\frac\pi6$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$\left(0,\frac\pi6\right)$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$x-\frac{7\pi}6$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$\left(\frac\pi6,\frac\pi2\right)$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same as before.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(valid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$x-\frac\pi6$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(valid on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$\left(0,\frac\pi6\right)$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integer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Always locate the angle in the principal range before simplifying.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spot the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angles.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branch change makes the function jump (here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derivative formula can differ on each side. Check which interval the option corresponds 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$\cot^{-1}(\cot t)=t-k\pi$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integer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$t-k\pi\in(0,\pi)$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$\tan^{-1}(\tan t)=t-k\pi$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$t-k\pi\in\left(-\frac\pi2,\frac\pi2\right)$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Always locate the angle in the principal range before simplifying.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 x+b\sin x=R\cos(x-\alpha)$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$\frac{\sqrt3\cos x+\sin x}{\cos x-\sqrt3\sin x}=\cot\left(\frac\pi6-x\right)=\tan\left(\frac\pi3+x\right)$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spot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angles.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branch change makes the function jump (here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derivative formula can differ on each side. Check which interval the option corresponds 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non-zero polynomial of degree four, having local extreme points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exactly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Four irrational numbers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Four rational numbers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Two irrational and one rational number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Two irrational and two rational numbers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non-zero polynomial of degree four, having local extreme points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$x=-1,0,1$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$S=\{x\in\mathbb{R}:f(x)=f(0)\}$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exactly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Four irrational numbers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Four rational numbers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Two irrational and one rational number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Two irrational and two rational numbers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Local extrema of polynomial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quartic with critical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quartic with critical 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$-1,0,1$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$f'(x)=A(x+1)x(x-1)$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$f(x)-f(0)=A\left(\frac{x^4}4-\frac{x^2}2\right)$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roots are the local extreme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roots are the local extreme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$f'(x)=A(x+1)\,x\,(x-1)$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$f'(x)=A\left(x^3-x\right)$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 rational number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two irrational numbers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$f(x)=A\left(\frac{x^4}4-\frac{x^2}2\right)+C$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$f(x)=f(0)\Rightarrow A\left(\frac{x^4}4-\frac{x^2}2\right)=0\Rightarrow\frac{x^2}2\left(\frac{x^2}2-1\right)=0$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$x=0,-\sqrt2,\sqrt2$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$S=\{0,-\sqrt2,\sqrt2\}$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 rational number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two irrational numbers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Two irrational and one rational number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Symmetry: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then even with a double root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has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Symmetry: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$f(x)-f(0)$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then even with a double root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has the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$x^2(\alpha x^2+\beta)$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Critical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cubic with these three roots,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even-degree polynomial whose derivative is odd is even: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odd powers).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(double).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Critical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cubic with these three roots,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$f'(x)=A(x^3-x)$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even-degree polynomial whose derivative is odd is even: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$f(x)=\alpha x^4+\beta x^2+C$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odd powers).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$f(x)-f(0)=\alpha x^4+\beta x^2=x^2\left(\alpha x^2+\beta\right)$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(double).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(compare the ratio of coefficients: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 rational and two irrational numbers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$f'(x)=4\alpha x^3+2\beta x=A(x^3-x)$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(compare the ratio of coefficients: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$\frac{2\beta}{4\alpha}=-1$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$f(x)-f(0)=\alpha x^2\left(x^2-2\right)$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$0,\pm\sqrt2$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 rational and two irrational numbers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Two irrational and one rational number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critical points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derivative is determined up to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(and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𝑜𝑑𝑑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equation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is also a critical point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repeated root;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lists it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critical points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$f'(x)=A\prod(x-c_i)$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derivative is determined up to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(and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$f=\text{odd}+C$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is also a critical point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repeated root;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lists it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2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Decreases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Decreases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Increases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Increases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2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$f(x)=\frac{4x^3-3x^2}{6}-2\sin x+(2x-1)\cos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Decreases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$\left[\frac12,\infty\right)$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Decreases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$\left(-\infty,\frac12\right]$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Increases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$\left(-\infty,\frac12\right]$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Increases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$\left[\frac12,\infty\right)$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9137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Monotonicity using the first derivative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terms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leaving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terms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$\mp2\cos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leaving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$f'(x)=(2x-1)(x-\sin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$x-\sin 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$\frac{d}{dx}\frac{4x^3-3x^2}{6}=\frac{12x^2-6x}{6}=2x^2-x$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$\frac{d}{dx}\left[-2\sin x+(2x-1)\cos x\right]=-2\cos x+2\cos x-(2x-1)\sin x=-(2x-1)\sin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$f'(x)=2x^2-x-(2x-1)\sin x=x(2x-1)-(2x-1)\sin x=(2x-1)(x-\sin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 is false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there).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increasing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 false).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decreasing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 false).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$x-\sin 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$2x-1\ge0$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$x\in\left[\frac12,\infty\right)$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$x\in\left[\frac12,\infty\right)$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 is false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there).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$x-\sin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$\left(-\infty,\frac12\right]$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 false).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$\left(-\infty,\frac12\right]$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 false).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Increases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Increases in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$\left[\frac12,\infty\right)$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vanishes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such terms cancel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(integration-by-parts pattern); in this question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𝑙𝑖𝑛𝑒𝑎𝑟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𝑓𝑎𝑐𝑡𝑜𝑟 𝑜𝑓 𝑓𝑖𝑥𝑒𝑑 𝑠𝑖𝑔𝑛 𝑜𝑛 𝑎 ℎ𝑎𝑙𝑓-𝑙𝑖𝑛𝑒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sign table is read from the linear factor alone; check the other half-lines for the options that say 'decreasing'.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vanishes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$\frac{d}{dx}\left[(\alpha x+\beta)\cos x-\alpha\sin x\right]=-(\alpha x+\beta)\sin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such terms cancel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(integration-by-parts pattern); in this question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$\alpha=2,\beta=-1$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$f'=(\text{linear})\times(\text{factor of fixed sign on a half-line})$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sign table is read from the linear factor alone; check the other half-lines for the options that say 'decreasing'.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twice differentiable function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twice differentiable function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$x\in(1,6)$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$f(5)+f'(5)\ge28$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$f(5)+f'(5)\le26$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$f(5)\le10$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$f'(5)+f''(5)\le20$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Bounds on a function and its derivative from derivative inequalities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bound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below.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$f''\ge4$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$[2,5]$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bound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below.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 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$[2,5]$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$\int_2^5f'(x)\,dx\ge\int_2^51\,dx$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$[f(x)]_2^5\ge5-2$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$f(5)-f(2)\ge3$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$f(5)\ge3+f(2)=3+8=11$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 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$[2,5]$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$\int_2^5f''(x)\,dx\ge\int_2^54\,dx$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 (II)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(I) and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(B) and (C) contradict (I) and (II) (they would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(D) fails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$[f'(x)]_2^5\ge4(5-2)=12$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$f'(5)-f'(2)\ge12$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$f'(5)\ge12+f'(2)=12+5=17$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 (II)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(I) and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$f(5)+f'(5)\ge11+17=28$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(B) and (C) contradict (I) and (II) (they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$f(5)+f'(5)\le26$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$f(5)\le10$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(D) fails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$f'(5)+f''(5)\ge17+4=21&gt;20$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$f(5)+f'(5)\ge28$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Taylor's theorem with Lagrange remainder: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above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Taylor's theorem with Lagrange remainder: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$f''\ge4$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above the parabola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$8+5(x-2)+2(x-2)^2$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Taylor with remainder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derivative, apply the mean value theorem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Taylor with remainder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$f(5)=f(2)+f'(2)(3)+\frac{f''(\xi)}{2}(3)^2$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$\xi\in(2,5)$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$f''(\xi)\ge4$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$f(5)\ge8+15+\frac92\cdot4=41$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derivative, apply the mean value theorem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$[2,5]$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$f'(5)-f'(2)=3f''(\eta)\ge12$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$f'(5)\ge17$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option (A) holds (with room to spare).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sharper bounds also reject the others at once: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kills (C) and (B),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kills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$f(5)+f'(5)\ge41+17=58\ge28$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option (A) holds (with room to spare).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sharper bounds also reject the others at once: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$f(5)\ge41&gt;10$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kills (C) and (B),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$f'(5)+f''(5)\ge17+4=21&gt;20$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kills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$f(5)+f'(5)\ge28$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graph lies above the parabola with second 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Inequalities between functions may be integrated over an interval: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Do it twice for a bound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first-order bound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weaker than the second-order one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but both are valid and either is enough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$f''\ge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$f'(b)\ge f'(a)+k(b-a)$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$f(b)\ge f(a)+f'(a)(b-a)+\frac k2(b-a)^2$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graph lies above the parabola with second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Inequalities between functions may be integrated over an interval: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$g\ge h\Rightarrow\int g\ge\int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Do it twice for a bound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first-order bound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$f(5)\ge11$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weaker than the second-order one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$f(5)\ge41$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but both are valid and either is enough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cot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$f(x)=\left(\sin(\tan^{-1}x)+\sin(\cot^{-1}x)\right)^2-1$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$\frac{dy}{dx}=\frac12\frac{d}{dx}\left(\sin^{-1}(f(x))\right)$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$y(\sqrt3)=\frac\pi6$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$y(-\sqrt3)$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$-\frac\pi6$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377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Simplification of inverse trigonometric expressions, Differentiation and constants of integration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reduced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$f(x)=\sin(2\tan^{-1}x)$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reduced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$[-\frac\pi2,\frac\pi2]$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$\cot^{-1}x=\frac\pi2-\tan^{-1}x$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$f(x)=\left(\sin(\tan^{-1}x)+\sin\left(\frac\pi2-\tan^{-1}x\right)\right)^2-1$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$f(x)=1+2\sin(\tan^{-1}x)\cos(\tan^{-1}x)-1=\sin\left(2\tan^{-1}x\right)$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$2\tan^{-1}x\in\left(\frac\pi2,\pi\right)$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$\sin^{-1}f(x)=\sin^{-1}\sin\left(2\tan^{-1}x\right)=\pi-2\tan^{-1}x$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$2\tan^{-1}x\in\left(-\pi,-\frac\pi2\right)$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$\sin^{-1}f(x)=-\pi-2\tan^{-1}x$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expressions have the same derivative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the same formula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expressions have the same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$\frac{dy}{dx}=\frac12\cdot\left(-\frac{2}{1+x^2}\right)=-\frac1{1+x^2}$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$\frac{dy}{dx}=\frac12\frac{d}{dx}\left(\pi-2\tan^{-1}x\right)$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$y=-\tan^{-1}x+c$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$y(\sqrt3)=\frac\pi6$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$\frac\pi6=-\frac\pi3+c$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$y=-\tan^{-1}x+\frac\pi2$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the same formula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$y(-\sqrt3)=\frac\pi3+\frac\pi2=\frac{5\pi}6$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$\frac{5\pi}{6}$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directly: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branch question never arises.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directly: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$f(x)=\frac{2x}{1+x^2}$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$\sqrt{1-f^2}=\frac{x^2-1}{1+x^2}$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branch question never arises.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signs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$f(x)=\sin(2\tan^{-1}x)=\frac{2x}{1+x^2}$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$1-f^2=\frac{(1+x^2)^2-4x^2}{(1+x^2)^2}=\left(\frac{1-x^2}{1+x^2}\right)^2$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$\sqrt{1-f^2}=\frac{|1-x^2|}{1+x^2}=\frac{x^2-1}{1+x^2}$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$f'(x)=\frac{2(1-x^2)}{(1+x^2)^2}$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$\frac{d}{dx}\sin^{-1}f=\frac{f'}{\sqrt{1-f^2}}=\frac{2(1-x^2)}{(1+x^2)^2}\cdot\frac{1+x^2}{x^2-1}=-\frac2{1+x^2}$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signs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the same constant,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$y'=-\frac1{1+x^2}$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$y=-\tan^{-1}x+c$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$y(\sqrt3)=\frac\pi6$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the same constant,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$y(-\sqrt3)=\frac\pi3+\frac\pi2=\frac{5\pi}6$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$\frac{5\pi}{6}$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(principal values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sides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0.9273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disconnected domain (like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 antiderivative may carry different constants on each piece: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need not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a single formula is intended.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$\tan^{-1}x+\cot^{-1}x=\frac\pi2$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(principal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$\cot^{-1}x\in(0,\pi)$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$\sin(\tan^{-1}x)+\sin(\cot^{-1}x)$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$\sin^{-1}\frac{2x}{1+x^2}=2\tan^{-1}x$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$=\pi-2\tan^{-1}x$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$=-\pi-2\tan^{-1}x$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sides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$0.9273$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disconnected domain (like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 antiderivative may carry different constants on each piece: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need not fix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$y(-\sqrt3)$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a single formula is intended.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slope of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at the point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slope of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$y=\frac12x^4-5x^3+18x^2-19x$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at the point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$\left(3,\frac{21}{2}\right)$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$(2,9)$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Maxima and minima of the slope of a curve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slope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maximum is found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sign change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slope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$m=y'$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maximum is found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$\frac{dm}{dx}=y''=0$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sign change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maximum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$m=\frac{dy}{dx}=2x^3-15x^2+36x-19$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$\frac{dm}{dx}=6x^2-30x+36=6(x-2)(x-3)=0\Rightarrow 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$\frac{dm}{dx}$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$2&lt;x&lt;3$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of (local) maximum of the slope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of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of maximum slope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 (The slope there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of (local) maximum of the slope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of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of maximum slope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$y=\frac12(2)^4-5(2)^3+18(2)^2-19(2)=8-40+72-38=2$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 (The slope there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$m(2)=16-60+72-19=9$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$(2,2)$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to the inflection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slope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local maximum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to the inflection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$t=x-\frac52$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slope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$2t^3-\frac32t+\text{const}$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local maximum is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$t=-\frac12$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cubic with positive leading coefficient and turning points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left one,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is the local maximum: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$x=t+\frac52$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$m'(x)=6(x-2)(x-3)=6\left(t^2-\frac14\right)$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$m=2t^3-\frac32t+m\left(\frac52\right)$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$m\left(\frac52\right)=\frac{17}2$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$m=2t^3-\frac32t+\frac{17}2$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cubic with positive leading coefficient and turning points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$t=\pm\frac12$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left one,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is the local maximum: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$m=2\left(-\frac18\right)+\frac34+\frac{17}2=9$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against the other candidates: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 the curve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maximum slope occurs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against the other candidates: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$m(3)=8&lt;9$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$m(0)=-19$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 the curve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maximum slope occurs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$(2,2)$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a curve is largest/smallest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sign: extrema of the slope are inflection points of the curve.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quartic with positive leading coefficient the slope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cubic: unbounded in both directions, so 'maximum slope' means the local maximum (at the smaller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 the point, not just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always substitute back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option 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may not even lie on the curve).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a curve is largest/smallest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sign: extrema of the slope are inflection points of the curve.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quartic with positive leading coefficient the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cubic: unbounded in both directions, so 'maximum slope' means the local maximum (at the smaller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 the point, not just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always substitute back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option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may not even lie on the curve).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592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of maximum area that can be inscribed in a given circle of radius 'r'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An equilateral triangle of height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right angle triangle having two of its sides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An equilateral triangle having each of its side of length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An isosceles triangle with base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592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of maximum area that can be inscribed in a given circle of radius 'r'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An equilateral triangle of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$\frac{2r}{3}$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right angle triangle having two of its sides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An equilateral triangle having each of its side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An isosceles triangle with base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Optimisation: maximum area of an inscribed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circumradius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AM-GM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bounds it by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circumradius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$\Delta=\frac{abc}{4r}$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AM-GM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$a+b+c\le3\sqrt3\,r$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bounds it by equality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inscribed in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area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inscribed in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$\Delta=\frac{abc}{4r}$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$\frac{a}{2r}=\sin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$\frac{a+b+c}{2r}=\sin A+\sin B+\sin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concave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(centroid of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below the curve):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concave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(centroid of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$(A,\sin 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$(B,\sin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$(C,\sin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below the curve):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A+\sin B+\sin C}{3}\le\sin\left(\frac{A+B+C}{3}\right)=\sin\frac\pi3$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A+\sin B+\sin C\le\frac{3\sqrt3}{2}$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$\frac{a+b+c}{2r}\le\frac{3\sqrt3}2$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$\frac{a+b+c}{3}\le\sqrt3\,r$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$(abc)^{1/3}\le\frac{a+b+c}{3}$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$abc\le\left(\frac{a+b+c}{3}\right)^3$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$\Delta=\frac{abc}{4r}\le\frac1{4r}\left(\frac{a+b+c}3\right)^3\le\frac1{4r}\left(\sqrt3\,r\right)^3$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$\Delta\le\frac{3\sqrt3}{4}r^2$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$\Delta_{max}=\frac{3\sqrt3}4r^2$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triangle is equilateral, with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C). (Option A is false: the height of this triangle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triangle is equilateral, with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$a=\sqrt3\,r$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C). (Option A is false: the height of this triangle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$\frac{3r}2$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$\frac{2r}3$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An equilateral triangle having each side of length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An equilateral triangle having each side of length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$\sqrt3\,r$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Smoothing: for a fixed side the area is greatest when the third vertex is on the perpendicular bisector, so the maximum triangle has equal sides.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fixed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ℎ𝑒𝑖𝑔ℎ𝑡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greatest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farthest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at the midpoint of the major arc: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maximum-area triangle (it exists, as the area is continuous on a compact set of positions) must be optimal for each of its three sides in this way,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fixed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 BC\cdot(\text{height of }A)$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greatest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farthest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at the midpoint of the major arc: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maximum-area triangle (it exists, as the area is continuous on a compact set of positions) must be optimal for each of its three sides in this way,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$BA=BC$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$CA=CB$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triangle is equilateral,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beats the others: the isosceles triangle with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right triangle with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triangle is equilateral,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$a=2r\sin\frac\pi3=\sqrt3\,r$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$=\frac{\sqrt3}{4}a^2=\frac{\sqrt3}4\cdot3r^2=\frac{3\sqrt3}4r^2$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beats the others: the isosceles triangle with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right triangle with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$\frac{\sqrt3}2r^2&lt;\frac{3\sqrt3}4r^2$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An equilateral triangle having each side of length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An equilateral triangle having each side of length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$\sqrt3\,r$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triangle of circumradius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Inscribed in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maximum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maximum perimeter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for the equilateral triangle; in general the regular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-gon has the maximum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1.299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Jensen: for concave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triangle of circumradius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$\Delta=\frac{abc}{4R}=2R^2\sin A\sin B\sin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Inscribed in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maximum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$\frac{3\sqrt3}4R^2$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maximum perimeter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$3\sqrt3\,R$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for the equilateral triangle; in general the regular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-gon has the maximum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n2R^2\sin\frac{2\pi}n$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$1.299R^2$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Jensen: for concave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A+\sin B+\sin C\le3\sin\frac{A+B+C}3=\frac{3\sqrt3}2$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A\sin B\sin C\le\frac{3\sqrt3}8$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25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non-zero real constants.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increasing nor decreasing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continuous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decreasing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increasing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25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$f(x)=\frac{x}{\sqrt{a^2+x^2}}-\frac{d-x}{\sqrt{b^2+(d-x)^2}}$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non-zero real constants.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increasing nor decreasing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continuous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decreasing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increasing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Monotonicity of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term's derivative is a positive quantity: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term's derivative is a positive quantity: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$\frac{d}{dx}\frac{x}{\sqrt{a^2+x^2}}=\frac{a^2}{(a^2+x^2)^{3/2}}$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$f(x)=\frac{x}{\sqrt{a^2+x^2}}-\frac{d-x}{\sqrt{b^2+(d-x)^2}}$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$\frac{d}{dx}\frac{x}{\sqrt{a^2+x^2}}=\frac{\sqrt{a^2+x^2}-\frac{x^2}{\sqrt{a^2+x^2}}}{a^2+x^2}=\frac{a^2}{\left(a^2+x^2\right)^{3/2}}$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$\frac{d}{dx}\left[-\frac{d-x}{\sqrt{b^2+(d-x)^2}}\right]=\frac{b^2}{\left(b^2+(d-x)^2\right)^{3/2}}$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continuous (a quotient of continuous functions with a non-zero denominator), so (B) is false;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(D):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increasing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$f'(x)=\frac{a^2}{\left(a^2+x^2\right)^{3/2}}+\frac{b^2}{\left(b^2+(d-x)^2\right)^{3/2}}&gt;0$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continuous (a quotient of continuous functions with a non-zero denominator), so (B) is false;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increasing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an increasing function of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an increasing function of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Structure: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increasing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sum of two such terms.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Structure: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$\frac{t}{\sqrt{c^2+t^2}}=\frac{u}{\sqrt{1+u^2}}$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$u=\frac t{|c|}$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increasing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sum of two such terms.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there, so this term is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Likewise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$\frac{x}{\sqrt{a^2+x^2}}=\sin\left(\tan^{-1}\frac{x}{|a|}\right)$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$\tan^{-1}\frac{x}{|a|}$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there, so this term is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$-\frac{d-x}{\sqrt{b^2+(d-x)^2}}=\frac{x-d}{\sqrt{b^2+(x-d)^2}}=\sin\left(\tan^{-1}\frac{x-d}{|b|}\right)$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increasing functions is increasing,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increasing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(Interpretation: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derivative of the path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 - the reflection-law problem has a unique minimum.)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increasing functions is increasing,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increasing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(Interpretation: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derivative of the path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$L(x)=\sqrt{a^2+x^2}+\sqrt{b^2+(d-x)^2}$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 - the reflection-law problem has a unique minimum.)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an increasing function of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an increasing function of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function is odd, increasing, bounded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(shortest broken path / law of reflection);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 with a unique minimum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increasing functions is increasing; a function whose derivative is a sum of positive terms needs no sign analysis.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$\frac{d}{dx}\frac{x}{\sqrt{a^2+x^2}}=\frac{a^2}{(a^2+x^2)^{3/2}}&gt;0$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function is odd, increasing, bounded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$\sin\left(\tan^{-1}\frac x{|a|}\right)$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$f(x)=L'(x)$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$L(x)=\sqrt{a^2+x^2}+\sqrt{b^2+(d-x)^2}$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(shortest broken path / law of reflection);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$L''&gt;0$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 with a unique minimum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$\sin\theta_1=\sin\theta_2$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increasing functions is increasing; a function whose derivative is a sum of positive terms needs no sign analysis.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water tank has the shape of an inverted right circular cone, whose semi-vertical angle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Water is poured into it at a constant rate of 5 cubic metre per minute. Then the rate (in m/min.), at which the level of water is rising at the instant when the depth of water in the tank is 10 m;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water tank has the shape of an inverted right circular cone, whose semi-vertical 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Water is poured into it at a constant rate of 5 cubic metre per minute. Then the rate (in m/min.), at which the level of water is rising at the instant when the depth of water in the tank is 10 m;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$\frac1{15\pi}$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$\frac1{10\pi}$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$\frac1{5\pi}$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Rate of change of quantities (related rates)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be written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$\tan\theta=\frac rh=\frac12$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$h=2r$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$\frac{dV}{dt}$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be written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𝑚𝑖𝑛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radius and depth of the water at any time.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 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 (ii)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$\frac{dV}{dt}=5\,\text{m}^3/\text{min}$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radius and depth of the water at any time.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$V=\frac13\pi r^2h$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 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 rh=\frac12\Rightarrow h=2r$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$\frac{dh}{dt}=2\frac{dr}{dt}$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 (ii)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(i):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m/min,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$\frac{dV}{dt}=\frac13\pi\left(2r\frac{dr}{dt}h+r^2\frac{dh}{dt}\right)=\frac13\left(100\pi\cdot\frac12+25\pi\right)\frac{dh}{dt}$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$\frac{dr}{dt}=\frac12\frac{dh}{dt}$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$5=\frac{75\pi}{3}\frac{dh}{dt}=25\pi\frac{dh}{dt}$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$\frac{dh}{dt}=\frac{1}{5\pi}$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m/min,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$\frac1{5\pi}$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Rate of rise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𝑟𝑎𝑡𝑒 𝑜𝑓 𝑓𝑖𝑙𝑙𝑖𝑛𝑔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𝑎𝑟𝑒𝑎 𝑜𝑓 𝑡ℎ𝑒 𝑤𝑎𝑡𝑒𝑟 𝑠𝑢𝑟𝑓𝑎𝑐𝑒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Rate of rise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$=\frac{\text{rate of filling}}{\text{area of the water surface}}$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$dV=A\,dh$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thin layer of thickness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surface has volume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of the free surface: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depth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surface radius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thin layer of thickness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surface has volume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$A\,dh$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of the free surface: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$\frac{dV}{dt}=A\frac{dh}{dt}$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depth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surface 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$r=h\tan\theta=10\cdot\frac12=5$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$A=\pi r^2=25\pi$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m/min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$\frac{dh}{dt}=\frac{5}{25\pi}=\frac1{5\pi}$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m/min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$V=\frac{\pi}{12}h^3$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$\frac{dV}{dt}=\frac\pi4h^2\frac{dh}{dt}=25\pi\frac{dh}{dt}$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$\frac1{5\pi}$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vessel,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of the free surface at depth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Cone with semi-vertical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apex down: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Eliminate extra variables with the fixed ratio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differentiating - it avoids a product rule.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vessel,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$\frac{dV}{dt}=A(h)\frac{dh}{dt}$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of the free surface at depth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Cone with semi-vertical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apex down: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$V=\frac\pi3\tan^2\alpha\,h^3$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$\frac{dV}{dt}=\pi\tan^2\alpha\,h^2\frac{dh}{dt}$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 h^2}{4}\frac{dh}{dt}$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Eliminate extra variables with the fixed ratio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 h2$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differentiating - it avoids a product rule.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decreases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decreases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increases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increases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$f:(-1,\infty)\to\mathbb{R}$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$f(x)=\frac1x\log_e(1+x)$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decreases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decreases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increases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increases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2432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Monotonicity of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its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$h(x)=x-(1+x)\ln(1+x)$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its maximum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$h(0)=0$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 after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$f'(x)=\frac{x\cdot\frac1{1+x}-\ln(1+x)\cdot1}{x^2}$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$f'(x)=\frac{x-(1+x)\ln(1+x)}{x^2(1+x)}$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$x^2(1+x)&gt;0$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$h(x)=x-(1+x)\ln(1+x)$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$h'(x)=1-\left(\ln(1+x)+1\right)=-\ln(1+x)$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 after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in the whole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$h(x)\le h(0)=0$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$\lim_{x\to0}\frac{\ln(1+x)}x=1=f(0)$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in the whole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decreases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decreases in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$(-1,\infty)$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integrand decreases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integral does too.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$\frac{\ln(1+x)}{x}=\int_0^1\frac{dt}{1+xt}$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integrand decreases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integral does too.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including the given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$\int_0^1\frac{dt}{1+xt}=\left[\frac{\ln(1+xt)}{x}\right]_0^1=\frac{\ln(1+x)}x$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$=\int_0^11\,dt=1$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$f(x)=\int_0^1\frac{dt}{1+xt}$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including the given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fixed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integral of strictly decreasing functions is strictly decreasing,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fixed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$t\in(0,1]$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$x\mapsto\frac1{1+xt}$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integral of strictly decreasing functions is strictly decreasing,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decreases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decreases in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$(-1,\infty)$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slope of the chord of the concave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chord slopes from a fixed point of a concave function decrease;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Consequence: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1.386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decreases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tending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Representing a quotient as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useful monotonicity trick.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$\frac{\ln(1+x)}x$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slope of the chord of the concave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$y=\ln(1+x)$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chord slopes from a fixed point of a concave function decrease;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$\frac{\ln(1+x)}{x}$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Consequence: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$(1+x)\ln(1+x)&gt;x$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$2\ln2=1.386&gt;1$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$\ln(1+x)\le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$(1+x)^{1/x}=e^{f(x)}$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decreases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tending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Representing a quotient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useful monotonicity trick.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55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120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36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336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𝑖𝑠 𝑖𝑛𝑐𝑟𝑒𝑎𝑠𝑖𝑛𝑔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$f(x)=\begin{cases}-55x, &amp; \text{if }x&lt;-5\\ 2x^3-3x^2-120x, &amp; \text{if }-5\le x\le4\\ 2x^3-3x^2-36x-336, &amp; \text{if }x&gt;4,\end{cases}$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$A=\{x\in\mathbb{R}:f\text{ is increasing}\}$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$(-5,\infty)$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$(-\infty,-5)\cup(4,\infty)$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$(-5,-4)\cup(4,\infty)$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$(-\infty,-5)\cup(-4,\infty)$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Monotonicity of a piecewise-defined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piece by piece and take, in each piece,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pieces join continuously.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piece by piece and take, in each piece,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pieces join continuously.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$f'(x)=6x^2-6x-120$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$-5&lt;x&lt;4$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$f'(x)=6x^2-6x-36$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$f'(x)=-55&lt;0$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Intersecting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III,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the junctions: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sides' formulas,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both.)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$-5&lt;x&lt;4$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$6x^2-6x-120=6(x-5)(x+4)&gt;0\Rightarrow x\in(-\infty,-4)\cup(5,\infty)$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$(-5,4)$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$x\in(-5,-4)$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$6(x^2-x-6)=6(x-3)(x+2)&gt;0\Rightarrow x\in(-\infty,-2)\cup(3,\infty)$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$x\in(4,\infty)$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the junctions: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$f(-5)=275$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sides' formulas,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$f(4)=-400$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both.)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$A=(-5,-4)\cup(4,\infty)$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$(-5,-4)\cup(4,\infty)$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piecewise function, check continuity at each junction first; then find the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each piece and intersect with the piece's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increasing set is a union of intervals; the answer lists open intervals even though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increasing on the closed intervals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not be continuous at junctions: here the one-sided derivatives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corner that turns decreasing into increasing).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piecewise function, check continuity at each junction first; then find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each piece and intersect with the piece's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increasing set is a union of intervals; the answer lists open intervals even though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increasing on the closed intervals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$[-5,-4]$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$[4,\infty)$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not be continuous at junctions: here the one-sided derivatives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corner that turns decreasing into increasing).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twice differentiable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every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twice differentiable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$f(0)=f(1)=f'(0)=0$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every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Rolle's theorem (repeated application)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Rolle's theorem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its two zeros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Rolle's theorem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its two zeros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twice differentiable,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Rolle's theorem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apply Rolle's theorem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differentiable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twice differentiable).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twice differentiable,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$f(0)=f(1)=f'(0)=0$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Rolle's theorem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$f'(\alpha)=0$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apply Rolle's theorem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$[0,\alpha]$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$f'(0)=f'(\alpha)=0$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differentiable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twice differentiable).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Example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false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 (B), false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false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$f''(\beta)=0$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$\beta\in(0,\alpha)\subset(0,1)$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Example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$f''(x)=6x-2$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false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 (B), false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false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for some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$f''(x)=0$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for some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$x\in(0,1)$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vanishes it has one sign (Darboux),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strictly convex or concave; but a strictly convex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strictly above its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contradicting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vanishes it has one sign (Darboux),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strictly convex or concave; but a strictly convex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$f'(0)=0$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strictly above its tangent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contradicting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derivative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Darboux's theorem it cannot change sign without being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either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Darboux's theorem it cannot change sign without being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$f'(x)&gt;f'(0)=0$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$f(1)&gt;f(0)=0$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contradicts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the same way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again a contradiction.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contradicts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the same way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$f(1)&lt;f(0)=0$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again a contradiction.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for some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$f''(x)=0$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for some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$x\in(0,1)$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Generalised Rolle: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counted with multiplicity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double zero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three zeros)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somewhere inside -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Rolle needs continuity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differentiability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applying it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differentiable, which is why 'twice differentiable' is given.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derivative has the intermediate-value (Darboux) property, so a nowhere-zero derivative has constant sign even if it is not continuous.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Generalised Rolle: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counted with multiplicity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double zero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three zeros)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$f^{(n)}$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somewhere inside -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Rolle needs continuity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differentiability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applying it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differentiable, which is why 'twice differentiable' is given.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derivative has the intermediate-value (Darboux) property, so a nowhere-zero derivative has constant sign even if it is not continuous.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Integer Type (0 to 9)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Q19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marks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one solution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$\frac4{\sin x}+\frac1{1-\sin x}=\alpha$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one solution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Minimum value of a trigonometric expression, Range of a function using derivatives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has a solution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has a solution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 the range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$f(x)=\frac4{\sin x}+\frac1{1-\sin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$\alpha_{\min}=\min 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x=\frac23$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negative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positive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$f(x)=\frac4{\sin x}+\frac1{1-\sin x}=\frac{4-3\sin x}{\sin x(1-\sin 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$0&lt;\sin 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$f'(x)=\cos x\left[-\frac4{\sin^2x}+\frac1{(1-\sin x)^2}\right]=\frac{\cos x\,(2-\sin x)(3\sin x-2)}{\sin^2x\,(1-\sin 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$2-\sin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$3\sin 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negative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x&lt;\frac23$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positive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x&gt;\frac23$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minimum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has a solution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minimum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$\alpha_{\min}=\frac{4}{2/3}+\frac1{1-2/3}=6+3=9$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x\to1^-$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$[9,\infty)$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has a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$\alpha\ge9$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Titu's lemma (Cauchy-Schwarz):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Titu's lemma (Cauchy-Schwarz):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$\frac{2^2}{s}+\frac{1^2}{1-s}\ge\frac{(2+1)^2}{s+(1-s)}=9$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Cauchy-Schwarz (Titu's form)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 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$\frac4s+\frac1{1-s}=\frac{2^2}{s}+\frac{1^2}{1-s}$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Cauchy-Schwarz (Titu's form)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$\frac{2^2}{s}+\frac{1^2}{1-s}\ge\frac{(2+1)^2}{s+(1-s)}=\frac91=9$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needs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attainable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minimum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$\frac2s=\frac1{1-s}$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attainable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$x=\sin^{-1}\frac23\in\left(0,\frac\pi2\right)$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Titu/Engel form: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Trigonometric version: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e.g.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solution'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unbounded above; check the behaviour at the ends of the interval.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Titu/Engel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$\frac{a^2}x+\frac{b^2}{1-x}\ge(a+b)^2$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$x=\frac{a}{a+b}$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$\min\left(\frac px+\frac q{1-x}\right)=(\sqrt p+\sqrt q)^2$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$p=4,q=1$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Trigonometric version: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$\frac{a^2}{\sin^2\theta}+\frac{b^2}{\cos^2\theta}\ge(a+b)^2$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$\csc^2\theta+\sec^2\theta\ge4$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solution'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unbounded above; check the behaviour at the ends of the interval.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tangent to the curve,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normal to the parabola,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the same point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tangent to the curve,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$(c,e^c)$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normal to the parabola,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the same point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Tangents and normals, Normal to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where the normal to the parabola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then match it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where the normal to the parabola meets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then match it with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tangent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tangent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slope of the normal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 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$2y\frac{dy}{dx}=4$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$\frac{dy}{dx}=\frac4{2\times2}=1$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slope of the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$m_N=-1$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$y-2=-1(x-1)$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 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$(c,e^c)$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 (ii)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(i)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(ii):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lines meet at the same point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$(c,e^c)$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$y-e^c=e^c(x-c)$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 (ii)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(i)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$-e^c=e^c(x-c)\Rightarrow x=c-1$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lines meet at the same point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Subnormal and subtangent: the parabola's subnormal is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subtangent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Subnormal and subtangent: the parabola's subnormal is the constant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$2a=2$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subtangent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constant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subnormal (projection of the normal on the axis) is constant,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normal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subtangent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subnormal (projection of the normal on the axis) is constant,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subtangent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$\frac{y}{y'}=\frac{e^c}{e^c}=1$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$(c,e^c)$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$x=c-1$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normal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(subnormal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always); the tangent meets the 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subtangent is the constant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tangents/normals meeting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equate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-intercepts: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each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$x=x_1+2a$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(subnormal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always); the tangent meets the 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$y=e^{kx}$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subtangent is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$c-\frac1k$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tangents/normals meeting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equate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-intercepts: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each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2.10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(Differential Calculus 02_02) Question bank · detailed solutions (printed Q21–Q40, numbered 1–20)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2.10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