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Sheet1!$A$2:$A$25</c:f>
              <c:strCache>
                <c:ptCount val="2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2.0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4.0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  <c:pt idx="20">
                  <c:v>2.0</c:v>
                </c:pt>
                <c:pt idx="21">
                  <c:v>1.0</c:v>
                </c:pt>
                <c:pt idx="22">
                  <c:v>1.0</c:v>
                </c:pt>
                <c:pt idx="2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step only as $C_1\to C_1-C_2$, but the determinant it prints needs both $C_1\to C_1-C_2$ and $C_2\to C_2-C_3$ (second column $0,-(1+b),c+1$); both operations are now named. Rest of the working and the answer 2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defects in the PDF: (i) the line 'x cos p + y sin p = cos q' should read 'x cos p − y sin p = cos q' (sign slip; the later results are right); (ii) cancelling cos q − sin q − 1 needs cos q − sin q ≠ 1, which the stated condition sin q ≠ cos q does not give (at q = 0 equations 1 and 3 coincide and x²+y²+z² is not fixed). The key 2 holds under this extra assumption, now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Gap, not a wrong value: the PDF just says 'If k = 2, infinite solution; put x = λ' without showing that the system is consistent at k = 2 (needed for infinitely many solutions). The check (x+y=1/2, z=0 satisfying all three equations) was added. All determinants, solutions and the key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Gap: the PDF only examines numerator d−2b = +1 and never shows that numerators ≥ 2 or the negative numerator d−2b = −1 (with ad−bc&lt;0) cannot give a smaller positive x. Both cases were added (largest |ad−bc| is 18, resp. 7). Answer 19 confirmed by brute force over all 120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Three fixes: (i) the PDF says 'multiply eq. (1) by 2 and subtract eq. (2)' but its next line (7x = 4 − 5k) is obtained by adding; (ii) it never checks that the third equation holds at λ = −5 (needed for 'at least one solution'); (iii) the printed key reads 'If λ = 5' where λ = −5 is meant (for λ ≠ −5 the unique solution is (4/7, −9/7, 0)). Final solution set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Sign errors in the PDF: it gives D = (a−b)(b−c)(c−a), but the determinant equals −(a−b)(b−c)(c−a); its D1 and D3 also carry the wrong sign (D1 = +(a−b)(b−c)(c−a)(a+b+c), D3 = +abc(a−b)(b−c)(c−a)), while D2 is right. With the PDF's D the ratio for y comes out −(ab+bc+ca), contradicting the PDF's own key. Corrected values give x, y, z as in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points: (i) taking the square root, the PDF writes Δ = (d−f)[(d+2f)/abc]^{1/2}, but only Δ² is determined; the sign is ± (interchanging two rows keeps d and f the same and flips Δ), so the statement holds up to sign — the ± is now stated; (ii) typo in the PDF's second determinant (third row printed 'cz3' twice; it is cz3 in row 3 and cz2 in row 2). Product, matrix of d and f, and value (d+2f)(d−f)²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Gap: the PDF states consistency at λ = 5 (D = D1 = D2 = D3 = 0) without checking it; vanishing determinants alone do not prove consistency. The check that the third equation holds is added. All determinants, solutions and the key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substitutes x = y/r, z = yr, i.e. it assumes the roots are in G.P., which is not given for a general cubic; the conclusion x = y = z = 7 is right but needs AM–GM (sum 21, product 343) as the justification. Replaced by the AM–GM argument;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takes x = y = z = 1 (common difference 0) and gets 3, which is not a valid argument: x = y = z = t makes Δ = 0 for every t, and then 2xy²z + x²z² = 3t⁴ is not always 3. The value 3 is forced only for distinct x, y, z (as in Q17); then Δ = 0 gives xyz(xy+yz+zx) = x+y+z and hence xz(2y²+xz) = 3. Answer (C) kept; the question should state x ≠ y ≠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Determinants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subjective /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nontrivial solutions, then find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$a(y+z)=x$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$b(z+x)=y$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$c(x+y)=z$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nontrivial solutions,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$\frac{1}{1+a}+\frac{1}{1+b}+\frac{1}{1+c}$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exactly when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column operation then makes it factorise.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exactly when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column operation then makes it factorise.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in homogeneous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in homogeneous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$x-ay-az=0$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$bx-y+bz=0$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$cx+cy-z=0$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exists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-a &amp; -a \\ b &amp; -1 &amp; b \\ c &amp; c &amp; -1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1+a &amp; 0 &amp; -a \\ b+1 &amp; -(1+b) &amp; b \\ 0 &amp; c+1 &amp; -1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$(1+a)\left[(1+b)-b(c+1)\right]-(1+b)\,a(c+1)=0$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$(1+a)(1+b)(1+c)$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$\frac{1}{1+c}-\frac{b}{1+b}-\frac{a}{1+a}=0$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$\frac{b}{1+b}=1-\frac{1}{1+b}$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$\frac{a}{1+a}=1-\frac{1}{1+a}$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$\frac{1}{1+c}+\frac{1}{1+b}+\frac{1}{1+a}=2$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summing gives the answer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$s=x+y+z$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equation reads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$x=\frac{a\,s}{1+a}$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summing gives the answer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trivial.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three expressions: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$y+z=s-x$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$a(s-x)=x$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$x=\frac{a\,s}{1+a}$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$y=\frac{b\,s}{1+b}$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$z=\frac{c\,s}{1+c}$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$(1+c)z=0$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$1+a,1+b,1+c\neq0$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trivial.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three expressions: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$s=s\left(\frac{a}{1+a}+\frac{b}{1+b}+\frac{c}{1+c}\right)$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determinant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$\sum\frac{a}{1+a}=1$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$\sum\left(1-\frac{1}{1+a}\right)=1$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$3-\sum\frac{1}{1+a}=1$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$\frac{1}{1+a}+\frac{1}{1+b}+\frac{1}{1+c}=2$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determinant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systems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variable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quickest way to create zeros in such determinants.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systems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$a(y+z)=x$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$y+z=s-x$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variable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 s}{1+a}$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$\sum\frac{1}{1+a}=2$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$ab+bc+ca+2abc=1$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$\frac34+\frac14=1$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$C_i\to C_i-C_j$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quickest way to create zeros in such determinants.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zero, 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$a=\frac{x}{y-z}$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$b=\frac{y}{z-x}$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$c=\frac{z}{x-y}$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zero,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$1+ab+bc+ca=0$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Non-trivial solution of a homogeneous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Cleared of denominators the three relations form a homogeneous system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non-zero solution, so its determinant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Cleared of denominators the three relations form a homogeneous system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non-zero solution, so its determinant vanishes.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a homogeneous system: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zero, the determinant must vanish: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definitions: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$ay-az=x$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$bz-bx=y$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$cx-cy=z$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a homogeneous system: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$x-ay+az=0$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$bx+y-bz=0$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$cx-cy-z=0$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zero, the determinant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-a &amp; a \\ b &amp; 1 &amp; -b \\ c &amp; -c &amp; -1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$(-1-bc)+a(-b+bc)+a(-bc-c)=0$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$-1-bc-ab+abc-abc-ac=0$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$1+ab+bc+ca=0$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cyclic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$p=y-z$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$q=z-x$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$r=x-y$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$p+q+r=0$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cyclic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$xy(x-y)+yz(y-z)+zx(z-x)=-(x-y)(y-z)(z-x)$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$p=y-z$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$q=z-x$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$a=\frac{x}{p}$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$b=\frac{y}{q}$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$c=\frac{z}{r}$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$ab+bc+ca=\frac{xy}{pq}+\frac{yz}{qr}+\frac{zx}{rp}=\frac{xy\,r+yz\,p+zx\,q}{pqr}$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$xy(x-y)+yz(y-z)+zx(z-x)$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cyclic sum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left; on the right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cyclic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$-(x-y)(y-z)(z-x)=-rpq$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$yz(y-z)$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left; on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$-(-y)(y-z)(z)=yz(y-z)$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$ab+bc+ca=\frac{-pqr}{pqr}=-1$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$1+ab+bc+ca=0$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identity: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vanishes when any two variables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that is homogeneous and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common non-zero solution forces the coefficient determinant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$xy(x-y)+yz(y-z)+zx(z-x)=-(x-y)(y-z)(z-x)$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vanishes when any two variables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$a=\frac{x}{y-z}$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$b=\frac{y}{z-x}$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$c=\frac{z}{x-y}$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$ab+bc+ca=-1$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$(a+b+c)^2=a^2+b^2+c^2-2$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relation that is homogeneous and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common non-zero solution forces the coefficient determinant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q\neq\cos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 p-y\sin p+z=\cos 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p+y\cos p+z=1-\sin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$x\cos(p+q)-y\sin(p+q)+z=2$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Solving a system of linear equations by elimination, Compound-angle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first two equations with weights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build the left side of the third;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first two equations with weights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$-\sin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build the left side of the third;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(4)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subtract: 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(4) from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(assumed non-zero)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 p-y\sin p+z=\cos 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p+y\cos p+z=1-\sin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(4)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$x\cos(p+q)-y\sin(p+q)+z=2$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(2)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subtract: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$x\cos(p+q)-y\sin(p+q)+z(\cos q-\sin q)=1+\cos q-\sin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$\cos^2q+\sin^2q=1$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(4) from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$z(\cos q-\sin q-1)=\cos q-\sin 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Cancelling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q-\sin 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(assumed non-zero)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 p-y\sin p=\cos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p+y\cos p=-\sin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 p\cos q-\sin p\sin q=\cos(p+q)$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$y=-\sin p\cos q-\cos p\sin q=-\sin(p+q)$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$x^2+y^2+z^2=\cos^2(p+q)+\sin^2(p+q)+1=2$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check it in all three equations, and use a non-zero coefficient determinant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$x=\cos(p+q)$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$y=-\sin(p+q)$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check it in all three equations, and use a non-zero coefficient determinant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the system has exactly one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\cos p &amp; -\sin p &amp; 1 \\ \sin p &amp; \cos p &amp; 1 \\ \cos(p+q) &amp; -\sin(p+q) &amp; 1 \end{vmatrix}=1-\cos q+\sin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q-\sin q\neq1$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the system has exactly one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$y=-\sin(p+q)$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$\cos(p+q)\cos p+\sin(p+q)\sin p+1=\cos 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Equation 3: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uniqueness this is the solution,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$\cos(p+q)\sin p-\sin(p+q)\cos p+1=-\sin 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$\cos^2(p+q)+\sin^2(p+q)+1=2$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uniqueness this is the solution,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coordinates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complex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so a guessed triple that satisfies all equations is the solution (guess and verify).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coefficient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equations 1 and 3 coincide.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$x\cos\theta-y\sin\theta$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$x\sin\theta+y\cos\theta$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$\left(x\cos\theta-y\sin\theta\right)^2+\left(x\sin\theta+y\cos\theta\right)^2=x^2+y^2$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complex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$(x+iy)e^{i\theta}=(x\cos\theta-y\sin\theta)+i(x\sin\theta+y\cos\theta)$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so a guessed triple that satisfies all equations is the solution (guess and verify).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coefficient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$1-(\cos q-\sin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equations 1 and 3 coincide.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Investigate for what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simultaneous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have: (a) a unique solution, (b) an infinite number of solutions, (c)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Investigate for what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simultaneous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$x+2y+\lambda z=\mu$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have: (a) a unique solution, (b) an infinite number of solutions, (c)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of a system of linear equations (unique, infinite, no solution)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second equation from the third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decides all three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second equation from the third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$(\lambda-3)z=\mu-10$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decides all three cases.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PDF's working printed under this question belongs to Q5 (a system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 is written here from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1 from equation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2 from equation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PDF's working printed under this question belongs to Q5 (a system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solution is written here from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1 from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 2 from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$(\lambda-3)z=\mu-10$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$y+2z=4$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$(\lambda-3)z=\mu-10$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follow: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two equations in three unknowns.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impossible, so there is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$z=\frac{\mu-10}{\lambda-3}$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follow: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$D=\lambda-3\neq0$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two equations in three unknowns.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$0=\mu-10\neq0$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impossible, so there is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$\lambda=3,\ \mu=10$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$\lambda=3,\ \mu\neq10$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Cramer's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classify by the values of the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Cramer's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$D=\lambda-3$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$D_3=\mu-10$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classify by the values of the determinants.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1 \\ 1 &amp; 2 &amp; 3 \\ 1 &amp; 2 &amp; \lambda \end{vmatrix}=(2\lambda-6)-(\lambda-3)+0=\lambda-3$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6 &amp; 1 &amp; 1 \\ 10 &amp; 2 &amp; 3 \\ \mu &amp; 2 &amp; \lambda \end{vmatrix}=2\lambda+\mu-16$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1 &amp; 6 &amp; 1 \\ 1 &amp; 10 &amp; 3 \\ 1 &amp; \mu &amp; \lambda \end{vmatrix}=4\lambda-2\mu+8$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1 &amp; 1 &amp; 6 \\ 1 &amp; 2 &amp; 10 \\ 1 &amp; 2 &amp; \mu \end{vmatrix}=\mu-10$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$D\neq0\iff\lambda\neq3$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first two equations are independent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consistent, so the solutions form a line: infinitely many.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$\mu\neq10$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inconsistent: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first two equations are independent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consistent, so the solutions form a line: infinitely many.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$\lambda\neq3$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$\lambda=3,\ \mu=10$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$\lambda=3,\ \mu\neq10$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necessary for infinitely many solutions: planes can still be parallel, so check consistency (rank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equations differ only in one coefficient and the constant, subtract them: the result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whole classification.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unique solution;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necessary for infinitely many solutions: planes can still be parallel, so check consistency (rank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$[A|B]$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two equations differ only in one coefficient and the constant, subtract them: the result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$(\lambda-3)z=\mu-10$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whole classification.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$x+2y+3z=10$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$\lambda=3,\mu=10$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$(2+t,\,4-2t,\,t)$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considering specially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$Kx+2y-2z=1$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$4x+2Ky-z=2$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$6x+6y+Kz=3$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considering specially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$y=\frac{1-2\lambda}{2}$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for a parametric 3×3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quadratic factor has negative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Cramer's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$D=2(K-2)(K^2+2K+15)$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the quadratic factor has negative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K &amp; 2 &amp; -2 \\ 4 &amp; 2K &amp; -1 \\ 6 &amp; 6 &amp; K \end{vmatrix}=K(2K^2+6)-2(4K+6)-2(24-12K)$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$D=2K^3+6K-8K-12-48+24K=2K^3+22K-60=2(K^3+11K-30)=2(K-2)(K^2+2K+15)$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$K^2+2K+15$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1 &amp; 2 &amp; -2 \\ 2 &amp; 2K &amp; -1 \\ 3 &amp; 6 &amp; K \end{vmatrix}=(2K^2+6)-2(2K+3)-2(12-6K)=2K^2+8K-24=2(K+6)(K-2)$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$x=\frac{D_1}{D}=\frac{K+6}{K^2+2K+15}$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K &amp; 1 &amp; -2 \\ 4 &amp; 2 &amp; -1 \\ 6 &amp; 3 &amp; K \end{vmatrix}=K(2K+3)-(4K+6)-2(12-12)=2K^2-K-6=(2K+3)(K-2)$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$y=\frac{2K+3}{2(K^2+2K+15)}$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is consistent with infinitely many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K &amp; 2 &amp; 1 \\ 4 &amp; 2K &amp; 2 \\ 6 &amp; 6 &amp; 3 \end{vmatrix}=K(6K-12)-2(12-12)+(24-12K)=6K^2-24K+24=6(K-2)^2$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$z=\frac{3(K-2)}{K^2+2K+15}$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$2x+2y-2z=1$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$4x+4y-z=2$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$6x+6y+2z=3$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$s-z=\frac12$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$4s-z=2$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$6s+2z=3$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system is consistent with infinitely many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$y=\frac{1-2\lambda}{2}$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$K\neq2$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$x=\frac{K+6}{K^2+2K+15}$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$y=\frac{2K+3}{2(K^2+2K+15)}$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$z=\frac{3(K-2)}{K^2+2K+15}$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$y=\frac{1-2\lambda}{2}$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determinants: eq3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eq1 and eq2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eq1 both involve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by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determinants: eq3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$-\,3\times$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eq1 and eq2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$-\,K\times$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eq1 both involve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$(2-K)$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by itself.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$(6-3K)x+(K+6)z=0$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$(K+6)z=3(K-2)x$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$-\,K\times$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$(4-K^2)x+(2K-1)z=2-K$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$(2-K)(2+K)x+(2K-1)z=2-K$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$z=\frac{3(K-2)x}{K+6}$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$x\left[(2+K)-\frac{3(2K-1)}{K+6}\right]=1$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equation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combinations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equations collapse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$\frac{(K+2)(K+6)-3(2K-1)}{K+6}=\frac{K^2+2K+15}{K+6}$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$x=\frac{K+6}{K^2+2K+15}$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$z=\frac{3(K-2)}{K^2+2K+15}$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$y=\frac{1-Kx+2z}{2}=\frac{2K+3}{2(K^2+2K+15)}$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combinations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equations collapse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$y=\frac{1-2\lambda}{2}$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$K\neq2$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$x=\frac{K+6}{K^2+2K+15}$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$y=\frac{2K+3}{2(K^2+2K+15)}$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$z=\frac{3(K-2)}{K^2+2K+15}$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$y=\frac{1-2\lambda}{2}$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 is clean when the determinants factor: look for the factor that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whether the other factors are positive or have no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factor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never vanishes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proportional coefficients: here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eq3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eq1 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singular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finish with a consistency check by elimination: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prove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 is clean when the determinants factor: look for the factor that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whether the other factors are positive or have no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factor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$K^2+2K+15$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$4-60&lt;0$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never vanishes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proportional coefficients: 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$2,\,2K,\,6$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eq3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$-\,3\,$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eq1 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singular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always finish with a consistency check by elimination: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prove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numbers chosen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least possible positive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in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numbers chosen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least possible positive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$cx+dy=2$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for a 2×2 system, Selection of distinct numbers and optimisation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Cramer's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small positive numerator over the largest possible denominator gives the least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Cramer's rule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$x=\frac{d-2b}{ad-bc}$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small positive numerator over the largest possible denominator gives the least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Cramer's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∣"/>
                            <m:sepChr m:val=""/>
                            <m:endChr m:val="∣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d>
                          <m:dPr>
                            <m:begChr m:val="∣"/>
                            <m:sepChr m:val=""/>
                            <m:endChr m:val="∣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the least positive value,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as small as possible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large as possible.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Cramer's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$x=\frac{D_1}{D}=\frac{\begin{vmatrix} 1 &amp; b \\ 2 &amp; d \end{vmatrix}}{\begin{vmatrix} a &amp; b \\ c &amp; d \end{vmatrix}}=\frac{d-2b}{ad-bc}$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the least positive value,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as small as possible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large as possible.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$d=5,\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$x=\frac{1}{5a-2c}$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$a,c\in\{1,3,4\}$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$a=4,\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numerators cannot do better: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$d=3,\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$x=\frac{1}{3a-c}$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$a,c\in\{2,4,5\}$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$a=5,\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$\frac{1}{18}&lt;\frac{1}{13}$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numerators cannot do better: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$|d-2b|\ge2$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$x\ge\frac{2}{18}$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$|ad-bc|\le5\cdot4-1\cdot2=18$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positive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$d-2b=-1$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$(b,d)=(2,3)$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$|ad-bc|$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$x=\frac17&gt;\frac1{18}$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positive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$p=1,\ q=18$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a positive integer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exhibit a choice that attains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a positive integer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$|ad-bc|\le18$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$x\ge\frac1{18}$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exhibit a choice that attains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numerator and denominator of the same sign,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numbers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admissible choice.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$x=\frac{d-2b}{ad-bc}$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numerator and denominator of the same sign,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$x\ge\frac{1}{|ad-bc|}$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$|d-2b|\ge1$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numbers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$ad-bc\le5\cdot4-1\cdot2=18$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$bc-ad\le5\cdot4-1\cdot2=18$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$|ad-bc|\le18$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admissible choice.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$|ad-bc|=18$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$a=4,\ b=2,\ c=1,\ 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$ad-bc=20-2=18$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 of integers, a positive value is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𝑙𝑎𝑟𝑔𝑒𝑠𝑡 𝑝𝑜𝑠𝑠𝑖𝑏𝑙𝑒 𝑑𝑒𝑛𝑜𝑚𝑖𝑛𝑎𝑡𝑜𝑟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show that the bound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entries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(largest product pair minus smallest product pair).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2×2 Cramer's rule: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 force over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choices confirms the minimum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 of integers, a positive value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$\frac{1}{\text{largest possible denominator}}$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show that the bound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$|ad-bc|\le n(n-1)-1\cdot2$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(largest product pair minus smallest product pair).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2×2 Cramer's rule: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$cx+dy=f$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$x=\frac{ed-bf}{ad-bc}$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$y=\frac{af-ec}{ad-bc}$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Brute force over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$5\cdot4\cdot3\cdot2=120$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choices confirms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$(a,b,c,d)=(4,2,1,5)$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 for any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set of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$3x-y+4z=3$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$x+2y-3z=-2$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$6x+5y+\lambda 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solution for any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set of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and solution set of a parametric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two equations and check the third.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$7(\lambda+5)$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two equations and check the third.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solution; thus at least one solution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3 &amp; -1 &amp; 4 \\ 1 &amp; 2 &amp; -3 \\ 6 &amp; 5 &amp; \lambda \end{vmatrix}=3(2\lambda+15)+(\lambda+18)+4(5-12)=7\lambda+35=7(\lambda+5)$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has a unique solution; thus at least one solution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$3x-y=3-4k$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$x+2y=-2+3k$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$7x=6-8k-2+3k=4-5k$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$x=\frac{4-5k}{7}$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third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so it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(infinitely many).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$y=\frac{-2+3k-x}{2}=\frac{13k-9}{7}$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third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$6x+5y-5z=-3$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$\frac{6(4-5k)+5(13k-9)-35k}{7}=\frac{-21}{7}=-3$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✓, so it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$\left\{\left(\frac{4-5k}{7},\frac{13k-9}{7},k\right):k\in\mathbb{R}\right\}$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(infinitely many).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At least one solution for every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(unique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At least one solution for every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(unique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$\left(\frac47,-\frac97,0\right)$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$\lambda\neq-5$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$x=\frac{4-5K}{7}$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$y=\frac{13K-9}{7}$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$K\in\mathbb{R}$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unknown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disappears, and the first two equations already give a solution of the third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unknown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disappears, and the first two equations already give a solution of the third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two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 twice the first to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one solution always exists.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two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 twice the first to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$6\cdot\frac47+5\left(-\frac97\right)+\lambda\cdot0=\frac{24-45}{7}=-3$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$\left(\frac47,-\frac97,0\right)$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one solution always exists.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third plane contains this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solution set is the line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$(3,-1,4)\times(1,2,-3)=(-5,13,7)$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$(6,5,-5)\cdot(-5,13,7)=0$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third plane contains this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solution set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$\left(\frac47,-\frac97,0\right)+t(-5,13,7)$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$z=7t=K$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$\left(\frac{4-5K}{7},\frac{13K-9}{7},K\right)$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At least one solution for every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(unique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At least one solution for every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(unique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$\left(\frac47,-\frac97,0\right)$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$\lambda\neq-5$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$\lambda=-5$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$x=\frac{4-5K}{7}$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$y=\frac{13K-9}{7}$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$K\in\mathbb{R}$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parameter multiplies only one variable, try that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parameter-free solution then works for all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is consistent, the solutions form a line: a particular solution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show consistency; check that the dependent equation is satisfied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cross product of two rows gives the direction vector of the null space when the third row is a combination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parameter multiplies only one variable, try that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parameter-free solution then works for all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$\operatorname{rank}A=2$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is consistent, the solutions form a line: a particular solution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$t\,(\mathbf r_1\times\mathbf 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show consistency; check that the dependent equation is satisfied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$-21/7=-3$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cross product of two rows gives the direction vector of the null space when the third row is a combination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$z+ay+a^2x+a^3=0$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$z+by+b^2x+b^3=0$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$z+cy+c^2x+c^3=0$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with Vandermonde-type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determinants are Vandermonde-type: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from every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determinants are Vandermonde-type: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$(a-b)(b-c)(c-a)$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from every ratio.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$a^2x+ay+z=-a^3$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$b^2x+by+z=-b^3$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$c^2x+cy+z=-c^3$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a^2 &amp; a &amp; 1 \\ b^2 &amp; b &amp; 1 \\ c^2 &amp; c &amp; 1 \end{vmatrix}=-(a-b)(b-c)(c-a)\neq0$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-a^3 &amp; a &amp; 1 \\ -b^3 &amp; b &amp; 1 \\ -c^3 &amp; c &amp; 1 \end{vmatrix}=(a-b)(b-c)(c-a)(a+b+c)$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a^2 &amp; -a^3 &amp; 1 \\ b^2 &amp; -b^3 &amp; 1 \\ c^2 &amp; -c^3 &amp; 1 \end{vmatrix}=-(a-b)(b-c)(c-a)(ab+bc+ca)$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a^2 &amp; a &amp; -a^3 \\ b^2 &amp; b &amp; -b^3 \\ c^2 &amp; c &amp; -c^3 \end{vmatrix}=abc\,(a-b)(b-c)(c-a)$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$x=\frac{D_1}{D}=-(a+b+c)$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$y=\frac{D_2}{D}=ab+bc+ca$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$z=\frac{D_3}{D}=-abc$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$x=-(a+b+c)$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$y=ab+bc+ca$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$z=-abc$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equations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three roots of a monic cubic, and Vieta's formulas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equations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$t^3+xt^2+yt+z=0$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three roots of a monic cubic, and Vieta's formulas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equation says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monic cubic with these three roots is unique: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$t^3+xt^2+yt+z=0$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monic cubic with these three roots is unique: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$t^3+xt^2+yt+z=(t-a)(t-b)(t-c)$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$(t-a)(t-b)(t-c)=t^3-(a+b+c)t^2+(ab+bc+ca)t-abc$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coefficients: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$x=-(a+b+c)$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$y=ab+bc+ca$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$z=-abc$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interchanging two columns changes the sign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with unknown coefficients is an interpolation problem; Vieta's relations give the coefficients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Vandermonde: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sums become elementary symmetric functions).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Distinctness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needed: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not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a &amp; a^2 \\ 1 &amp; b &amp; b^2 \\ 1 &amp; c &amp; c^2 \end{vmatrix}=(b-a)(c-a)(c-b)$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interchanging two columns changes the sign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$D=(a-b)(a-c)(b-c)$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$f(t_i)=0$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with unknown coefficients is an interpolation problem; Vieta's relations give the coefficients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a^2 &amp; a^3 \\ 1 &amp; b^2 &amp; b^3 \\ 1 &amp; c^2 &amp; c^3 \end{vmatrix}=(ab+bc+ca)\cdot\begin{vmatrix} 1 &amp; a &amp; a^2 \\ 1 &amp; b &amp; b^2 \\ 1 &amp; c &amp; c^2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 sums become elementary symmetric functions).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Distinctness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needed: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solution is not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show that the value of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show that the value of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a^2+(b^2+c^2)\cos\theta &amp; ab(1-\cos\theta) &amp; ac(1-\cos\theta) \\ ba(1-\cos\theta) &amp; b^2+(c^2+a^2)\cos\theta &amp; bc(1-\cos\theta) \\ ca(1-\cos\theta) &amp; cb(1-\cos\theta) &amp; c^2+(a^2+b^2)\cos\theta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(scalar multiples and row/column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columns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 to get squares;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all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columns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 to get squares;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all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$a^2+b^2+c^2$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determinant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end);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cancels the division). The squares appear: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determinant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$s=a^2+b^2+c^2$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end);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cancels the division). The squares appear: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a^2+(b^2+c^2)\cos\theta &amp; b^2(1-\cos\theta) &amp; c^2(1-\cos\theta) \\ a^2(1-\cos\theta) &amp; b^2+(c^2+a^2)\cos\theta &amp; c^2(1-\cos\theta) \\ a^2(1-\cos\theta) &amp; b^2(1-\cos\theta) &amp; c^2+(a^2+b^2)\cos\theta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column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column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$\Delta=s\begin{vmatrix} 1 &amp; b^2(1-\cos\theta) &amp; c^2(1-\cos\theta) \\ 1 &amp; b^2+(c^2+a^2)\cos\theta &amp; c^2(1-\cos\theta) \\ 1 &amp; b^2(1-\cos\theta) &amp; c^2+(a^2+b^2)\cos\theta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$\Delta=s\begin{vmatrix} 1 &amp; b^2(1-\cos\theta) &amp; c^2(1-\cos\theta) \\ 0 &amp; s\cos\theta &amp; 0 \\ 0 &amp; 0 &amp; s\cos\theta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$\Delta=s\cdot(s\cos\theta)^2=s^3\cos^2\theta$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rank-one update of a scalar matrix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$s\cos\theta\,I+(1-\cos\theta)\,\mathbf v\mathbf v^{T}$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$\mathbf v=(a,b,c)^T$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rank-one update of a scalar matrix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check: diagonal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off-diagonal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vectors orthogonal to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-dimensional space)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multiplication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check: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$a^2+(b^2+c^2)\cos\theta=a^2(1-\cos\theta)+s\cos\theta$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off-diagonal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$ab(1-\cos\theta)$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$M=s\cos\theta\,I+(1-\cos\theta)\,\mathbf v\mathbf v^{T}$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v^T\mathbf v=a^2+b^2+c^2=s$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vectors orthogonal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-dimensional space)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multiplication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 v=s\cos\theta\,\mathbf v+(1-\cos\theta)s\,\mathbf v=s\,\mathbf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M=s\cdot(s\cos\theta)^2=s^3\cos^2\theta=\cos^2\theta$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diagonal with diagonal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a rank-one matrix plus a scalar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operation that adds all columns is the first thing to try when every row sums to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$\det(\lambda I+\mathbf u\mathbf v^T)=\lambda^{n-1}(\lambda+\mathbf v^T\mathbf 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$a_ia_j\,k$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off the diagonal with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$a_i^2k+m$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a rank-one matrix plus a scalar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$M=s\,I$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$M=\mathbf v\mathbf v^T$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$\det=0=\cos^2\frac\pi2$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column operation that adds all columns is the first thing to try when every row sums to the same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determine the condition under which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determine the condition under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\cot\frac A2 &amp; \cot\frac B2 &amp; \cot\frac C2 \\ \tan\frac B2+\tan\frac C2 &amp; \tan\frac C2+\tan\frac A2 &amp; \tan\frac A2+\tan\frac B2 \\ 1 &amp; 1 &amp; 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Evaluating determinants by column operations, Half-angle ratios tan and cot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Differences of columns turn the third row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tangent differences become cotangent differences, exposing a product of three differences.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Differences of columns turn the third row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tangent differences become cotangent differences, exposing a product of three differences.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\cot\frac A2-\cot\frac B2 &amp; \cot\frac B2-\cot\frac C2 &amp; \cot\frac C2 \\ \tan\frac B2-\tan\frac A2 &amp; \tan\frac C2-\tan\frac B2 &amp; \tan\frac A2+\tan\frac B2 \\ 0 &amp; 0 &amp; 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B2-\tan\frac A2=\frac{1}{\cot\frac B2}-\frac{1}{\cot\frac A2}=\frac{\cot\frac A2-\cot\frac B2}{\cot\frac A2\cot\frac B2}$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C2-\tan\frac B2=\frac{\cot\frac B2-\cot\frac C2}{\cot\frac B2\cot\frac C2}$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common factors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common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$\left(\cot\frac A2-\cot\frac B2\right)$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$\left(\cot\frac B2-\cot\frac C2\right)$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$\left(\cot\frac A2-\cot\frac B2\right)\left(\cot\frac B2-\cot\frac C2\right)\begin{vmatrix} 1 &amp; 1 &amp; \cot\frac C2 \\ \frac{1}{\cot\frac A2\cot\frac B2} &amp; \frac{1}{\cot\frac B2\cot\frac C2} &amp; \tan\frac A2+\tan\frac B2 \\ 0 &amp; 0 &amp; 1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third row: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$\frac{1}{\cot\frac B2\cot\frac C2}-\frac{1}{\cot\frac A2\cot\frac B2}=\frac{\cot\frac A2-\cot\frac C2}{\cot\frac A2\cot\frac B2\cot\frac C2}$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zero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zero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A2=\cot\frac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B2=\cot\frac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C2=\cot\frac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The triangle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isosceles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The triangle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isosceles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middle row minus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last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determinant is a Vandermonde-type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$p=\tan\frac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$q=\tan\frac B2$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$r=\tan\frac C2$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middle row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$(p+q+r)\times$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last row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$(-p,-q,-r)$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determinant is a Vandermonde-type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\frac1p &amp; \frac1q &amp; \frac1r \\ q+r &amp; r+p &amp; p+q \\ 1 &amp; 1 &amp; 1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R_2-(p+q+r)R_3$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$(-p,\,-q,\,-r)$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$C_1,C_2,C_3$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1 &amp; 1 \\ -p^2 &amp; -q^2 &amp; -r^2 \\ p &amp; q &amp; r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change): this is a Vandermonde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original determinant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 and vanishes iff two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i.e. two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equal: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Interchange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$R_2,R_3$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change): this is a Vandermonde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1 &amp; 1 \\ p &amp; q &amp; r \\ p^2 &amp; q^2 &amp; r^2 \end{vmatrix}=(q-p)(r-p)(r-q)$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original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$\frac{(p-q)(q-r)(r-p)}{pqr}$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symbolically) and vanishes iff two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i.e. two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equal: isosceles.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The triangle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isosceles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The triangle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isosceles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Row-sum trick: a row of the form (sum of all three)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(own entry) becomes the negative of the entries after subtracting (sum) times the row of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vanishes iff two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vanishes exactly when two of three angle functions are equal characterises an isosceles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Row-sum trick: a row of the form (sum of all three)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(own entry) becomes the negative of the entries after subtracting (sum) times the row of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1 &amp; 1 \\ p &amp; q &amp; r \\ p^2 &amp; q^2 &amp; r^2 \end{vmatrix}=(q-p)(r-p)(r-q)$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vanishes iff two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A2\tan\frac B2+\tan\frac B2\tan\frac C2+\tan\frac C2\tan\frac A2=1$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A2+\cot\frac B2+\cot\frac C2=\cot\frac A2\cot\frac B2\cot\frac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vanishes exactly when two of three angle functions are equal characterises an isosceles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$ax_1^2+by_1^2+cz_1^2=ax_2^2+by_2^2+cz_2^2=ax_3^2+by_3^2+cz_3^2=d$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$ax_2x_3+by_2y_3+cz_2z_3=ax_3x_1+by_3y_1+cz_3z_1=ax_1x_2+by_1y_2+cz_1z_2=f$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x_1 &amp; y_1 &amp; z_1 \\ x_2 &amp; y_2 &amp; z_2 \\ x_3 &amp; y_3 &amp; z_3 \end{vmatrix}=(d-f)\left[\frac{d+2f}{abc}\right]^{1/2}$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$(a,b,c\neq0)$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Multiplication of determinants, Determinant with equal diagonal and equal off-diagonal entries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determinant with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row-by-row products give the matrix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diagonal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determinant with rows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$(ax_i,by_i,cz_i)$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row-by-row products give the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diagonal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elsewhere.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row by row: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x_1 &amp; y_1 &amp; z_1 \\ x_2 &amp; y_2 &amp; z_2 \\ x_3 &amp; y_3 &amp; z_3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ax_1 &amp; by_1 &amp; cz_1 \\ ax_2 &amp; by_2 &amp; cz_2 \\ ax_3 &amp; by_3 &amp; cz_3 \end{vmatrix}=abc\,\Delta$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$\Delta^2=\frac{1}{abc}\begin{vmatrix} x_1 &amp; y_1 &amp; z_1 \\ x_2 &amp; y_2 &amp; z_2 \\ x_3 &amp; y_3 &amp; z_3 \end{vmatrix}\times\begin{vmatrix} ax_1 &amp; by_1 &amp; cz_1 \\ ax_2 &amp; by_2 &amp; cz_2 \\ ax_3 &amp; by_3 &amp; cz_3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row by row: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$ax_ix_j+by_iy_j+cz_iz_j$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$i\neq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common factor: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$\Delta^2=\frac{1}{abc}\begin{vmatrix} d &amp; f &amp; f \\ f &amp; d &amp; f \\ f &amp; f &amp; d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common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$\Delta^2=\frac{d+2f}{abc}\begin{vmatrix} 1 &amp; f &amp; f \\ 1 &amp; d &amp; f \\ 1 &amp; f &amp; d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$(d-f)^2$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stated result is the positive sign (the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the orientation of the rows).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$\Delta^2=\frac{d+2f}{abc}(d-f)^2$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$\Delta=\pm(d-f)\left[\frac{d+2f}{abc}\right]^{1/2}$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stated result is the positive sign (the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the orientation of the rows).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$\Delta^2=\frac{(d+2f)(d-f)^2}{abc}$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$\Delta=\pm(d-f)\sqrt{\frac{d+2f}{abc}}$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the matrix of dot products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all-ones matrix): its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the matrix of dot products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$G=(d-f)I+fJ$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all-ones matrix): its eigenvalues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$d-f$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(twice)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$d+2f$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G=(d+2f)(d-f)^2$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of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matrix of the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given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$x_i,y_i,z_i$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$W=\operatorname{diag}(a,b,c)$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matrix of the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$ax_ix_j+by_iy_j+cz_iz_j$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$G=XWX^T$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G=\Delta^2\cdot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given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$G=(d-f)I+fJ$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2-dimensional space orthogonal to it,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2-dimensional space orthogonal to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$d+2f,\ d-f,\ d-f$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$abc\,\Delta^2=(d+2f)(d-f)^2$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$\Delta=\pm(d-f)\sqrt{\frac{d+2f}{abc}}$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$\Delta^2=\frac{(d+2f)(d-f)^2}{abc}$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$\Delta=\pm(d-f)\sqrt{\frac{d+2f}{abc}}$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determinants row by row turns triple products into dot products (Gram matrix).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off-diagonal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Square-root results from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two rows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 but changes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(orthogonality with weights) means the rows are weighted-orthonormal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$\det(A)\det(B)=\det(AB^T)$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determinants row by row turns triple products into dot products (Gram matrix).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off-diagonal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$\det=(d+(n-1)f)(d-f)^{n-1}$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Square-root results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carry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swapping two rows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 but changes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$ax_ix_j+by_iy_j+cz_iz_j=\delta_{ij}$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(orthogonality with weights) means the rows are weighted-orthonormal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$\Delta^2abc=\det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$u=ax^2+2bxy+cy^2$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$u'=a'x^2+2b'xy+c'y^2$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y^2 &amp; -xy &amp; x^2 \\ a &amp; b &amp; c \\ a' &amp; b' &amp; c' \end{vmatrix}=\begin{vmatrix} ax+by &amp; bx+cy \\ a'x+b'y &amp; b'x+c'y \end{vmatrix}=-\frac{1}{y}\begin{vmatrix} u &amp; u' \\ ax+by &amp; a'x+b'y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and evaluation of determinants (expansion and identities)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each of the three expressions and show all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each of the three expressions and show all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$x^2(ab'-a'b)+xy(ac'-a'c)+y^2(bc'-b'c)$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first determinant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to the first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the first determinant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$y^2(bc'-b'c)-(-xy)(ac'-a'c)+x^2(ab'-a'b)=y^2(bc'-b'c)+xy(ac'-a'c)+x^2(ab'-a'b)$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$(ax+by)(b'x+c'y)-(bx+cy)(a'x+b'y)$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$ab'x^2+ac'xy+bb'xy+bc'y^2-a'bx^2-bb'xy-a'cxy-b'cy^2$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$bb'xy$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$x^2(ab'-a'b)+xy(ac'-a'c)+y^2(bc'-b'c)$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to the first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expression: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first two. Hence all three are equal.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expression: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$-\frac1y\left[u(a'x+b'y)-u'(ax+by)\right]$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$u(a'x+b'y)=aa'x^3+ab'x^2y+2a'bx^2y+2bb'xy^2+a'cxy^2+b'cy^3$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$u'(ax+by)=aa'x^3+a'bx^2y+2ab'x^2y+2bb'xy^2+ac'xy^2+bc'y^3$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$(a'b-ab')x^2y+(a'c-ac')xy^2+(b'c-bc')y^3$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$(ab'-a'b)x^2+(ac'-a'c)xy+(bc'-b'c)y^2$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first two. Hence all three are equal.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 equality by one row operation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first equality by the Cauchy–Binet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𝑚𝑖𝑛𝑜𝑟𝑠 𝑜𝑓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𝑚𝑖𝑛𝑜𝑟𝑠 𝑜𝑓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 equality by one row operation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$u=xP+yQ$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$u'=xP'+yQ'$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first equality by the Cauchy–Binet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$\det(RS)=\sum(\text{minors of }R)(\text{minors of }S)$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(Euler for the quadratic forms).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determinant: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$P=ax+by$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$Q=bx+cy$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$P'=a'x+b'y$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$Q'=b'x+c'y$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$u=xP+yQ$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$u'=xP'+yQ'$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(Euler for the quadratic forms).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determinant: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R_1-xR_2$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u &amp; u' \\ P &amp; P' \end{vmatrix}=\begin{vmatrix} yQ &amp; yQ' \\ P &amp; P' \end{vmatrix}=y(QP'-Q'P)=-y\begin{vmatrix} P &amp; Q \\ P' &amp; Q'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$-\frac1y\begin{vmatrix} u &amp; u' \\ P &amp; P' \end{vmatrix}=\begin{vmatrix} P &amp; Q \\ P' &amp; Q'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Cauchy–Binet: sum over column pairs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those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minors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minors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expansion of the first determinant. All three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P &amp; Q \\ P' &amp; Q' \end{vmatrix}=\det(RS)$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 a &amp; b &amp; c \\ a' &amp; b' &amp; c'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$S=\begin{pmatrix} x &amp; 0 \\ y &amp; x \\ 0 &amp; y 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Cauchy–Binet: sum over column pairs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minors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$x^2,\ xy,\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$12,13,23$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minors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$ab'-a'b,\ ac'-a'c,\ bc'-b'c$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$\det(RS)=x^2(ab'-a'b)+xy(ac'-a'c)+y^2(bc'-b'c)$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expansion of the first determinant. All three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relation for a homogeneous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Cauchy–Binet: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(products of the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resultant-type determinant that appears when eliminating a common root of two quadratics.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operation that subtracts a multiple of another row is the quickest way to simplify determinants whose entries are built from a homogeneous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relation for a homogeneous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$u=ax^2+2bxy+cy^2$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$u=x\,\frac{u_x}{2}+y\,\frac{u_y}{2}=x(ax+by)+y(bx+cy)$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Cauchy–Binet: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$\det(RS)=\sum_{i&lt;j}R_{ij}S_{ij}$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(products of the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$x^2(ab'-a'b)+xy(ac'-a'c)+y^2(bc'-b'c)$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resultant-type determinant that appears when eliminating a common root of two quadratics.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operation that subtracts a multiple of another row is the quickest way to simplify determinants whose entries are built from a homogeneous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consistency and solve them when consistent, the following system of equations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consistency and solve them when consistent, the following system of equations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$x+3y-2z=\lambda$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$3x+(\lambda+2)y-3z=2\lambda+1$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Consistency and solution of a parametric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unique solution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system turns out to be consistent with a free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$D=3(\lambda-5)$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unique solution unless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system turns out to be consistent with a free parameter.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 with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1 &amp; 1 &amp; 1 \\ 1 &amp; 3 &amp; -2 \\ 3 &amp; \lambda+2 &amp; -3 \end{vmatrix}=\begin{vmatrix} 1 &amp; 0 &amp; 0 \\ 1 &amp; 2 &amp; -3 \\ 3 &amp; \lambda-1 &amp; -6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$=-12+3(\lambda-1)=3(\lambda-5)$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is consistent with a unique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1 &amp; 1 &amp; 1 \\ \lambda &amp; 3 &amp; -2 \\ 2\lambda+1 &amp; \lambda+2 &amp; -3 \end{vmatrix}=\lambda^2-3\lambda-10=(\lambda-5)(\lambda+2)$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1 &amp; 1 &amp; 1 \\ 1 &amp; \lambda &amp; -2 \\ 3 &amp; 2\lambda+1 &amp; -3 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third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with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1 &amp; 1 &amp; 1 \\ 1 &amp; 3 &amp; \lambda \\ 3 &amp; \lambda+2 &amp; 2\lambda+1 \end{vmatrix}=-\lambda^2+6\lambda-5=-(\lambda-1)(\lambda-5)$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$x=\frac{D_1}{D}=\frac{\lambda+2}{3}$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$z=\frac{D_3}{D}=-\frac{\lambda-1}{3}=\frac{1-\lambda}{3}$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$x+3y=5+2k$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$y=\frac{3k+4}{2}$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$x=-\frac{5k+2}{2}$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third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$3x+7y-3z=11$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$\frac{-15k-6+21k+28-6k}{2}=11$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consistent with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unique solution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consistent with infinitely many solutions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unique solution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$x=\frac{\lambda+2}{3},\ y=0,\ z=\frac{1-\lambda}{3}$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consistent with infinitely many solutions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$y=\frac{3K+4}{2}$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$x=-\frac{5K+2}{2}$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$K\in\mathbb{R}$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Eliminate: equation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equation 1 and equation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equation 1 give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Eliminate: equation 2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equation 1 and equation 3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$-\,3\times$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equation 1 give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difference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$(\lambda-5)y=0$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 Equation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(A)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 from 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(A)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$2y-3z=\lambda-1$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(A). Equation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$-\,3\times$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$(\lambda-1)y-6z=2\lambda-2$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(A)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$4y-6z=2(\lambda-1)$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 from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$(\lambda-5)y=0$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$z=\frac{1-\lambda}{3}$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(A)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$x=1-y-z=\frac{\lambda+2}{3}$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and (B) are the same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reduces to two independent equations and is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and (B) are the same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system reduces to two independent equations and is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$y=\frac{3k+4}{2}$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$x=1-y-k=-\frac{5k+2}{2}$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unique solution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consistent with infinitely many solutions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$\lambda\neq5$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unique solution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$x=\frac{\lambda+2}{3},\ y=0,\ z=\frac{1-\lambda}{3}$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consistent with infinitely many solutions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$z=K$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$y=\frac{3K+4}{2}$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$x=-\frac{5K+2}{2}$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$K\in\mathbb{R}$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equations to expose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𝑝𝑎𝑟𝑎𝑚𝑒𝑡𝑒𝑟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𝑐𝑟𝑖𝑡𝑖𝑐𝑎𝑙 𝑣𝑎𝑙𝑢𝑒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𝑢𝑛𝑘𝑛𝑜𝑤𝑛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factor tells where the system changes character.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by itself prove consistency; reduce by elimination (or compare ranks) to confirm.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second column of the numerator matrix is proportional to the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equations to expose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$(\text{parameter}-\text{critical value})\cdot(\text{unknown})=0$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factor tells where the system changes character.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by itself prove consistency; reduce by elimination (or compare ranks) to confirm.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$C_j\to C_j-C_1$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second column of the numerator matrix is proportional to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value of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value of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-7 &amp; 5+3i &amp; \frac23-4i \\ 5-3i &amp; 8 &amp; 4+5i \\ \frac23+4i &amp; 4-5i &amp; 9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(conjugate, transpose) and Hermitian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conjugate of this matrix equals its transpose, and a determinant equals the determinant of its transpose.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matrix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of conjugates of its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of conjugates of its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A=\begin{pmatrix} -7 &amp; 5-3i &amp; \frac23+4i \\ 5+3i &amp; 8 &amp; 4-5i \\ \frac23-4i &amp; 4+5i &amp; 9 \end{pmatrix}=A^T$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A|=|A^T|=|A|$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a polynomial in the entries with integer coefficients,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a polynomial in the entries with integer coefficients,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A|=\overline{|A|}$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$\overline{|A|}=|A|$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 (the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8495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 (the value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$-\frac{8495}{9}$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Expand by Sarrus' rule: for a Hermitian matrix every term either is real or pairs with its conjugate.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diagonal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middle terms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$A=(a_{ij})$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$a_{ji}=\overline{a_{ij}}$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diagonal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$a_{11},a_{22},a_{33}$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$|A|=a_{11}a_{22}a_{33}+a_{12}a_{23}a_{31}+a_{13}a_{21}a_{32}-a_{13}a_{22}a_{31}-a_{11}a_{23}a_{32}-a_{12}a_{21}a_{33}$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$a_{21}=\bar a_{12}$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$a_{32}=\bar a_{23}$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$a_{31}=\bar a_{13}$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$a_{13}a_{21}a_{32}=\overline{a_{31}a_{12}a_{23}}$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middle terms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$2\operatorname{Re}(a_{12}a_{23}a_{31})$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three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868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8495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three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$-a_{22}|a_{13}|^2-a_{11}|a_{23}|^2-a_{33}|a_{12}|^2$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$a_{11}a_{22}a_{33}=-504$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$2\operatorname{Re}\left[(5+3i)(4+5i)\left(\frac23+4i\right)\right]=-\frac{868}{3}$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$-a_{11}|a_{23}|^2=287$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$-a_{22}|a_{13}|^2=-\frac{1184}{9}$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$-a_{33}|a_{12}|^2=-306$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$-\frac{8495}{9}$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 (the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8495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 (the value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$-\frac{8495}{9}$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with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Hermitian; its determinant is real and its eigenvalues are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skew-Hermitian matrix of odd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Hermitian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A=A^T$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Hermitian; its determinant is real and its eigenvalues are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$\det(\bar A)=\overline{\det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$\det(A^T)=\det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skew-Hermitian matrix of odd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$\overline{\det A}=(-1)^n\det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Hermitian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$\det=a_{11}a_{22}a_{33}+2\operatorname{Re}(a_{12}a_{23}a_{31})-a_{11}|a_{23}|^2-a_{22}|a_{13}|^2-a_{33}|a_{12}|^2$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1+a^2-b^2 &amp; 2ab &amp; -2b \\ 2ab &amp; 1-a^2+b^2 &amp; 2a \\ 2b &amp; -2a &amp; 1-a^2-b^2 \end{vmatrix}=(1+a^2+b^2)^3$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Evaluation of a determinant by column operations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 and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C_1-bC_3$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$C_2\to C_2+aC_3$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 and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column: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column: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C_1-bC_3$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C_2+aC_3$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$\left(1+a^2-b^2+2b^2,\ 2ab-2ab,\ 2b-b(1-a^2-b^2)\right)=\left(1+a^2+b^2,\ 0,\ b(1+a^2+b^2)\right)$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$\left(2ab-2ab,\ 1-a^2+b^2+2a^2,\ -2a+a(1-a^2-b^2)\right)=\left(0,\ 1+a^2+b^2,\ -a(1+a^2+b^2)\right)$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1+a^2+b^2 &amp; 0 &amp; -2b \\ 0 &amp; 1+a^2+b^2 &amp; 2a \\ b(1+a^2+b^2) &amp; -a(1+a^2+b^2) &amp; 1-a^2-b^2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$(1+a^2+b^2)^2\begin{vmatrix} 1 &amp; 0 &amp; -2b \\ 0 &amp; 1 &amp; 2a \\ b &amp; -a &amp; 1-a^2-b^2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0 &amp; -2b \\ 0 &amp; 1 &amp; 2a \\ b &amp; -a &amp; 1-a^2-b^2 \end{vmatrix}=(1-a^2-b^2+2a^2)+2b^2=1+a^2+b^2$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determinant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$(1+a^2+b^2)^3$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has the same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 rows are orthogonal,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continuity fixes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has the same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different rows are orthogonal,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$MM^T=(1+a^2+b^2)^2I$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M=\pm(1+a^2+b^2)^3$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continuity fixes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1 times row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rows 2 and 3 have squared length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Euler–Rodrigues form of a rotation scaled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1 times row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$(1+a^2-b^2)^2+4a^2b^2+4b^2=s^2$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rows 2 and 3 have squared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$=2ab(1+a^2-b^2)+2ab(1-a^2+b^2)-4ab=0$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$=2b(1+a^2-b^2)-4a^2b-2b(1-a^2-b^2)=0$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$=4ab^2-2a(1-a^2+b^2)+2a(1-a^2-b^2)=0$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$MM^T=s^2I$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Euler–Rodrigues form of a rotation scaled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M)^2=s^6$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M=\pm 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M=+s^3=(1+a^2+b^2)^3$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rows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are pairwise orthogonal with equal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Euler–Rodrigues: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rotation; here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this type collapse, subtract multiples of the column with the simplest entries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from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rows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are pairwise orthogonal with equal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$MM^T=\ell^2I$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M=\pm\ell^n$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Euler–Rodrigues: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$(1-|\mathbf n|^2)I+2\mathbf n\mathbf n^T-2[\mathbf n]_\times$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$(1+|\mathbf n|^2)$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rotation;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n=(a,b,0)$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make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this type collapse, subtract multiples of the column with the simplest entries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from the others.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I=1=(1)^3$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$\begin{pmatrix}2&amp;0&amp;0\\0&amp;0&amp;2\\0&amp;-2&amp;0\end{pmatrix}$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$\det=8=2^3$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value of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the value of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\tan(A+P) &amp; \tan(B+P) &amp; \tan(C+P) \\ \tan(A+Q) &amp; \tan(B+Q) &amp; \tan(C+Q) \\ \tan(A+R) &amp; \tan(B+R) &amp; \tan(C+R)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(permutation expansion), Tangent of a sum and the identity tan X + tan Y + tan Z = tan X tan Y tan Z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product in the expansion has arguments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product of three tangents equals their sum, and the sums cancel in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product in the expansion has arguments summing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product of three tangents equals their sum, and the sums cancel in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six products of three entries uses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once, so its three arguments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X+\tan Y+\tan Z=\tan X\tan Y\tan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$\tan(X+Y)=-\tan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$\tan(A+P)\left[\tan(B+Q)\tan(C+R)-\tan(B+R)\tan(C+Q)\right]-\tan(B+P)\left[\tan(A+Q)\tan(C+R)-\tan(A+R)\tan(C+Q)\right]+\tan(C+P)\left[\tan(A+Q)\tan(B+R)-\tan(A+R)\tan(B+Q)\right]$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six products of three entries uses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once, so its three arguments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identity to each product: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sum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occurs once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once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vanishes for 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identity to each product: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$\tan(A+P)\tan(B+Q)\tan(C+R)=\tan(A+P)+\tan(B+Q)+\tan(C+R)$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$\left[t_{AP}+t_{BQ}+t_{CR}\right]-\left[t_{AP}+t_{BR}+t_{CQ}\right]-\left[t_{BP}+t_{AQ}+t_{CR}\right]+\left[t_{BP}+t_{AR}+t_{CQ}\right]+\left[t_{CP}+t_{AQ}+t_{BR}\right]-\left[t_{CP}+t_{AR}+t_{BQ}\right]$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$t_{AP}=\tan(A+P)$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occurs once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vanishes for 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product by the sum of its three entries and regroup by entry: each entry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multiplied by the sum of the signs of the two permutations that use it, and these signs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product by the sum of its three entries and regroup by entry: each entry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$t_{ij}$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multiplied by the sum of the signs of the two permutations that use it, and these signs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determinant as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sgn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six permutations of the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term the three arguments are the six angles used once each, so they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sgn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sgn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determinant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$\sum_\sigma\operatorname{sgn}\sigma\,t_{1\sigma(1)}t_{2\sigma(2)}t_{3\sigma(3)}$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six permutations of the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term the three arguments are the six angles used once each, so they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$t_{1\sigma(1)}+t_{2\sigma(2)}+t_{3\sigma(3)}$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$\det=\sum_\sigma\operatorname{sgn}\sigma\sum_{i}t_{i\sigma(i)}=\sum_{i,j}t_{ij}\left(\sum_{\sigma:\,\sigma(i)=j}\operatorname{sgn}\sigma\right)$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two permutations of three symbols send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differ by one transposition, so their signs are opposite and the inner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two permutations of three symbols send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differ by one transposition, so their signs are opposite and the inner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argument shows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permutations through a fixed entry have opposite signs, which is why 'product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sum' kills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determinant of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X+\tan Y+\tan Z=\tan X\tan Y\tan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B+\tan B\tan C+\tan C\tan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argument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$\det[f(\theta_j+\varphi_i)]=0$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$f(X)f(Y)f(Z)=f(X)+f(Y)+f(Z)$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$\sum\theta_j+\sum\varphi_i=0$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permutations through a fixed entry have opposite signs, which is why 'product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sum' kills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$A=0.3,B=-0.5,C=0.8,P=0.2,Q=-0.6$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$R=-0.2$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determinant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$10^{-15}$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Comprehension Type (Paragraph Based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paragraph)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x &amp; x^3 &amp; x^4-1 \\ y &amp; y^3 &amp; y^4-1 \\ z &amp; z^3 &amp; z^4-1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 y\neq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Factorisation of a Vandermonde-type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last column and factor out the Vandermonde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G.P. substitution then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last column and factor out the Vandermonde product: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$\Delta=V\left[xyz(xy+yz+zx)-(x+y+z)\right]$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G.P. substitution then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$y^4=1$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last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rows of the first determinant: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last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x &amp; x^3 &amp; x^4 \\ y &amp; y^3 &amp; y^4 \\ z &amp; z^3 &amp; z^4 \end{vmatrix}-\begin{vmatrix} x &amp; x^3 &amp; 1 \\ y &amp; y^3 &amp; 1 \\ z &amp; z^3 &amp; 1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rows of the first determinant: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$xyz\begin{vmatrix} 1 &amp; x^2 &amp; x^3 \\ 1 &amp; y^2 &amp; y^3 \\ 1 &amp; z^2 &amp; z^3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Standard results: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$V=\begin{vmatrix} 1 &amp; x &amp; x^2 \\ 1 &amp; y &amp; y^2 \\ 1 &amp; z &amp; z^2 \end{vmatrix}=(y-x)(z-x)(z-y)$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Standard results: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x^2 &amp; x^3 \\ 1 &amp; y^2 &amp; y^3 \\ 1 &amp; z^2 &amp; z^3 \end{vmatrix}=V(xy+yz+zx)$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x &amp; x^3 &amp; 1 \\ y &amp; y^3 &amp; 1 \\ z &amp; z^3 &amp; 1 \end{vmatrix}=V(x+y+z)$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$\Delta=V\left[xyz(xy+yz+zx)-(x+y+z)\right]$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$xyz(xy+yz+zx)=x+y+z$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$xy+yz+zx=y^2\left(\frac1r+r+1\right)$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$x+y+z=y\left(\frac1r+1+r\right)$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$y^5\left(r+1+\frac1r\right)=y\left(r+1+\frac1r\right)$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$y\left(y^4-1\right)\left(r+1+\frac1r\right)=0$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$r+1+\frac1r&gt;0$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Vandermonde determinants: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with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one with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gaps in the exponents give elementary symmetric functions (Schur pattern).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vanishes when two variables are equal is divisible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Generalised Vandermonde determinants: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$V=(y-x)(z-x)(z-y)$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determinant with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$1,x^2,x^3$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one with 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$1,x,x^3$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$V\,e_1$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$e_2=xy+yz+zx$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gaps in the exponents give elementary symmetric functions (Schur pattern).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vanishes when two variables are equal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$(x-y)(y-z)(z-x)$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a G.P.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A.P.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term then factors out of symmetric expressions.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a G.P.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yr,\,y,\,yr\right)$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 A.P.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$(y-d,\,y,\,y+d)$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middle term then factors out of symmetric expressions.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$xy+yz+zx=\frac12+2+1=\frac72$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data inadequate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x &amp; x^3 &amp; x^4-1 \\ y &amp; y^3 &amp; y^4-1 \\ z &amp; z^3 &amp; z^4-1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$t^3-21t^2+bt-343=0$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data inadequate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Vieta's formulas and AM–GM inequality for roots of a cubic, Determinant with two equal rows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equality in AM–GM,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equal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$343=7^3$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equality in AM–GM,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$x=y=z=7$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equal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AM–GM: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equality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AM–GM happens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AM–GM: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$\frac{x+y+z}{3}=7$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$(xyz)^{1/3}=7$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$\frac{x+y+z}{3}=(xyz)^{1/3}$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equality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in AM–GM happens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rows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PDF's route: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substitution assumes a G.P., which AM–GM does not need.)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identical,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PDF's route: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yr$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$xyz=y^3=343\Rightarrow 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$\frac7r+7+7r=21\Rightarrow 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substitution assumes a G.P., which AM–GM does not need.)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set of positive numbers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all the numbers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two equal rows (or columns)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quickest way to 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for positive roots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set of positive numbers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$\frac{\text{sum}}{n}=(\text{product})^{1/n}$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all the numbers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$t^3-pt^2+qt-r$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$7,7,7$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two equal rows (or columns)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the quickest way to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for positive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$(t-7)^3$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$\Delta=\begin{vmatrix} x &amp; x^3 &amp; x^4-1 \\ y &amp; y^3 &amp; y^4-1 \\ z &amp; z^3 &amp; z^4-1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$2xy^2z+x^2z^2=$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43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Factorisation of a Vandermonde-type determinant,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vanishing factor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$\Delta=V\left[xyz(xy+yz+zx)-(x+y+z)\right]$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vanishing factor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$xz(2y^2+xz)=3$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Q17: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(as in Q17),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Q17: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$\Delta=V\left[xyz(xy+yz+zx)-(x+y+z)\right]$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$V=(y-x)(z-x)(z-y)$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(as in Q17),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$xyz(xy+yz+zx)=x+y+z$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$xy+yz+zx=y(x+z)+zx=2y^2+xz$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xz\,(2y^2+xz)=3y$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$xz\,(2y^2+xz)=3$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$2xy^2z+x^2z^2=3$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of this paragraph).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 G.P.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degenerate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trivially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determine a unique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example with distinct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0.320172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2.279827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distinct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$\Delta=0\iff xyz(xy+yz+zx)=x+y+z$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determinant of this paragraph).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$x+y+z=3y$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$xy+yz+zx=2y^2+xz$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degenerate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trivially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determine a unique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example with distinct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$x=0.320172\ldots$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$z=2.279827\ldots$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$2xy^2z+x^2z^2=3$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equations will have infinite solutions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35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$2x+ay+6z=8$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equations will have infinite solutions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43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and consistency of a parametric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first equation is twice the third.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Infinitely many solutions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$D_3=a-2$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first equation is twice the third.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a &amp; 6 \\ 1 &amp; 2 &amp; b \\ 1 &amp; 1 &amp; 3 \end{vmatrix}=2(6-b)-a(3-b)+6(1-2)=12-2b-3a+ab-6=(a-2)(b-3)$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$D_1=\begin{vmatrix} 8 &amp; a &amp; 6 \\ 5 &amp; 2 &amp; b \\ 4 &amp; 1 &amp; 3 \end{vmatrix}=8(6-b)-a(15-4b)+6(5-8)=4ab-15a-8b+30=(a-2)(4b-15)$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$D_2=\begin{vmatrix} 2 &amp; 8 &amp; 6 \\ 1 &amp; 5 &amp; b \\ 1 &amp; 4 &amp; 3 \end{vmatrix}=2(15-4b)-8(3-b)+6(4-5)=0$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$D_3=\begin{vmatrix} 2 &amp; a &amp; 8 \\ 1 &amp; 2 &amp; 5 \\ 1 &amp; 1 &amp; 4 \end{vmatrix}=2(8-5)-a(4-5)+8(1-2)=a-2$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equation, so only two independent equations remain in three unknowns, and they are consistent: infinitely many solutions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no solution,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infinitely many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$2x+2y+6z=8$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third equation, so only two independent equations remain in three unknowns, and they are consistent: infinitely many solutions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no solution,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 minus twice the third: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equation is a multiple of the third, so two independent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remain: infinitely many solutions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 minus twice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$(2x+ay+6z)-2(x+y+3z)=(a-2)y$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$8-2\cdot4=0$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equation is a multiple of the third, so two independent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remain: infinitely many solutions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infinitely many solutions occur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$(b-3)z=1$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infinitely many solutions occur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 multiple of one equation from another to remove two unknowns at once: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critical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Summary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a rank check (infinite or none).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three outcomes 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 multiple of one equation from another to remove two unknowns at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critical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Summary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a rank check (infinite or none).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three outcomes 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system of equations will have no solution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$2x+ay+6z=8$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system of equations will have no solution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$a\neq2,\ 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$a\neq2,\ 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b=3$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and consistency of a parametric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$D_i\neq0$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$D_3=a-2\neq0$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least one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a &amp; 6 \\ 1 &amp; 2 &amp; b \\ 1 &amp; 1 &amp; 3 \end{vmatrix}=2(6-b)-a(3-b)+6(1-2)=12-2b-3a+ab-6=(a-2)(b-3)$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least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$D_1,D_2,D_3$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$D=(a-2)(b-3)=0$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 (Q20), not none.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system has no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$D_1=D_2=D_3=0$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system has infinitely many solutions (Q20), not none.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$D_3=a-2\neq0$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$D_1=(4\cdot3-15)(a-2)=-3(a-2)\neq0$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system has no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$a\neq2,\ b=3$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last two equations conflict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last two equations conflict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for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remaining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has infinitely many solutions,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for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remaining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$(b-3)z=1$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$a\neq2,\ b=3$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but not sufficient for inconsistency: pair it with a non-zero numerator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parameter pairs split 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earlier question's elimination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the cases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$(A)&lt;$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$([A|B])$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$a\neq2,\ 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but not sufficient for inconsistency: pair it with a non-zero numerator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parameter pairs split 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$(a\neq2,b\neq3)$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$(a\neq2,b=3)$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$(a=2,\ b\text{ any})$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infinite.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earlier question's elimination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the cases quickly.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system of equations will have a unique solution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$2x+ay+6z=8$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$x+2y+bz=5$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$x+y+3z=4$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system of equations will have a unique solution if: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$a\neq2,\ 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b\neq3$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Cramer's rule and consistency of a parametric linear system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unique solution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$D=(a-2)(b-3)\neq0$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 by Cramer's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$D=\begin{vmatrix} 2 &amp; a &amp; 6 \\ 1 &amp; 2 &amp; b \\ 1 &amp; 1 &amp; 3 \end{vmatrix}=2(6-b)-a(3-b)+6(1-2)=12-2b-3a+ab-6=(a-2)(b-3)$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$(a-2)(b-3)\neq0$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 by Cramer's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$y=\frac{D_2}{D}=0$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$z=\frac{D_3}{D}=\frac{a-2}{(a-2)(b-3)}=\frac1{b-3}$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$a\neq2,\ b\neq3$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can be solved uniquely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$(b-3)z=1$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can be solved uniquely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$b\neq3$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has a unique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 Hence a unique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$E_1-2E_3$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$E_2-E_3$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$y+(b-3)z=1$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$(b-3)z=1$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has a unique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$z=\frac1{b-3}$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$x=4-y-3z=4-\frac{3}{b-3}$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unique. Hence a unique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$a\neq2,\ b\neq3$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determinant factorises into independent conditions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unique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factorises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𝑝𝑎𝑟𝑎𝑚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𝑝𝑎𝑟𝑎𝑚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independent exclusions.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$\iff\det 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determinant factorises into independent 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unique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$z=\frac{1}{b-3}$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$x=4-\frac{3}{b-3}$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$2+0+6=8$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that factorises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$(\text{param}_1-c_1)(\text{param}_2-c_2)$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independent exclusions.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$D=1\cdot1=1\neq0$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5+\sin^2x &amp; \cos^2x &amp; 4\sin2x \\ \sin^2x &amp; 5+\cos^2x &amp; 4\sin2x \\ \sin^2x &amp; \cos^2x &amp; 5+4\sin2x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Evaluation of a determinant with trigonometric entries, Domain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defined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$150+100\sin2x$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defined for every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grouping).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5+\sin^2x &amp; \cos^2x &amp; 4\sin2x \\ -5 &amp; 5 &amp; 0 \\ -5 &amp; 0 &amp; 5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$f(x)=(5+\sin^2x)(25)-\cos^2x(-25-0)+4\sin2x(0+25)$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$f(x)=5\left(5\cos^2x\right)+5\left(25+5\sin^2x+20\sin2x\right)$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grouping).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expression is defined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$f(x)=25\cos^2x+125+25\sin^2x+100\sin2x=150+100\sin2x$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expression is defined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$\mathbb{R}=(-\infty,\infty)$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is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any computation; the closed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confirms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is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for every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before any computation; the closed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$150+100\sin 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confirms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nine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a polynomial in its entries, so it is defined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nine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is a polynomial in its entries, so it is defined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(Closed form via row sums: each row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(Closed form via row sums: each row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$f(x)=25(6+4\sin2x)=150+100\sin2x$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determinant function is the intersection of the domains of its entries; entries built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 are defined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Row-sum trick: if all rows sum to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determinant with first column of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every row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Periodicity: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determinant function is the intersection of the domains of its entries; entries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$\sin,\cos$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polynomials are defined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Row-sum trick: if all rows sum to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determinant with first column of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every row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$f(x)=25(6+4\sin 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Periodicity: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78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5+\sin^2x &amp; \cos^2x &amp; 4\sin2x \\ \sin^2x &amp; 5+\cos^2x &amp; 4\sin2x \\ \sin^2x &amp; \cos^2x &amp; 5+4\sin2x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$[50,250]$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$[25,250]$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$[50,50]$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87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Evaluation of a determinant with trigonometric entries, Range of a sinusoidal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$150+100\sin2x$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range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$[150-100,\,150+100]$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grouping).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$f(x)=\begin{vmatrix} 5+\sin^2x &amp; \cos^2x &amp; 4\sin2x \\ -5 &amp; 5 &amp; 0 \\ -5 &amp; 0 &amp; 5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$f(x)=(5+\sin^2x)(25)-\cos^2x(-25-0)+4\sin2x(0+25)$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$f(x)=5\left(5\cos^2x\right)+5\left(25+5\sin^2x+20\sin2x\right)$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grouping).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$f(x)=25\cos^2x+125+25\sin^2x+100\sin2x=150+100\sin2x$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$-1\le\sin2x\le1$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$150-100\le f(x)\le150+100$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$[50,250]$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$[50,250]$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rows have the same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rows have the same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$6+4\sin2x$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column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$S=6+4\sin2x$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$f=25S$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first column: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$(5+\sin^2x)+\cos^2x+4\sin2x=6+4\sin2x$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$\sin^2x+(5+\cos^2x)+4\sin2x=6+4\sin2x$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$\sin^2x+\cos^2x+(5+4\sin2x)=6+4\sin2x$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C_1+C_2+C_3$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$S=6+4\sin2x$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$f(x)=S\begin{vmatrix} 1 &amp; \cos^2x &amp; 4\sin2x \\ 1 &amp; 5+\cos^2x &amp; 4\sin2x \\ 1 &amp; \cos^2x &amp; 5+4\sin2x 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becomes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 1 &amp; \cos^2x &amp; 4\sin2x \\ 0 &amp; 5 &amp; 0 \\ 0 &amp; 0 &amp; 5 \end{vmatrix}=25$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$f(x)=25(6+4\sin2x)=150+100\sin2x$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$[50,250]$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$[50,250]$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row (or column) of a determinant has the same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(add all columns to the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block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the determinant is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remaining pivot.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and minimum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$a+b\sin(kx+c)$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$[a-|b|,\,a+|b|]$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row (or column) of a determinant has the same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 (add all columns to the first).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block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the determinant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remaining pivot.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and minimum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24 questions, 88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Determinant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