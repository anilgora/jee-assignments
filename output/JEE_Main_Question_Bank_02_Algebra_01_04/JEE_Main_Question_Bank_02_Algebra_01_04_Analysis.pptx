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2.0</c:v>
                </c:pt>
                <c:pt idx="4">
                  <c:v>1.0</c:v>
                </c:pt>
                <c:pt idx="5">
                  <c:v>2.0</c:v>
                </c:pt>
                <c:pt idx="6">
                  <c:v>2.0</c:v>
                </c:pt>
                <c:pt idx="7">
                  <c:v>3.0</c:v>
                </c:pt>
                <c:pt idx="8">
                  <c:v>2.0</c:v>
                </c:pt>
                <c:pt idx="9">
                  <c:v>2.0</c:v>
                </c:pt>
                <c:pt idx="10">
                  <c:v>3.0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3.0</c:v>
                </c:pt>
                <c:pt idx="16">
                  <c:v>3.0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jumps from the two sum formulas straight to 'r = 6' without showing the cancellation of a(1-r^64) or the step 1+r=7 (and that the sum of odd terms is a 32-term G.P. with ratio r^2). These steps were added; the answer (B) 6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working is right but incomplete: it never checks the constant term (6b-10-ab = -21) and does not justify identifying the given cubic with the characteristic polynomial. Added the constant-term check; verified with sympy that a=-5, b=-1 is the only solution of A^3-4A^2+A+21I=0, so the identification is safe. Answer (B) -13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says statement (II) is false (key D). But the PDF itself shows trace(adj(adj R)) = xyz(x+y+z) is never 0, so the 'if' part of (II) is never satisfied and the conditional is vacuously TRUE; strictly the answer is (B) Only (II) is true. The PDF/official-style key (D) treats (II) as false because its conclusion ('exactly one non-zero entry') is impossible. Needs the user's decision on which reading to teach.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'(alpha, beta) = (5, 3)' directly after alpha^2 - beta^2 = 16 without showing that integers satisfy it or why the other options fail. Added the factor-pair enumeration and the option check. Answer (A) 5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determinant D shows the second row as (4, 3, -2); the system's second equation is 7x+3y-2z=8, so the row must be (7, 3, -2). With 4 the PDF's D would give lambda = 26, not 5. With the correct row 7 (as used in the printed question) lambda = 5. Corrected; answer (D)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ends at 'k = 3, 20, 37' with no reason why only those k give integers (k = 3 mod 17) and does not state the count; also it does not show that lambda, mu exist (lambda = -17, mu = 45). Added the integrality step, the three solutions and the count. Verified by brute force: exactly 3 integer points. Answer (B) 3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telescoping line labels the second factor wrongly: it shows 1/((2n-1)(2n+1)) - 1/((2n-1)(2n+3)) and S_n = 2(1/(1.3) - 1/((2n-1)(2n+3))); the correct difference is 1/((2n-1)(2n+1)) - 1/((2n+1)(2n+3)) and S_n = 2(1/3 - 1/((2n+1)(2n+3))). Also the question itself is slightly inconsistent: with the printed S_n, S_0 = -15/64 != 0, so T_1 = S_1 = 105/64 differs from the formula value 15/8; strictly the limit would be 64/105 + 2/15 = 26/35, which is not an option. The intended key (C) 2/3 (formula for all n) is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Duplicate of Q8 (printed Q68 = Q71). PDF ends at 'k = 3, 20, 37' with no reason why only those k give integers and no count; also does not show lambda, mu exist (lambda = -17, mu = 45). Added the integrality step, the three solutions and the count. Brute force confirms exactly 3. Answer (B) 3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gives alpha and beta without showing the beta calculation and does not note that rank 2 (columns 1,2 independent) makes Delta = 0 and Delta_3 = 0 sufficient for consistency. Added the beta calculation and the consistency remark; checked with sympy that at alpha = -19/9, beta = 6/11 both coefficient and augmented ranks are 2. Answer (A) 31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Duplicate of Q7 (printed Q67 = Q73). PDF's determinant D shows the second row as (4, 3, -2) instead of (7, 3, -2); with 4 it would give lambda = 26. Corrected to 7 (lambda = 5). Answer (D)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stops at lambda = +-1 and does not show that both values are actually attained (needed for 'all possible values'). Added AM = -M and AX = X for X orthogonal to M. Answer 2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matrix 2(A+I) has third row (-2, -6, 2); correct is (-4, -6, 2) (twice the third row of A+I = (-2,-3,1)). It also writes '2(A+I) = 120' meaning the determinant and omits the determinant expansion det(A+I) = 15 and the adjoint rule |adj B| = |B|^2. Added these; final 44 unchanged (det(2(A+I)) = 120 verified).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ends '= 55(353) + 40' without evaluating the sums, so the value 353 is never derived. Added the evaluation of the cubic sum (19455) and the solve for k. Answer 353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stops at D = 0 and sums |lambda| over all three roots without checking that each gives NO solution (D = 0 only allows none OR infinitely many). Added the check with a left-null combination of equations for each root (ranks 2 vs 3 verified by sympy): all three give no solution. Answer 24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Algebra 01 (Paper 04)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(printed Q61–Q80)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in a G.P.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the sum of all the terms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sum of the odd terms of the G.P., then the common ratio of the G.P.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in a G.P.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the sum of all the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sum of the odd terms of the G.P., then the common ratio of the G.P.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a G.P. and of its odd-placed terms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odd-placed terms form a G.P. with ratio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both sums carry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 cancels.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odd-placed terms form a G.P. with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both sums carry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$1-r^{64}$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 cancels.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terms: a G.P.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Odd-placed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ratio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$a,\,ar,\,ar^2,\,ar^3,\dots,ar^{63}$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$a+ar+ar^2+\dots+ar^{63}=7\,(a+ar^2+ar^4+\dots+ar^{62})$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terms: a G.P.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$\frac{a(1-r^{64})}{1-r}$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Odd-placed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$\frac{a(1-r^{64})}{1-r^2}$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(non-zero, else every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$\frac{a(1-r^{64})}{1-r}=\frac{7a(1-r^{64})}{1-r^2}$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$a(1-r^{64})$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(non-zero, else every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$\frac{1}{1-r}=\frac{7}{(1-r)(1+r)}$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$1+r=7$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even-placed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odd-placed term just before it,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even-placed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odd-placed term just before it,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$S_{even}=r\,S_{odd}$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the terms: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even-placed term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its odd-placed partner,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the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$(a,ar),(ar^2,ar^3),\dots,(ar^{62},ar^{63})$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even-placed term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its odd-placed partner,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$S_{even}=r\,S_{odd}$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$S=S_{odd}+S_{even}=(1+r)\,S_{odd}$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$S=7S_{odd}$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$S_{odd}\neq0$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$1+r=7$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G.P. with an even number of terms,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independent of the first term and of the number of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Odd-placed terms of a G.P.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G.P.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even-placed terms form one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G.P. with an even number of terms,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$S_{even}=r\,S_{odd}$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$S=(1+r)S_{odd}$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$S/S_{odd}=1+r$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independent of the first term and of the number of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Odd-placed terms of a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$(a,ar,ar^2,\dots)$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G.P.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even-placed terms form one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$S=1+6+36+216=259$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$S_{odd}=1+36=37$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$259=7\times37$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$A=\begin{pmatrix}2&amp;a&amp;0\\1&amp;3&amp;1\\0&amp;5&amp;b\end{pmatrix}$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$A^3=4A^2-A-21I$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Characteristic polynomial and Cayley–Hamilton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match it with the characteristic polynomial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$\lambda^3-4\lambda^2+\lambda+21=0$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match it with the characteristic polynomial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characteristic equation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relation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polynomial.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characteristic equation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$|A-\lambda I|=0$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$\begin{vmatrix}2-\lambda&amp;a&amp;0\\1&amp;3-\lambda&amp;1\\0&amp;5&amp;b-\lambda\end{vmatrix}=0$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$(2-\lambda)\left[(3-\lambda)(b-\lambda)-5\right]-a\left[(b-\lambda)-0\right]=0$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$-\lambda^3+\lambda^2(b+5)+\lambda(a-5b-1)+6b-10-ab=0$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relation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$A^3-4A^2+A+21I=0$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$-\lambda^3+4\lambda^2-\lambda-21=0$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polynomial.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constant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$b+5=4$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$a-5b-1=-1$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$a=5b=-5$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constant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$6b-10-ab=-6-10-5=-21$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$2a+3b=2(-5)+3(-1)=-13$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-13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only the invariants: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cubic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only the invariants: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$\operatorname{tr}A=4$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A=-21$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cubic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$\lambda^3-4\lambda^2+\lambda+21$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characteristic polynomial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constant terms: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characteristic polynomial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$\lambda^3-(\operatorname{tr}A)\lambda^2+(\dots)\lambda-\det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$\lambda^3-4\lambda^2+\lambda+21$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$\operatorname{tr}A=2+3+b=4$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constant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A=-21$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answer, with no need to expand the full characteristic polynomial).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$2(3b-5)-a(b-0)=6b-10-ab$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$-16+a=-21$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$2a+3b=-10-3=-13$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answer, with no need to expand the full characteristic polynomial).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-13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monic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whose minimal polynomial has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characteristic polynomial; read off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𝑐𝑜𝑒𝑓𝑓 𝑜𝑓 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𝑐𝑜𝑛𝑠𝑡𝑎𝑛𝑡 𝑡𝑒𝑟𝑚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 𝑜𝑓 𝑝𝑟𝑖𝑛𝑐𝑖𝑝𝑎𝑙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𝑚𝑖𝑛𝑜𝑟𝑠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monic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whose minimal polynomial has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characteristic polynomial; read off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$\operatorname{tr}A=-(\text{coeff of }\lambda^2)$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A=-(\text{constant term})$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$\chi_A(\lambda)=\lambda^3-(\operatorname{tr}A)\lambda^2+(\text{sum of principal }2\times2\text{ minors})\lambda-\det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$\operatorname{tr}A=5+b=4$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A=6b-10-ab=-21$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$(a,b)=(-5,-1)$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127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square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sum of all diagonal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among the statements :\n(I)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\n(II)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non-zero entry.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(I) and (II)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(II)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(I) nor (II)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127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$R=\begin{pmatrix}x&amp;0&amp;0\\0&amp;y&amp;0\\0&amp;0&amp;z\end{pmatrix}$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$x\sin\theta=y\sin\left(\theta+\frac{2\pi}{3}\right)=z\sin\left(\theta+\frac{4\pi}{3}\right)\neq0$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square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$\operatorname{trace}(M)$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sum of all diagonal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among the statements :\n(I)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$\operatorname{Trace}(R)=0$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\n(II)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$\operatorname{trace}(\operatorname{adj}(\operatorname{adj}(R)))=0$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non-zero entry.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(I) and (II)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(II)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(I) nor (II)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Adjoint and trace of a diagonal matrix, Sum of sines of angles in A.P. (trigonometric identity)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$\sum\sin\left(\theta+\frac{2k\pi}{3}\right)=0$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$\frac1x+\frac1y+\frac1z=0$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$xy+yz+zx=0$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$\operatorname{trace}R\neq0$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common value is non-zero,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three diagonal entries are non-zero).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common value is non-zero,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$x\sin\theta\neq0$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three diagonal entries are non-zero).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common value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Adding: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(I)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$\sin\theta+\sin\left(\theta+\frac{2\pi}{3}\right)+\sin\left(\theta+\frac{4\pi}{3}\right)=0$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common value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 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$\sin\left(\theta+\frac{2\pi}3\right)=\frac cy$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$\sin\left(\theta+\frac{4\pi}3\right)=\frac cz$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$\frac1x+\frac1y+\frac1z=0$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$xy+yz+zx=0$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$\operatorname{Trace}(R)=x+y+z$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$xy+yz+zx=0$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$x^2+y^2+z^2=(x+y+z)^2-2(xy+yz+zx)=0$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$\operatorname{Trace}(R)\neq0$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(I)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$\operatorname{adj}(\operatorname{adj}R)=|R|^{3-2}R=|R|\,R$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is 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hypothesis of (II) can therefore never hold, so the implication in (II) is vacuously true (R always has three non-zero entries, but the 'if' part is never met).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only (II) is true: option (B). (The PDF stops at 'trace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and calls (II) false, key (D).)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$\operatorname{trace}(\operatorname{adj}(\operatorname{adj}R))=xyz\,(x+y+z)$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is 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hypothesis of (II) can therefore never hold, so the implication in (II) is vacuously true (R always has three non-zero entries, but the 'if' part is never met).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only (II) is true: option (B). (The PDF stops at 'trace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and calls (II) false, key (D).)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Only (II) is true  [PDF key: (D); see note]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identity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$e_2=xy+yz+zx=0$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$x^2+y^2+z^2=(x+y+z)^2$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$|\operatorname{trace}R|=\sqrt{x^2+y^2+z^2}&gt;0$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(I)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$\frac1x+\frac1y+\frac1z=0$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$e_2=xy+yz+zx=0$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$(x+y+z)^2=x^2+y^2+z^2+2e_2=x^2+y^2+z^2&gt;0$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$\operatorname{trace}R=x+y+z\neq0$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(I)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(II):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'trace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in (II) is impossible, so (II) is true only vacuously: answer (B) (the same answer as the main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$\operatorname{adj}(\operatorname{adj}R)=|R|R$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$xyz(x+y+z)\neq0$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'trace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in (II) is impossible, so (II) is true only vacuously: answer (B) (the same answer as the main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Only (II) is true  [PDF key: (D); see note]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for cosines (cube roots of unity phasors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reals, then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conditional 'if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true is vacuously true; check whether the hypothesis can occur before judging such statements.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$\sin\theta+\sin\left(\theta+\frac{2\pi}3\right)+\sin\left(\theta+\frac{4\pi}3\right)=0$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for cosines (cube roots of unity phasors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$\operatorname{adj}(\operatorname{adj}A)=|A|^{n-2}A$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$e_1=x+y+z$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$e_2=xy+yz+zx=0$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$e_1^2=x^2+y^2+z^2$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$e_1=0\iff x=y=z=0$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conditional 'if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true is vacuously true; check whether the hypothesis can occur before judging such statements.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non-singular matrices of the same order, then the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adj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adj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$\left(\operatorname{adj}(A^{-1})+\operatorname{adj}(B^{-1})\right)$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non-singular matrices of the same order, then 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$A\left(\operatorname{adj}(A^{-1})+\operatorname{adj}(B^{-1})\right)^{-1}B$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$\operatorname{adj}(B^{-1})+\operatorname{adj}(A^{-1})$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$\frac{AB^{-1}}{|A|}+\frac{BA^{-1}}{|B|}$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$AB^{-1}+A^{-1}B$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$\frac{1}{|AB|}\left(\operatorname{adj}(B)+\operatorname{adj}(A)\right)$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the adjoint and the inverse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middle factor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$(XYZ)^{-1}=Z^{-1}Y^{-1}X^{-1}$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$\operatorname{adj}(A^{-1})=\frac{A}{|A|}$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middle factor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A{|A|}+\frac B{|B|}$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inverse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adj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adj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inverse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$=\left[A\left(\operatorname{adj}(A^{-1})+\operatorname{adj}(B^{-1})\right)^{-1}B\right]^{-1}$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Reverse the order of the product: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out: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Reverse the order of the 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$=B^{-1}\left(\operatorname{adj}(A^{-1})+\operatorname{adj}(B^{-1})\right)A^{-1}$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$\operatorname{adj}(X^{-1})=\frac{X}{|X|}$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$\operatorname{adj}(X^{-1})=|X^{-1}|\,X$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$=B^{-1}\left(\frac{A}{|A|}+\frac{B}{|B|}\right)A^{-1}$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$B^{-1}=\frac{\operatorname{adj}B}{|B|}$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$A^{-1}=\frac{\operatorname{adj}A}{|A|}$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$=\frac{\operatorname{adj}B}{|B|}\left(\frac A{|A|}+\frac B{|B|}\right)\frac{\operatorname{adj}A}{|A|}$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out: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$=\frac{\operatorname{adj}(B)\,A\,\operatorname{adj}(A)}{|B||A|^2}+\frac{\operatorname{adj}(B)\,B\,\operatorname{adj}(A)}{|A||B|^2}$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$A\operatorname{adj}(A)=|A|I$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$\operatorname{adj}(B)B=|B|I$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$=\frac{\operatorname{adj}(B)\,|A|}{|B||A|^2}+\frac{|B|\operatorname{adj}(A)}{|A||B|^2}$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$=\frac{\operatorname{adj}B}{|A||B|}+\frac{\operatorname{adj}A}{|A||B|}=\frac1{|AB|}\left(\operatorname{adj}A+\operatorname{adj}B\right)$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with scalar matrices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eliminate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with scalar matrices of order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eliminate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inverse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inverse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$A^{-1}=\frac12I$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$\operatorname{adj}(kI)=kI$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$\operatorname{adj}(A^{-1})=\frac12I$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$\operatorname{adj}(B^{-1})=I$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inverse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$A\cdot\frac23I\cdot B=2I\cdot\frac23\cdot I=\frac43I$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inverse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$\operatorname{adj}(B^{-1})+\operatorname{adj}(A^{-1})=I+\frac12I=\frac32I\neq\frac34I$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matches. So (D)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$\frac{AB^{-1}}{|A|}+\frac{BA^{-1}}{|B|}=\frac{2I}{4}+\frac{I/2}{1}=I\neq\frac34I$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$AB^{-1}+A^{-1}B=2I+\frac12I=\frac52I\neq\frac34I$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$\frac1{|AB|}\left(\operatorname{adj}B+\operatorname{adj}A\right)=\frac14(I+2I)=\frac34I$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matches. So (D)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invertible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simple scalar or diagonal matrices is a fast way to test or eliminate options in identity-type matrix questions (check on one numerical case that exactly one option survives).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$\operatorname{adj}(A^{-1})=(\operatorname{adj}A)^{-1}=\frac{A}{|A|}$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$\operatorname{adj}A=|A|A^{-1}$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invertible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$(XYZ)^{-1}=Z^{-1}Y^{-1}X^{-1}$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$\operatorname{adj}(XY)=\operatorname{adj}Y\,\operatorname{adj}X$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simple scalar or diagonal matrices is a fast way to test or eliminate options in identity-type matrix questions (check on one numerical case that exactly one option survives).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A.P.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G.P. Then, the arithmetic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A.P.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$3,a-1,b+1,c+9$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G.P. Then, the arithmetic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 and geometric progression combined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A.P.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G.P.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one rejected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A.P.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$b=2a-3$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G.P.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$(a-1)^2=3(b+1)$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one rejected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A.P.: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two ratios: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A.P.,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$a-3=b-a=c-b$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$3,a-1,b+1,c+9$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$\frac{a-1}{3}=\frac{b+1}{a-1}=\frac{c+9}{b+1}$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two ratios: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$(a-1)^2=3(b+1)$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$a^2+1-2a=3b+3$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A.P.,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$b=2a-3$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$3b+3=6a-6$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$a^2-2a+1=6a-6$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$a^2-8a+7=0$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term of a G.P.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non-zero).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$(a-1)(a-7)=0$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term of a G.P.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non-zero).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$b=2a-3=14-3=11$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$c=2b-a=22-7=15$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$=\frac{7+11+15}{3}=\frac{33}{3}=11$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G.P. ratio comes out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and the mean of three A.P. terms is the middle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common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G.P. ratio comes out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and the mean of three A.P. terms is the middle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common difference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common difference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$b=3+2d$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$c=3+3d$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$3,\ 2+d,\ 4+2d,\ 12+3d$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$4+2d=2(2+d)$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$r=\frac{4+2d}{2+d}=2$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$2+d=3r=6$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the G.P.: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mean of the three equally spaced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middle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the G.P.: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$3,6,12,24$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mean of the three equally spaced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middle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equally spaced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(A.P.) have mean equal to the middle one,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A.P. with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spotting a doubling relation between the G.P. terms gives the common ratio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A.P./G.P. questions: express everything through one variable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get a quadratic, and discard the root that makes a G.P. term zero.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equally spaced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(A.P.) have mean equal to the middle one,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A.P. with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$b+1=2(a-1)$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$b=2a-3$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spotting a doubling relation between the G.P. terms gives the common ratio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A.P./G.P. questions: express everything through one variable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get a quadratic, and discard the root that makes a G.P. term zero.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$A=\begin{pmatrix}1&amp;0&amp;0\\0&amp;\alpha&amp;\beta\\0&amp;\beta&amp;\alpha\end{pmatrix}$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$|2A|^3=2^{21}$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Properties of determinants: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Integer solutions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Properties of determinants: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$|kA|=k^n|A|$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Integer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$\alpha^2-\beta^2=n$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$|2A|^3=2^9|A|^3$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$\alpha^2-\beta^2=16$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$|A|=1\cdot(\alpha^2-\beta^2)=\alpha^2-\beta^2$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$|2A|=2^3|A|$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$|2A|^3=2^9|A|^3$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$2^9|A|^3=2^{21}$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$|A|^3=2^{12}$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cube root),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solutions: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both factors of the same parity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options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a perfect square),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$|A|=2^4=16$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cube root),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$\alpha^2-\beta^2=16$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$(\alpha-\beta)(\alpha+\beta)=16$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both factors of the same parity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$\alpha=\pm5,\beta=\pm3$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$\alpha=\pm4,\beta=0$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options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$17,3,9$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$\alpha^2-16=273,-7,65$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a perfect square),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Factor-pair parity: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both factors even lists all integer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Factor-pair parity: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$(\alpha-\beta)(\alpha+\beta)=16$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both factors even lists all integer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parity and their product is even, so both are even: write them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negatives,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listed option among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$|A|=\alpha^2-\beta^2=(\alpha-\beta)(\alpha+\beta)$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parity and their product is even, so both are even: write them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$2u,2v$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$(u,v)=(1,4),(2,2),(4,1)$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negatives,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$\alpha=u+v=\pm5,\pm4$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$\beta=v-u=\pm3,0$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listed option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$\{\pm4,\pm5\}$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integers: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the same parity, so an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odd factors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$|kA|=k^n|A|$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$|2A|^3=2^{3n}|A|^3$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$2^9|A|^3$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$\begin{pmatrix}\alpha&amp;\beta\\\beta&amp;\alpha\end{pmatrix}$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$(\alpha-\beta)(\alpha+\beta)$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$\alpha\pm\beta$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$m^2-n^2=N$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the same parity, so an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odd factors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$N\equiv2\pmod4$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infinitely many solutions. Then the radius of the circle centred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$2x+3y+5z=9$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$7x+3y-2z=8$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$12x+3y-(4+\lambda)z=16-\mu$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infinitely many solutions. Then the radius of the circle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$(\lambda,\mu)$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system of linear equations, Distance of a point from a line (circle touching a line)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radius is the perpendicular distance from the centre to the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radius is the perpendicular distance from the centre to the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$D_x=D_y=D_z=0$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$D=\begin{vmatrix}2&amp;3&amp;5\\7&amp;3&amp;-2\\12&amp;3&amp;-(\lambda+4)\end{vmatrix}=0$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$D_x=\begin{vmatrix}9&amp;3&amp;5\\8&amp;3&amp;-2\\16-\mu&amp;3&amp;-9\end{vmatrix}=0$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radius is the distance from the centre: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radius is the distance from the 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$r=\frac{|4(5)-3(9)|}{\sqrt{4^2+3^2}}$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$r=\frac{|20-27|}{5}=\frac75$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7/5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1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means the third equation is a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first two; match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means the third equation is a combination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$pE_1+qE_2$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first two; match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proportional and the system is dependent).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$E_3=pE_1+qE_2$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$E_1,E_2$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proportional and the system is dependent).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$12=2p+7q$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$3=3p+3q$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$12=2p+7(1-p)=7-5p$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1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side: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distance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$-(4+\lambda)=5p-2q=-5-4=-9$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$16-\mu=9p+8q=-9+16=7$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distance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$\frac{|20-27|}5=\frac75$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7/5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2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first two equations and demand the third holds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first two equations and demand the third holds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into the third: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$2x+3y=9-5z$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$7x+3y=8+2z$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$5x=7z-1$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$x=\frac{7z-1}{5}$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$3y=9-5z-2x=\frac{45-25z-14z+2}{5}$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$y=\frac{47-39z}{15}$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into the third: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$12x+3y=\frac{84z-12}{5}+\frac{47-39z}{5}=9z+7$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2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must hold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(one-parameter family):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$9z+7-(4+\lambda)z=16-\mu$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$(5-\lambda)z+7=16-\mu$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must hold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(one-parameter family):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7/5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has infinitely many solutions iff its rows are dependent in the augmented matrix (rank of coefficient matrix = rank of augmented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is not enough, so check one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a combination of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circle touching the line has this as its radius.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has infinitely many solutions iff its rows are dependent in the augmented matrix (rank of coefficient matrix = rank of augmented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is not enough, so check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a combination of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$\frac{|ax_0+by_0+c|}{\sqrt{a^2+b^2}}$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circle touching the line has this as its radius.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$E_3=-E_1+2E_2$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$\lambda=5,\ \mu=9$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have infinitely many solutions. Then the number of the solutions of this system,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and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$x+5y-z=1$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$4x+3y-3z=7$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$24x+y+\lambda z=\mu$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have infinitely many solutions. Then the number of the solutions of this system,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and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$7\le x+y+z\le77$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linear system, Integer solutions of a parametric family of solutions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solutions form a line: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integrality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solutions form a line: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integrality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$k\equiv3\pmod{17}$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 Infinitely many solutions exist for suitable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solutions are the line common to (1) and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(4)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(4),(5):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$x+5y-z=1$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$4x+3y-3z=7$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$24x+y+\lambda z=\mu$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 Infinitely many solutions exist for suitable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$\lambda=-17,\mu=45$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solutions are the line common to (1) and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$x+5y=1+k$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(4)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$4x+3y=7+3k$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(4),(5):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$y=\frac{k-3}{17}$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$x=\frac{32+12k}{17}$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$x+y+z=\frac{32+12k}{17}+\frac{k-3}{17}+k=\frac{29+30k}{17}$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ba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integer,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$7\le\frac{29+30k}{17}\le77\Rightarrow119\le29+30k\le1309\Rightarrow3\le k\le\frac{1280}{30}=42.\overline6$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integer,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$k=3+17t$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$x=\frac{32+12(3+17t)}{17}=4+12t$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 k\le42.6$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$k=3,20,37$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$(x,y,z)=(4,0,3),(16,1,20),(28,2,37)$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solution set is a line through an integer point with a primitive direction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cross product of the two normals.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solution set is a line through an integer point with a primitive direction vector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cross product of the two normals.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direction of the line of intersection of planes (1),(2)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(components have gcd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particular integer point: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direction vector is primitive, all integer points of the line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direction of the line of intersection of planes (1),(2)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$(1,5,-1)\times(4,3,-3)=(-12,-1,-17)$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$\pm(12,1,17)$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(components have gcd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particular integer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$4+0-3=1$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$16-9=7$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direction vector is primitive, all integer points of the line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$(4,0,3)+t(12,1,17)$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$x+y+z=7+30t$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$7\le7+30t\le77$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t\le2.33$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has a line of solutions, the direction vector is the cross product of two independent coefficient rows; integer points on the line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primitive integer direction.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count integer points on a line with a linear constraint, parametrise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express the constraint as a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has a line of solutions, the direction vector is the cross product of two independent coefficient rows; integer points on the line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$P_0+t\,\mathbf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primitive integer direction.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count integer points on a line with a linear constraint, parametrise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express the constraint as a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$x+y+z=7+30t$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$7\le x+y+z\le77$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$A=\begin{pmatrix}2&amp;2+p&amp;2+p+q\\4&amp;6+2p&amp;8+3p+2q\\6&amp;12+3p&amp;20+6p+3q\end{pmatrix}$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$\det(\operatorname{adj}(\operatorname{adj}(3A)))=2^m\cdot3^n$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of the adjoint of a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of the adjoint of a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$|\operatorname{adj}(\operatorname{adj}(kA))|$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operations show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operations show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$|\operatorname{adj}(\operatorname{adj}M)|=|M|^{(n-1)^2}=|M|^4$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$M=3A$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R_3-3R_1$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$|A|=\begin{vmatrix}2&amp;2+p&amp;2+p+q\\0&amp;2&amp;4+p\\0&amp;6&amp;14+3p\end{vmatrix}$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$|A|=2\left[2(14+3p)-6(4+p)\right]=2(28+6p-24-6p)=8$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$|3A|=3^3|A|=27\cdot8=216=2^3\cdot3^3$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$|\operatorname{adj}M|=|M|^{2}$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$|\operatorname{adj}(\operatorname{adj}M)|=|\operatorname{adj}M|^2=|M|^{4}$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$|\operatorname{adj}(\operatorname{adj}(3A))|=|3A|^4=\left(2^3\cdot3^3\right)^4=2^{12}\cdot3^{12}$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must not depend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evaluate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must not depend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$p=q=0$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problem assumes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fixed,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problem assumes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fixed,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$A=\begin{pmatrix}2&amp;2&amp;2\\4&amp;6&amp;8\\6&amp;12&amp;20\end{pmatrix}$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$|A|=2\cdot(120-96)-2\cdot(80-48)+2\cdot(48-36)=48-64+24=8$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$\operatorname{adj}(\operatorname{adj}M)=|M|\,M$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$|\operatorname{adj}(\operatorname{adj}M)|=|M|^3\cdot|M|=|M|^4$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$|3A|=27\cdot8=216$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$216^4=2^{12}3^{12}$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determinant is claimed to be independent of parameters, substituting convenient values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it instantly; confirm with one row-reduction.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$\operatorname{adj}(\operatorname{adj}M)=|M|^{n-2}M$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$|\operatorname{adj}(\operatorname{adj}M)|=|M|^{(n-1)^2}$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determinant is claimed to be independent of parameters, substituting convenient values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it instantly; confirm with one row-reduction.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$|3A|=216$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$216^4=2^{12}3^{12}$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$\sum_{r=1}^{n}T_r=\frac{(2n-1)(2n+1)(2n+3)(2n+5)}{64}$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$\lim_{n\to\infty}\sum_{r=1}^{n}\left(\frac1{T_r}\right)$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Method of differences: telescoping sum of an infinite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into a telescoping difference.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$T_n=S_n-S_{n-1}$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$\frac{(2n-1)(2n+1)(2n+3)}8$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$\frac1{T_n}$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into a telescoping difference.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$T_n=S_n-S_{n-1}$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$T_n=\frac{(2n-1)(2n+1)(2n+3)(2n+5)-(2n-3)(2n-1)(2n+1)(2n+3)}{64}$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$(2n-1)(2n+1)(2n+3)$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$T_n=\frac{(2n-1)(2n+1)(2n+3)\left[(2n+5)-(2n-3)\right]}{64}=\frac{(2n-1)(2n+1)(2n+3)}{8}$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bracket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$\frac1{T_n}=\frac{8}{(2n-1)(2n+1)(2n+3)}$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$\frac1{T_n}=2\left[\frac1{(2n-1)(2n+1)}-\frac1{(2n+1)(2n+3)}\right]$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bracket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$\frac{4}{(2n-1)(2n+1)(2n+3)}$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$\sum_{r=1}^n\frac1{T_r}=2\left[\frac1{1\cdot3}-\frac1{(2n+1)(2n+3)}\right]$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last term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(Remark: the formula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printed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the formula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intended answer, taking the formula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last term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(Remark: the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printed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$S_1=\frac{105}{64}$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the formula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$-\frac{15}{64}$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intended answer, taking the formula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2/3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Partial fractions: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telescopes in two strands.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Partial fractions: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$\frac{8}{(2n-1)(2n+1)(2n+3)}=\frac1{2n-1}-\frac2{2n+1}+\frac1{2n+3}$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telescopes in two strands.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$T_n=\frac{(2n-1)(2n+1)(2n+3)}8$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$\frac8{(2n-1)(2n+1)(2n+3)}=\frac{A}{2n-1}+\frac{B}{2n+1}+\frac{C}{2n+3}$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$A=\frac8{2\cdot4}=1$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$B=\frac8{(-2)(2)}=-2$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$C=\frac8{4\cdot2}=1$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$\frac1{T_n}=\left[\frac1{2n-1}-\frac1{2n+1}\right]-\left[\frac1{2n+1}-\frac1{2n+3}\right]$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$\left(1-\frac1{2N+1}\right)-\left(\frac13-\frac1{2N+3}\right)$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$1-\frac13=\frac23$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2/3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 that the formula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fits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$\sum_{r\le n}T_r=S_n$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$T_n=S_n-S_{n-1}$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 that the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fits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$\frac1{(2n-1)(2n+1)(2n+3)}=\frac14\left[\frac1{(2n-1)(2n+1)}-\frac1{(2n+1)(2n+3)}\right]$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$\frac1{n(n+1)\cdots(n+k)}=\frac1k\left[\frac1{n\cdots(n+k-1)}-\frac1{(n+1)\cdots(n+k)}\right]$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$\sum_{r\ge1}\frac{8}{(2r-1)(2r+1)(2r+3)}=\frac23$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have infinitely many solutions. Then the number of the solutions of this system,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and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$x+5y-z=1$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$4x+3y-3z=7$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$24x+y+\lambda z=\mu$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have infinitely many solutions. Then the number of the solutions of this system,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and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$7\le x+y+z\le77$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linear system, Integer solutions of a parametric family of solutions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solutions form a line: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integrality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solutions form a line: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integrality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$k\equiv3\pmod{17}$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 Infinitely many solutions exist for suitable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solutions are the line common to (1) and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(4)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(4) and (5):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$x+5y-z=1$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$4x+3y-3z=7$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$24x+y+\lambda z=\mu$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 Infinitely many solutions exist for suitable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$\lambda=-17,\mu=45$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solutions are the line common to (1) and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$x+5y=1+k$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(4)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$4x+3y=7+3k$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(4) and (5):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$x=\frac{32+12k}{17}$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$y=\frac{k-3}{17}$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$x+y+z=\frac{32+12k}{17}+\frac{k-3}{17}+k=\frac{29+30k}{17}$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integers,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range,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$7\le\frac{29+30k}{17}\le77\Rightarrow119-29\le30k\le1309-29\Rightarrow3\le k\le42.6$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integers,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$17\mid(k-3)$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$k=3+17t$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$x=4+12t$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range,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$k=3,20,37$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$(4,0,3),(16,1,20),(28,2,37)$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third equation and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integrality then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$s=x+y+z$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third equation and 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integrality then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$s\equiv7\pmod{30}$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(1),(2); the coefficient determinant is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 is unique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automatically.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(1),(2); the coefficient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$\begin{vmatrix}1&amp;5&amp;-1\\4&amp;3&amp;-3\\1&amp;1&amp;1\end{vmatrix}=-30\neq0$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 is unique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$y=\frac{s-7}{30}$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$x=4+12y$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$z=3+17y$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$s=7+30y$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automatically.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$7\le7+30y\le77\Rightarrow0\le y\le2$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$(4,0,3),(16,1,20),(28,2,37)$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consistent system of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three unknowns, the solutions form a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adding the constraint expression as an extra equation gives the parameter in terms of that expression.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count integer solutions subject to a linear bound, convert integrality into a congruence on the free parameter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counting.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consistent system of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three unknowns, the solutions form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$P_0+t\mathbf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adding the constraint expression as an extra equation gives the parameter in terms of that expression.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count integer solutions subject to a linear bound, convert integrality into a congruence on the free parameter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$k\equiv3\pmod{17}$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counting.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$x+y+z=7+30t$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$[7,77]$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$3x+y+\beta z=3$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$2x+\alpha y-z=-3$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$22\beta-9\alpha$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linear system (Δ=0 and consistency)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free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$\Delta_3=0$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free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expand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expand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$\Delta=\begin{vmatrix}3&amp;1&amp;\beta\\2&amp;\alpha&amp;-1\\1&amp;2&amp;1\end{vmatrix}=0$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expand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$3\alpha+4\beta-\alpha\beta+3=0$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$\Delta_3=\begin{vmatrix}3&amp;1&amp;3\\2&amp;\alpha&amp;-3\\1&amp;2&amp;4\end{vmatrix}=0$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expand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$9\alpha+19=0$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$\alpha=-\frac{19}{9}$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$-\frac{19}3+4\beta+\frac{19}9\beta+3=0$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$\frac{55}{9}\beta=\frac{10}3$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$\beta=\frac6{11}$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$22\beta-9\alpha=22\cdot\frac6{11}-9\left(-\frac{19}9\right)=12+19=31$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31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 solutions mean a combination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equations (including the right sides); find the multipliers first.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 solutions mean a combination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$\lambda_1E_1+\lambda_2E_2+\lambda_3E_3\equiv0$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equations (including the right sides); find the multipliers first.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multipliers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-column: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right-hand column: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Eliminate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multipliers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$\lambda_1(3,1,\beta,3)+\lambda_2(2,\alpha,-1,-3)+\lambda_3(1,2,1,4)=0$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$3\lambda_1+2\lambda_2+\lambda_3=0$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right-hand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$3\lambda_1-3\lambda_2+4\lambda_3=0$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$\lambda_3=-3\lambda_1-2\lambda_2$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$-9\lambda_1-11\lambda_2=0$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$\lambda_1=-11,\ \lambda_2=9$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$\lambda_3=33-18=15$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-column: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-column: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$-11\beta-9+15=0$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$\beta=\frac6{11}$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$-11+9\alpha+30=0$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$\alpha=-\frac{19}9$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$22\beta-9\alpha=12+19=31$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31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linear system has infinitely many solutions iff some non-trivial combination of the equations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dependent including the constant column) and the coefficient rank is less than the number of unknowns.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two columns of the coefficient matrix are independent,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third column is enough for consistency.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linear system has infinitely many solutions iff some non-trivial combination of the equations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dependent including the constant column) and the coefficient rank is less than the number of unknowns.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two columns of the coefficient matrix are independent,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third column is enough for consistency.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$-11E_1+9E_2+15E_3=0$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$\alpha=-\frac{19}9,\beta=\frac6{11}$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infinitely many solutions. Then the radius of the circle centred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$2x+3y+5z=9$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$7x+3y-2z=8$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$12x+3y-(4+\lambda)z=16-\mu$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infinitely many solutions. Then the radius of the circle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$(\lambda,\mu)$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system of linear equations, Distance of a point from a line (circle touching a line)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radius is the perpendicular distance from the centre to the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radius is the perpendicular distance from the centre to the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$D_x=D_y=D_z=0$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$D=\begin{vmatrix}2&amp;3&amp;5\\7&amp;3&amp;-2\\12&amp;3&amp;-(\lambda+4)\end{vmatrix}=0$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$D_x=\begin{vmatrix}9&amp;3&amp;5\\8&amp;3&amp;-2\\16-\mu&amp;3&amp;-9\end{vmatrix}=0$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is the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is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$r=\frac{|4(5)-3(9)|}{\sqrt{4^2+3^2}}$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$r=\frac{|20-27|}{5}=\frac75$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7/5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first two equations and demand the third equation hold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first two equations and demand the third equation hold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two: subtract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the third: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two: subtract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$5x=7z-1$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$x=\frac{7z-1}5$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$y=\frac{9-5z-2x}{3}=\frac{47-39z}{15}$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the third: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$12x+3y=\frac{84z-12}5+\frac{47-39z}5=9z+7$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$9z+7-(4+\lambda)z=16-\mu$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$(5-\lambda)z+7=16-\mu$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$r=\frac{|20-27|}5=\frac75$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7/5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dependent system is a one-parameter family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equation must hold identically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 must both match.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of a circle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dependent system is a one-parameter family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equation must hold identically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 must both match.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of a circle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$\frac{|ah+bk+c|}{\sqrt{a^2+b^2}}$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$(5-\lambda)z+7=16-\mu$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$(\lambda,\mu)=(5,9)$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Q14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Printed as 'Integer Type Questions'; marking not printed,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number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some non-zero real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squares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$A=I_2-2MM^T$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$M^TM=I_1$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number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$AX=\lambda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some non-zero real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squares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Matrices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eigenvalues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Matrices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eigenvalues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$A=I-2MM^T$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eigenvalue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$M^TM=1$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eigenvalue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$A=I_2-2MM^T$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$A^2=(I_2-2MM^T)(I_2-2MM^T)=I_2-2MM^T-2MM^T+4M(M^TM)M^T$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$M^TM=1$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$A^2=I_2-4MM^T+4MM^T=I_2$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$AX=\lambda X\Rightarrow A^2X=\lambda 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$X=\lambda(\lambda X)=\lambda^2X$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occur: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all possible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$(\lambda^2-1)X=0$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occur: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$AM=M-2M(M^TM)=-M$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$X\perp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$M^TX=0$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all possible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$=1^2+(-1)^2=2$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eigenvalues from the trace and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$M=(p,q)^T$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$p^2+q^2=1$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eigenvalues from the trace and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Characteristic equation: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attained, as both roots are real).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$A=\begin{pmatrix}1-2p^2&amp;-2pq\\-2pq&amp;1-2q^2\end{pmatrix}$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$\operatorname{tr}A=2-2(p^2+q^2)=0$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A=(1-2p^2)(1-2q^2)-4p^2q^2=1-2(p^2+q^2)=-1$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Characteristic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$\lambda^2-0\cdot\lambda-1=0$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attained, as both roots are real).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Householder reflection: symmetric, orthogonal,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eigenvalue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trace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every eigenvalue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claim a value is 'possible' check that it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eigenvalues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$I-2uu^T$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$u^Tu=1$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Householder reflection: symmetric, orthogonal,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every eigenvalue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claim a value is 'possible' check that it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set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negative solution (i.e.,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be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$A=\begin{pmatrix}2&amp;-5\\3&amp;m\end{pmatrix}$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$B=\begin{pmatrix}20\\m\end{pmatrix}$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$X=\begin{pmatrix}x\\y\end{pmatrix}$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set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negative solution (i.e.,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be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$8\int_a^b|A|\,dm$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Solving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by Cramer's rule with sign conditions, Definite integral of a linear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Solving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by Cramer's rule with sign conditions, Definite integral of a linear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both negative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both negative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$m\in\left(-\frac{15}2,0\right)$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$|A|=2m+15&gt;0$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$2x-5y=20$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$3x+my=m$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$|A|=2m+15$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$y=\frac{2m-60}{2m+15}$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$y&lt;0\Rightarrow\frac{m-30}{2m+15}&lt;0\Rightarrow m\in\left(-\frac{15}2,30\right)$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$x=\frac{25m}{2m+15}$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conditions: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225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225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$x&lt;0\Rightarrow\frac{m}{2m+15}&lt;0\Rightarrow m\in\left(-\frac{15}2,0\right)$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conditions: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$(a,b)=\left(-\frac{15}2,0\right)$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$|A|=2m+15&gt;0$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$8\int_{-15/2}^{0}(2m+15)\,dm=8\left[m^2+15m\right]_{-15/2}^{0}$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$=8\left\{-\left(\frac{225}4-\frac{225}2\right)\right\}=8\times\frac{225}4=450$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450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the integral is the area of a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$m=\frac{3x}{1-y}$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the integral is the area of a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$m(1-y)=3x$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$m=\frac{3x}{1-y}$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$x=\frac{20+5y}{2}$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$m=\frac{15}{2}\cdot\frac{4+y}{1-y}$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$g(y)=\frac{4+y}{1-y}=-1+\frac5{1-y}$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$m\in\left(-\frac{15}2,0\right)$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straight line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area under it is the triangle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$|A|=2m+15$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straight line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$m=-\frac{15}2$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area under it is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$\frac12\cdot\frac{15}2\cdot15=\frac{225}4$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$8\times\frac{225}4=450$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450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sign conditions become sign-of-ratio inequalities solved with a number line (do not 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its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of the absolute value of a linear function over an interval where it keeps one sign equals the area of a triangle/trapezium under the line, which avoids antiderivatives.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$x=\frac{D_x}{|A|}$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$y=\frac{D_y}{|A|}$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sign conditions become sign-of-ratio inequalities solved with a number line (do not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its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of the absolute value of a linear function over an interval where it keeps one sign equals the area of a triangle/trapezium under the line, which avoids antiderivatives.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$|A|=2m+15$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$\left(-\frac{15}2,0\right)$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$\frac{225}4$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series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$\frac{4\cdot1}{1+4\cdot1^4}+\frac{4\cdot2}{1+4\cdot2^4}+\frac{4\cdot3}{1+4\cdot3^4}+\dots$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Method of differences with the factorisation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Method of differences with the factorisation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$1+4r^4=(2r^2-2r+1)(2r^2+2r+1)$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factorises, and the factors differ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$1+4r^4=(2r^2+1)^2-(2r)^2$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factorises, and the factors differ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$T_r=\frac{4r}{1+4r^4}$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$1+4r^4=4r^4+4r^2+1-4r^2=(2r^2+1)^2-(2r)^2$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$T_r=\frac{4r}{(2r^2-2r+1)(2r^2+2r+1)}$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$(2r^2+2r+1)-(2r^2-2r+1)=4r$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$T_r=\frac{(2r^2+2r+1)-(2r^2-2r+1)}{(2r^2-2r+1)(2r^2+2r+1)}$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middle terms cancel: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$T_r=\frac1{2r^2-2r+1}-\frac1{2r^2+2r+1}=\frac1{r^2+(r-1)^2}-\frac1{r^2+(r+1)^2}$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$\sum_{r=1}^{10}T_r=\left(\frac1{0^2+1^2}-\frac1{1^2+2^2}\right)+\left(\frac1{1^2+2^2}-\frac1{2^2+3^2}\right)+\dots+\left(\frac1{9^2+10^2}-\frac1{10^2+11^2}\right)$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middle terms 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$\sum=1-\frac1{221}=\frac{220}{221}$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$\gcd(220,221)=1$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$m+n=441$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441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Sophie Germain identity: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Recognise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𝑓𝑜𝑢𝑟𝑡ℎ 𝑝𝑜𝑤𝑒𝑟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numerator equals the difference of the two factors,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series telescopes: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Sophie Germain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$a^4+4b^4=(a^2+2b^2+2ab)(a^2+2b^2-2ab)$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$1+4r^4=(2r^2+2r+1)(2r^2-2r+1)$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$1+4(\text{fourth power})$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numerator equals the difference of the two factors,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$\frac{N}{PQ}=\frac1P-\frac1Q$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series telescopes: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$\sum_{r=1}^n\frac{4r}{1+4r^4}=1-\frac1{2n^2+2n+1}$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$\frac45+\frac8{65}=\frac{12}{13}=1-\frac1{13}$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$2n^2+2n+1=13$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$X^TAX=O$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$X=\begin{pmatrix}x\\y\\z\end{pmatrix}$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$A\begin{pmatrix}1\\1\\1\end{pmatrix}=\begin{pmatrix}1\\4\\-5\end{pmatrix}$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$A\begin{pmatrix}1\\2\\1\end{pmatrix}=\begin{pmatrix}0\\4\\-8\end{pmatrix}$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$\det(\operatorname{adj}(2(A+I)))=2^\alpha3^\beta5^\gamma$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632452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Skew-symmetric matrices and determinant of the adjoint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632452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Skew-symmetric matrices and determinant of the adjoint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$2(A+I)$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skew-symmetric with three unknowns.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$X^TAX=0$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$a_{ii}=0$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$a_{ij}+a_{ji}=0$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skew-symmetric with three unknowns.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$A=(a_{ij})$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$X^TAX=\sum a_{ij}x_ix_j=0$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$a_{11}=a_{22}=a_{33}=0$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$a_{12}+a_{21}=a_{13}+a_{31}=a_{23}+a_{32}=0$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$A=\begin{pmatrix}0&amp;x&amp;y\\-x&amp;0&amp;z\\-y&amp;-z&amp;0\end{pmatrix}$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$A\begin{pmatrix}1\\1\\1\end{pmatrix}=\begin{pmatrix}1\\4\\-5\end{pmatrix}$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$A\begin{pmatrix}1\\2\\1\end{pmatrix}=\begin{pmatrix}0\\4\\-8\end{pmatrix}$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$-y-2z=-8$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six equations check).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$z=4+x=3$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six equations check).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$A=\begin{pmatrix}0&amp;-1&amp;2\\1&amp;0&amp;3\\-2&amp;-3&amp;0\end{pmatrix}$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$2(A+I)=\begin{pmatrix}2&amp;-2&amp;4\\2&amp;2&amp;6\\-4&amp;-6&amp;2\end{pmatrix}$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$\det(2(A+I))=2^3\det(A+I)=8\times15=120$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$\det(\operatorname{adj}B)=|B|^{3-1}=|B|^2$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$120^2=14400=2^6\cdot3^2\cdot5^2$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$\alpha=6,\ \beta=2,\ \gamma=2$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$\alpha^2+\beta^2+\gamma^2=36+4+4=44$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real skew-symmetric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determinant needs no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real skew-symmetric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$\det(I+A)=1+x^2+y^2+z^2$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determinant needs no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eigenvalues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$A=\begin{pmatrix}0&amp;x&amp;y\\-x&amp;0&amp;z\\-y&amp;-z&amp;0\end{pmatrix}$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eigenvalues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$0,\pm i\sqrt{x^2+y^2+z^2}$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$\det(I+A)=1\cdot(1+is)(1-is)=1+s^2$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$s^2=x^2+y^2+z^2$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$(x,y,z)=(-1,2,3)$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$s^2=1+4+9=14$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$\det(A+I)=15$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$\det(2(A+I))=8\cdot15=120$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$\det(\operatorname{adj}B)=|B|^2=14400=2^63^25^2$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$\alpha^2+\beta^2+\gamma^2=36+4+4=44$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a skew-symmetric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skew-symmetric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$X^TAX=0$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a skew-symmetric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$AX=\omega\times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$\omega=(-z,y,-x)$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skew-symmetric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$\det(I+A)=1+x^2+y^2+z^2$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$|kA|=k^n|A|$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$|\operatorname{adj}(2B)|=(2^n|B|)^{n-1}$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$\alpha=1^2+4^2+8^2+13^2+19^2+26^2+\dots$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$\beta=\sum_{n=1}^{10}n^4$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$4\alpha-\beta=55k+40$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Sums of powers of natural numbers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term of a quadratic sequence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Sums of powers of natural numbers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term of a quadratic sequence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constant second difference,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drops to a cubic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$1,4,8,13,\dots$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constant second difference,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$t_n=\frac{n^2+3n-2}{2}$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$4\alpha-\beta$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drops to a cubic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before squaring: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(second differences are constant),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before 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$1,4,8,13,19,26,\dots$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(second differences are constant),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$t_n=an^2+bn+c$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$4a+2b+c=4$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$9a+3b+c=8$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$t_n=\frac{n^2}2+\frac{3n}2-1$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$\alpha=\sum_{n=1}^{10}\left(\frac{n^2}2+\frac{3n}2-1\right)^2$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$4\alpha=\sum_{n=1}^{10}(n^2+3n-2)^2$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$(n^2+3n-2)^2=n^4+6n^3+5n^2-12n+4$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$4\alpha-\beta=\sum_{n=1}^{10}\left(6n^3+5n^2-12n+4\right)$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n^3=3025$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n^2=385$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n=55$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$6(3025)+5(385)-12(55)+4(10)=18150+1925-660+40=19455$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$19455=55k+40$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$55k=19415$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353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(difference of squares) and factor the summand.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$4\alpha-\beta=\sum(2t_n-n^2)(2t_n+n^2)$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(difference of squares) and factor the summand.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ten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$2t_n=n^2+3n-2$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$(2t_n)^2-(n^2)^2=(2t_n-n^2)(2t_n+n^2)$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$2t_n-n^2=3n-2$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$2t_n+n^2=2n^2+3n-2=(2n-1)(n+2)$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$4\alpha-\beta=\sum_{n=1}^{10}(3n-2)(2n-1)(n+2)$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ten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$3,48,175,420,819,1408,2223,3300,4675,6384$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$19455$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$55k+40=19455$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353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second differences of a sequence are constant,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quadratic: fit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three terms, or 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25333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44788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second differences of a sequence are constant,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quadratic: fit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$an^2+bn+c$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three terms, or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$t_n=t_1+(n-1)\Delta_1+\binom{n-1}2\Delta_2$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$\Delta_1=3,\Delta_2=1$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n=\frac{n(n+1)}2$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n^2=\frac{n(n+1)(2n+1)}6$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n^3=\left[\frac{n(n+1)}2\right]^2$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$55,385,3025$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$\sum_{n=1}^{10}n^4=25333$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$4\alpha=44788$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$4\alpha-\beta=19455$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$6\lambda x-3y+3z=4\lambda^2$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$2x+6\lambda y+4z=1$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$3x+2y+3\lambda z=\lambda$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$12\sum_{\lambda\in S}|\lambda|$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Condition for no solution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system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Condition for no solution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system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solution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inconsistency;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solution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inconsistency;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$D=12(9\lambda^3-7\lambda-2)=12(\lambda-1)(3\lambda+1)(3\lambda+2)$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 solution,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system must be inconsistent).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each root for inconsistency: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the left side but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right: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 solution,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system must be inconsistent).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$D=\begin{vmatrix}6\lambda&amp;-3&amp;3\\2&amp;6\lambda&amp;4\\3&amp;2&amp;3\lambda\end{vmatrix}=12\left(9\lambda^3-7\lambda-2\right)=0$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$9\lambda^3-7\lambda-2=(\lambda-1)(3\lambda+1)(3\lambda+2)$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$\lambda=1,-\frac13,-\frac23$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each root for inconsistency: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$2E_1+3E_2-6E_3$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the left side but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$8+3-6=5\neq0$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right: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the left side, but the right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the left side, but the right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$2E_1-E_2+2E_3$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the left side, but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$-\frac79\neq0$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$16E_1-E_2+22E_3$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the left side, but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$\frac{115}9\neq0$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$S=\left\{1,-\frac13,-\frac23\right\}$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$12\sum|\lambda|=12\left(1+\frac13+\frac23\right)=24$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Cramer numerators): no solution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some numerator is non-zero.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$\operatorname{adj}(M)\mathbf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Cramer numerators): no solution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some numerator is non-zero.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a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all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 and 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root, one left null 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row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system is inconsistent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a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$\operatorname{adj}(M)\,\mathbf b=\mathbf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$D_x,D_y,D_z$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 and 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root, one left null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system is inconsistent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$w\cdot\mathbf 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$w=(2,3,-6)$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$w\cdot\mathbf b=2\cdot4+3\cdot1-6\cdot1=5\neq0$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three roots give no solution,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$w=(2,-1,2)$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$w\cdot\mathbf b=\frac89-1-\frac23=-\frac79\neq0$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$w=(16,-1,22)$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$w\cdot\mathbf b=16\cdot\frac{16}9-1-\frac{44}3=\frac{115}9\neq0$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three roots give no solution,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$12\sum|\lambda|=12\left(1+\frac13+\frac23\right)=24$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square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 iff some left null 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(Fredholm alternative); otherwise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row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rank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left null vector,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each root gives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augmented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square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$M\mathbf v=\mathbf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 iff some left null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$w^TM=0$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$w^T\mathbf 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(Fredholm alternative); otherwise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left null vector,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$\operatorname{adj}(M)\mathbf 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$9\lambda^3-7\lambda-2=(\lambda-1)(3\lambda+1)(3\lambda+2)$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each root gives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augmented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$D_k=\begin{vmatrix}1&amp;2k&amp;2k-1\\n&amp;n^2+n+2&amp;n^2\\n&amp;n^2+n&amp;n^2+n+2\end{vmatrix}$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$\sum_{k=1}^{n}D_k=96$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Properties of determinants: summing a row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(linearity)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Properties of determinants: summing a row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(linearity)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 only in the first row,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same determinant with that row replaced by its row-sums.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 only in the first row,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D_k$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same determinant with that row replaced by its row-sums.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only in the first row, and a determinant is linear in each row,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determinant with the first row summed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only in the first row, and a determinant is linear in each row,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$\sum_{k=1}^nD_k$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determinant with the first row summed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$\sum_{k=1}^n1=n$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$\sum_{k=1}^n2k=n(n+1)=n^2+n$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$\sum_{k=1}^n(2k-1)=n^2$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$\begin{vmatrix}n&amp;n^2+n&amp;n^2\\n&amp;n^2+n+2&amp;n^2\\n&amp;n^2+n&amp;n^2+n+2\end{vmatrix}=96$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$\begin{vmatrix}n&amp;n^2+n&amp;n^2\\0&amp;2&amp;0\\0&amp;0&amp;n+2\end{vmatrix}=96$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Triangular, so 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Triangular, so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$n\cdot2\cdot(n+2)=2n(n+2)=96$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$n(n+2)=48\Rightarrow n^2+2n-48=0\Rightarrow(n+8)(n-6)=0$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itself: it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itself: it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D_k$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$D_k=(n^3+5n^2+4n+4)-2k\cdot n(n+2)-(2k-1)\cdot2n$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$D_k=n^3+5n^2+6n+4-2kn(n+4)$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$\sum_{k=1}^nD_k=n(n^3+5n^2+6n+4)-2n(n+4)\cdot\frac{n(n+1)}2$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$=n^4+5n^3+6n^2+4n-n^2(n^2+5n+4)=2n^2+4n=2n(n+2)$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$2n(n+2)=96\Rightarrow 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is linear in each row/column separately; if a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only in one row,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determinant with that row summed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the first row from the others often triangularises a determinant whose rows share a common part; the determinant of a triangular matrix is the product of its diagonal.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is linear in each row/column separately; if a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only in one row,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$\sum_kD_k$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determinant with that row summed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the first row from the others often triangularises a determinant whose rows share a common part; the determinant of a triangular matrix is the product of its diagonal.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$\sum_{k=1}^6D_k=2\cdot6\cdot8=96$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Algebra 01 (Paper 04) Questions 1–20 (printed Q61–Q80)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