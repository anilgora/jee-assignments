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1.0</c:v>
                </c:pt>
                <c:pt idx="7">
                  <c:v>2.0</c:v>
                </c:pt>
                <c:pt idx="8">
                  <c:v>1.0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1.0</c:v>
                </c:pt>
                <c:pt idx="15">
                  <c:v>2.0</c:v>
                </c:pt>
                <c:pt idx="16">
                  <c:v>2.0</c:v>
                </c:pt>
                <c:pt idx="17">
                  <c:v>1.0</c:v>
                </c:pt>
                <c:pt idx="18">
                  <c:v>3.0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prints the upper bound as $248$ ('$140&lt;\frac{2\alpha}{\beta}&lt;248$'); the question's upper bound is $281$. The conclusion $n+1=6$, $n=5$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the seven $(p,q,r)$ triples but does not evaluate them or add them up (it stops at 'total seven term are rational'). The values and the sum $612$ have been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from the roots $1,-\omega,-\omega^2$ to '$=3$' without saying why $(-\omega)^{162}=1$. The step ($162$ even and divisible by $3$, so $\omega^{162}=1$) has been added.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treats the circle as the circle on diameter $\alpha\beta$ (the form $|z-z_1|^2+|z-z_2|^2=|z_1-z_2|^2$) and writes $|\alpha-\beta|^2=2\lambda$, then solves $2\sqrt{\lambda-1}=\sqrt{2\lambda}$ to get $\lambda=2$. But the right-hand side given is $2\lambda$, not $|\alpha-\beta|^2$, so that identification is unjustified. The correct argument (parallelogram identity) gives $|\alpha-\beta|^2=4$ for every $\lambda&gt;1$. The answer $2$ is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goes from $a=2$ straight to '$r+\frac1r=\frac52$, so $r=2$' without the intermediate quadratic and without using $a_3+a_4+a_5=14$ (which is what chooses $r=2$ rather than $r=\frac12$). Both steps, and $\sum x^2=85.25$, have been written out.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solution stops at the line $2x-y+2=0$ and never computes $AB$ or $30(AB)^2$ (the final answer $24$ is stated only in the key). The distance of the centre from the line, the chord length and the value $24$ were added. (The PDF also prints $-x_2y$ for the term $-k_2y$; the correct term is $-k_2y$.)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evaluates $1919\times1920$ as $3\,684\,880$ (and then $100\lambda+3\,684\,879$); the correct product is $3\,684\,480$, giving $100\lambda+3\,684\,479$. The last two digits ($79$) and the answer $63$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02 (Set 07)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constant term in the expansion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constant term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$\left(1+2x-3x^{3}\right)\left(\frac{3}{2}x^{2}-\frac{1}{3x}\right)^{9}$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general term and constant term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pair with a term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never occurs.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$-3x^{3}$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pair with a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$\left(\frac32x^2-\frac1{3x}\right)^9$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never occurs.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of the product: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𝑐𝑜𝑒𝑓𝑓𝑖𝑐𝑖𝑒𝑛𝑡 𝑜𝑓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no integer solution, so it contributes nothing.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$T_{r+1}={}^9C_r\left(\frac32x^2\right)^{9-r}\left(-\frac{1}{3x}\right)^{r}={}^9C_r(-1)^r\,3^{9-2r}\,2^{r-9}\,x^{18-3r}$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of the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$1\cdot(\text{coefficient of }x^0)$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$18-3r=0$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$2x\cdot(\ldots)$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$18-3r=-1$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no integer solution, so it contributes nothing.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only).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$-3x^{3}\cdot(\ldots)$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$18-3r=-3$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$p=T_7-3T_8={}^9C_6\,3^{-3}2^{-3}+3\cdot{}^9C_7\,3^{-5}2^{-2}$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only).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$=\frac{3\times4\times7}{3^3\cdot2^3}+\frac{3\times9\times4}{3^5\times2^2}=\frac{42}{108}+\frac{12}{108}$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$p=\frac{54}{108}$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$108p=54$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denominators: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constant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denominators: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$\left(\frac32x^2-\frac1{3x}\right)^9=\frac{(9x^3-2)^9}{6^9x^9}$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constant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$[x^9]$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cannot produce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would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$\frac32x^2-\frac1{3x}=\frac{9x^3-2}{6x}$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$\frac{(1+2x-3x^3)(9x^3-2)^9}{6^9\,x^9}$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$\frac{1}{6^9}\times[x^9]\left\{(1+2x-3x^3)(9x^3-2)^9\right\}$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$(9x^3-2)^9$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cannot produce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$(9x^3-2)^9$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${}^9C_3\,9^3(-2)^6=84\cdot729\cdot64=3\,919\,104$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038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077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038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077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$-3\cdot{}^9C_2\,9^2(-2)^7=-3\cdot36\cdot81\cdot(-128)=1\,119\,744$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$=5\,038\,848$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$6^9=10\,077\,696$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$p=\frac{5\,038\,848}{10\,077\,696}=\frac12$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$108p=54$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bracket such as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turned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constant term is a single coefficient of that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products, list which powers can occur: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multiplier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never reach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𝑝𝑜𝑙𝑦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𝑏𝑖𝑛𝑜𝑚𝑖𝑎𝑙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constant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𝑐𝑜𝑒𝑓𝑓𝑖𝑐𝑖𝑒𝑛𝑡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each term of the poly, matched by exponent.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bracket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$\left(\frac{a}{b}x^2-\frac{c}{x}\right)^n$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turned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$\frac{(\ldots)^n}{x^n}$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constant term is a single coefficient of that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$x^{a}\cdot x^{-b}$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products, list which powers can occur: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$18-3r\equiv0\pmod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multiplier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never reach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$\left(ax^p+\frac{b}{x^q}\right)^n$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 a^{n-r}b^r x^{p(n-r)-qr}$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$p(n-r)-qr=k$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$(\text{poly})\times(\text{binomial})$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constant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$\sum(\text{coefficient})\times T_{r+1}$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each term of the poly, matched by exponent.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$64^{32^{32}}$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remainders and divisibility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an even power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$64=8^2$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$8=9-1$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an even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$(9-1)$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remainder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$32^{32}=t$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$64^{32^{32}}=64^{t}=8^{2t}$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$8^{2t}=(9-1)^{2t}$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$(9-1)^{2t}=9k+(-1)^{2t}$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$(-1)^{2t}=1$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Observe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Observe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$64=63+1\equiv1\pmod 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remainder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answer); the huge exponent is irrelevant.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$64-1=63=9\times7$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$64\equiv1\pmod 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$a\equiv b\pmod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$a^n\equiv b^n\pmod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$64^{N}\equiv1^{N}=1\pmod 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$N=32^{32}$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answer); the huge exponent is irrelevant.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first whether the base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a multiple of the divisor.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exponent tower looks frightening, test the base modulo the divisor before using binomial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$a\equiv1\pmod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$m\mid 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$a^N\equiv1\pmod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first whether the base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a multiple of the divisor.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$(m-1)^{N}\equiv(-1)^{N}\pmod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exponent tower looks frightening, test the base modulo the divisor before using binomial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six digit numbers, formed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and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six digit numbers, formed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and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Permutations and combinations: forming numbers with divisibility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last digit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any four of the remaining five places are free and the fifth is forced by 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last digit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any four of the remaining five places are free and the fifth is forced by divisibility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units digit must be even, and the only even digit available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units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remaining five places, choose any four of them freely, each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options (digits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units digit must be even, and the only even digit available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units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remaining five places, choose any four of them freely, each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options (digits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one place then has only one option, the digit that makes the 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six-digit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one place then has only one option, the digit that makes the digit sum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six-digit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$=3\cdot3\cdot3\cdot3\cdot1=81$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Residues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different), so the digit sum is equally likely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exactly one third of the strings 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Residues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$4,5,9$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$1,2,0$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different), so the digit sum is equally likely to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exactly one third of the strings 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units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(needed for evenness). The first five places can be filled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 remainders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of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the first four digits. The fifth digit can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adds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so the total digit sum takes each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units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(needed for evenness). The first five places can be filled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$3^5=243$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 remainders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of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the first four digits. The fifth digit can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adds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so the total digit sum takes each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one of those three choices makes the whole six-digit 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one of those three choices makes the whole six-digit digit sum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$\frac{243}{3}=81$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last digit) and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allowed digits give every residue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often, then exactly one third of all digit strings (with the last digit fixed) have digit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constraint: choose all but one place freely and the last is determined whenever the digit set is a complete residue system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 check: two-digit numbers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tens digit must have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rule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last digit) 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(digit sum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allowed digits give every residue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often, then exactly one third of all digit strings (with the last digit fixed) have digit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constraint: choose all but one place freely and the last is determined whenever the digit set is a complete residue system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 check: two-digit numbers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$\{4,5,9\}$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tens digit must have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rule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$3/3=1$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$x^{2012}$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$(1-x)^{2008}(1+x+x^2)^{2007}$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coefficient extraction in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rewrite the product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contains only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$(1-x)(1+x+x^2)=1-x^3$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rewrite the product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$(1-x)(1-x^3)^{2007}$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contains only powers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$x^{3r}$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$x^{3r+1}$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2007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expansion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2007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sign, so only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$(1-x)^{2008}(1+x+x^2)^{2007}=(1-x)\,\left[(1-x)(1+x+x^2)\right]^{2007}$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$(1-x)(1+x+x^2)=1-x^3$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$(1-x)(1-x^3)^{2007}$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$(1-x^3)^{2007}=\sum_r{}^{2007}C_r(-x^3)^r$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expansion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$\sum_r{}^{2007}C_r\left[(-x)^{3r}+(-x)^{3r+1}\right]$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sign, so only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neither equation has an integer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$x^{2012}$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$3r=2012$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$3r+1=2012$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$2012=3\times670+2$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neither equation has an integer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$x^{2012}$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factors with the same exponent pairs collapse into 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polynomial of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coefficients only at exponents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exponent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Pull common factors out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the exponent: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settles Q4 immediately once the product has the form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$(1-x)(1+x+x^2)=1-x^3$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$(1+x)(1-x+x^2)=1+x^3$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factors with the same exponent pairs collapse into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polynomial of degree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coefficients only at exponents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$\equiv0,1\pmod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$\equiv2\pmod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Pull common factors out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$(1-x)^{m+1}(1+x+x^2)^m=(1-x)(1-x^3)^m$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the exponent: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$2012\bmod3=2$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settles Q4 immediately once the product has the form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second, third and fourth terms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second, third and fourth terms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$6\left(n^3+x^2+y\right)$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expansion: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ratios of consecutive terms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expansion: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ratios of consecutive terms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consecutive terms: ratios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and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consecutive terms: ratios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$T_2,T_3,T_4$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and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$x/y$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(v):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$T_2={}^nC_1x^{n-1}y=135$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$T_3={}^nC_2x^{n-2}y^2=30$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$T_4={}^nC_3x^{n-3}y^3=\frac{10}{3}$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$\frac{{}^nC_1}{{}^nC_2}\cdot\frac{x}{y}=\frac{135}{30}=\frac92$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$\frac{{}^nC_2}{{}^nC_3}\cdot\frac{x}{y}=\frac{30}{10/3}=9$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(v):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$\frac{{}^nC_1\,{}^nC_3}{{}^nC_2\,{}^nC_2}=\frac12$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$\frac{n\cdot\frac{n(n-1)(n-2)}{6}}{\frac{n(n-1)}{2}\cdot\frac{n(n-1)}{2}}=\frac{2(n-2)}{3(n-1)}=\frac12$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$4n-8=3n-3$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(v):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(v):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$\frac{x}{y}\cdot\frac{{}^5C_2}{{}^5C_3}=9$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${}^5C_2={}^5C_3$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${}^5C_1x^4\cdot\frac x9=135$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$x^5=27\times9=243$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$6\left(n^3+x^2+y\right)=6\left(125+9+\frac13\right)=806$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806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ratio of consecutive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single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ratio of consecutive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$\frac{T_{k+1}}{T_k}=\frac{n-k+1}{k}\cdot\frac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$t=y/x$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single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$\frac{T_{k+1}}{T_k}=\frac{n-k+1}{k}\,t$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$\frac{T_3}{T_2}=\frac{n-1}{2}t=\frac{30}{135}=\frac29$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$(n-1)t=\frac49$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$\frac{T_4}{T_3}=\frac{n-2}{3}t=\frac{10/3}{30}=\frac19$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$(n-2)t=\frac13$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$t=\frac49-\frac13=\frac19$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$n-1=\frac{4/9}{1/9}=4$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x9$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$T_2=5x^4y=\frac{5x^5}{9}=135$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$6\left(125+9+\frac13\right)=806$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806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consecutive ratios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consecutive terms removes the unknown factors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only binomial coefficients, which are easy to compare.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solution: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for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$\frac{T_{k+1}}{T_k}=\frac{n-k+1}{k}\cdot\frac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consecutive ratios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consecutive terms removes the unknown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$x^{a}y^{b}$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only binomial coefficients, which are easy to compare.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$T_2=5\cdot81\cdot\frac13=135$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$T_3=10\cdot27\cdot\frac19=30$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$T_4=10\cdot9\cdot\frac1{27}=\frac{10}3$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$\frac{T_{k+1}}{T_k}$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for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$(n-k+1)t=ck$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nary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$\alpha=\sum_{r=0}^{n}\left(4r^2+2r+1\right){}^nC_r$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$\beta=\left(\sum_{r=0}^{n}\frac{{}^nC_r}{r+1}\right)+\frac{1}{n+1}$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$140&lt;\frac{2\alpha}{\beta}&lt;281$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sums of binomial coefficients with weights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$4r^2+2r+1=4r(r-1)+6r+1$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r\,{}^nC_r$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r(r-1){}^nC_r$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$\frac{2\alpha}{\beta}$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$(n+1)^3$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weight into falling factorials: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weight into falling factorials: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$4r^2+2r+1=4r(r-1)+6r+1$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$\alpha=\sum\left(4r(r-1)+6r+1\right){}^nC_r$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r(r-1){}^nC_r=n(n-1)2^{n-2}$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r\,{}^nC_r=n2^{n-1}$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$\sum{}^nC_r=2^n$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$\alpha=4n(n-1)2^{n-2}+6n2^{n-1}+2^n$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$\alpha=2^n\left[n(n-1)+3n+1\right]=2^n(n+1)^2$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$\sum_{r=0}^n\frac{{}^nC_r}{r+1}=\frac{1}{n+1}\sum{}^{n+1}C_{r+1}=\frac{2^{n+1}-1}{n+1}$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$\beta=\frac{2^{n+1}-1}{n+1}+\frac1{n+1}=\frac{2^{n+1}}{n+1}$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$\frac{2\alpha}{\beta}=\frac{2\cdot2^n(n+1)^2\,(n+1)}{2^{n+1}}=(n+1)^3$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$140&lt;(n+1)^3&lt;281$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$5^3=125&lt;140$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$6^3=216$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$7^3=343&gt;281$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function: apply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function: 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integral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$F(x)=(1+x)^n=\sum{}^nC_rx^r$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r\,{}^nC_r=F'(1)=n2^{n-1}$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r^2\,{}^nC_r=\left(xF'\right)'(1)=n(n+1)2^{n-2}$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$\alpha=4n(n+1)2^{n-2}+2n2^{n-1}+2^n=2^n\left[n(n+1)+n+1\right]=2^n(n+1)^2$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$\int_0^1(1+x)^ndx=\sum\frac{{}^nC_r}{r+1}$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integral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$\beta=\frac{2^{n+1}-1+1}{n+1}=\frac{2^{n+1}}{n+1}$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$\frac{2\alpha}{\beta}=(n+1)^3$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$140&lt;(n+1)^3&lt;281$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weight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best written in falling factorials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designed so that the inequality only has to be solved for a cube.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r\,{}^nC_r=n2^{n-1}$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r(r-1)\,{}^nC_r=n(n-1)2^{n-2}$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r^2\,{}^nC_r=n(n+1)2^{n-2}$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$0+2+4=6=2\cdot3\cdot1$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$\sum_{r=0}^n\frac{{}^nC_r}{r+1}=\frac{2^{n+1}-1}{n+1}$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$1+1+\frac13=\frac73$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weight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best written in falling factorials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$r(r-1)\cdots(r-k+1){}^nC_r=n(n-1)\cdots(n-k+1){}^{n-k}C_{r-k}$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$\alpha=2^n(n+1)^2$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$\beta=\frac{2^{n+1}}{n+1}$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$\frac{2\alpha}{\beta}=(n+1)^3$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designed so that the inequality only has to be solved for a cube.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rational terms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rational terms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$\left(1+2^{\frac13}+3^{\frac12}\right)^{6}$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rational terms of a trinomial (multinomial)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rational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general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$\frac{6!}{p!q!r!}2^{q/3}3^{r/2}$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rational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is rational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Possible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seven rational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$\frac{6!}{p!\,q!\,r!}(1)^p\left(2^{1/3}\right)^q\left(3^{1/2}\right)^r$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is rational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seven rational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$\frac{6!}{4!2!}\cdot3=45$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$\frac{6!}{2!4!}\cdot9=135$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$\frac{6!}{3!3!}\cdot2=40$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$\frac{6!}{1!3!2!}\cdot2\cdot3=60\cdot6=360$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$=1+45+135+27+40+360+4=612$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binomial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take the rational part of each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binomial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$\left[(1+2^{1/3})+3^{1/2}\right]^6$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take the rational part of each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$1+2^{1/3}$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we need the rational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$\left[(1+c)+\sqrt3\right]^6=\sum_k{}^6C_k(1+c)^{6-k}3^{k/2}$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$3^{k/2}$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$k=0,2,4,6$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we need the rational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$(1+c)^{m}$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$m=6,4,2,0$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$(1+c)^m$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$c^6=4$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$1+{}^6C_3\cdot2+4=45$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$1+{}^4C_3\cdot2=9$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$1\cdot45=45$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${}^6C_2\cdot3\cdot9=405$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${}^6C_4\cdot9\cdot1=135$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$1\cdot27\cdot1=27$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$=45+405+135+27=612$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has coefficient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rationality needs each fractional exponent to become an integer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Enumerate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systematically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no case is missed: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a trinomial as (binomial)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(third term) lets you use binomial rational-part counts instead of multinomial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whole expansion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3.99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rational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plausible.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$\left(a^{1/m}+b^{1/n}+\cdots\right)^N$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has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$\frac{N!}{p!q!r!}$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rationality needs each fractional exponent to become an integer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$m\mid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Enumerate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systematically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$q\in\{0,3,6\}$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$r\in\{0,2,4,6\}$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$q+r\le6$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no case is missed: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a trinomial as (binomial)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(third term) lets you use binomial rational-part counts instead of multinomial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whole expansion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$\left(1+2^{1/3}+\sqrt3\right)^6\approx3.99^6\approx4046$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rational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plausible.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polynomials such that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polynomials such that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$P(x)=f(x^3)+xg(x^3)$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Theory of equations: divisibility of polynomials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Cube roots of unity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Theory of equations: divisibility of polynomials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Cube roots of unity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both into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$P(\omega)=P(\omega^2)=0$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both into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$f(1),g(1)$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non-real cube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$P(x)=f(x^3)+xg(x^3)$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$P(1)=f(1)+g(1)$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$P(x)=Q(x)(x^2+x+1)$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$P(\omega)=0=P(\omega^2)$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non-real cube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$P(\omega)=f(\omega^3)+\omega g(\omega^3)=f(1)+\omega 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$P(\omega^2)=f(\omega^6)+\omega^2g(\omega^6)=f(1)+\omega^2g(1)=0$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$2f(1)+(\omega+\omega^2)g(1)=0$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$2f(1)=g(1)$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$(\omega-\omega^2)g(1)=0$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$\omega\neq\omega^2$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$P(1)=f(1)+g(1)=0$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remainder of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divisible by a quadratic must be the zero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$x^3\equiv1$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remainder of degree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divisible by a quadratic must be the zero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polynomial of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$x^3-1=(x-1)(x^2+x+1)$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$x^3\equiv1\pmod{x^2+x+1}$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$f(x^3)\equiv 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$g(x^3)\equiv 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$P(x)\equiv f(1)+x\,g(1)\pmod{x^2+x+1}$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polynomial of degree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polynomial: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polynomial: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$P(1)=f(1)+g(1)=0$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real-coefficient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to its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remainder of degree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vanishes at two distinct points is the zero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 also holds: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$x^2+x+1\mid P(x)\iff P(\omega)=P(\omega^2)=0$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real-coefficient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$P(\omega)=0$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$x^2\equiv-x-1\pmod{x^2+x+1}$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to its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remainder of degree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vanishes at two distinct points is the zero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 also holds: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$P(\omega)=P(\omega^2)=0$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$x^2+x+1\mid f(x^3)+xg(x^3)\iff f(1)=g(1)=0$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power of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power of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$x^3-2x^2+2x-1=0$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Theory of equations: roots of a cubic and power sums,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powers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$(x-1)(x^2-x+1)$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$162^{\text{th}}$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powers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non-real cube root of unity (roots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powers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$x^3-2x^2+2x-1=0$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$(x-1)(x^2-x+1)=0$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$1,\,-\omega$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$\omega=\frac{-1+i\sqrt3}{2}$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non-real cube root of unity (roots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$\frac{1\pm i\sqrt3}{2}=-\omega,-\omega^2$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$=1^{162}+(-\omega)^{162}+(-\omega^2)^{162}$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$(-\omega)^{162}=\omega^{162}=1$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$(-\omega^2)^{162}=\omega^{324}=1$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Newton's identities give a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power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sequence is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Newton's identities give a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$p_n=2p_{n-1}-2p_{n-2}+p_{n-3}$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power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sequence is periodic with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$x^3-2x^2+2x-1=0$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$x^n=2x^{n-1}-2x^{n-2}+x^{n-3}$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$p_n=2p_{n-1}-2p_{n-2}+p_{n-3}$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$p_1=e_1=2$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$p_2=e_1^2-2e_2=4-4=0$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$p_3=2p_2-2p_1+p_0=0-4+3=-1$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$p_4=2p_3-2p_2+p_1=-2-0+2=0$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$p_5=2p_4-2p_3+p_2=0+2+0=2$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$p_6=2p_5-2p_4+p_3=4-0-1=3$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$p_7=2$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$(p_6,p_7,p_8)=(p_0,p_1,p_2)$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$162=6\times27$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$p_{162}=p_0=3$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unity),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power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cube roots);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a cubic with roots on the unit circle they are periodic; the period divides the order of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a cubic with an obvious root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first: sum of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$-\omega,-\omega^2=e^{\pm 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unity),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$(-\omega)^6=1$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power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cube roots);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$p_n=e_1p_{n-1}-e_2p_{n-2}+e_3p_{n-3}$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a cubic with roots on the unit circle they are periodic; the period divides the order of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a cubic with an obvious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first: sum of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$1-2+2-1=0$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$\alpha,\beta,z\in\mathbb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numbers: locus of a point and geometry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sum of squares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comparing radii fixes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sum of squares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$2|z-m|^2+\frac12|\alpha-\beta|^2$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$m=\frac{\alpha+\beta}{2}$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comparing radii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$|\alpha-\beta|$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(independent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squares of the moduli, the cross terms cancel: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$m=\frac{\alpha+\beta}{2}$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$z-\alpha=(z-m)+\frac{\beta-\alpha}{2}$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$z-\beta=(z-m)-\frac{\beta-\alpha}{2}$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squares of the moduli, the cross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$|z-\alpha|^2+|z-\beta|^2=2|z-m|^2+\frac{|\alpha-\beta|^2}{2}$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$2|z-m|^2+\frac{|\alpha-\beta|^2}{2}=2\lambda$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$|z-m|^2=\lambda-\frac{|\alpha-\beta|^2}{4}$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radius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$\lambda-\frac{|\alpha-\beta|^2}{4}$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$\lambda-\frac{|\alpha-\beta|^2}{4}=\lambda-1$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coordinates: translate and rotate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real axis, then the circle is centred at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coordinates: translate and rotate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real axis, then the circle is centred at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are unchanged by a translation and rotation of the plane, so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are unchanged by a translation and rotation of the plane,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$d=\frac{|\alpha-\beta|}{2}&gt;0$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$|z+d|^2+|z-d|^2=\left(|z|^2+2d\,\mathrm{Re}z+d^2\right)+\left(|z|^2-2d\,\mathrm{Re}z+d^2\right)=2|z|^2+2d^2$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$2|z|^2+2d^2=2\lambda$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$|z|^2=\lambda-d^2$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radius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$\sqrt{\lambda-d^2}=\sqrt{\lambda-1}$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$|\alpha-\beta|=2d=2$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/ parallelogram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centred at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special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the two fixed points symmetrically on the real axis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simplify any locus problem about two fixed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/ parallelogram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$|z-\alpha|^2+|z-\beta|^2=2\left|z-\frac{\alpha+\beta}{2}\right|^2+\frac12|\alpha-\beta|^2$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centred at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k2-\frac{|\alpha-\beta|^2}{4}$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$k\ge\frac{|\alpha-\beta|^2}{2}$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special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$|z-\alpha|^2+|z-\beta|^2=|\alpha-\beta|^2\iff\angle\alpha z\beta=90^\circ$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the two fixed points symmetrically on the real 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simplify any locus problem about two fixed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positive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 G.P. Let their mean and variance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co-prime. If the mean of their reciprocals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positive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$a_1,a_2,a_3,a_4,a_5$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 G.P. Let their mean and variance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co-prime. If the mean of their reciprocals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$a_3+a_4+a_5=14$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179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progression, Statistics: mean and variance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base: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base: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a_i\big/\sum\frac1{a_i}=a^2$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terms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reciprocals: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terms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$\frac{a}{r^2},\frac ar,a,ar,ar^2$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$\frac{a}{r^2}+\frac ar+a+ar+ar^2=5\times\frac{31}{10}$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reciprocals: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$\frac{r^2}{a}+\frac ra+\frac1a+\frac1{ar}+\frac1{ar^2}=5\times\frac{31}{40}$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$r^2+\frac1{r^2}+r+\frac1r+1=\frac{31}{4}$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$t=r+\frac1r$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$t^2+t-\frac{35}{4}=0$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$r+\frac1r=\frac52$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$a_3+a_4+a_5=2(1+r+r^2)=14$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85.25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17.05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(co-prime),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$\frac12,1,2,4,8$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x^2}{N}-\left(\frac{\sum x}{N}\right)^2=\frac{85.25}{5}-\left(\frac{31}{10}\right)^2=17.05-9.61=7.44=\frac{186}{25}$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(co-prime),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$a_ia_{6-i}=a_3^2$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$\sum\frac{1}{a_i}=\frac{\sum a_i}{a_3^2}$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$a_3+a_4+a_5=14$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$r+\frac1r$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five-term G.P.,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3.875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15.5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3.875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five-term G.P.,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$a_1a_5=a_2a_4=a_3^2$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$\frac1{a_i}=\frac{a_{6-i}}{a_3^2}$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$\sum\frac1{a_i}=\frac{\sum a_i}{a_3^2}$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a_i=\frac{155}{10}=15.5$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$\sum\frac1{a_i}=\frac{155}{40}=3.875$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$a_3^2=\frac{15.5}{3.875}=4$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$a_3+a_4+a_5=2(1+r+r^2)=14$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$(r+3)(r-2)=0$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mean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from deviations from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6.76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24.01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37.2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$\frac12,1,2,4,8$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from deviations from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$\frac{(-2.6)^2+(-2.1)^2+(-1.1)^2+(0.9)^2+(4.9)^2}{5}=\frac{6.76+4.41+1.21+0.81+24.01}{5}=\frac{37.2}{5}=7.44=\frac{186}{25}$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$m+n=186+25=211$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with an odd number of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𝑚𝑖𝑑𝑑𝑙𝑒 𝑡𝑒𝑟𝑚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𝑚𝑖𝑑𝑑𝑙𝑒 𝑡𝑒𝑟𝑚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symmetric-in-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expression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forms must agree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Reversing a G.P.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the same set, so extra data (like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needed to fix the direction, but the mean and variance do not change.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with an odd number of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$a_ia_{N+1-i}=\left(\text{middle term}\right)^2$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a_i\big/\sum\frac1{a_i}=\left(\text{middle term}\right)^2$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symmetric-in-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expression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$r^2+\frac1{r^2}+r+\frac1r$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$t=r+\frac1r$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$r^2+\frac1{r^2}=t^2-2$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$\sigma^2=\overline{x^2}-\bar x^2=\frac1N\sum(x-\bar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forms must agree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Reversing a G.P.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the same set, so extra data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$a_3+a_4+a_5$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needed to fix the direction, but the mean and variance do not change.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30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$\sum_{r=1}^{30}\frac{r^2\left({}^{30}C_r\right)^2}{{}^{30}C_{r-1}}=\alpha\times2^{29}$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identities with binomial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reduce every term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$\frac{{}^{30}C_r}{{}^{30}C_{r-1}}=\frac{31-r}{r}$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$r\,{}^{30}C_r=30\,{}^{29}C_{r-1}$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reduce every term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$30(31-r)\,{}^{29}C_{r-1}$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$\frac{r^2\left({}^{30}C_r\right)^2}{{}^{30}C_{r-1}}=r\left(\frac{{}^{30}C_r}{{}^{30}C_{r-1}}\right)\cdot r\,{}^{30}C_r$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$\frac{{}^{30}C_r}{{}^{30}C_{r-1}}=\frac{30-r+1}{r}$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$r\,{}^{30}C_r=30\,{}^{29}C_{r-1}$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$r\cdot\frac{31-r}{r}\cdot30\,{}^{29}C_{r-1}=30(31-r)\,{}^{29}C_{r-1}$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$S=30\sum_{r=1}^{30}(31-r)\,{}^{29}C_{r-1}=30\left[31\sum{}^{29}C_{r-1}-\sum r\,{}^{29}C_{r-1}\right]$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$r=(r-1)+1$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r\,{}^{29}C_{r-1}=\sum(r-1)\,{}^{29}C_{r-1}+\sum{}^{29}C_{r-1}$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$\sum_{r=1}^{30}{}^{29}C_{r-1}=2^{29}$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$\sum(r-1)\,{}^{29}C_{r-1}=29\cdot2^{28}$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$S=30\left(31\cdot2^{29}-29\cdot2^{28}-2^{29}\right)$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$=30\cdot2^{28}(62-29-2)=30\times31\times2^{28}=15\times31\times2^{29}$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465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reducing a term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reducing a term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$r(31-r)\,{}^{30}C_r$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$r(31-r)=r(30-r)+r$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$r(30-r)\,{}^{30}C_r=30\cdot29\,{}^{28}C_{r-1}$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(falling factorial),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$\frac{{}^{30}C_r}{{}^{30}C_{r-1}}=\frac{31-r}{r}$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$r^2\,{}^{30}C_r\cdot\frac{31-r}{r}=r(31-r)\,{}^{30}C_r$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$r(31-r)=r(30-r)+r$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$r(30-r)\,{}^{30}C_r=30\cdot29\,{}^{28}C_{r-1}$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(falling factorial),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$\sum_{r}r(30-r)\,{}^{30}C_r=870\cdot2^{28}$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r\,{}^{30}C_r=30\cdot2^{29}$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$=870\cdot2^{28}+30\cdot2^{29}=2^{28}(870+60)=930\cdot2^{28}=465\cdot2^{29}$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465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workhorse reductions.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Falling-factorial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result: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$\frac{{}^nC_r}{{}^nC_{r-1}}=\frac{n-r+1}{r}$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$r\,{}^nC_r=n\,{}^{n-1}C_{r-1}$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workhorse reductions.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Falling-factorial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$r(n-r)\,{}^nC_r=n(n-1)\,{}^{n-2}C_{r-1}$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$\sum_{r=1}^{n-1}r(n-r)\,{}^nC_r=n(n-1)2^{n-2}$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result: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$\sum_{r=1}^{n}\frac{r^2({}^nC_r)^2}{{}^nC_{r-1}}=\sum_{r=1}^{n}r(n+1-r)\,{}^nC_r=n(n+1)2^{n-2}$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$4+2=6=2\cdot3\cdot1$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$30\cdot31\cdot2^{28}=465\cdot2^{29}$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$\alpha=\frac{n(n+1)}{2}=465$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urns A, B and C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black;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black;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black balls respectively. One of the urns is selected at random and a ball is drawn. If the ball drawn is red and the probability that it is drawn from urn 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length of the side of the largest equilateral triangle, inscribed in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vertex at the vertex of the parabola, is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urns A, B and C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black;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black;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black balls respectively. One of the urns is selected at random and a ball is drawn. If the ball drawn is red and the probability that it is drawn from urn 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length of the side of the largest equilateral triangle, inscribed in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vertex at the vertex of the parabola, is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Bayes' theorem, Parabola: equilateral triangle inscribed with vertex at the vertex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Bayes' rule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inscribed equilateral triangle with a vertex at the origin has its sides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Bayes' rule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inscribed equilateral triangle with a vertex at the origin has its sides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$P(C)=P(A)=P(B)=\frac13$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$P(R|A)=\frac4{10}$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$P(R|B)=\frac5{10}$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$P(R|C)=\frac{\lambda}{\lambda+4}$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parametric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$P(C|R)=\frac{P(C)P(R|C)}{P(A)P(R|A)+P(B)P(R|B)+P(C)P(R|C)}$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$0.4=\frac{\frac13\cdot\frac{\lambda}{\lambda+4}}{\frac13\cdot\frac4{10}+\frac13\cdot\frac5{10}+\frac13\cdot\frac{\lambda}{\lambda+4}}$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$\frac{\lambda}{\lambda+4}=0.4\left(0.9+\frac{\lambda}{\lambda+4}\right)$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$0.6\,\frac{\lambda}{\lambda+4}=0.36$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$\frac{\lambda}{\lambda+4}=0.6$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parametric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$\left(\frac32t^2,3t\right)$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the triangle other than the origin are symmetric about the axis, and the side from the origin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distance from the origin to this point: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the triangle other than the origin are symmetric about the axis, and the side from the origin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$\tan30^\circ=\frac{3t}{\frac32t^2}=\frac2t=\frac1{\sqrt3}$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$\left(\frac32t^2,3t\right)=\left(18,6\sqrt3\right)$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distance from the origin to this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$\ell^2=18^2+\left(6\sqrt3\right)^2=324+108$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$\ell^2=432$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Odds form of Bayes' theorem (the prior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cancels) and polar coordinates for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Odds form of Bayes' theorem (the prior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cancels) and polar coordinates for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Posterior odds of C against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the ratio of the likelihoods (the priors are equal):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Posterior odds of C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the ratio of the likelihoods (the priors are equal):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$\frac{P(C|R)}{1-P(C|R)}=\frac{P(R|C)}{P(R|A)+P(R|B)}$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$\frac{0.4}{0.6}=\frac{\lambda/(\lambda+4)}{0.4+0.5}$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$\frac{\lambda}{\lambda+4}=0.9\cdot\frac23=0.6$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a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along the direction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parabola: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of the equilateral triangle is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too), so side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a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vertex along 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$(L\cos30^\circ,\,L\sin30^\circ)=\left(\frac{\sqrt3L}2,\frac L2\right)$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L2\right)^2=6\cdot\frac{\sqrt3L}{2}$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$\frac{L^2}{4}=3\sqrt3\,L$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of the equilateral triangle is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 L2=L$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too), so side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prior probabilities are equal, Bayes' theorem reduces to the proportion of likelihoods: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Odds form: posterior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equilateral triangle inscribed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vertex at the origin has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side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point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other vertices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equilateral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prior probabilities are equal, Bayes' theorem reduces to the proportion of likelihoods: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$P(C|R)=\frac{P(R|C)}{\sum P(R|\cdot)}$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Odds form: posterior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prior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equilateral triangle inscribed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vertex at the origin has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$8\sqrt3\,a$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side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other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$(at^2,\pm2at)$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equilateral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the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$w=z\bar z+k_1z+k_2iz+\lambda(1+i)$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$k_1,k_2\in\mathbb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$\mathrm{Im}(w)=0$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$30(AB)^2$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numbers: real and imaginary parts as loci (circle and line), Circle: chord length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line,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chord.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real and imaginary parts: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$\mathrm{Re}(w)=0$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circle,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$\mathrm{Im}(w)=0$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line,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chord.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in the first quadrant puts the centre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circle in the first quadrant puts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$k_1z=k_1x+ik_1y$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$k_2iz=ik_2x-k_2y$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$\mathrm{Re}(w)=x^2+y^2+k_1x-k_2y+\lambda=0$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$\mathrm{Im}(w)=k_1y+k_2x+\lambda=0$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$\left(-\frac{k_1}2,\frac{k_2}2\right)$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in the first quadrant puts the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circle in the first quadrant puts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$-\frac{k_1}2=1$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$\frac{k_2}2=2$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$^2=\frac{k_1^2+k_2^2}{4}-\lambda=5-\lambda=1$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$\mathrm{Im}(w)=k_1y+k_2x+\lambda=-2y+4x+4=0$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$d=\frac{|2-2+2|}{\sqrt5}=\frac2{\sqrt5}$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$AB=2\sqrt{r^2-d^2}=2\sqrt{1-\frac45}$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$(AB)^2=4\cdot\frac15=\frac45$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$30(AB)^2=24$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by substituting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circle, and use the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by substituting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circle, and use the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$(x-1)^2+(y-2)^2=1$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$(x-1)^2+(2x)^2=1$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$x^2-2x+1+4x^2=1$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$B=\left(\frac25,\frac{14}5\right)$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$(AB)^2=\left(\frac25\right)^2+\left(\frac45\right)^2=\frac4{25}+\frac{16}{25}=\frac45$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$30(AB)^2=24$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expressions, 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conic/line equations;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cut by 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unit circle in the first quadrant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it in the first quadrant).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$w=z\bar z+az+b\bar z+c$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expressions, 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conic/line equations;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$\sqrt{g^2+f^2-c}$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cut by 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unit circle in the first quadrant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it in the first quadrant).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population are smokers. A smoker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more chances to develop lung cancer than a non smoker. A person is diagnosed with lung cancer and the probability that this person is a smoker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population are smokers. A smoker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more chances to develop lung cancer than a non smoker. A person is diagnosed with lung cancer and the probability that this person is a smoker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Bayes'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Bayes' theorem,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$P(C|N)=p$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$P(C|S)=27p$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Bayes' theorem,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$P(N)=\frac34$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$P(C|S)=27\,P(C|N)$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$P(S|C)=\frac{P(S)P(C|S)}{P(S)P(C|S)+P(N)P(C|N)}$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$=\frac{\frac14\times27\,P(C|N)}{\frac14\times27\,P(C|N)+\frac34\,P(C|N)}$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$P(C|N)$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$=\frac{27}{27+3}=\frac{27}{30}=\frac9{10}$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Posterior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likelihood ratio: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Posterior odds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prior odds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likelihood ratio: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$\frac13\times27=9$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Prior odds smoker : non-smoker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Likelihood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Prior odds smoker : non-smoker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$=\frac14:\frac34=1:3=\frac13$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Likelihood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$\frac{P(C|S)}{P(C|N)}=27$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Posterior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smoker : non-smoker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people with cancer.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Posterior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$=\frac13\times27=9$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smoker : non-smoker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people with cancer.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$P(S|C)=\frac{9}{9+1}=\frac9{10}$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k{10}=\frac9{10}$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Posterior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 ratio; the actual disease 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and never needs to be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frequencies: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smoker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non-smokers; cancer weights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cancer cases are smokers.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groups with proportions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risks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𝑔𝑟𝑜𝑢𝑝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depends only on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Posterior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prior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 ratio; the actual disease 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$P(C|N)$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and never needs to be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frequencies: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smoker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non-smokers; cancer weights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$\frac{27}{27+3}$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cancer cases are smokers.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groups with proportions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risks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$P(\text{group }1|\text{event})=\frac{ar_1}{ar_1+br_2}$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depends only on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$r_1:r_2$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last two digits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last two digits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$(1919)^{1919}$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last two digits of a large power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term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higher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last two terms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$1919=1920-1$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$(1920-1)^{1919}$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term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$1920^2$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higher is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last two terms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containing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higher power are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two terms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$(1919)^{1919}=(1920-1)^{1919}$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${}^{1919}C_0(1920)^{1919}-\cdots+{}^{1919}C_{1918}(1920)-{}^{1919}C_{1919}$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$1920^2$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higher power are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$1920^2=3\,686\,400$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two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${}^{1919}C_{1918}\cdot1920=1919\times1920$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two digits are those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$(1919)^{1919}=100\lambda+1919\times1920-1=100\lambda+3\,684\,480-1=100\lambda+3\,684\,479$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two digits are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$3\,684\,479$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$=7\times9=63$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Carmichael exponent: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Carmichael exponent: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$19^{20}\equiv1\pmod{100}$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$19^{1919}=19^{19}\equiv19^{-1}$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two digits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$1919\equiv19\pmod{100}$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$19^{1919}\bmod100$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$\lambda(100)=\mathrm{lcm}(\lambda(4),\lambda(25))=\mathrm{lcm}(2,20)=20$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$19^{20}\equiv1\pmod{100}$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$\gcd(19,100)=1$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$1919=20\times95+19$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$19^{1919}\equiv19^{19}\equiv19^{-1}\pmod{100}$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$19\times79=1501\equiv1\pmod{100}$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$19^{-1}\equiv79$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two digits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$7\times9=63$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keep only the first two terms of a binomial expansion in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Carmichael: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exponents only matter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last two digits needs the digits, not the remainder: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keep only the first two terms of a binomial expansion in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$(10m\pm1)^N\equiv1\pm10mN$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$(20t-1)^N\equiv(-1)^N+(-1)^{N-1}\,20tN\pmod{100}$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$1919=20\cdot96-1$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$N=1919$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$-1+1919\cdot1920\equiv-1+80=79\pmod{100}$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Carmichael: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$a^{20}\equiv1\pmod{100}$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exponents only matter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last two digits needs the digits, not the remainder: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$79\to7\times9=63$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absolute difference between two randomly chosen real numbers in the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absolute difference between two randomly chosen real numbers in the sample space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$[0,60]$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$P(A)=\frac{11}{36}$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geometric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point of 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band along the diagonal, and its complement is two congruent corner triangles.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point of the 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$[0,60]^2$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$|x-y|\le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band along the diagonal, and its complement is two congruent corner triangles.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sample space is the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favourable region is the strip between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corner triangles cut off,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have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$|x-y|\le a\iff-a\le x-y\le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$x-y\ge-a$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sample space is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$OBDF$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favourable region is the strip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corner triangles cut off,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have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$\frac12(60-a)^2$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$P(A)=\frac{3600-\frac12(60-a)^2-\frac12(60-a)^2}{3600}=1-\frac{(60-a)^2}{3600}$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$\frac{11}{36}=1-\frac{(60-a)^2}{3600}$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$(60-a)^2=3600-1100=2500$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$60-a=50$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$a=110&gt;60$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to the unit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to the unit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$P(|X-Y|&gt;t)=(1-t)^2$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$1-P(A)=\left(1-\frac a{60}\right)^2$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uniform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event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disjoint right triangles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square, total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$X=60U$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$Y=60V$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uniform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event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$|U-V|\le\frac a{60}=t$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$|U-V|&gt;t$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$U-V&gt;t$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$V-U&gt;t$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disjoint right triangles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square, 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$2\cdot\frac{(1-t)^2}{2}=(1-t)^2$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$P(A)=1-(1-t)^2$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$\frac{11}{36}=1-(1-t)^2$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$(1-t)^2=\frac{25}{36}$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$a=60t=10$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uniform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random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with probability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probability: draw the sample-space square, shade the event region and compute areas; complements are often simple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rejected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uniform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$[0,L]$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$P(|X-Y|\le a)=1-\left(1-\frac aL\right)^2=\frac{2a}{L}-\frac{a^2}{L^2}$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a\le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random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$[0,L]$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$\left(1-\frac aL\right)^2$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probability: draw the sample-space square, shade the event region and compute areas; complements are often simple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$(60-a)^2=2500$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rejected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numbers, lying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be formed with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repetition of digits is not allowed and numbers are divisible by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numbers, lying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be formed with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repetition of digits is not allowed and numbers are divisible by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Permutations and combinations: forming numbers with divisibility by 3 or 5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inclusion-exclusion: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minus those divisible by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inclusion-exclusion: 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(digit sum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(last digit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minus those divisible by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are three-digit with distinct digits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possible digit sets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set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are three-digit with distinct digits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 sum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possible digit sets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set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units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hundreds and tens digits from the remaining four: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units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digit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units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hundreds and tens digits from the remaining four: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$4\times3\times1=12$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units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digit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$315,135,345,435$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$=24+12-4=32$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the last digit instead of inclusion-exclusion: ending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qualify) plus not ending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the last digit instead of inclusion-exclusion: ending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(all qualify) plus not ending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such number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last digit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must be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digit sets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end in a non-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such number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last digit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must be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digit sets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$\{1,2,3\},\{2,3,4\}$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$\{1,3,5\},\{3,4,5\}$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end in a non-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not be last: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places, then the other two digits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each: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not be last: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places, then the other two digits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$=12+8=20$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$=12+20=32$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the digit set (sum), so each qualifying set contributes the same number of arrangements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three digits).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units digit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intersection (divisible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found by listing sets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by last digit gives disjoint cases and avoids subtraction; 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cross-check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the digit set (sum), so each qualifying set contributes the same number of arrangements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three digits).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units digit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$|A\cup B|=|A|+|B|-|A\cap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intersection (divisible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found by listing sets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digit sum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by last digit gives disjoint cases and avoids subtraction;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cross-check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$\sum_{r=1}^{10}r!\left(r^3+6r^2+2r+5\right)=\alpha\,(11!)$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Sequences and series: factorial summation by telescoping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$r^3+6r^2+2r+5=(r+1)(r+2)(r+3)-9(r+1)+8$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$r!\,(\ldots)=(r+3)!-9(r+1)!+8\,r!$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$(r+1)(r+2)(r+3)=r^3+6r^2+11r+6$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$r^3+6r^2+2r+5=(r+1)(r+2)(r+3)-9(r+1)+8$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$r!\,(r^3+6r^2+2r+5)=(r+3)!-9\,(r+1)!+8\,r!$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$\left[(r+3)!-(r+1)!\right]-8\left[(r+1)!-r!\right]$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$\sum_{r=1}^{10}\left[(r+3)!-(r+1)!\right]=\left(4!+\cdots+13!\right)-\left(2!+\cdots+11!\right)=13!+12!-3!-2!=13!+12!-8$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$\sum_{r=1}^{10}\left[(r+1)!-r!\right]=11!-1!=11!-1$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$=13!+12!-8-8\,(11!-1)=13!+12!-8\cdot11!$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$=11!\,(12\cdot13+12-8)=11!\,(156+12-8)=160\cdot11!$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Telescoping by undetermined coefficients: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Telescoping by undetermined coefficients: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$G(r)=r!\,(ar^2+br+c)$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$G(r+1)-G(r)=r!\,(r^3+6r^2+2r+5)$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expands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$G(r)=r!\,(ar^2+br+c)$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$G(r+1)-G(r)=r!\left[(r+1)\left(a(r+1)^2+b(r+1)+c\right)-(ar^2+br+c)\right]$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expands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$ar^3+(2a+b)r^2+(3a+b+c)r+(a+b)$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$r^3+6r^2+2r+5$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$3a+b+c=2$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$G(r)=r!\,(r^2+4r-5)=r!\,(r-1)(r+5)$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$\sum_{r=1}^{10}=G(11)-G(1)$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$G(11)=11!\,(121+44-5)=160\cdot11!$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$160\cdot11!$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more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𝑝𝑜𝑙𝑦𝑛𝑜𝑚𝑖𝑎𝑙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𝑝𝑜𝑙𝑦𝑛𝑜𝑚𝑖𝑎𝑙 𝑜𝑓 𝑜𝑛𝑒 𝑑𝑒𝑔𝑟𝑒𝑒 𝑙𝑒𝑠𝑠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 here: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a telescoped result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trusting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$r\cdot r!=(r+1)!-r!$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$r!\times(\text{polynomial in }r)$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$G(n+1)-G(1)$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$G(r)=r!\times(\text{polynomial of one degree less})$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a cubic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basis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$(r+1)(r+2)(r+3)$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$(r+1)(r+2)$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$(r+3)!$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$(r+2)!$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$\sum_{r=1}^{n}r!\,(r^3+6r^2+2r+5)=(n+1)!\,n(n+6)$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$14=2\cdot1\cdot7$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$11!\cdot160$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a telescoped result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trusting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of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of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$x,x^2,\ldots,x^7$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$(2+x)^9$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sum of selected coefficients and their mean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of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sum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of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$(2+1)^9$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 the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$x^0,x^8,x^9$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sum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19152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${}^9C_1\,2^8$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${}^9C_2\,2^7$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${}^9C_7\,2^2$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$=\frac{{}^9C_1\,2^8+{}^9C_2\,2^7+\cdots+{}^9C_7\,2^2}{7}$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$(1+2)^9-{}^9C_0\,2^9-{}^9C_8\,2^1-{}^9C_9$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$=3^9-2^9-18-1=19683-512-19=19152$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$=\frac{19152}{7}=2736$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2736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over a range of powers is that total minus the omitted end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mean of consecutive coefficients, count the terms carefully: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all ten coefficients sum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19152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over a range of powers is that total minus the omitted end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$(2+x)^9$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${}^9C_k\,2^{9-k}$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$k=0,8,9$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$512,\,18,\,1$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mean of consecutive coefficients, count the terms carefully: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$x^1,\ldots,x^7$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all ten coefficients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$3^9=19683$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$19683-512-18-1=19152=7\times2736$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02 (Set 07)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