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Gap, answer unchanged: the PDF does not say that n(S1 ∩ S2) = 0 (so S2 contributes nothing to the union) and does not justify the three diagonal multisets; both added, plus the explicit alpha = 13*125 - 12. The PDF also ends with a stray 'alpha/beta = 15' that belongs to another question (beta is not defined here); dropped. Brute force: 12 diagonals, union = 201625 = 125*1613.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Algebra 01 (Paper 06)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1–3 (printed Q101–Q103)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Printed as numerical (blank-answer) questions; marking not printed,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a correct answer · 0 otherwise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three successive terms of a G.P. with common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lengths of the sides of a triangle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three successive terms of a G.P. with common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 (r&gt;1)$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lengths of the sides of a triangle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$[r]$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$3[r]+[-r]$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Terms of a G.P. as sides of a triangle, Greatest integer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largest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the sum of the two smaller sides needs checking: it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largest side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the sum of the two smaller sides needs checking: it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$r^2-r-1&lt;0$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three terms of the G.P. be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largest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triangle, the sum of the two smaller sides must exceed the third: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three terms of the G.P.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$\frac{a}{r},\ a,\ ar$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largest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triangle, the sum of the two smaller sides must exceed the third: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$\frac{a}{r}+a&gt;ar$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$1+r&gt;r^2$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$r^2-r-1&lt;0$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$r^2-r-1=0$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$\frac{1\pm\sqrt5}{2}$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$\frac{1-\sqrt5}{2}&lt;r&lt;\frac{1+\sqrt5}{2}$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$r\in\left(1,\frac{1+\sqrt5}{2}\right)$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$\frac{1+\sqrt5}{2}\approx1.618$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$1&lt;r&lt;2$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$[r]=1$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$-2&lt;-r&lt;-1$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$[-r]=-2$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$3[r]+[-r]=3-2=1$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Avoid the surds: with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pins down both floors.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Avoid the surds: with sides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$1,r,r^2$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polynomial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$f(r)=r^2-r-1$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pins down both floors.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largest side is the third term; the condition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(sides scaled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(𝑟𝑜𝑜𝑡)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largest side is the third term; 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$f(r)=r^2-r-1&lt;0$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(sides scaled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 r,\ 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$r&gt;\frac12$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$f(r)&lt;0$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$1&lt;r&lt;\text{(root)}&lt;2$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$[r]=1$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non-integer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non-integer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$[-x]=-[x]-1$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$[-r]=-1-1=-2$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$3[r]+[-r]=3(1)+(-2)=1$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Sides in G.P.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triangle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golden ratio).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condition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non-integer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Use it to evaluate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locate a root of a polynomial inequality for floor-type questions, a sign check at consecutive integers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enough; no surds are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Sides in G.P.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$a,ar,ar^2$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triangle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$r^2&lt;r+1$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$1&lt;r&lt;\frac{1+\sqrt5}{2}$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golden ratio).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$r&gt;\frac{\sqrt5-1}{2}$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$r\to1/r$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non-integer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$[x]+[-x]=-1$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$[x]+[-x]=0$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Use it to evaluate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locate a root of a polynomial inequality for floor-type questions, a sign check at consecutive integers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$f(1)&lt;0&lt;f(2)$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enough; no surds are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$x^2-7x-1=0$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$\frac{\alpha^{21}+\beta^{21}+\alpha^{17}+\beta^{17}}{\alpha^{19}+\beta^{19}}$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Roots of a quadratic equation and power sums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root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power sums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obey the same recurrence.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root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$x^{n+2}=7x^{n+1}+x^n$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power sums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$S_n=\alpha^n+\beta^n$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obey the same recurrence.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adding (Newton's theorem),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$x^2-7x-1=0$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$\alpha^2=7\alpha+1$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$\beta^2=7\beta+1$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adding (Newton's theorem),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$S_n=\alpha^n+\beta^n$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$S_{n+2}-7S_{n+1}-S_n=0$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$S_{21}-7S_{20}-S_{19}=0$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$S_{21}-7S_{20}=S_{19}$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$S_{20}-7S_{19}-S_{18}=0$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$S_{18}=S_{20}-7S_{19}$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$S_{19}-7S_{18}-S_{17}=0$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$S_{17}=S_{19}-7S_{18}$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$\frac{S_{21}+S_{17}}{S_{19}}=\frac{S_{21}+S_{19}-7S_{18}}{S_{19}}=\frac{S_{21}+S_{19}-7(S_{20}-7S_{19})}{S_{19}}$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$=\frac{50S_{19}+(S_{21}-7S_{20})}{S_{19}}=\frac{50S_{19}+S_{19}}{S_{19}}$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$=51\cdot\frac{S_{19}}{S_{19}}=51$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numerator factors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$\alpha\beta=-1$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$\alpha^{-2}=\beta^2$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numerator factors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$\alpha^{19}(\alpha^2+\beta^2)+\beta^{19}(\beta^2+\alpha^2)$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$x^2-7x-1=0$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$\frac1\alpha=-\beta$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$\frac1\beta=-\alpha$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$\alpha^{-2}=\beta^2$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$\beta^{-2}=\alpha^2$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$\alpha^{21}+\alpha^{17}=\alpha^{19}\left(\alpha^2+\alpha^{-2}\right)=\alpha^{19}(\alpha^2+\beta^2)$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numerator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ratio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$\beta^{21}+\beta^{17}=\beta^{19}(\beta^2+\beta^{-2})=\beta^{19}(\alpha^2+\beta^2)$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$(\alpha^2+\beta^2)(\alpha^{19}+\beta^{19})$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ratio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$\alpha^2+\beta^2=(\alpha+\beta)^2-2\alpha\beta=49+2=51$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sums of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18557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18564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$\alpha^{-2}=\beta^2$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$S_{n+2}+S_{n-2}=(\alpha^2+\beta^2)\,S_n=S_2S_n$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sums of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$x^2-px+q=0$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$S_{n+2}=pS_{n+1}-qS_n$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$S_0=2,\ S_1=p$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$p=7,\ q=-1$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$S_1=7,\ S_2=51,\ S_3=364,\ S_4=2599,\ S_5=18557$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$S_5+S_1=18564=51\times364=S_2S_3$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236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set of all real matrices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𝑎𝑛𝑑 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𝑎𝑛𝑑 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𝑎𝑛𝑑 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236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set of all real matrices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$S=\{-3,-2,-1,1,2\}$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$S_1=\{A=[a_{ij}]\in M: A=A^T \text{ and } a_{ij}\in S\ \forall\ i,j\}$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$S_2=\{A=[a_{ij}]\in M: A=-A^T \text{ and } a_{ij}\in S\ \forall\ i,j\}$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$S_3=\{A=[a_{ij}]\in M: a_{11}+a_{22}+a_{33}=0 \text{ and } a_{ij}\in S\ \forall\ i,j\}$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$n(S_1\cup S_2\cup S_3)=125\alpha$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324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Symmetric and skew-symmetric matrices, Counting and the inclusion–exclusion principle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skew-symmetric matrix has zero diagonal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left, via inclusion–exclusion.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skew-symmetric matrix has zero diagonal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$0\notin 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$S_2=\varnothing$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$S_1\cup S_3$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left, via inclusion–exclusion.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nine entries, each chosen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6 entries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free: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diagonal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only multisets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$A=[a_{ij}]$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nine entries, each chosen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$A=A^T$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$a_{ji}=a_{ij}$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6 entries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$a_{11},a_{22},a_{33},a_{12},a_{13},a_{23}$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free: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$n(S_1)=5^3\times5^3=5^6$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$A=-A^T$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$a_{ii}=0$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$0\notin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$S_1\cap S_2=\varnothing$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$(a_{11},a_{22},a_{33})$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only multisets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$\{1,2,-3\}$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$\{1,1,-2\}$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$\{-1,-1,2\}$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triples,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diagonals; the other six entries are free: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symmetric with trace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diagonals and only 3 free off-diagonal entries,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$3!=6$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triples,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diagonals; the other six entries are free: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$n(S_3)=12\times5^6$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$S_1\cap 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symmetric with trace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diagonals and only 3 free off-diagonal entries,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$n(S_1\cap S_3)=12\times5^3$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$n(S_1\cup S_2\cup S_3)=5^6+0+12\cdot5^6-12\cdot5^3=5^6(1+12)-12\times5^3=5^3\left[13\times5^3-12\right]$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$5^3[13\times5^3-12]=125\alpha$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$\alpha=13\times125-12=1625-12=1613$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1613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union into two disjoint pieces: all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plus the symmetric matrices that are not 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(trace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no intersection is subtracted.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union into two disjoint pieces: all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plus the symmetric matrices that are not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(trace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$\neq0$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no intersection is subtracted.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union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disjoint union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Diagonals: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triples in all, of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non-zero trace.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187500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$S_2=\varnothing$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union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$S_1\cup 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disjoint union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$S_3\ \cup\ (S_1\setminus S_3)$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Diagonals: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$5^3=125$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triples in all, of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non-zero trace.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$n(S_3)=12\times5^6=187500$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symmetric matrices with trace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diagonals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off-diagonals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187500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201625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$n(S_1\setminus S_3)$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symmetric matrices with trace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diagonals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off-diagonals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$=14125$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$=187500+14125=201625=125\times1613$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$\alpha=1613$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1613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skew-symmetric matrix has zero diagonal;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allowed entry, the set of such matrices is empty. A 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has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free entries (6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 skew-symmetric one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with a condition on a part of the entries (such as the trace): count the allowed diagonals separately and multiply by the number of free choices of the remaining entries.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skew-symmetric matrix has zero diagonal;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allowed entry, the set of such matrices is empty. A 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$\frac{n(n+1)}{2}$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free entries (6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 skew-symmetric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$\frac{n(n-1)}{2}$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with a condition on a part of the entries (such as the trace): count the allowed diagonals separately and multiply by the number of free choices of the remaining entries.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ordered triples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summing to 0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sort by multiset and count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arrangements.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disjoint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interchangeable; pick whichever needs fewer new counts.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ordered triples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$\{-3,-2,-1,1,2\}$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summing to 0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sort by multiset and count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arrangements.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$n(A\cup B)=n(A)+n(B)-n(A\cap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disjoint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$n(A\cup B)=n(B)+n(A\setminus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interchangeable; pick whichever needs fewer new counts.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2.33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3 questions, 12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Algebra 01 (Paper 06) Questions 1–3 (printed Q101–Q103)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2.33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