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2.0</c:v>
                </c:pt>
                <c:pt idx="4">
                  <c:v>2.0</c:v>
                </c:pt>
                <c:pt idx="5">
                  <c:v>3.0</c:v>
                </c:pt>
                <c:pt idx="6">
                  <c:v>1.0</c:v>
                </c:pt>
                <c:pt idx="7">
                  <c:v>2.0</c:v>
                </c:pt>
                <c:pt idx="8">
                  <c:v>3.0</c:v>
                </c:pt>
                <c:pt idx="9">
                  <c:v>4.0</c:v>
                </c:pt>
                <c:pt idx="10">
                  <c:v>2.0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2.0</c:v>
                </c:pt>
                <c:pt idx="15">
                  <c:v>3.0</c:v>
                </c:pt>
                <c:pt idx="16">
                  <c:v>1.0</c:v>
                </c:pt>
                <c:pt idx="17">
                  <c:v>3.0</c:v>
                </c:pt>
                <c:pt idx="18">
                  <c:v>2.0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Part (d): the PDF ends with '(1/(n+1)){1}' without saying why the bracket equals 1. The justification (the alternating sum of all binomial coefficients of order n+1 is 0, so the bracket equals C(n+1,0)=1) is added. Parts (a)-(c) are as printed; (a)'s intermediate factorial form is replaced by the equivalent ratio C(n,r)/C(n,r-1)=(n-r+1)/r.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answer line for 7 is blank and its working stops at 2S = 2^{2n} - C(2n,n) without stating the value of sum C_i^2 or expanding binomial(2n,n) to match the required form. Those two steps are added. (The problem prints 2n!/(2(n!)^2), which must be read as (2n)!/(2 (n!)^2); the statement is only true with (2n)!.)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lists 2^200 = 4^100 = 16^50 = 32^40 and concludes 'least value 16+50 = 66' without showing that the other divisors give larger sums. A short check of the divisors k of 200 is added. The answer 66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part (b) the PDF's displayed lines are garbled (the exponent n(n+1)/2 - 1 is printed as (n^2+n-2)/2 and the factor x^{n(n+1)/2} is not explained). The substitution x -&gt; 1/x is restated cleanly as P(1/x) = P(x)/x^N. In part (c) the PDF's step 'a0+a2+...+an = (n+1)!/2' follows from the two equations; both equations are shown explicitly here. Result unchanged. Note: the PDF's answer line gives only part (a).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step writes 5^89{5+25+125}, treating x{x}+(x{x})^2+(x{x})^3 as 5^89(5+5^2+5^3). That is wrong: (x{x})^2 = 5^178, not 5^89*25. The correct expression is y+y^2+y^3 with y = 5^89, reduced modulo 31 using 5^3 = 125 = 1 (mod 31). The remainder 0 is unchanged (verified: (5^89 + 5^178 + 5^267) mod 31 = 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solves t^3 = 3^12 as t = 3^9 and gets |x-2| = 9, x = 11, -7. Correct: t^3 = 3^12 gives t = 3^4, so |x-2| = 4 and x = 6, -2. The sum is 4 in both cases (11 + (-7) = 6 + (-2) = 4), so the key 4 is right, but the printed values of x are wrong (verified: for |x-2|=4, T6 = 21*3^3 = 567; for |x-2|=9, T6 = 21*3^18, not 567).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'2^{3n} + (1+w)^{3n} + (1+w^2)^{3n} = 3[T_n]' is correct but its justification is a garbled list (the sum 2*C0 + C1(-1) + C2(-1) + 2*C3 + ... is shown incompletely, with '+ (A)' added mid-line). The root-of-unity filter is restated step by step. The simplification (-1)^{3n} has the same parity as (-1)^n. The final value 2 is unchanged (checked n = 1..6).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uses the formula (n+1)/(1+|a/b|) - 1 &lt;= i &lt;= (n+1)/(1+|a/b|), where its 'i' is the index r of T_{r+1}, obtains 3.5 &lt;= i &lt;= 4.5, i = 4, and only then says 'so term will be 5th'. The index r and the term number i of the question are confused (the paragraph asks for the term number). The step is restated with r = 4 giving the term number i = r+1 = 5. Answer (B)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'n = 8, so greatest coefficient will be middle term' - that is only true for the binomial coefficients C(8,r); the coefficients of (1+2x)^8 are C(8,r)*2^r, whose maximum is not in the middle (the middle term would give k = 5 only, answer 5, which is not an option). The correct reasoning is given above: two equal greatest coefficients at k = 6 and 7, sum 13, which does agree with the key (D).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Part (C): the PDF first writes '[C] -&gt; Q' and then differentiates (x^n + x^{n+1} + x^{n+2})^n (the identity x*(1+x+x^2)^n = (x^n+x^{n+1}+x^{n+2})^n is false; the correct factorisation is x(1+x+x^2)^n only) and ends with n(n+1), which is not an option. The correct value is f(-1) + (-1)f'(-1) = 1 + n, i.e. (P), which matches the printed key (C - P). Part (D) has no working in the PDF (it only appears in the key); f(-2) = 3^n added. The key itself (A-S, B-Q, C-P, D-S)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Binomial Theorem (Exercise C-II)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C2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/ Integer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subjective / integer)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$f(x)=1-x+x^2-x^3+\dots+x^{16}-x^{17}=a_0+a_1(1+x)+a_2(1+x)^2+\dots+a_{17}(1+x)^{17}$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 about a shifted point (re-centring a polynomial)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the series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a coefficient of a binomial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the series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$\frac{1-x^{18}}{1+x}$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a coefficient of a binomial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G.P.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$f(x)=1-x+x^2-\dots-x^{17}$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$f(x)=\frac{1-(-x)^{18}}{1-(-x)}=\frac{1-x^{18}}{1+x}$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$\frac{1-x^{18}}{1+x}=a_0+a_1(1+x)+\dots+a_{17}(1+x)^{17}$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$1-x^{18}=a_0(1+x)+a_1(1+x)^2+a_2(1+x)^3+\dots+a_{17}(1+x)^{18}$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left-hand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$1-(t-1)^{18}=a_0t+a_1t^2+a_2t^3+\dots+a_{17}t^{18}$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left-hand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$(t-1)^{18}=(1-t)^{18}=\binom{18}{0}-\binom{18}{1}t+\binom{18}{2}t^2-\binom{18}{3}t^3+\dots$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$1-(1-t)^{18}$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$+\binom{18}{3}$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$a_2=\binom{18}{3}=\frac{18\cdot17\cdot16}{3\cdot2\cdot1}=816$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every power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with the hockey-stick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every power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$(-x)^j=(1-t)^j$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$t=1+x$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with the hockey-stick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hockey-stick identity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$-x=1-t$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$f=\sum_{j=0}^{17}(1-t)^j$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$(1-t)^j$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$(-1)^2\binom{j}{2}=\binom{j}{2}$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$a_2=\sum_{j=0}^{17}\binom{j}{2}$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hockey-stick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$\sum_{j=2}^{17}\binom{j}{2}=\binom{18}{3}$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$a_2=\binom{18}{3}=816$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re-centred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Hockey-stick: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G.P. with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collapses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the denominator is the standard way to make the shifted-power coefficients visible.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$1-x+x^2-\dots$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re-centred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$\sum_{j=0}^{N-1}(1-t)^j=\frac{1-(1-t)^N}{t}$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$a_k=(-1)^k\binom{N}{k+1}$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Hockey-stick: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$\sum_{j=k}^{m}\binom{j}{k}=\binom{m+1}{k+1}$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$\binom{18}{3}=816$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G.P.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collapses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$\frac{1-(-x)^N}{1+x}$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the denominator is the standard way to make the shifted-power coefficients visible.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$a=4^{1/401}-1$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$b_n=\binom{n}{1}+\binom{n}{2}a+\binom{n}{3}a^2+\dots+\binom{n}{n}a^{n-1}$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$(b_{2006}-b_{2005})$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Summation of binomial series with a parameter (closed form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Summation of binomial series with a parameter (closed form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\binom{n}{r}a^{r-1}$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complete the binomial expansion: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complete the binomial expansion: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$ab_n=(1+a)^n-1$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 completes the expansion: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$b_n=\binom{n}{1}+\binom{n}{2}a+\binom{n}{3}a^2+\dots+\binom{n}{n}a^{n-1}$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$ab_n=\binom{n}{1}a+\binom{n}{2}a^2+\dots+\binom{n}{n}a^{n}$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$\binom{n}{0}$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 completes the 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$ab_n+\binom{n}{0}=(1+a)^n$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$ab_n=(1+a)^n-1$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$b_{2006}=\frac{(1+a)^{2006}}{a}-\frac{1}{a}$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$b_{2005}=\frac{(1+a)^{2005}}{a}-\frac{1}{a}$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$b_{2006}-b_{2005}=\frac{(1+a)^{2006}-(1+a)^{2005}}{a}=\frac{(1+a)^{2005}\{1+a-1\}}{a}=(1+a)^{2005}$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$1+a=4^{1/401}$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$(1+a)^{2005}=4^{2005/401}=4^{5}=2^{10}=1024$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$2^{10}=1024$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Pascal's rule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Pascal's rule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$\binom{n+1}{k}=\binom{n}{k}+\binom{n}{k-1}$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recurrence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$b_{n+1}-b_n=(1+a)^n$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part gives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has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part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$b_{n+1}=\sum_{k=1}^{n+1}\binom{n+1}{k}a^{k-1}$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$\binom{n+1}{k}=\binom{n}{k}+\binom{n}{k-1}$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part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$\sum_{k=1}^{n}\binom{n}{k}a^{k-1}=b_n$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$\binom{n}{n+1}=0$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$\sum_{k=1}^{n+1}\binom{n}{k-1}a^{k-1}=\sum_{j=0}^{n}\binom{n}{j}a^j=(1+a)^n$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division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$b_{n+1}-b_n=(1+a)^n$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division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$b_{2006}-b_{2005}=(1+a)^{2005}=4^{2005/401}=4^5=1024$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$2^{10}=1024$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'divide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trick turns a shifted-power binomial sum into a closed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Consecutive differences telescope neatly: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parameters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perfect power: always reduce the exponent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$\sum_{k=1}^{n}\binom{n}{k}a^{k-1}=\frac{(1+a)^n-1}{a}$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'divide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trick turns a shifted-power binomial sum into a closed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Consecutive differences telescope neatly: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$b_{n+1}-b_n=(1+a)^n$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$b_2-b_1=(2+1)-1=2=2^1$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parameters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$4^{1/401}$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$(1+a)^{2005}$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perfect power: always reduce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$2005/401=5$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$a=3^{1/223}+1$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$f(n)=\binom{n}{0}a^{n-1}-\binom{n}{1}a^{n-2}+\binom{n}{2}a^{n-3}-\dots+(-1)^{n-1}\binom{n}{n-1}a^{0}$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$f(2007)+f(2008)=9k$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Alternating binomial sums and closed form via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Alternating binomial sums and closed form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complete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complete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$(a-1)^n$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$af(n)+(-1)^n=(a-1)^n$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missing last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complete the expansion: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$a=3^{1/223}+1$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$a-1=3^{1/223}$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$f(n)=\binom{n}{0}a^{n-1}-\binom{n}{1}a^{n-2}+\dots+(-1)^{n-1}\binom{n}{n-1}a^0$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$af(n)=\binom{n}{0}a^n-\binom{n}{1}a^{n-1}+\dots+(-1)^{n-1}\binom{n}{n-1}a$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missing last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$(-1)^n\binom{n}{n}a^0$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complete the 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$af(n)+(-1)^n=(a-1)^n$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$af(2007)-1=(a-1)^{2007}$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$af(2008)+1=(a-1)^{2008}$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$a\{f(2007)+f(2008)\}=(a-1)^{2007}\{1+(a-1)\}=a(a-1)^{2007}$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$f(2007)+f(2008)=(a-1)^{2007}=3^{2007/223}=3^{9}$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$2007=223\times9$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$3^9=9k\Rightarrow k=3^7=2187$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2187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$2187$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$a^n-b^n$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$f(n)=\sum_{k=0}^{n-1}(a-1)^k(-1)^{n-1-k}$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$f(n+1)+f(n)=(a-1)^n$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factorisation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$\frac{(a-1)^n-(-1)^n}{a}$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$u-v=a$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factorisation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$u^n-v^n=(u-v)\sum_{k=0}^{n-1}u^kv^{n-1-k}$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$f(n)=\sum_{k=0}^{n-1}(a-1)^k(-1)^{n-1-k}$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$f(n+1)=\sum_{k=0}^{n}(a-1)^k(-1)^{n-k}=(a-1)^n-\sum_{k=0}^{n-1}(a-1)^k(-1)^{n-1-k}=(a-1)^n-f(n)$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$f(n+1)+f(n)=(a-1)^n$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$f(2008)+f(2007)=(a-1)^{2007}=3^{9}=9\cdot2187$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$k=2187$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2187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$2187$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pattern with plus signs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with this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Design pattern: exponents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chosen so the final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- always reduce the exponent before computing.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$\sum_{k=0}^{n-1}(-1)^k\binom{n}{k}a^{n-1-k}=\frac{(a-1)^n-(-1)^n}{a}$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pattern with plus signs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$\frac{(a+1)^n-1}{a}$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with this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$f(n+1)+f(n)=(a-1)^n$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$f(2)=\binom20\cdot2-\binom21=0$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$f(2)+f(1)=1=(2-1)^1$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Design pattern: exponents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$2007/223=9$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chosen so the final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- always reduce the exponent before computing.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Find the value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$P=(2+\sqrt{3})^5$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$f=P-[P]$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$\left(\frac{f^2}{1-f}\right)$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Integral and fractional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(binomial theorem)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Integral and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$(a+\sqrt{b})^n$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(binomial theorem)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conjugate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conjugate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$F=(2-\sqrt3)^5$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$I+f+F$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$f+F=1$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$(I+f)F=1$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odd powers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an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$P=I+f=(2+\sqrt3)^5$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$I=[P]$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$F=(2-\sqrt3)^5$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$I+f+F=2\left[\binom50 2^5+\binom52 2^3\cdot3+\binom54 2\cdot3^2\right]$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odd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$=2[32+10\cdot24+5\cdot18]=2[32+240+90]=724$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$0&lt;f+F&lt;2$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is an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$I=723$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$(I+f)F=(2+\sqrt3)^5(2-\sqrt3)^5=1$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$([P]+f)F=1$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$[P]=\frac{1}{F}-f=\frac{1}{1-f}-f=\frac{1-f+f^2}{1-f}=1+\frac{f^2}{1-f}$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$723=1+\frac{f^2}{1-f}\Rightarrow\frac{f^2}{1-f}=722$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722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724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express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$P+Q=724$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$f=1-Q$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$\frac{f^2}{1-f}=\frac{(1-Q)^2}{Q}=P+Q-2$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$Q=(2-\sqrt3)^5$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$P+Q=u_5$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$u_n=(2+\sqrt3)^n+(2-\sqrt3)^n$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$u_{n+1}=4u_n-u_{n-1}$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$z^2-4z+1=0$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$u_0=2,\ u_1=4,\ u_2=14,\ u_3=52,\ u_4=194,\ u_5=724$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$P+Q=724$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$0&lt;Q&lt;1$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$P=724-Q$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$[P]=723$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$f=P-723=1-Q$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$1-f=Q$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$\frac{f^2}{1-f}=\frac{(1-Q)^2}{Q}=\frac{1}{Q}-2+Q=P-2+Q$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$\frac1Q=P$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$=724-2=722$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722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here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recurrence: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expanding the binomial.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immediate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$0&lt;a-\sqrt 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$P=(a+\sqrt 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$Q=(a-\sqrt b)^n=\frac1P$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$0&lt;Q&lt;1$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here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$a-\sqrt 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recurrence: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$u_n=P+Q$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$u_{n+1}=2a\,u_n-(a^2-b)u_{n-1}$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expanding the binomial.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$f^2/(1-f)=P+Q-2$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$P\cdot(1-f)=1$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immediate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72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72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$C_r=\binom{n}{r}$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$\frac{C_1}{C_0}+\frac{2C_2}{C_1}+\frac{3C_3}{C_2}+\dots+\frac{nC_n}{C_{n-1}}=\frac{n(n+1)}{2}$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$C_0+\frac{C_1}{2}+\frac{C_2}{3}+\dots+\frac{C_n}{n+1}=\frac{2^{n+1}-1}{n+1}$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$2C_0+\frac{2^2C_1}{2}+\frac{2^3C_2}{3}+\dots+\frac{2^{n+1}C_n}{n+1}=\frac{3^{n+1}-1}{n+1}$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$C_0-\frac{C_1}{2}+\frac{C_2}{3}-\dots+(-1)^n\frac{C_n}{n+1}=\frac{1}{n+1}$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 identities and summation of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$\frac{1}{r+1}\binom{n}{r}=\frac{1}{n+1}\binom{n+1}{r+1}$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$\frac{\binom nr}{\binom n{r-1}}=\frac{n-r+1}{r}$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general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$\frac{r\binom{n}{r}}{\binom{n}{r-1}}$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nr=\frac{n-r+1}{r}\binom n{r-1}$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So the sum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sum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So 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general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$\sum_{r=1}^{n}(n-r+1)=n^2-\frac{n(n+1)}{2}+n=\frac{2n^2-n^2-n+2n}{2}=\frac{n^2+n}{2}=\frac{n(n+1)}{2}$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$\sum_{r=0}^{n}\frac{\binom nr}{r+1}$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$\frac{1}{r+1}\binom nr=\frac{1}{n+1}\binom{n+1}{r+1}$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$\frac{1}{n+1}\left[\binom{n+1}{1}+\binom{n+1}{2}+\dots+\binom{n+1}{n+1}\right]=\frac{1}{n+1}\left[2^{n+1}-\binom{n+1}{0}\right]=\frac{2^{n+1}-1}{n+1}$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$\frac{2^{r+1}\binom nr}{r+1}=\frac{2^{r+1}}{n+1}\binom{n+1}{r+1}$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Summing,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general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Since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bracket equals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Summing,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$\frac{1}{n+1}\left[2\binom{n+1}{1}+2^2\binom{n+1}{2}+\dots+2^{n+1}\binom{n+1}{n+1}\right]=\frac{1}{n+1}\left[(1+2)^{n+1}-1\right]=\frac{3^{n+1}-1}{n+1}$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$\frac{(-1)^r\binom nr}{r+1}=\frac{(-1)^r}{n+1}\binom{n+1}{r+1}$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$\frac{1}{n+1}\left[\binom{n+1}{1}-\binom{n+1}{2}+\binom{n+1}{3}-\dots+(-1)^n\binom{n+1}{n+1}\right]$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$\binom{n+1}{0}-\binom{n+1}{1}+\binom{n+1}{2}-\dots=(1-1)^{n+1}=0$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bracket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$\binom{n+1}{0}=1$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All four identities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over suitable intervals: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produces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over suitable intervals: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x^r\,dx=\frac{x^{r+1}}{r+1}$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produces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left side is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$\int_0^1(1+x)^n\,dx=\sum_{r=0}^{n}\binom nr\int_0^1x^r\,dx=\sum_{r=0}^{n}\frac{\binom nr}{r+1}$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$\left[\frac{(1+x)^{n+1}}{n+1}\right]_0^1=\frac{2^{n+1}-1}{n+1}$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$\int_0^2(1+x)^n\,dx=\sum_{r=0}^{n}\binom nr\frac{2^{r+1}}{r+1}$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is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not an integral sum;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each term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$\int_0^1(1-x)^n\,dx=\sum_{r=0}^{n}(-1)^r\binom nr\frac{1}{r+1}$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$\left[-\frac{(1-x)^{n+1}}{n+1}\right]_0^1=\frac{1}{n+1}$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not an integral sum;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$\frac{C_r}{C_{r-1}}=\frac{n-r+1}{r}$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each term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$n+(n-1)+\dots+1=\frac{n(n+1)}{2}$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All four identities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any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parts (b), (c), (d)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ratio of consecutive binomial coefficients, the key to every sum of the 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$\frac{1}{r+1}\binom nr=\frac{1}{n+1}\binom{n+1}{r+1}$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$\sum\frac{\binom nr}{r+1}x^{r+1}$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$\frac{(1+x)^{n+1}-1}{n+1}$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$\sum_{r=0}^{n}\binom nr\frac{x^{r+1}}{r+1}=\frac{(1+x)^{n+1}-1}{n+1}$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parts (b), (c), (d)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$1+1+\frac13=\frac73=\frac{2^3-1}{3}$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$\frac{\binom nr}{\binom n{r-1}}=\frac{n-r+1}{r}$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ratio of consecutive binomial coefficients, the key to every sum of the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r\frac{C_r}{C_{r-1}}$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 natural numbers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$\sum_{r=0}^{100}\sum_{s=0}^{100}\left(C_r^2+C_s^2+C_rC_s\right)=m\left(\binom{2n}{n}\right)+2^{p}$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 natural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$(m+n+p)$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binomial coefficients: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binomial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C_r^2$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double sum: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match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double sum: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C_r^2=\binom{200}{100}$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C_r=2^{100}$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match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$m\binom{2n}{n}+2^p$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each fixed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compare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double sum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$C_r=\binom{100}{r}$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each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$\sum_{s=0}^{100}\left(C_r^2+C_s^2+C_rC_s\right)=101\,C_r^2+\sum_{s}C_s^2+C_r\sum_{s}C_s$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$p'=\sum_{s=0}^{100}C_s^2$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$q=\sum_{s=0}^{100}C_s$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$(x+1)^{100}=\sum C_rx^{100-r}$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compare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$p'=\binom{200}{100}$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double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$\sum_{r=0}^{100}\left[101\,C_r^2+\binom{200}{100}+2^{100}C_r\right]$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even).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$=101\sum C_r^2+101\binom{200}{100}+2^{100}\sum C_r=101\binom{200}{100}+101\binom{200}{100}+2^{100}\cdot2^{100}$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$=202\binom{200}{100}+2^{200}$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$m\binom{2n}{n}+2^p$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even).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$m+n+p=202+100+200=502$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$502$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counting committees instead of comparing coefficients, then use symmetry of the three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C_r^2=\binom{200}{100}$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counting committees instead of comparing coefficients, then use symmetry of the three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100 men and 100 women choose a committee of 100. Counting by the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men gives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counting directly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subsets of a 100-set give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double sum is symmetric: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100 men and 100 women choose a committee of 100. Counting by the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men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$\sum_r\binom{100}{r}\binom{100}{100-r}=\sum_r C_r^2$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$\binom{100}{100-r}=C_r$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counting directly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$\binom{200}{100}$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$\sum_rC_r^2=\binom{200}{100}$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subsets of a 100-set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$\sum_rC_r=2^{100}$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double sum is 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$\sum_{r,s}C_r^2=\sum_{r,s}C_s^2=101\sum_rC_r^2$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$\sum_{r,s}C_rC_s=\left(\sum_rC_r\right)^2$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$=2\cdot101\binom{200}{100}+\left(2^{100}\right)^2=202\binom{200}{100}+2^{200}$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$m+n+p=502$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$502$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double sum factorises.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matching forms with even parameters is only a bookkeeping step (it assumes this representation is the intended one).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$\sum_{r=0}^{n}\binom nr^2=\binom{2n}{n}$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$1+9+9+1=20=\binom63$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$\sum_{r}\sum_{s}f(r)g(s)=\left(\sum f\right)\left(\sum g\right)$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$\sum_{r,s}C_rC_s=(2^n)^2$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$\sum_{r,s}C_r^2=(n+1)\binom{2n}{n}$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double sum factorises.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$202\binom{200}{100}+2^{200}$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matching forms with even parameters is only a bookkeeping step (it assumes this representation is the intended one).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show that the sum of the products of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taken two at a time, represented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$(1+x)^n=C_0+C_1x+C_2x^2+\dots+C_nx^n$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show that the sum of the products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taken two at a time, represented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$\sum\sum_{0\le i&lt;j\le n}C_iC_j$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$2^{2n-1}-\frac{2n!}{2(n!)^2}$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binomial coefficients (sum of products taken two at a time)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sum of the coefficients: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sum of the coefficients: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$\left(\sum C_i\right)^2=\sum C_i^2+2\sum_{i&lt;j}C_iC_j$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$S=\sum\sum_{0\le i&lt;j\le n}C_iC_j$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$(a_0+a_1+\dots+a_n)^2=\sum a_i^2+2\sum_{i&lt;j}a_ia_j$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$S=\frac{1}{2}\left[(C_0+C_1+\dots+C_n)^2-\left(C_0^2+C_1^2+\dots+C_n^2\right)\right]$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$C_0+C_1+\dots+C_n=2^n$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$C_0^2+C_1^2+\dots+C_n^2=\binom{2n}{n}=\frac{(2n)!}{(n!)^2}$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$2S=2^{2n}-\binom{2n}{n}$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$S=2^{2n-1}-\frac{\binom{2n}{n}}{2}=2^{2n-1}-\frac{(2n)!}{2(n!)^2}$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products via the Laurent polynomial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constant term collects the diagonal,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symmetry splits the rest equally.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products via the Laurent polynomial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$(1+x)^n(1+x^{-1})^n=\sum_{i,j}C_iC_jx^{i-j}$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constant term collects the diagonal,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x^{-1}$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symmetry splits the rest equally.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(all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the left side it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powers)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powers) have equal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$(1+x)^n\left(1+\frac1x\right)^n=\frac{(1+x)^{2n}}{x^n}=\sum_{i,j}C_iC_jx^{i-j}$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(all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C_i^2$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the left side it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$i&lt;j$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powers)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$i&gt;j$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powers) have equal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$2^{2n}=\binom{2n}{n}+2S$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$S=2^{2n-1}-\frac{1}{2}\binom{2n}{n}=2^{2n-1}-\frac{(2n)!}{2(n!)^2}$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numbers;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Constant-term trick: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constant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proof of Vandermonde's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the sum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pair-sum includes each unordered pair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$\sum_{i&lt;j}a_ia_j=\frac12\left[\left(\sum a_i\right)^2-\sum a_i^2\right]$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numbers;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$a_i=\binom ni$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$2^{2n-1}-\frac12\binom{2n}{n}$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$1\cdot2+1\cdot1+2\cdot1=5=8-3$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Constant-term trick: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$\left[(1+x)(1+x^{-1})\right]^n$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constant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C_i^2$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proof of Vandermonde's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the sum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$i\neq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$2^{2n}-\binom{2n}{n}$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pair-sum includes each unordered pair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least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$S_1=\sum\sum_{0\le i&lt;j\le100}C_iC_j$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$S_2=\sum\sum_{0\le j&lt;i\le100}C_iC_j$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$S_3=\sum\sum_{0\le i=j\le100}C_iC_j$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$S_1+S_2+S_3=a^b$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binomial coefficients: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Powers and divisors (least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binomial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$\left(\sum C_r\right)^2$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Powers and divisors (least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$a^b=2^{200}$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cover every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total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$S_1,S_2,S_3$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cover every ordered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total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$\left(\sum C_r\right)^2=2^{200}$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index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give all ordered pairs,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p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divisor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index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$i&lt;j$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$j&lt;i$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give all ordered pairs,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$S_1+S_2+S_3=\sum_{i=0}^{100}\sum_{j=0}^{100}C_iC_j$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$\left(\binom{100}{0}+\binom{100}{1}+\dots+\binom{100}{100}\right)^2=\left(2^{100}\right)^2=2^{200}$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$a^b=2^{200}$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$b=\frac{200}{k}$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divisor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larger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larger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$2^{200}=4^{100}=16^{50}=32^{40}=\dots$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$a+b=2^k+\frac{200}{k}$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$k=1:202$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$k=2:104$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$k=4:16+50=66$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$k=5:32+40=72$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$k=8:256+25=281$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larger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larger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$16+50=66$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ordered pairs of subsets of a 100-element set: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minimise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size.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ordered pairs of subsets of a 100-element set: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$\sum_{i,j}\binom{100}{i}\binom{100}{j}=2^{100}\cdot2^{100}$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minimise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$2^k+\frac{200}{k}$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size.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summed over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subsets of a 100-element set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for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total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$\sum_i\binom{100}{i}\binom{100}{j}$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summed over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subsets of a 100-element set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for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$S_1+S_2+S_3$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$kb=200$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$a+b=2^k+\frac{200}{k}$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doubles with each step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slowly; comparing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divisor),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shows the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doubles with each step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$\frac{200}{k}$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slowly; comparing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divisor),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shows the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'all ordered pairs' collapses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minimise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divisors.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Pitfall: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natural number,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non-divisor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not allowed.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$\left(\sum_iC_i\right)\left(\sum_jC_j\right)=\sum_{i,j}C_iC_j=S_{i&lt;j}+S_{i&gt;j}+S_{i=j}$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'all ordered pairs' collapses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$(2^n)^2$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$a^b=N=2^{E}$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$k\mid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minimise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$2^k+\frac{E}{k}$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divisors.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Pitfall: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natural number,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non-divisor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not allowed.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95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multiplied together and the terms of the product are arranged in increasing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form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how many terms are there in the product?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show that the coefficients of the terms in the product, equidistant from the beginning and end,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show that the sum of the odd coefficients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the even coefficients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95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$1+x,\ 1+x+x^2,\ 1+x+x^2+x^3,\dots,1+x+x^2+\dots+x^n$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multiplied together and the terms of the product are arranged in increasing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$a_0+a_1x+a_2x^2+\dots$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how many terms are there in the product?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show that the coefficients of the terms in the product, equidistant from the beginning and end,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show that the sum of the odd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the even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$=\frac{(n+1)!}{2}$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Multinomial product of polynomials: number of terms, symmetry and sums of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Degrees add up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returns the same polynomial;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the 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Degrees add up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$\frac{n(n+1)}{2}$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replacing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returns the same polynomial;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the 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$P(x)=(1+x)(1+x+x^2)\cdots(1+x+\dots+x^n)=a_0+a_1x+a_2x^2+\dots+a_Nx^N$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highest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powers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every factor: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coefficients,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highest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$1+2+3+\dots+n=\frac{n(n+1)}{2}=N$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$x^0,x^1,\dots,x^N$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$1+\frac{n(n+1)}{2}=\frac{n^2+n+2}{2}$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every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$1+\frac1x+\dots+\frac1{x^k}=\frac{x^k+x^{k-1}+\dots+1}{x^k}$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$P\left(\frac1x\right)=\frac{P(x)}{x^{1+2+\dots+n}}=\frac{P(x)}{x^N}$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$a_0+\frac{a_1}{x}+\dots+\frac{a_N}{x^N}=\frac{a_0+a_1x+\dots+a_Nx^N}{x^N}$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$a_0x^N+a_1x^{N-1}+\dots+a_N=a_0+a_1x+\dots+a_Nx^N$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coefficients,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$a_r=a_{N-r}$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$2\cdot3\cdot4\cdots(n+1)=(n+1)!=a_0+a_1+a_2+\dots+a_N$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sum of even-index coefficients equals the sum of odd-index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Hence each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$0=a_0-a_1+a_2-\dots$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sum of even-index coefficients equals the sum of odd-index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Hence each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$\frac{(n+1)!}{2}$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(b), (c) proved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$\frac{n^2+n+2}{2}$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(b), (c) proved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coefficient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feeds one even and one odd position - the even and odd sums are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$P(x)=(1+x)Q(x)$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coefficient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$a_k=q_k+q_{k-1}$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feeds one even and one odd position - the even and odd sums are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have opposite parities.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𝑒𝑣𝑒𝑛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𝑜𝑑𝑑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$P(x)=(1+x)Q(x)$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$Q(x)=(1+x+x^2)\cdots(1+x+\dots+x^n)=\sum q_kx^k$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$a_k=q_k+q_{k-1}$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have opposite parities.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$\sum_{k\text{ even}}a_k=\sum_kq_k=\sum_{k\text{ odd}}a_k=Q(1)$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both sums equal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and the same pairing,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symmetric,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$Q(1)=3\cdot4\cdots(n+1)=\frac{(n+1)!}{2}$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both sums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$\frac{(n+1)!}{2}$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and the same pairing,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$a_k=q_k+q_{k-1}$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symmetric,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$a_k=a_{N-k}$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(b), (c) proved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$\frac{n^2+n+2}{2}$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(b), (c) proved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of self-reciprocal (palindromic) polynomials is palindromic;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palindromic,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even-indexed and odd-indexed coefficient sums are equal and each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terms of a product of polynomials with degrees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coefficients positive):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gaps).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of self-reciprocal (palindromic) polynomials is palindromic;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$1+x+\dots+x^k$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palindromic,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$a_r=a_{N-r}$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$(1+x)(1+x+x^2)=1+2x+2x^2+x^3$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even-indexed and odd-indexed coefficient sums are equal and each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terms of a product of polynomials with degrees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$d_1,\dots,d_m$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coefficients positive):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$1+\sum d_i$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gaps).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remainder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$x=\left(3\sqrt6+7\right)^{89}$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$x\{x\}+\left(x\{x\}\right)^2+\left(x\{x\}\right)^3$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Fractional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(binomial theorem), Divisibility and remainders (Fermat-type residues mod 31)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$(a+\sqrt{b})^n$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(binomial theorem), Divisibility and remainders (Fermat-type residues mod 31)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negative,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even integer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$F=(7-3\sqrt6)^{89}$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negative,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$I+f+F$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even integer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$f=-F$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$x\{x\}=5^{89}$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88</m:t>
                                </m:r>
                              </m:den>
                            </m:f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88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$x=I+f=(7+3\sqrt6)^{89}$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$F=(7-3\sqrt6)^{89}$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$3\sqrt6\approx7.35$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$7-3\sqrt6\approx-0.35$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$I+f+F=2\left[\binom{89}{0}7^{89}+\binom{89}{2}7^{87}(3\sqrt6)^2+\dots+\binom{89}{88}7(3\sqrt6)^{88}\right]$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$-1&lt;f+F&lt;1$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$\{x\}=f=-F=-(7-3\sqrt6)^{89}=(3\sqrt6-7)^{89}$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$x\{x\}=(3\sqrt6+7)^{89}(3\sqrt6-7)^{89}=\left[(3\sqrt6)^2-7^2\right]^{89}=(54-49)^{89}=5^{89}$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required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$y=5^{89}$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required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$y+y^2+y^3=y(1+y+y^2)$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$5^3=125=4\cdot31+1\equiv1\pmod{31}$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$y=5^{87}\cdot5^2\equiv25$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$y^2\equiv625\equiv5$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$y^3\equiv125\equiv1\pmod{31}$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$y+y^2+y^3\equiv25+5+1=31\equiv0\pmod{31}$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267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$y+y^2+y^3=\frac{y(y^3-1)}{y-1}$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$31\mid5^{267}-1$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$124=4\cdot31$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$5^{3\cdot89}-1$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$31\nmid y-1$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$y=5^{89}$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$y(1+y+y^2)=\frac{y\,(y^3-1)}{y-1}$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$y^3-1=5^{267}-1=(5^3)^{89}-1$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$5^3-1=124=4\cdot31$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$(5^3)^{89}-1$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$a-1\mid a^m-1$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$31\mid y^3-1$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$y\equiv25\pmod{31}$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$5^{87}\equiv1$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$y-1\equiv24\not\equiv0$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$31\mid1+y+y^2$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$(y-1)(1+y+y^2)=y^3-1$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$31\mid y(1+y+y^2)$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instead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check the sign of the conjugate.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a prime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$(a+\sqrt 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$0&lt;a-\sqrt 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$a-\sqrt 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instead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check the sign of the conjugate.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$x\{x\}=\left|(a+\sqrt b)(a-\sqrt b)\right|^n=|a^2-b|^n$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$54-49=5$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a prime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$y+y^2+y^3\equiv0$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$1+y+y^2=\frac{y^3-1}{y-1}$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$y\equiv25$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$5^3\equiv1$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of possible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sixth term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</m:sup>
                                    </m:sSup>
                                  </m:e>
                                </m:ra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sup>
                                    </m:sSup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sum of possible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sixth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$\left(3^{\log_3\sqrt{9^{|x-2|}}}+7^{\left(\frac15\right)\log_7\left(3^{|x-2|-9}\right)}\right)^7$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General term of a binomial expansion, Logarithm identities and exponential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both terms to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an equation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$a^{\log_ab}=b$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both terms to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$T_6=\binom75A^2B^5$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an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$3^{|x-2|}$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p>
                            </m:sSup>
                          </m:e>
                        </m:ra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sixth 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$3^{\log_3\sqrt{9^{|x-2|}}}=\sqrt{9^{|x-2|}}=3^{|x-2|}$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$7^{\frac15\log_7\left(3^{|x-2|-9}\right)}=\left(3^{|x-2|-9}\right)^{1/5}=3^{\frac{|x-2|-9}{5}}$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$A=3^{|x-2|}$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$B=3^{\frac{|x-2|-9}{5}}$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sixth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$T_6=\binom75A^{2}B^{5}=21\,A^2B^5$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$21\,\left(3^{|x-2|}\right)^2\cdot3^{|x-2|-9}=567\Rightarrow3^{2|x-2|}\cdot3^{|x-2|-9}=\frac{567}{21}=27$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possible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$3^{|x-2|}=t$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$t^2\cdot\frac{t}{3^9}=27\Rightarrow t^3=3^{12}\Rightarrow t=3^4$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$|x-2|=4\Rightarrow x-2=\pm4\Rightarrow 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possible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$=6+(-2)=4$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them to strip logarithms from exponents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sixth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sum of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$a^{\log_ab}=b$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$a^{\frac1k\log_ab}=b^{1/k}$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them to strip logarithms from exponents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$T_{r+1}=\binom nrA^{n-r}B^r$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sixth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$3^{|x-2|}=3^c$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$x=2\pm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sum of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$|x-a|=c$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smallest positive integral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$1+\sum_{r=1}^{10}\left(3^r\binom{10}{r}+r\binom{10}{r}\right)=2^{10}\left(\alpha\cdot4^5+\beta\right)$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$f(x)=x^2-2x-k^2+1$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smallest positive integral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sums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Location of roots of a quadratic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sums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r\binom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3^r\binom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Location of roots of a quadratic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sum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require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sum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$4^{10}+10\cdot2^9=2^{10}(4^5+5)$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$(\alpha,\beta)=(1,5)$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require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$f(5)&lt;0$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$1+\sum_{r=1}^{10}3^r\binom{10}{r}=\sum_{r=0}^{10}3^r\binom{10}{r}=(1+3)^{10}=4^{10}$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$\sum_{r=1}^{10}r\binom{10}{r}=\sum_{r=1}^{10}r\cdot\frac{10}{r}\binom{9}{r-1}=10\left[\binom90+\binom91+\dots+\binom99\right]=10\cdot2^9$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$4^{10}+10\cdot2^9=4^{10}+5\cdot2^{10}=2^{10}\left[4^5+5\right]$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$4^{10}=2^{10}\cdot4^5$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$2^{10}(\alpha\cdot4^5+\beta)$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upward parabola;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between its roots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positive integral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$f(x)=x^2-2x-k^2+1$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upward parabola;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between its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$f(1)=1-2-k^2+1=-k^2&lt;0\Rightarrow 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$f(5)=25-10-k^2+1=16-k^2&lt;0\Rightarrow k\in(-\infty,-4)\cup(4,\infty)$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positive integral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'both between the roots'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$f(x)=(x-1)^2-k^2$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$1\pm|k|$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'both between the roots'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$5&lt;1+|k|$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between the roots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inside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$f(x)=x^2-2x+1-k^2=(x-1)^2-k^2$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$x=1\pm|k|$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between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$(1-|k|,1+|k|)$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inside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$5&lt;1+|k|$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positive integer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sum: differentiate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positive integer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sum: 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r\binom{10}{r}=10\cdot2^9$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$(\alpha,\beta)=(1,5)$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first) -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upward parabola,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lie strictly between the roots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them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$\sum_{r=0}^{n}r\binom nr=n2^{n-1}$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$\sum_{r=0}^{n}\binom nrx^r=(1+x)^n$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first) -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$3+6+3=12=3\cdot4$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upward parabola,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lie strictly between the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$f(q)&lt;0$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$f(x)=(x-h)^2-k^2$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$h\pm|k|$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them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$|c-h|&lt;|k|$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$S_n=\sum_{r=0}^{3n}\binom{3n}{r}$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$T_n=\sum_{r=0}^{n}\binom{3n}{3r}$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$|S_n-3T_n|$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unity filter for sums of binomial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cube roots of unity: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cube roots of unity: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$\binom{m}{0}+\binom m3+\binom m6+\dots=\frac13\left[2^m+(1+\omega)^m+(1+\omega^2)^m\right]$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third coefficient.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cube root of unity) and add.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$S_n=\sum_{r=0}^{3n}\binom{3n}{r}$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$(1+x)^{3n}$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$S_n=2^{3n}$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$T_n=\binom{3n}{0}+\binom{3n}{3}+\binom{3n}{6}+\dots+\binom{3n}{3n}$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third coefficient.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$(1+x)^{3n}=\sum_{k}\binom{3n}{k}x^k$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$x=1,\omega,\omega^2$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cube root of unity) and add.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$1+\omega^k+\omega^{2k}$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$2^{3n}+(1+\omega)^{3n}+(1+\omega^2)^{3n}=3T_n$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$(1+\omega)^{3n}+(1+\omega^2)^{3n}=(-\omega^2)^{3n}+(-\omega)^{3n}=(-1)^{3n}+(-1)^{3n}=2(-1)^{n}$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$3T_n=2^{3n}+2(-1)^{n}$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$S_n-3T_n=-2(-1)^n$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$|S_n-3T_n|=2$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Track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through Pascal's rule: each step multiplies the vector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three steps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Track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$e_r=3A_r-2^m$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$A_r=\sum_{k\equiv r\,(3)}\binom mk$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through Pascal's rule: each step multiplies the vector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$-\sigma^2$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three steps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Pascal's rule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(indices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vectors with zero sum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step sends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cyclic shift with a sign).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$A_r(m)=\sum_{k\equiv r\pmod3}\binom mk$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$e_r(m)=3A_r(m)-2^m$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$e_0+e_1+e_2=0$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Pascal's rule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$A_r(m+1)=A_r(m)+A_{r-1}(m)$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(indices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$e_r(m+1)=e_r(m)+e_{r-1}(m)$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vectors with zero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$e_r+e_{r-1}=-e_{r-2}$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step sends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$e_r\mapsto-e_{r+1}$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cyclic shift with a sign).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steps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original vector: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steps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original vector: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$e_r(m+3)=-e_r(m)$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$e_0=3\cdot1-1=2$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$e_0(3n)=2(-1)^n$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$3T_n-S_n=2(-1)^n$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$|S_n-3T_n|=2$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Root-of-unity filter: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other residue classes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Recognise: sums of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binomial coefficient call for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roots of unity.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Root-of-unity filter: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$\sum_{3\mid k}\binom mk=\frac{2^m+2\cos\frac{m\pi}{3}}{3}$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$\frac{8+2\cos\pi}{3}=2=\binom30+\binom33$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$\sum\binom{3n}{3r}=\frac{8^n+2(-1)^n}{3}$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$|S_n-3T_n|=2$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other residue classes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$\frac{8^n-(-1)^n}{3}$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Recognise: sums of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binomial coefficient call for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roots of unity.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Comprehension Type (Paragraph Based Single Correct)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 – Q19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each (JEE Advanced default for paragraph)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88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binomial expansion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the sum of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88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binomial expansion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$R=(1+2x)^n=I+f$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the sum of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$(n+R-Rf)$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9732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Integral and fractional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(binomial theorem)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9732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Integral and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$(a+\sqrt{b})^n$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(binomial theorem)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conjugate,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$R(1-f)=R\cdot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$F=(1-\sqrt2)^8$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conjugate,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$(1+\sqrt2)(1-\sqrt2)=-1$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$3^n=6561=3^8$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$R=I+f=(1+\sqrt2)^8$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$F=(1-\sqrt2)^8$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$|1-\sqrt2|&lt;1$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$I+f+F=2\left[\binom80+\binom82\cdot2+\binom84\cdot2^2+\binom86\cdot2^3+\binom88\cdot2^4\right]=2\times577=1154$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$0&lt;f+F&lt;2$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$I=1153$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$n+R-Rf=n+R(1-f)=8+(1+\sqrt2)^8(1-\sqrt2)^8$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$=8+\{(1+\sqrt2)(1-\sqrt2)\}^8=8+(1-2)^8=8+1=9$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by repeated squaring: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577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408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by repeated squaring: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$R=577+408\sqrt2$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$1-f=577-408\sqrt2$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$R(1-f)=577^2-2\cdot408^2=1$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576.99913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1153.99913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$(1+\sqrt2)^2=3+2\sqrt2$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$(3+2\sqrt2)^2=17+12\sqrt2$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$(17+12\sqrt2)^2=577+408\sqrt2=R$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$408\sqrt2\approx576.99913$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$R\approx1153.99913$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$I=1153$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$f=R-1153=408\sqrt2-576$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$1-f=577-408\sqrt2$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332929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332928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$R(1-f)=(577+408\sqrt2)(577-408\sqrt2)=577^2-2\cdot408^2=332929-332928=1$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$n+R-Rf=8+1=9$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$3^n=6561$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such conjugate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$R=(a+\sqrt 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$F=(a-\sqrt b)^n\in(0,1)$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$R+F\in\mathbb{Z}$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$R(1-f)=(a^2-b)^n$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$(1-2)^8=1$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$3^n=6561\Rightarrow 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$n+R-Rf$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$n+R(1-f)=n+(a^2-b)^n$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such conjugate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16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binomial expansion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the sum of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the greatest term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16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binomial expansion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$R=(1+2x)^n=I+f$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the sum of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the greatest term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25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term of a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greatest term is the middle one,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$(1+2x)^8$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$\binom8r$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greatest term is the middle one,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paragraph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bound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paragraph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$R=(1+2x)^8$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$T_{r+1}=\binom8r(2x)^r$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$T_{r+1}\ge T_r\iff\frac{9-r}{r}|2x|\ge1\iff r\le\frac{n+1}{1+\left|\frac ab\right|}$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 ab\right|=\frac{1}{2x}=1$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bound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$\frac{9}{1+1}=\frac92=4.5$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greatest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greatest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$T_{r+1}\ge 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$T_{r+1}&lt;T_r$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greatest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greatest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terms are the binomial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largest is the middle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terms are the binomial coefficients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$1,8,28,56,70,56,28,8,1$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largest is the middle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277977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277977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$T_{r+1}=\binom8r\cdot1^r=\binom8r$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$1,8,28,56,70,56,28,8,1$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$r=0,\dots,8$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$70=\binom84$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this bound is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and greatest.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greatest term is the middle binomial coefficient: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- the formula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the term number.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$\frac{T_{r+1}}{T_r}=\frac{n-r+1}{r}\cdot\left|\frac ba\right|$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$r\le\frac{n+1}{1+|a/b|}$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this bound is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and greatest.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$|b/a|=1$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greatest term is the middle binomial coefficient: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$T_{n/2+1}$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- the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the term number.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binomial expansion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the sum of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having greatest coefficient, then sum of all possible value(s)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binomial expansion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$R=(1+2x)^n=I+f$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integral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the sum of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having greatest coefficient, then sum of all possible value(s)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binomial coefficient and greatest term of a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'middle term' is wrong; they equal the terms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tie.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$(1+2x)^8$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$\binom8r2^r$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$\binom8r$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'middle term' is wrong; they equal the terms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tie.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the terms of the expansion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greatest coefficient is found with the greatest-term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$(1+2x)^8$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$c_r=\binom8r2^r$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the terms of the expansion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greatest coefficient is found with the greatest-term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$\frac{n+1}{1+\left|\frac ab\right|}=\frac{9}{1+\frac12}=6$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bound is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and greatest.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coefficients are smaller, e.g.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bound is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and greatest.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$c_5=\binom85\cdot2^5=56\cdot32=1792$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$c_6=\binom86\cdot2^6=28\cdot64=1792$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coefficients are smaller,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$c_4=1120$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$c_7=1024$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$6+7=13$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all nine coefficients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maximum, which occurs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all nine coefficients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$\binom8r2^r$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maximum, which occurs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possible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$(1+2x)^8$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$r=0\!:\,1$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$r=1\!:\,8\cdot2=16$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$r=2\!:\,28\cdot4=112$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$r=3\!:\,56\cdot8=448$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$r=4\!:\,70\cdot16=1120$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$r=5\!:\,56\cdot32=1792$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$r=6\!:\,28\cdot64=1792$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$r=7\!:\,8\cdot128=1024$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$r=8\!:\,256$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possible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$6+7=13$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NOT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'Greatest coefficient' = greatest term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tie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tie occurs exactly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nra^{n-r}b^r$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'Greatest coefficient' = greatest term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$\frac{c_{r+1}}{c_r}=\frac{(n-r)b}{(r+1)a}$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$\frac{2(8-r)}{r+1}=1$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tie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$c_5=c_6$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tie occurs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$\frac{(n+1)b}{a+b}$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$9\cdot\frac23=6$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801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us consider the expansion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801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us consider the expansion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$(3+4x)^n=a_0+a_1x+a_2x^2+a_3x^3+\dots+a_nx^n$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$a_1+a_3+a_5+a_7+\dots$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$\frac{7^n+(-1)^n}{2}$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$\frac{7^n-(-1)^n}{2}$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$\frac{7^{n-1}-(-1)^{n-1}}{2}$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$\frac{7^{n-1}+(-1)^{n-1}}{2}$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Sums of alternate coefficients of a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add or subtract to separate even- and odd-indexed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add or subtract to separate even- and odd-indexed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$(3+4x)^n=a_0+a_1x+a_2x^2+\dots+a_nx^n$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$7^n=a_0+a_1+a_2+a_3+\dots+a_n$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$(-1)^n=a_0-a_1+a_2-a_3+\dots$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second from the first and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$\frac{7^n+(-1)^n}{2}=a_0+a_2+a_4+\dots$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second from the first and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$\frac{7^n-(-1)^n}{2}=a_1+a_3+a_5+\dots$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$\frac{7^n-(-1)^n}{2}$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repeatedly: even and odd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obey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$(3+4x)$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repeatedly: even and odd sums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$E_n,O_n$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obey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$E_{n+1}=3E_n+4O_n$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$O_{n+1}=3O_n+4E_n$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new coefficient is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𝑒𝑣𝑒𝑛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𝑜𝑑𝑑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$(3+4x)P(x)$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new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$a_k'=3a_k+4a_{k-1}$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$E=\sum_{k\ \text{even}}a_k$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$O=\sum_{k\ \text{odd}}a_k$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$E'=3E+4O$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$O'=3O+4E$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$E'+O'=7(E+O)$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$E'-O'=-(E-O)$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$E_n+O_n=7^n$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$E_n-O_n=(-1)^n$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$O_n=\frac{7^n-(-1)^n}{2}$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$a_1=4=\frac{7+1}{2}$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$\frac{7^n-(-1)^n}{2}$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even-indexed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odd-indexed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odd-indexed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$P(x)=\sum a_kx^k$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even-indexed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$=\frac{P(1)+P(-1)}{2}$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odd-indexed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$=\frac{P(1)-P(-1)}{2}$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odd-indexed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$=\frac{(a+b)^n-(a-b)^n}{2}$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$(3-4)^n=(-1)^n$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$(3+4x)^2=9+24x+16x^2$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$=24=\frac{49-1}{2}$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801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us consider the expansion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801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us consider the expansion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$(3+4x)^n=a_0+a_1x+a_2x^2+a_3x^3+\dots+a_nx^n$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$a_0-a_2+a_4-a_6+\dots$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$5^n\cos\left(n\tan^{-1}\frac43\right)$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$7^n\cos\left(n\tan^{-1}\frac34\right)$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$7^n\cos\left(n\tan^{-1}\frac43\right)$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$5^n\cos\left(n\tan^{-1}\frac34\right)$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Sums of alternate coefficients of a binomial expansion, Polar form of a complex number (De Moivre)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real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real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$(3+4i)^n$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$a_0-a_2+a_4-\dots$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$3+4i=5e^{i\tan^{-1}(4/3)}$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$(3+4i)^n=a_0+a_1i-a_2-a_3i+a_4+a_5i-a_6-\dots$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$(3+4i)^n=(a_0-a_2+a_4-a_6+\dots)+i(a_1-a_3+a_5-a_7+\dots)$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real parts: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$3+4i=5\left(\frac35+\frac45i\right)=5e^{i\tan^{-1}\frac43}$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$|3+4i|=5$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$\arg=\tan^{-1}\frac43$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$(3+4i)^n=5^ne^{in\tan^{-1}\frac43}=5^n\left\{\cos\left(n\tan^{-1}\frac43\right)+i\sin\left(n\tan^{-1}\frac43\right)\right\}$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real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$a_0-a_2+a_4-a_6+\dots=5^n\cos\left(n\tan^{-1}\frac43\right)$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$5^n\cos\left(n\tan^{-1}\frac43\right)$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option (A) fits both.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small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$a_0=3$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$a_0-a_2=-7$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option (A) fits both.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Option 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$(3+4x)=3+4x$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$a_0-a_2+\dots=3$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$5\cos\left(\tan^{-1}\frac43\right)=5\cdot\frac35=3$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Option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$7\cdot\frac45=5.6$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$7\cdot\frac35=4.2$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$5\cdot\frac45=4$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$(3+4x)^2=9+24x+16x^2$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$a_0-a_2=9-16=-7$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is the only option consistent with both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$25\cos\left(2\tan^{-1}\frac43\right)=25\cdot\frac{1-\frac{16}{9}}{1+\frac{16}{9}}=25\cdot\left(-\frac{7}{25}\right)=-7$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is the only option consistent with both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$5^n\cos\left(n\tan^{-1}\frac43\right)$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separates coefficients by index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separates coefficients by index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$\operatorname{Re}P(i)=a_0-a_2+a_4-\dots$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$\operatorname{Im}P(i)=a_1-a_3+a_5-\dots$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$(p+qi)^n=r^n(\cos n\theta+i\sin 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$r=\sqrt{p^2+q^2}$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2\theta=\frac{1-\tan^2\theta}{1+\tan^2\theta}=-\frac7{25}$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$25\cos2\theta=-7=9-16$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us consider the expansion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us consider the expansion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$(3+4x)^n=a_0+a_1x+a_2x^2+a_3x^3+\dots+a_nx^n$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$\left(a_0-a_2+a_4-a_6+\dots\right)^2+\left(a_1-a_3+a_5-\dots\right)^2$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$7^n$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Modulus of a complex number (sum of squares of alternate coefficients)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brackets are the real and imaginary parts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brackets are the real and imaginary parts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$(3+4i)^n$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$\left|(3+4i)^n\right|^2$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Q18,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Q18,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$(3+4i)^n=A+iB$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$A=a_0-a_2+a_4-\dots$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$B=a_1-a_3+a_5-\dots$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$(3+4i)^n=5^n\{\cos(n\theta)+i\sin(n\theta)\}$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$A=5^n\cos 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$B=5^n\sin 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$A^2+B^2=5^{2n}\left(\cos^2n\theta+\sin^2n\theta\right)$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$\sin^2+\cos^2=1$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$A^2+B^2=5^{2n}$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$5^{2n}$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Norm is multiplicative: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(Brahmagupta identity), no angle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Norm is multiplicative: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$A^2+B^2=|3+4i|^{2n}=(3^2+4^2)^n=25^n$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(Brahmagupta identity), no angle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(coefficients are real).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$A+iB=(3+4i)^n$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$A^2+B^2=(A+iB)(A-iB)=(3+4i)^n(3-4i)^n$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(coefficients are real).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$(3+4i)(3-4i)=9+16=25$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$25^n=5^{2n}$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$5^{2n}$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Re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Im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real-coefficient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(compare: the Brahmagupta-Fibonacci identity).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$\left[\operatorname{Re}P(i)\right]^2+\left[\operatorname{Im}P(i)\right]^2=|P(i)|^2$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real-coefficient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$P(x)=(p+qx)^n$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$|P(i)|^2=(p^2+q^2)^n$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$(9+16)^n=25^n$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(compare: the Brahmagupta-Fibonacci identity).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$A^2+B^2=49+576=625=25^2$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 the Column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for the match (JEE Advanced default for matching)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461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461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$(1+x+x^2)^n=a_0+a_1x+a_2x^2+\dots+a_{2n}x^{2n}$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$a_0+a_1+\dots+a_{2n}$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$a_0-a_1+a_2-a_3+\dots+a_{2n}$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$a_0-2a_1+3a_2-\dots+(2n+1)a_{2n}$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$a_0-2a_1+4a_2-8a_3+\dots+2^{2n}a_{2n}$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(multinomial / evaluation at special values)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$(1+x+x^2)^n$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(multinomial / evaluation at special values)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column-I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 special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derivative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column-I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$\frac{d}{dx}\left[xf(x)\right]$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 special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derivative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$f(x)=(1+x+x^2)^n=\sum_{k=0}^{2n}a_kx^k$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$a_0+a_1+\dots+a_{2n}=3^n$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$a_0-a_1+a_2-\dots+a_{2n}=(1-1+1)^n=1$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Consider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– S, (B) – Q, (C) – P, (D) –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Consider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 f(x)=a_0x+a_1x^2+\dots+a_{2n}x^{2n+1}$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$g'(x)=a_0+2a_1x+3a_2x^2+\dots+(2n+1)a_{2n}x^{2n}$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$g'(x)=(1+x+x^2)^n+nx(1+2x)(1+x+x^2)^{n-1}$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$1+x+x^2=1$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$x(1+2x)=(-1)(-1)=1$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$g'(-1)=1+n$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$g'(-1)=a_0-2a_1+3a_2-\dots+(2n+1)a_{2n}$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$a_0-2a_1+4a_2-8a_3+\dots+2^{2n}a_{2n}=\sum a_k(-2)^k=f(-2)=(1-2+4)^n=3^n$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– S, (B) – Q, (C) – P, (D) –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– S, (B) – Q, (C) – P, (D) – 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pairing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(C)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$(1+x+x^2)^n$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$a_k=a_{2n-k}$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pairing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$2n-k$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(C)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$(n+1)\times$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palindromic,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palindromic: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 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have the same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weights add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pair contributes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 the average),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palindromic,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palindromic: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$a_k=a_{2n-k}$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$\sum_{k=0}^{2n}(k+1)(-1)^ka_k$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have the same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$(-1)^k=(-1)^{2n-k}$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weights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$(k+1)+(2n-k+1)=2n+2$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pair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 the average),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$\sum(k+1)(-1)^ka_k=(n+1)\sum(-1)^ka_k$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 (B)), so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$\sum(-1)^ka_k=f(-1)=1$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 (B)), so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$1-2\cdot1+3\cdot1=2=n+1$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– S, (B) – Q, (C) – P, (D) – 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Weighted sums of coefficients come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palindromic polynomial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symmetric points reduces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Weighted sums of coefficients come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$\frac{d}{dx}\left[x^mf(x)\right]$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$\sum(k+m)a_kx^{k+m-1}$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$\sum(k+m)(-1)^{k+m-1}a_k$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palindromic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$a_k=a_{N-k}$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k\,a_kx^k$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symmetric points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$\sum(k+1)(-1)^ka_k=\frac{N+2}{2}f(-1)$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a_k(-2)^k=f(-2)$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a_kc^k$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$(1-2+4)^n=3^n$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2.45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73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Binomial Theorem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2.45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