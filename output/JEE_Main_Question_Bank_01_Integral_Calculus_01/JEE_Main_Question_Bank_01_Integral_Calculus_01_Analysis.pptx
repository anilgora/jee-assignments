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1.0</c:v>
                </c:pt>
                <c:pt idx="1">
                  <c:v>2.0</c:v>
                </c:pt>
                <c:pt idx="2">
                  <c:v>2.0</c:v>
                </c:pt>
                <c:pt idx="3">
                  <c:v>1.0</c:v>
                </c:pt>
                <c:pt idx="4">
                  <c:v>2.0</c:v>
                </c:pt>
                <c:pt idx="5">
                  <c:v>2.0</c:v>
                </c:pt>
                <c:pt idx="6">
                  <c:v>2.0</c:v>
                </c:pt>
                <c:pt idx="7">
                  <c:v>2.0</c:v>
                </c:pt>
                <c:pt idx="8">
                  <c:v>2.0</c:v>
                </c:pt>
                <c:pt idx="9">
                  <c:v>3.0</c:v>
                </c:pt>
                <c:pt idx="10">
                  <c:v>3.0</c:v>
                </c:pt>
                <c:pt idx="11">
                  <c:v>3.0</c:v>
                </c:pt>
                <c:pt idx="12">
                  <c:v>2.0</c:v>
                </c:pt>
                <c:pt idx="13">
                  <c:v>3.0</c:v>
                </c:pt>
                <c:pt idx="14">
                  <c:v>4.0</c:v>
                </c:pt>
                <c:pt idx="15">
                  <c:v>3.0</c:v>
                </c:pt>
                <c:pt idx="16">
                  <c:v>2.0</c:v>
                </c:pt>
                <c:pt idx="17">
                  <c:v>3.0</c:v>
                </c:pt>
                <c:pt idx="18">
                  <c:v>2.0</c:v>
                </c:pt>
                <c:pt idx="19">
                  <c:v>4.0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working gives alpha=1, beta=1, gamma=3 and alpha+gamma/beta=4, which is correct, but its answer key says D (=7), which is wrong; options C and D are both printed as 7 and none equals 4. Kept 4 as the answer and flagged the key. Scaling beta, gamma by a common factor only changes the constant, so gamma/beta=3 is forced.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labels the antiderivative f(x) and writes f'(pi/2)=0, f'(pi/4); these should be y(x) with limit y(x) -&gt; 0 as x -&gt; pi/2 and y(pi/4). Notation only; the working and answer (B) are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I1 = (2/cos theta) sqrt(tan x cot theta - sin theta); the radicand must be tan x cos theta - sin theta (cos, not cot). Later working and answer (D) are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evaluation line reads -pi/((pi/4)(1)+1), i.e. numerator pi instead of x^2 = pi^2/16, and -x^2/(x tan x+1) at pi/4 is -pi^2/(4(pi+4)). The PDF's final line has the right value. Also the PDF splits the integrand without saying it is x^2 w'/w^2; the by-parts step was written out. Answer (B)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second line reads I = -cot x cosec^3 x - 3I - 3 integral(cosec^3 x (cosec^2 x - 1)) dx, which counts the -3I term twice (the integral -3 int cosec^3(cosec^2-1) already equals -3I + 3 int cosec^3). The next line, I = -cot x cosec^3 x - 3I + 3 int cosec^3 x dx, and all later working and the answer 1 are correct. Extra '-3I'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01 — Integral Calculus 01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Indefinite Integration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Q14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assumed: +4 per question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 x^3\sqrt{3-x^2}\,dx$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$5f(\sqrt2)=-4$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$-\frac{2\sqrt2}{5}$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$-\frac{6\sqrt2}{5}$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$-\frac{8\sqrt2}{5}$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$-\frac{4\sqrt2}{5}$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Integration by substitution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integrand into a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$3-x^2=t^2$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$x\,dx=-t\,dt$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$x^2=3-t^2$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integrand into a polynomial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$3-x^2=t^2$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$x\,dx=-t\,dt$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x^3\sqrt{3-x^2}\,dx=\int x^2\sqrt{3-x^2}\,(x\,dx)=\int(3-t^2)\,t\,(-t)\,dt$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$=\int(t^4-3t^2)\,dt=\frac{t^5}{5}-t^3+C$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$f(x)=\frac{(3-x^2)^{5/2}}{5}-(3-x^2)^{3/2}+C$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$3-x^2=1$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$f(\sqrt2)=\frac15-1+C=-\frac45+C$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$5f(\sqrt2)=-4$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$f(\sqrt2)=-\frac45$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$3-x^2=2$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$f(1)=\frac{2^{5/2}}{5}-2^{3/2}=\frac{4\sqrt2}{5}-2\sqrt2=-\frac{6\sqrt2}{5}$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$-\frac{6\sqrt2}{5}$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Avoid the constant: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nary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evaluate the definite integral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Avoid the constant: 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$f(1)=f(\sqrt2)+\int_{\sqrt2}^{1}x^3\sqrt{3-x^2}\,dx$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evaluate the definite integral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$u=3-x^2$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data,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nary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limits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data,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$f(\sqrt2)=-\frac45$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$f(1)-f(\sqrt2)=\int_{\sqrt2}^{1}x^3\sqrt{3-x^2}\,dx$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$u=3-x^2$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$x\,dx=-\frac{du}{2}$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$x^2=3-u$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limits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$x=\sqrt2,1$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$-\frac12\int_1^2(3-u)\sqrt u\,du=-\frac12\left[2u^{3/2}-\frac25u^{5/2}\right]_1^2$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integral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$4\sqrt2-\frac{8\sqrt2}{5}=\frac{12\sqrt2}{5}$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$2-\frac25=\frac85$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integral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$-\frac12\left(\frac{12\sqrt2}{5}-\frac85\right)=-\frac{6\sqrt2}{5}+\frac45$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$f(1)=-\frac45-\frac{6\sqrt2}{5}+\frac45=-\frac{6\sqrt2}{5}$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$-\frac{6\sqrt2}{5}$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a root is present); odd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supply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general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the antiderivative found above.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after you have a closed-form antiderivative; a definite integral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avoids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altogether.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x^{2k+1}\,g(x^2)\,dx$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$u=\sqrt{a-x^2}$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a root is present); odd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supply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x^3\sqrt{a-x^2}\,dx=\frac{(a-x^2)^{5/2}}{5}-\frac{a\,(a-x^2)^{3/2}}{3}+C$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the antiderivative found above.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$f(x_0)=k$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after you have a closed-form antiderivative; a definite integral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avoids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altogether.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constant of integration,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e^{x}\left(\frac{x\sin^{-1}x}{\sqrt{1-x^2}}+\frac{\sin^{-1}x}{(1-x^2)^{3/2}}+\frac{x}{1-x^2}\right)dx=g(x)+C$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constant of integration,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$g\left(\frac12\right)$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$\frac{\pi}{6}\sqrt{\frac e2}$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$\frac{\pi}{6}\sqrt{\frac e3}$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$\frac{\pi}{4}\sqrt{\frac e2}$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$\frac{\pi}{4}\sqrt{\frac e3}$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50087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50087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$e^x\{f(x)+f'(x)\}$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the bracket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integral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the bracket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$f(x)+f'(x)$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$f(x)=\frac{x\sin^{-1}x}{\sqrt{1-x^2}}$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integral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$e^xf(x)$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bracket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$f(x)=\frac{x\sin^{-1}x}{\sqrt{1-x^2}}$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$f'(x)=\frac{\sin^{-1}x}{(1-x^2)^{3/2}}+\frac{x}{1-x^2}$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e^x\{f(x)+f'(x)\}\,dx=e^xf(x)+C$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$g(x)=e^x\,\frac{x\sin^{-1}x}{\sqrt{1-x^2}}$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$\sin^{-1}\frac12=\frac\pi6$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$\sqrt{1-\frac14}=\frac{\sqrt3}{2}$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$g\left(\frac12\right)=e^{1/2}\cdot\frac12\cdot\frac{\pi/6}{\sqrt3/2}=\frac{\pi}{6}\sqrt{\frac e3}$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$\frac{\pi}{6}\sqrt{\frac e3}$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(reverse of the product rule).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after removing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bracket splits into a 'function' part and its derivative; look for the part with the most complicated factor (here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differentiate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Derivative used: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on this question: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bracket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b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consistent.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e^{x}\{f(x)+f'(x)\}dx=e^xf(x)+C$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(reverse of the product rule).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e^{ax}\{af(x)+f'(x)\}dx=e^{ax}f(x)+C$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after removing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bracket splits into a 'function' part and its derivative; look for the part with the most complicated factor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differentiate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Derivative used: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$\frac{d}{dx}\frac{x}{\sqrt{1-x^2}}=\frac{1}{(1-x^2)^{3/2}}$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$\frac{d}{dx}\sin^{-1}x=\frac1{\sqrt{1-x^2}}$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on this question: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$\frac{d}{dx}\left[e^xf(x)\right]_{x=0}=f(0)+f'(0)=0$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consistent.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$I(x)=\int\frac{dx}{(x-11)^{11/13}(x+15)^{15/13}}$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$I(37)-I(24)=\frac14\left(\frac{1}{b^{1/13}}-\frac{1}{c^{1/13}}\right)$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$b,c\in\mathbb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$3(b+c)$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Integration by substitution (Möbius-type) with fractional powers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exponents add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factor 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differential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exponents add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factor 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$(x+15)^2$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$t=\frac{x-11}{x+15}$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differential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$\frac{26\,dx}{(x+15)^2}$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integrand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integrand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$\frac{1}{\left(\frac{x-11}{x+15}\right)^{11/13}(x+15)^{2}}$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$\frac{11}{13}+\frac{15}{13}=2$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$t=\frac{x-11}{x+15}$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$dt=\frac{26\,dx}{(x+15)^2}$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$\frac{dx}{(x+15)^2}=\frac{dt}{26}$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$I(x)=\frac1{26}\int t^{-11/13}\,dt=\frac1{26}\cdot\frac{t^{2/13}}{2/13}+C=\frac14\,t^{2/13}+C$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$I(x)=\frac14\left(\frac{x-11}{x+15}\right)^{2/13}+C$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$t=\frac{26}{52}=\frac12$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$t=\frac{13}{39}=\frac13$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$I(37)-I(24)=\frac14\left\{\left(\frac12\right)^{2/13}-\left(\frac13\right)^{2/13}\right\}=\frac14\left\{\frac1{4^{1/13}}-\frac1{9^{1/13}}\right\}$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$3(b+c)=3(4+9)=39$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39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integral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same substitution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two linear factors raised to fractional powers whose exponents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here: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coefficient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found.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$\int\frac{dx}{(x-a)^{m}(x-b)^{n}}$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$t=\frac{x-a}{x-b}$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$dt=\frac{(a-b)\,dx}{(x-b)^2}$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integral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$\frac{1}{(a-b)(1-m)}\left(\frac{x-a}{x-b}\right)^{1-m}+C$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same substitution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$\frac1{a-b}\ln\left|\frac{x-a}{x-b}\right|+C$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two linear factors raised to fractional powers whose exponents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$\frac{1}{(x-a)^{k}(x-b)^{2-k}}$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here: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$m=\frac{11}{13}$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$a-b=26$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$\frac{1}{26\cdot 2/13}=\frac14$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found.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constant of integration.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x^3\sin x\,dx=g(x)+C$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constant of integration.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$8\left(g\left(\frac\pi2\right)+g'\left(\frac\pi2\right)\right)=\alpha\pi^3+\beta\pi^2+\gamma$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$\alpha+\beta-\gamma$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$47$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Integration by parts (repeated)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Repeated integration by parts (tabular method) for polynomial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trigonometric,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Repeated integration by parts (tabular method) for polynomial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trigonometric,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$g'(x)=x^3\sin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Tabular method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derivatives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integrals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alternating signs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Tabular method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x^3\sin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derivatives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$3x^2,\,6x,\,6,\,0$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integrals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$-\cos x,\,-\sin x,\,\cos x,\,\sin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alternating signs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$+,-,+,-$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$g(x)=-x^3\cos x+3x^2\sin x+6x\cos x-6\sin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$g\left(\frac\pi2\right)=\frac{3\pi^2}{4}-6$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$g'(x)=x^3\sin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$g'\left(\frac\pi2\right)=\frac{\pi^3}{8}$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$8\left[g\left(\frac\pi2\right)+g'\left(\frac\pi2\right)\right]=8\left(\frac{3\pi^2}{4}-6+\frac{\pi^3}{8}\right)=\pi^3+6\pi^2-48$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$\gamma=-48$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$\alpha+\beta-\gamma=1+6+48=55$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55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imaginary part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needs only the formula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imaginary part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 x^3e^{ix}\,dx$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needs only the formula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 x^ne^{ax}dx=e^{ax}\sum(-1)^k\frac{n!}{(n-k)!}\frac{x^{n-k}}{a^{k+1}}$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x^3e^{ix}dx=e^{ix}\left(\frac{x^3}{i}-\frac{3x^2}{i^2}+\frac{6x}{i^3}-\frac{6}{i^4}\right)$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$\frac1i=-i$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$\frac1{i^2}=-1$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$\frac1{i^3}=i$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$\frac1{i^4}=1$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$e^{ix}\left(-ix^3+3x^2+6ix-6\right)=(\cos x+i\sin x)\left[(3x^2-6)+i(6x-x^3)\right]$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imaginary part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imaginary part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x^3\sin x\,dx=(3x^2-6)\sin x+(6x-x^3)\cos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$\frac{3\pi^2}{4}-6$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$g'\left(\frac\pi2\right)=\frac{\pi^3}{8}$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$8(g+g')=\pi^3+6\pi^2-48$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$\alpha+\beta-\gamma=55$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55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Tabular (DI) method: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differentiate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down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integrate the other factor repeatedly, pair diagonally with signs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″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take real/imaginary part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/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Never integrate to evaluate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42.22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Tabular (DI) method: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P(x)\,\{\sin x\ \text{or}\ \cos x\ \text{or}\ e^{ax}\}dx$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differentiate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down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integrate the other factor repeatedly, pair diagonally with signs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$+,-,+,\dots$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P(x)e^{ax}dx=e^{ax}\left(\frac{P}{a}-\frac{P'}{a^2}+\frac{P''}{a^3}-\cdots\right)$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take real/imaginary part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/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Never integrate to evaluate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h=g+C$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$g'\left(\frac\pi2\right)=\left(\frac\pi2\right)^3\cdot1$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$g=\frac{3\pi^2}{4}-6\approx1.2$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$8(g+g')\approx42.22=\pi^3+6\pi^2-48$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$f(x)=\int\frac{1}{x^{1/4}\left(1+x^{1/4}\right)}dx$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$2-\log_e2$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$4(\log_e2-2)$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$4(\log_e2+2)$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Integration by substitution (fractional powers)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integrand becomes the rational function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$x^{1/4}=t$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$dx=4t^3dt$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integrand becomes the rational function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$\frac{4t^2}{1+t}$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$x^{1/4}=t$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$x=t^4$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$dx=4t^3\,dt$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$f(x)=\int\frac{4t^3\,dt}{t(1+t)}=\int\frac{4t^2}{1+t}\,dt$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$t^2=(t^2-1)+1$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$f(x)=4\int\frac{(t^2-1)+1}{1+t}\,dt=4\int\left[(t-1)+\frac1{1+t}\right]dt$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$f(x)=4\left(\frac{t^2}{2}-t+\ln(1+t)\right)+C$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Back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Back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$f(x)=4\left(\frac{x^{1/2}}{2}-x^{1/4}+\ln\left(1+x^{1/4}\right)\right)+C$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$f(0)=4\ln1+C=-6$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$f(1)=4\left(\frac12-1+\ln2\right)-6=4\ln2-2-6=4\ln2-8=4(\ln2-2)$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$4(\log_e2-2)$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a definite integral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never appears.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$u=1+x^{1/4}$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a definite integral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constant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never appears.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$f(1)=f(0)+\int_0^1\frac{dx}{x^{1/4}(1+x^{1/4})}$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$u=1+x^{1/4}$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$x^{1/4}=u-1$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$dx=4(u-1)^3du$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$\frac{4(u-1)^3}{(u-1)\,u}du=\frac{4(u-1)^2}{u}du=4\left(u-2+\frac1u\right)du$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$\int_1^2 4\left(u-2+\frac1u\right)du=4\left[\frac{u^2}{2}-2u+\ln u\right]_1^2=4\left[(2-4+\ln2)-\left(\frac12-2\right)\right]=4\ln2-2$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$f(1)=-6+4\ln2-2=4(\ln2-2)$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$4(\log_e2-2)$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lcm of the denominators of the exponents) to reach a rational function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(divide first when the numerator degree is at least the denominator's).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used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value of the integrand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R\left(x^{p/q}\right)dx$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$x=t^q$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lcm of the denominators of the exponents) to reach a rational function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$\frac{t^2}{1+t}=t-1+\frac{1}{1+t}$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(divide first when the numerator degree is at least the denominator's).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used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$x^{1/4}\to0$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fixes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$f'(x)=x^{-1/2}-x^{-3/4}+\frac{x^{-3/4}}{1+x^{1/4}}$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$1-1+\frac12=\frac12$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value of the integrand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𝑐𝑜𝑛𝑠𝑡𝑎𝑛𝑡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maximum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$\int\frac{1}{a^2\sin^2x+b^2\cos^2x}dx=\frac1{12}\tan^{-1}(3\tan x)+\text{constant}$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maximum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 x+b\cos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$\sqrt{40}$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$\sqrt{42}$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$\sqrt{39}$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$\sqrt{41}$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1716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Standard integral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Maximum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1716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Standard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$\int\frac{dx}{a^2\sin^2x+b^2\cos^2x}$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Maximum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 x+b\cos x$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compare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maximum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x=t$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compare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$\frac1{12}\tan^{-1}(3t)$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maximum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$a\sin x+b\cos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$\sqrt{a^2+b^2}$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numerator and denominator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$\int\frac{\sec^2x\,dx}{a^2\tan^2x+b^2}$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$\sec^2x\,dx=dt$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$\int\frac{dt}{a^2t^2+b^2}=\frac1{a^2}\int\frac{dt}{t^2+\left(\frac ba\right)^2}$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$=\frac1{a^2}\cdot\frac{1}{b/a}\tan^{-1}\left(\frac{t}{b/a}\right)+c=\frac1{ab}\tan^{-1}\left(\frac ab\tan x\right)+c$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pair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same maximum).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$\frac1{12}\tan^{-1}(3\tan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$a=-6,b=-2$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same maximum).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 x+b\cos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$\sqrt{a^2+b^2}=\sqrt{36+4}=\sqrt{40}$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$\sqrt{40}$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given antiderivative: the integrand must equal its derivative, which reads off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given antiderivative: the integrand must equal its derivative, which reads off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$\frac{d}{dx}\left[\frac1{12}\tan^{-1}(3\tan x)\right]=\frac1{12}\cdot\frac{3\sec^2x}{1+9\tan^2x}=\frac{1}{4(\cos^2x+9\sin^2x)}$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$\frac1{a^2\sin^2x+b^2\cos^2x}=\frac{1}{36\sin^2x+4\cos^2x}$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(compare the values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 need to fix the signs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(compare the values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 x+b\cos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$\sqrt{a^2+b^2}=\sqrt{40}$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 need to fix the signs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$\sqrt{40}$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(divide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 in the integrand, so the question determines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uniquely even though the signs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free.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(write it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the same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substitution.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$\int\frac{dx}{a^2\sin^2x+b^2\cos^2x}=\frac1{ab}\tan^{-1}\left(\frac ab\tan x\right)+C$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 in the integrand, so the question determines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uniquely even though the signs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free.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$\max(a\sin x+b\cos x)=\sqrt{a^2+b^2}$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$\min=-\sqrt{a^2+b^2}$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(write it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$R\sin(x+\phi)$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$\int\frac{dx}{a+b\sin^2x}$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$\int\frac{dx}{a+b\cos^2x}$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the same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substitution.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$I(x)=\int\frac{6}{\sin^2x(1-\cot x)^2}dx$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$I(0)=3$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$I\left(\frac\pi{12}\right)$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$6\sqrt3$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279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Integration by substitution (trigonometric)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divide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$\sin^2x(1-\cot x)^2=(\sin x-\cos x)^2$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x=t$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$\int\frac{6\,dt}{(t-1)^2}$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$\sin^2x(1-\cot x)^2=\sin^2x\cdot\frac{(\sin x-\cos x)^2}{\sin^2x}=1-2\sin x\cos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$I(x)=\int\frac{6\,dx}{1-2\sin x\cos x}=\int\frac{6\sec^2x\,dx}{1+\tan^2x-2\tan x}=\int\frac{6\sec^2x\,dx}{(\tan x-1)^2}$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$\sec^2x\,dx=dt$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$I=6\int(t-1)^{-2}dt=-\frac{6}{t-1}+C$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$I(x)=-\frac{6}{\tan x-1}+C$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$I(0)=3$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$-\frac6{-1}+C=6+C=3$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$I\left(\frac\pi{12}\right)=-\frac{6}{2-\sqrt3-1}-3=-\frac{6}{1-\sqrt3}-3$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$\tan\frac\pi{12}=2-\sqrt3$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$-\frac{6}{1-\sqrt3}\cdot\frac{1+\sqrt3}{1+\sqrt3}=\frac{6(1+\sqrt3)}{2}=3+3\sqrt3$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$I\left(\frac\pi{12}\right)=3+3\sqrt3-3=3\sqrt3$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$3\sqrt3$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no division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needed (the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used as a limit).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$\csc^2x\,dx=-d(\cot 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directly: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$u=1-\cot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no division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needed (the condition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$I(0)=3$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used as a limit).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csc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$\frac{6}{\sin^2x(1-\cot x)^2}dx=\frac{6\csc^2x}{(1-\cot x)^2}dx$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$d(1-\cot x)=\csc^2x\,dx$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$u=1-\cot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$I=\int\frac{6\,du}{u^2}=-\frac6u+C=-\frac{6}{1-\cot x}+C$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$-\frac{6}{1-\cot x}\to0$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$I(0)=3$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$\cot\frac\pi{12}=2+\sqrt3$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$1-\cot x=-(1+\sqrt3)$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$I\left(\frac\pi{12}\right)=\frac{6}{1+\sqrt3}+3=3(\sqrt3-1)+3=3\sqrt3$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$3\sqrt3$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the integrand is a function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times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substitute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antiderivatives of the same function differ by a constant: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why the constants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0.2679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0.2679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8.196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5.196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$\csc^2x\,dx=-d(\cot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$\sec^2x\,dx=d(\tan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the integrand is a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times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$\csc^2x$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substitute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antiderivatives of the same function differ by a constant: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$-\frac6{1-\cot x}=-\frac{6}{\tan x-1}-6$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why the constants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$\tan\frac\pi{12}=2-\sqrt3$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$\cot\frac\pi{12}=2+\sqrt3$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$\tan\frac{5\pi}{12}=2+\sqrt3$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$\tan\frac\pi{12}=0.2679$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$-\frac{6}{0.2679-1}-3=8.196-3=5.196=3\sqrt3$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constant of integration.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$\int\frac{2-\tan x}{3+\tan x}dx=\frac12\left(\alpha x+\log_e|\beta\sin x+\gamma\cos x|\right)+C$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constant of integration.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$\alpha+\frac\gamma\beta$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09567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derivative method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09567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$\frac{a\cos x+b\sin x}{c\cos x+d\sin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derivative method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Convert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write the numerator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𝑑𝑒𝑛𝑜𝑚𝑖𝑛𝑎𝑡𝑜𝑟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𝑑𝑒𝑛𝑜𝑚𝑖𝑛𝑎𝑡𝑜𝑟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Convert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$\frac{2\cos x-\sin x}{3\cos x+\sin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write the numerator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$a\,(\text{denominator})'+b\,(\text{denominator})$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derivative of the denominator.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the coefficients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(i) and (ii):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$\int\frac{2-\tan x}{3+\tan x}dx=\int\frac{2\cos x-\sin x}{3\cos x+\sin 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 x-\sin x=a(-3\sin x+\cos x)+b(3\cos x+\sin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$-3\sin x+\cos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derivative of the denominator.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the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$a+3b=2$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$-3a+b=-1$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(i) and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key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match this; the printed options (C) and (D) are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option list is faulty.)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$I=\frac12\int\frac{-3\sin x+\cos x}{3\cos x+\sin x}dx+\frac12\int dx=\frac12\ln|3\cos x+\sin x|+\frac12x$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$I=\frac12\left(x+\ln|\sin x+3\cos x|\right)+C$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$\frac12\left(\alpha x+\ln|\beta\sin x+\gamma\cos x|\right)$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$\alpha+\frac\gamma\beta=1+\frac31=4$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key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match this; the printed options (C) and (D) are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option list is faulty.)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(printed key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wrong)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(printed key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wrong)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partial fractions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$t=\tan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partial fractions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$\frac{2-t}{(3+t)(1+t^2)}$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Constant term: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(Check, 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$dx=\frac{dt}{1+t^2}$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$I=\int\frac{2-t}{(3+t)(1+t^2)}dt$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$\frac{2-t}{(3+t)(1+t^2)}=\frac{A}{3+t}+\frac{Bt+C}{1+t^2}$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$2-t=A(1+t^2)+(Bt+C)(3+t)$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$5=10A$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Constant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$2=A+3C$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(Check,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$-1=3B+C=-1$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$I=\frac12\ln|3+t|-\frac14\ln(1+t^2)+\frac12\tan^{-1}t$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$\frac12\ln|3+\tan x|+\frac12\ln|\cos x|+\frac x2=\frac12\left(x+\ln|3\cos x+\sin x|\right)$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$-\frac14\ln\sec^2x=\frac12\ln|\cos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$\alpha+\frac\gamma\beta=4$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(printed key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wrong)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(printed key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wrong)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write 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the integral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constant added, the numerator takes a third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more standard integral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remains.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 by such an identity: multiplying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derivative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$\int\frac{a\cos x+b\sin x}{c\cos x+d\sin 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write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$=A\,(c\cos x+d\sin x)'+B\,(c\cos x+d\sin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the integral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$A\ln|c\cos x+d\sin x|+Bx+C$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$\int\frac{p\sin x+q\cos x+r}{\ldots}$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constant added, the numerator takes a third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more standard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$\int\frac{dx}{c\cos x+d\sin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remains.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$\gamma:\beta$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 by such an identity: multiplying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$\beta,\gamma$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$\frac12\ln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$\frac12\left(x+\ln(\sin x+3\cos x)\right)$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$\frac12\left(1+\frac13\right)=\frac23$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$\frac{2-0}{3+0}=\frac23$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642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tan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sSup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d>
                              </m:e>
                            </m: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tan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sSup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d>
                              </m:e>
                            </m: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tan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sSup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d>
                              </m:e>
                            </m: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642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$\int\frac{\left(x^8-x^2\right)dx}{\left(x^{12}+3x^6+1\right)\tan^{-1}\left(x^3+\frac1{x^3}\right)}$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$\log_e\left(\left|\tan^{-1}\left(x^3+\frac1{x^3}\right)\right|\right)^{1/3}+C$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$\log_e\left(\left|\tan^{-1}\left(x^3+\frac1{x^3}\right)\right|\right)^{1/2}+C$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$\log_e\left(\left|\tan^{-1}\left(x^3+\frac1{x^3}\right)\right|\right)+C$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$\log_e\left(\left|\tan^{-1}\left(x^3+\frac1{x^3}\right)\right|\right)^{3}+C$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by substitution (inverse trigonometric function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by substitution (inverse trigonometric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$x^3+x^{-3}$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reproduces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integral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$t=\tan^{-1}\left(x^3+x^{-3}\right)$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reproduces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$\frac{3(x^8-x^2)}{x^{12}+3x^6+1}dx$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integral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$\frac13\int\frac{dt}t$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$\tan^{-1}\left(x^3+\frac1{x^3}\right)=t$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$dt=\frac{\left(3x^2-\frac3{x^4}\right)dx}{1+\left(x^3+\frac1{x^3}\right)^2}$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integral is therefore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$\frac{3(x^6-1)\,dx}{x^4\left(1+x^6+\frac1{x^6}+2\right)}=dt$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$x^4\left(x^6+3+\frac1{x^6}\right)=\frac{x^{12}+3x^6+1}{x^2}$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$dt=\frac{3(x^8-x^2)}{x^{12}+3x^6+1}dx$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integral is 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$\frac13\int\frac{dt}{t}$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$=\frac13\ln|t|+c=\log_e\left|\tan^{-1}\left(x^3+\frac1{x^3}\right)\right|^{1/3}+c$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a:rPr lang="en-IN" sz="2800" i="1">
                                            <a:solidFill>
                                              <a:srgbClr val="15803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800" i="1">
                                            <a:solidFill>
                                              <a:srgbClr val="15803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</m:d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$\log_e\left|\tan^{-1}\left(x^3+\frac1{x^3}\right)\right|^{1/3}+C$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derivative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other factor to spot.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 through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a polynomial of the shape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(palindromic) hints at dividing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$\int\frac{f'(x)}{f(x)}dx=\ln|f(x)|+C$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$f=\tan^{-1}u$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$f'=\frac{u'}{1+u^2}$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other factor to spot.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$u=x^n+x^{-n}$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$1+u^2=x^{2n}+3+x^{-2n}$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$u'=n(x^{n-1}-x^{-n-1})$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 through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$x^{4n}+3x^{2n}+1$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a polynomial of the shape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$x^{12}+3x^6+1$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(palindromic) hints at 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$x^3\pm x^{-3}=w$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642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642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$x\in\left(-\frac\pi2,\frac\pi2\right)$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$y(x)=\int\frac{\csc x+\sin x}{\csc x\sec x+\tan x\sin^2x}dx$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$\lim_{x\to\left(\frac\pi2\right)^-}y(x)=0$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$\tan^{-1}\left(\frac1{\sqrt2}\right)$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$\frac1{\sqrt2}\tan^{-1}\left(-\frac12\right)$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$-\frac1{\sqrt2}\tan^{-1}\left(\frac1{\sqrt2}\right)$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$\frac12\tan^{-1}\left(\frac1{\sqrt2}\right)$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by substitution, Standard integral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by substitution, Standard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$\int\frac{1+t^2}{1+t^4}dt$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547872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simplifying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547872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simplifying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$\frac{(1+\sin^2x)\cos x}{1+\sin^4x}$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x=t$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$\int\frac{1+t^{-2}}{t^2+t^{-2}}dt$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$u=t-\frac1t$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numerator and denominator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numerator and denominator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$\csc x+\sin x=\frac{1+\sin^2x}{\sin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$\csc x\sec x+\tan x\sin^2x=\frac{1+\sin^4x}{\sin x\cos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$y=\int\frac{(1+\sin^2x)\cos x}{1+\sin^4x}dx$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x\,dx=dt$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$y=\int\frac{1+t^2}{1+t^4}dt=\int\frac{1+\frac1{t^2}}{t^2+\frac1{t^2}}dt$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$t-\frac1t=u$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$\left(1+\frac1{t^2}\right)dt=du$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$t^2+\frac1{t^2}=u^2+2$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$y=\int\frac{du}{u^2+2}=\frac1{\sqrt2}\tan^{-1}\frac{u}{\sqrt2}+c$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$y(x)=\frac1{\sqrt2}\tan^{-1}\left(\frac{\sin x-\frac1{\sin x}}{\sqrt2}\right)+c$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$y\to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$u=\frac1{\sqrt2}-\sqrt2=-\frac1{\sqrt2}$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$\frac{u}{\sqrt2}=-\frac12$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$y\left(\frac\pi4\right)=\frac1{\sqrt2}\tan^{-1}\left(-\frac12\right)$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$\frac1{\sqrt2}\tan^{-1}\left(-\frac12\right)$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split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two arctangent integrals.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$1+t^4=(t^2+\sqrt2t+1)(t^2-\sqrt2t+1)$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$\frac{1+t^2}{1+t^4}$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two arctangent integrals.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(add the two fractions to check: numerator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the completed square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±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$\frac{1+t^2}{1+t^4}=\frac12\left[\frac1{t^2+\sqrt2t+1}+\frac1{t^2-\sqrt2t+1}\right]$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(add the two fractions to check: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$2(t^2+1)$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$\int\frac{dt}{t^2\pm\sqrt2t+1}=\sqrt2\tan^{-1}\left(\sqrt2t\pm1\right)$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the completed square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$\left(t\pm\frac1{\sqrt2}\right)^2+\frac12$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$y=\frac1{\sqrt2}\left[\tan^{-1}(\sqrt2t+1)+\tan^{-1}(\sqrt2t-1)\right]+c$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two angles add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limit condition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$(\sqrt2+1)(\sqrt2-1)=1$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two angles add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limit condition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$0=\frac1{\sqrt2}\cdot\frac\pi2+c$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$c=-\frac{\pi}{2\sqrt2}$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$y=\frac1{\sqrt2}\left[\tan^{-1}2+\tan^{-1}0\right]-\frac\pi{2\sqrt2}=\frac1{\sqrt2}\left(\tan^{-1}2-\frac\pi2\right)$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$\tan^{-1}2+\tan^{-1}\frac12=\frac\pi2$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$y=-\frac1{\sqrt2}\tan^{-1}\frac12=\frac1{\sqrt2}\tan^{-1}\left(-\frac12\right)$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$\frac1{\sqrt2}\tan^{-1}\left(-\frac12\right)$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Rule: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(Sophie Germain-type factorisation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limit condition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 end point of the domain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integrand is not defined there.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$\int\frac{1+t^2}{1+t^4}dt=\frac1{\sqrt2}\tan^{-1}\frac{t^2-1}{\sqrt2\,t}+C$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$\int\frac{1-t^2}{1+t^4}dt=\frac1{2\sqrt2}\ln\left|\frac{t^2+\sqrt2t+1}{t^2-\sqrt2t+1}\right|+C$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$t-\frac1t$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$\frac{1+t^{-2}}{\ldots}$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$u=t-\frac1t$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$du=(1+t^{-2})dt$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$t^2+t^{-2}=u^2+2$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$\frac{1-t^{-2}}{\ldots}$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$u=t+\frac1t$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$t^2+t^{-2}=u^2-2$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$1+t^4=(t^2+\sqrt2t+1)(t^2-\sqrt2t+1)$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(Sophie Germain-type factorisation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$a^4+4b^4$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$b^4=\frac14$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limit condition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 end point of the domain fixes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integrand is not defined there.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integration constant,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$\int\frac{\sin^{3/2}x+\cos^{3/2}x}{\sqrt{\sin^3x\cos^3x\sin(x-\theta)}}dx=A\sqrt{\cos\theta\tan x-\sin\theta}+B\sqrt{\cos\theta-\sin\theta\cot x}+C$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integration constant,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$4\sec\theta$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$4\csc2\theta$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$2\sec\theta$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$8\csc2\theta$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Integration by substitution (trigonometric, radicals)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numerator; each part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the cosecant analogue,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numerator; each part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$\frac{\sec^2x\,dx}{\sqrt{\tan x\cos\theta-\sin\theta}}$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the cosecant analogue, 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$\sec x\sin(x-\theta)=\cos\theta\tan x-\sin\theta$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csc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similarly for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csc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csc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$I=\int\frac{\sec^{3/2}x\,dx}{\sqrt{\sin(x-\theta)}}+\int\frac{\csc^{3/2}x\,dx}{\sqrt{\sin(x-\theta)}}$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$\frac{\sin^{3/2}x}{\sqrt{\sin^3x\cos^3x}}=\sec^{3/2}x$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similarly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$\cos^{3/2}x$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$I=\int\frac{\sec^2x\,dx}{\sqrt{\sec x\sin(x-\theta)}}+\int\frac{\csc^2x\,dx}{\sqrt{\csc x\sin(x-\theta)}}$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x\sin(x-\theta)=\tan x\cos\theta-\sin\theta$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$\csc x\sin(x-\theta)=\cos\theta-\cot x\sin\theta$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$I=I_1+I_2$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$I_1=\int\frac{\sec^2x\,dx}{\sqrt{\tan x\cos\theta-\sin\theta}}$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(put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the given form: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x\cos\theta-\sin\theta=t^2$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$\sec^2x\,dx=\frac{2t\,dt}{\cos\theta}$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$I_1=\int\frac{2t\,dt}{t\cos\theta}=\frac{2t}{\cos\theta}+C_1=\frac2{\cos\theta}\sqrt{\tan x\cos\theta-\sin\theta}+C_1$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(put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$\cos\theta-\sin\theta\cot x=u^2$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$\csc^2x\,dx=\frac{2u\,du}{\sin\theta}$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$I_2=\frac2{\sin\theta}\sqrt{\cos\theta-\sin\theta\cot x}+C_2$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the given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$A=\frac2{\cos\theta}$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$B=\frac2{\sin\theta}$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$AB=\frac4{\sin\theta\cos\theta}=\frac8{\sin2\theta}=8\csc2\theta$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$8\csc2\theta$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Two-term integrands with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divide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write each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giving the factor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Two-term integrands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$\sqrt{\sin^3x\cos^3x\,\cdot}$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$\sin^{3/2}x\cos^{3/2}x$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$\sec^{3/2}x$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$\csc^{3/2}x$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write each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$\frac{\sec^2x}{\sqrt{\sec x\,(\cdot)}}$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$\sin(x-\theta)=\sin x\cos\theta-\cos x\sin\theta$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$\frac{\sin(x-\theta)}{\cos x}=\tan x\cos\theta-\sin\theta$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$\frac{\sin(x-\theta)}{\sin x}=\cos\theta-\cot x\sin\theta$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$\int\frac{f'(x)\,dx}{\sqrt{f(x)}}=2\sqrt{f(x)}+C$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$f=\tan x\cos\theta-\sin\theta$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$f'=\cos\theta\sec^2x$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giving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$\frac2{\cos\theta}$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642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sec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642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$I(x)=\int\frac{x^2\left(x\sec^2x+\tan x\right)}{(x\tan x+1)^2}dx$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$I\left(\frac\pi4\right)$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$\log_e\frac{(\pi+4)^2}{16}+\frac{\pi^2}{4(\pi+4)}$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$\log_e\frac{(\pi+4)^2}{32}-\frac{\pi^2}{4(\pi+4)}$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$\log_e\frac{(\pi+4)^2}{32}+\frac{\pi^2}{4(\pi+4)}$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$\log_e\frac{(\pi+4)^2}{16}-\frac{\pi^2}{4(\pi+4)}$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Integration by parts (derivative of a quotient)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integrate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parts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$x\sec^2x+\tan x=(x\tan x+1)'$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integrate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$x^2\cdot\frac{w'}{w^2}$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parts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$w=x\tan x+1$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422648"/>
                <a:ext cx="10725912" cy="225247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integrand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422648"/>
                <a:ext cx="10725912" cy="225247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$w=x\tan 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$w'=x\sec^2x+\tan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integrand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$x^2\cdot\frac{w'}{w^2}$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(by parts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x^2\cdot\frac{w'}{w^2}dx=-\frac{x^2}{w}+\int\frac{2x}{w}dx$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(by parts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$\int\frac{w'}{w^2}dx=-\frac1w$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$I=-\frac{x^2}{x\tan x+1}+2\int\frac{x}{x\tan x+1}dx$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$\int\frac{x}{x\tan x+1}dx=\int\frac{x\cos x}{x\sin x+\cos 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 x+\cos 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$dt=(x\cos x+\sin x-\sin x)dx=x\cos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$2\int\frac{dt}{t}=2\ln|x\sin x+\cos x|+c$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$I(x)=-\frac{x^2}{x\tan x+1}+2\ln|x\sin x+\cos x|+c$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$0+2\ln1+c=0$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$-\frac{\pi^2/16}{\frac\pi4+1}=-\frac{\pi^2}{4(\pi+4)}$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 x+\cos x=\frac1{\sqrt2}\left(\frac\pi4+1\right)=\frac{\pi+4}{4\sqrt2}$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$2\ln\frac{\pi+4}{4\sqrt2}=\ln\frac{(\pi+4)^2}{32}$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$I\left(\frac\pi4\right)=\ln\frac{(\pi+4)^2}{32}-\frac{\pi^2}{4(\pi+4)}$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$\log_e\frac{(\pi+4)^2}{32}-\frac{\pi^2}{4(\pi+4)}$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when the numerator contains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a simple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integrate by parts: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are standard 'x times trig' derivatives worth remembering.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Pattern: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(numerator is the derivative of the denominator).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1.5935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1.5935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0.4661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0.3455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difference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0.1206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$\frac{d}{dx}\left(\frac{g}{w}\right)=\frac{g'w-gw'}{w^2}$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when the numerator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a simple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integrate by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g\frac{w'}{w^2}=-\frac gw+\int\frac{g'}{w}$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$\frac{d}{dx}(x\tan x+1)=x\sec^2x+\tan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$\frac{d}{dx}(x\sin x+\cos x)=x\cos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are standard 'x times trig' derivatives worth remembering.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Pattern: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$\int\frac{x\cos x}{x\sin x+\cos x}dx=\ln|x\sin x+\cos x|+C$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(numerator is the derivative of the denominator).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$\frac{(\pi+4)^2}{32}\approx1.5935$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$\ln1.5935\approx0.4661$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$\frac{\pi^2}{4(\pi+4)}\approx0.3455$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$\approx0.1206=I\left(\frac\pi4\right)$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$I(x)=\int e^{\sin^2x}(\cos x\sin2x-\sin 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$I\left(\frac\pi3\right)$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$e^{3/4}$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$-\frac12e^{3/4}$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$-e^{3/4}$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$\frac12e^{3/4}$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09567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09567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$e^{f(x)}\{g'(x)+f'(x)g(x)\}$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integrand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$f=\sin^2x$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$f'g+g'=\cos x\sin2x-\sin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integrand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$\frac{d}{dx}\left(e^{f}g\right)$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exactly the bracket.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e^{f(x)}\left(g'(x)+f'(x)g(x)\right)dx=e^{f(x)}g(x)+C$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$g'(x)=-\sin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$g'+f'g=-\sin x+\sin2x\cos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exactly the bracket.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$I=e^{\sin^2x}\cos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$I(0)=e^0\cdot1+c=1$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$I=e^{\sin^2x}\cos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$I\left(\frac\pi3\right)=e^{3/4}\cdot\frac12=\frac12e^{3/4}$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$\frac12e^{3/4}$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integrand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integrand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$e^{1-u^2}(1-2u^2)\,du$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$\frac{d}{du}\left(u\,e^{1-u^2}\right)$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x\sin2x-\sin x=\sin x\,(2\cos^2x-1)$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 e^{\sin^2x}\sin x\,(2\cos^2x-1)\,dx$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x\,dx=-du$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$\sin^2x=1-u^2$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$I=-\int e^{1-u^2}(2u^2-1)\,du=\int e^{1-u^2}(1-2u^2)\,du$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$\frac{d}{du}\left(u\,e^{1-u^2}\right)=e^{1-u^2}-2u^2e^{1-u^2}=e^{1-u^2}(1-2u^2)$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$I=u\,e^{1-u^2}+c=\cos x\,e^{\sin^2x}+c$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$I\left(\frac\pi3\right)=\frac12e^{3/4}$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$\frac12e^{3/4}$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recognise integrands of the shape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𝑠𝑢𝑚 𝑜𝑓 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𝑎𝑛𝑑 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Special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special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Integrals like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close in elementary form even though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0.0585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$\frac{d}{dx}\left(e^{f}g\right)=e^{f}\left(g'+f'g\right)$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recognise integrands of the shape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$e^{f}\times(\text{sum of } g' \text{ and } f'g)$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Special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f'e^{f}dx=e^{f}+C$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special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e^x(g+g')dx=e^xg+C$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Integrals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e^{-u^2}(1-2u^2)du=ue^{-u^2}+C$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close in elementary form even though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e^{-u^2}du$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$\int_0^{\pi/3}e^{\sin^2x}(\cos x\sin2x-\sin x)dx\approx0.0585=\frac12e^{3/4}-1$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constant of integration,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$\alpha,\beta,\gamma,\delta\in\mathbb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$\int\left(\left(\frac xe\right)^{2x}+\left(\frac ex\right)^{2x}\right)\log_ex\,dx=\frac1\alpha\left(\frac xe\right)^{\beta x}-\frac1\gamma\left(\frac ex\right)^{\delta x}+C$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$e=\sum_{n=0}^\infty\frac1{n!}$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constant of integration,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$\alpha+2\beta+3\gamma-4\delta$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39115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by substitution (logarithmic differentiation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39115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by substitution (logarithmic differentiation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$(x/e)^{2x}$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supplies the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$t=\left(\frac xe\right)^{2x}$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 t=2x(\ln x-1)$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$\frac{dt}{t}=2\ln x\,dx$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supplies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$\log_ex\,dx$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Taking logarithms: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 xe\right)^{2x}=t$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Taking logarithms: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t=2x(\ln 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$\frac{dt}{t}=\left[2(\ln x-1)+2x\cdot\frac1x\right]dx=2\ln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x\,dx=\frac{dt}{2t}$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 ex\right)^{2x}=\frac1t$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$I=\int\left(t+\frac1t\right)\frac{dt}{2t}=\frac12\int\left(1+\frac1{t^2}\right)dt$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$=\frac12\left(t-\frac1t\right)+C$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$=\frac12\left(\frac xe\right)^{2x}-\frac12\left(\frac ex\right)^{2x}+C$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$\alpha+2\beta+3\gamma-4\delta=2+4+6-8=4$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pair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standard hidden derivative.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sums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after dividing you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on this question: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$\frac{d}{dx}\left(\frac xe\right)^{x}=\left(\frac xe\right)^{x}\ln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$\frac{d}{dx}\,x(\ln x-1)=\ln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$x^x 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standard hidden derivative.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$\frac{d}{dx}\left(\frac xe\right)^{kx}=k\ln x\left(\frac xe\right)^{kx}$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$\int\left(\frac xe\right)^{kx}\ln x\,dx=\frac1k\left(\frac xe\right)^{kx}+C$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sums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$dt=t\cdot(\ldots)$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after dividing you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$\int(1+t^{-2})dt=t-t^{-1}$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on this question: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$\frac{d}{dx}\frac12\left[\left(\frac xe\right)^{2x}-\left(\frac ex\right)^{2x}\right]$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$\frac12(2+2)\cdot1=2=(1+1)\ln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Q15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assumed: +4 per question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constant of integration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$\int\frac{\left(\sqrt{1+x^2}+x\right)^{10}}{\left(\sqrt{1+x^2}-x\right)^{9}}dx=\frac1m\left(\left(\sqrt{1+x^2}+x\right)^{n}\left(n\sqrt{1+x^2}-x\right)\right)+C$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constant of integration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108196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by substitution (hyperbolic/trigonometric) for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108196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by substitution (hyperbolic/trigonometric)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$\sqrt{1+x^2}\pm x$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integrand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after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$(\sqrt{1+x^2}+x)(\sqrt{1+x^2}-x)=1$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integrand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$\left(\sqrt{1+x^2}+x\right)^{19}$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$z=\sqrt{1+x^2}+x$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after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$x=\tan\theta$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integral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integral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$\int\frac{(\sec\theta+\tan\theta)^{10}}{(\sec\theta-\tan\theta)^{9}}\sec^2\theta\,d\theta$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$\sec\theta-\tan\theta=\frac1{\sec\theta+\tan\theta}$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$\int(\sec\theta+\tan\theta)^{19}\sec^2\theta\,d\theta$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$z=\sec\theta+\tan\theta$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$dz=\sec\theta(\sec\theta+\tan\theta)\,d\theta$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$\sec\theta\,d\theta=\frac{dz}{z}$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$\sec\theta-\tan\theta=\frac1z$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$\sec\theta=\frac12\left(z+\frac1z\right)$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z^{19}\sec\theta\cdot\frac{dz}{z}=\int z^{18}\cdot\frac12\left(z+\frac1z\right)dz=\frac12\int\left(z^{19}+z^{17}\right)dz$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$=\frac12\left(\frac{z^{20}}{20}+\frac{z^{18}}{18}\right)+c$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$z=\sqrt{1+x^2}+x$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$=\frac12\cdot\frac{z^{18}}{2}\left(\frac{z^2}{10}+\frac19\right)=\frac14\left(\sqrt{1+x^2}+x\right)^{19}\left\{\frac{\sqrt{1+x^2}+x}{10}+\frac19\left(\sqrt{1+x^2}-x\right)\right\}$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$\frac1z=\sqrt{1+x^2}-x$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integral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$\frac{9\left(\sqrt{1+x^2}+x\right)+10\left(\sqrt{1+x^2}-x\right)}{90}=\frac{19\sqrt{1+x^2}-x}{90}$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integral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$\frac1{360}\left(\sqrt{1+x^2}+x\right)^{19}\left(19\sqrt{1+x^2}-x\right)+c$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$m+n=360+19=379$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379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integrand collapses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$x=\sinh 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$\sqrt{1+x^2}\pm x=e^{\pm u}$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integrand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$e^{19u}\cosh 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$x=\sinh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$\sqrt{1+x^2}=\cosh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$dx=\cosh u\,du$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$\sqrt{1+x^2}+x=e^u$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$\sqrt{1+x^2}-x=e^{-u}$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$\int\frac{e^{10u}}{e^{-9u}}\cosh u\,du=\int e^{19u}\cdot\frac{e^u+e^{-u}}{2}du=\frac12\int\left(e^{20u}+e^{18u}\right)du$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$=\frac12\left(\frac{e^{20u}}{20}+\frac{e^{18u}}{18}\right)+c=\frac{e^{19u}}{2}\left(\frac{e^{u}}{20}+\frac{e^{-u}}{18}\right)+c$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bracket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integral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$e^u=z=\sqrt{1+x^2}+x$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$e^{-u}=\sqrt{1+x^2}-x$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bracket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$=\frac{9\left(\sqrt{1+x^2}+x\right)+10\left(\sqrt{1+x^2}-x\right)}{180}=\frac{19\sqrt{1+x^2}-x}{180}$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integral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$\frac{1}{360}z^{19}\left(19\sqrt{1+x^2}-x\right)+c$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$m+n=379$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379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reciprocal pair,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integrand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value of the integrand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$\left(\sqrt{1+x^2}+x\right)\left(\sqrt{1+x^2}-x\right)=1$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reciprocal pair,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$\left(\sqrt{1+x^2}-x\right)^{-9}=\left(\sqrt{1+x^2}+x\right)^{9}$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integrand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$\left(\sqrt{1+x^2}+x\right)^{19}$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$x=\sinh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$\int\left(\sqrt{1+x^2}+x\right)^{k}dx=\int e^{ku}\cosh u\,du=\frac12\left[\frac{e^{(k+1)u}}{k+1}+\frac{e^{(k-1)u}}{k-1}\right]$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$\int\left(x+\sqrt{x^2-1}\right)^kdx$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$x=\cosh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$\int\left(\sqrt{a^2+x^2}+x\right)^kdx$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$x=a\sinh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$F=\frac1{360}z^{19}\left(19\sqrt{1+x^2}-x\right)$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$z'=1$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$F'(0)=\frac1{360}(19\cdot19-1)=1$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value of the integrand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8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deg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deg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26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γ</m:t>
                                </m:r>
                              </m:sup>
                            </m:sSup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constant of integration,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8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$\int\left(\frac1x+\frac1{x^3}\right)\left(\sqrt[23]{3x^{-24}+x^{-26}}\right)dx=-\frac{\alpha}{3(\alpha+1)}\left(3x^\beta+x^\gamma\right)^{\frac{\alpha+1}{\alpha}}+C$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$(\alpha,\beta,\gamma\in\mathbb 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constant of integration,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32765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by substitution (fractional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32765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by substitution (fractional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$3x^{-1}+x^{-3}$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Pull one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of the root so the integrand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Pull one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of the root so the integrand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$\left(x^{-2}+x^{-4}\right)\left(3x^{-1}+x^{-3}\right)^{1/23}$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$t=3x^{-1}+x^{-3}$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24</m:t>
                                    </m:r>
                                  </m:sup>
                                </m:sSup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26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24</m:t>
                                    </m:r>
                                  </m:sup>
                                </m:sSup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26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p>
                                </m:sSup>
                              </m:den>
                            </m:f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</m:e>
                    </m:d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$I=\int\left(\frac1x+\frac1{x^3}\right)\left(\frac3{x^{24}}+\frac1{x^{26}}\right)^{1/23}dx$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$\left(\frac3{x^{24}}+\frac1{x^{26}}\right)^{1/23}=\left(\frac1{x^{23}}\left(\frac3x+\frac1{x^3}\right)\right)^{1/23}=\frac1x\left(\frac3x+\frac1{x^3}\right)^{1/23}$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$I=\int\left(\frac1{x^2}+\frac1{x^4}\right)\left(\frac3x+\frac1{x^3}\right)^{1/23}dx$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$\frac3x+\frac1{x^3}=t$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$\left(-\frac3{x^2}-\frac3{x^4}\right)dx=dt$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$\left(\frac1{x^2}+\frac1{x^4}\right)dx=-\frac{dt}3$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γ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$I=-\frac13\int t^{1/23}dt=-\frac13\cdot\frac{23}{24}\,t^{24/23}+c$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$I=-\frac13\cdot\frac{23}{24}\left(3x^{-1}+x^{-3}\right)^{24/23}+c$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$-\frac{\alpha}{3(\alpha+1)}\left(3x^\beta+x^\gamma\right)^{(\alpha+1)/\alpha}$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$\alpha+\beta+\gamma=23-1-3=19$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look for the inner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derivative appears as the other factor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out the common power under a root to expose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integrals, 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works; the exponent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plays no role beyond the power rule.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the answer's exponent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consistent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f'(x)\,[f(x)]^{p}dx=\frac{[f(x)]^{p+1}}{p+1}+C$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look for the inner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derivative appears as the other factor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$f=3x^{-1}+x^{-3}$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$f'=-3(x^{-2}+x^{-4})$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out the common power under a root to expose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$(3x^{-24}+x^{-26})=x^{-23}\,(3x^{-1}+x^{-3})$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$\int(a+bx^{-m})^{p}x^{-m-1}dx$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integrals, the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$t=a+bx^{-m}$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works; the exponent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$1/23$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plays no role beyond the power rule.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the answer's exponent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$\frac{\alpha+1}{\alpha}=\frac{24}{23}=1+\frac1{23}$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consistent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$p=\frac1{23}$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constant of integration,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$\int\frac{2x^2+5x+9}{\sqrt{x^2+x+1}}dx=x\sqrt{x^2+x+1}+\alpha\sqrt{x^2+x+1}+\beta\log_e\left|x+\frac12+\sqrt{x^2+x+1}\right|+C$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constant of integration,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$\alpha+2\beta$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736339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736339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$\frac{px^2+qx+r}{\sqrt{ax^2+bx+c}}$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both sides: the derivative of the right side over the common denominator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have numerator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both sides: the derivative of the right side over the common denominator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$2\sqrt{x^2+x+1}$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have numerator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$2(2x^2+5x+9)$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both sides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everything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on the right: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both sides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$s=\sqrt{x^2+x+1}$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$s'=\frac{2x+1}{2s}$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$\frac{2x^2+5x+9}{s}=s+x\cdot\frac{2x+1}{2s}+\alpha\cdot\frac{2x+1}{2s}+\beta\cdot\frac1s$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$\frac{d}{dx}\ln\left|x+\frac12+s\right|=\frac{1+\frac{2x+1}{2s}}{x+\frac12+s}=\frac1s$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everything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$s=\frac{2s^2}{2s}=\frac{2x^2+2x+2}{2s}$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on the right: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$2x^2+2x+2+x(2x+1)+\alpha(2x+1)+2\beta=4x^2+(3+2\alpha)x+2+\alpha+2\beta$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 term: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$\frac{2x^2+5x+9}{s}=\frac{4x^2+(3+2\alpha)x+2+\alpha+2\beta}{2s}$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$4x^2+10x+18=4x^2+(3+2\alpha)x+2+\alpha+2\beta$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$10=3+2\alpha$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$18=2+\frac72+2\beta$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$2\beta=16-\frac72=\frac{25}{2}$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$\beta=\frac{25}4$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$\alpha+2\beta=\frac72+\frac{25}{2}=16$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use the three standard integrals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$x+\frac12=s$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use the three standard integrals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$\int\frac{s^2}{\sqrt{s^2+k}},\int\frac{s}{\sqrt{s^2+k}},\int\frac{1}{\sqrt{s^2+k}}$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$s=x+\frac12$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$x^2+x+1=s^2+\frac34$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$2x^2+5x+9=2s^2+3s+7$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$\int\frac{2s^2+3s+7}{\sqrt{s^2+\frac34}}ds$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$\int\frac{s^2}{\sqrt{s^2+k}}ds=\frac s2\sqrt{s^2+k}-\frac k2\ln\left(s+\sqrt{s^2+k}\right)$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$\int\frac{s\,ds}{\sqrt{s^2+k}}=\sqrt{s^2+k}$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$\int\frac{ds}{\sqrt{s^2+k}}=\ln\left(s+\sqrt{s^2+k}\right)$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$2\left[\frac s2\sqrt{\cdot}-\frac38\ln\right]+3\sqrt{\cdot}+7\ln=(s+3)\sqrt{\cdot}+\left(7-\frac34\right)\ln=(s+3)\sqrt{\cdot}+\frac{25}4\ln$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integral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$s+3=x+\frac72$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$x\sqrt{x^2+x+1}+\frac72\sqrt{x^2+x+1}+\frac{25}4\ln\left|x+\frac12+\sqrt{x^2+x+1}\right|+C$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$\beta=\frac{25}4$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$\alpha+2\beta=16$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differentiate both sides to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(general: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degree-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numerator over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𝑞𝑢𝑎𝑑𝑟𝑎𝑡𝑖𝑐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ansatz is (polynomial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derivative of the right 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integrand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$\int\frac{P_2(x)}{\sqrt{ax^2+bx+c}}dx=(px+q)\sqrt{ax^2+bx+c}+\lambda\int\frac{dx}{\sqrt{ax^2+bx+c}}$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differentiate both sides to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$p,q,\lambda$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$\int\frac{dx}{\sqrt{x^2+x+1}}=\ln\left|x+\frac12+\sqrt{x^2+x+1}\right|+C$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$\frac{d}{dx}\ln\left|x+\frac12+s\right|=\frac1s$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(general: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$\frac{d}{dx}\ln\left|x+\sqrt{x^2+k}\right|=\frac1{\sqrt{x^2+k}}$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degree-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numerator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$\sqrt{\text{quadratic}}$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ansatz is (polynomial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$\cdot\sqrt{\cdot}+\lambda\int\frac{dx}{\sqrt{\cdot}}$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$s'=\frac12$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derivative of the right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$=s+xs'+\alpha s'+\frac\beta s=1+0+\frac74+\frac{25}4=9$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integrand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csc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constant of integration,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$\int\csc^5x\,dx=\alpha\cot x\csc x\left(\csc^2x+\frac32\right)+\beta\log_e\left|\tan\frac x2\right|+C$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constant of integration,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$8(\alpha+\beta)$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7363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by parts (reduction formula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7363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by parts (reduction formula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$\int\csc^nx\,dx$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parts (with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reduction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$\csc^3x\cdot\csc^2x$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parts (with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$\int\csc^2x=-\cot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$\cot^2x=\csc^2x-1$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reduction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parts, taking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first function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second.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csc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csc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csc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$I=\int\csc^3x\cdot\csc^2x\,dx$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parts, 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$\csc^3x$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first function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$\csc^2x$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second.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$I=-\cot x\csc^3x-\int(-\cot x)\left(-3\csc^3x\cot x\right)dx=-\cot x\csc^3x-3\int\cot^2x\csc^3x\,dx$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$\cot^2x=\csc^2x-1$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$I=-\cot x\csc^3x-3\int\csc^3x\left(\csc^2x-1\right)dx$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$I=-\cot x\csc^3x-3I+3\int\csc^3x\,dx$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$I_1=\int\csc^3x\,dx=-\csc x\cot x-\int\cot^2x\csc x\,dx=-\csc x\cot x-\int\left(\csc^2x-1\right)\csc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step 4: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csc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$I_1=-\csc x\cot x-I_1+\int\csc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$2I_1=-\csc x\cot x+\ln\left|\tan\frac x2\right|$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$I_1=-\frac12\csc x\cot x+\frac12\ln\left|\tan\frac x2\right|$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step 4: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$4I=-\cot x\csc^3x+3I_1=-\cot x\csc^3x-\frac32\csc x\cot x+\frac32\ln\left|\tan\frac x2\right|+4c$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$I=-\frac14\csc x\cot x\left(\csc^2x+\frac32\right)+\frac38\ln\left|\tan\frac x2\right|+c$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$8(\alpha+\beta)=8\cdot\frac18=1$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standard reduction formula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csc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twice.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standard reduction formula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$\int\csc^nx\,dx=-\frac{\csc^{n-2}x\cot x}{n-1}+\frac{n-2}{n-1}\int\csc^{n-2}x\,dx$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twice.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csc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$\int\csc^5x\,dx=-\frac{\csc^3x\cot x}4+\frac34\int\csc^3x\,dx$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$\int\csc^3x\,dx=-\frac{\csc x\cot x}2+\frac12\int\csc x\,dx=-\frac{\csc x\cot x}{2}+\frac12\ln\left|\tan\frac x2\right|$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$\int\csc^5x\,dx=-\frac14\csc^3x\cot x-\frac38\csc x\cot x+\frac38\ln\left|\tan\frac x2\right|+C$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csc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$=-\frac14\csc x\cot x\left(\csc^2x+\frac32\right)+\frac38\ln\left|\tan\frac x2\right|+C$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$8(\alpha+\beta)=1$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csc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same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Base cases: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log term appears; 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result is a polynomial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csc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(numerically verified).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$\int\csc^nx\,dx=-\frac{\csc^{n-2}x\cot x}{n-1}+\frac{n-2}{n-1}\int\csc^{n-2}x\,dx$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same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$\int\sec^nx\,dx=\frac{\sec^{n-2}x\tan x}{n-1}+\frac{n-2}{n-1}\int\sec^{n-2}x\,dx$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Base cases: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$\int\csc x\,dx=\ln\left|\tan\frac x2\right|+C$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$\int\csc^2x\,dx=-\cot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$\int\sec x\,dx=\ln|\sec x+\tan x|+C$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log term appears; 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result is a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$\frac{d}{dx}\left[-\frac14\csc x\cot x\left(\csc^2x+\frac32\right)+\frac38\ln\tan\frac x2\right]$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$\csc^5\frac\pi2=1$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(numerically verified).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$I(x)=\int\sqrt{\frac{x+7}{x}}\,dx$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$I(9)=12+7\log_e7$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$I(1)=\alpha+7\log_e\left(1+2\sqrt2\right)$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5475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by substitution, Standard integral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5475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by substitution, Standard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$\int\sqrt{t^2+a^2}\,dt$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put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standard integral.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$\sqrt{\frac{x+7}x}=\frac{\sqrt{x+7}}{\sqrt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 x=t$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$2\int\sqrt{t^2+7}\,dt$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standard integral.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rad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rad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$I(x)=\int\sqrt{\frac{x+7}x}\,dx=\int\frac{\sqrt{(\sqrt x)^2+(\sqrt7)^2}}{\sqrt 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$\frac1{2\sqrt x}dx=dt$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$\frac{dx}{\sqrt x}=2\,dt$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$I=2\int\sqrt{t^2+7}\,dt=2\left(\frac t2\sqrt{t^2+7}+\frac72\ln\left(t+\sqrt{t^2+7}\right)\right)+c$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$I(x)=\sqrt x\sqrt{x+7}+7\ln\left(\sqrt x+\sqrt{x+7}\right)+c$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$I(9)=3\cdot4+7\ln(3+4)+c=12+7\ln7+c$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$I(9)=12+7\ln7$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$I(1)=\sqrt8+7\ln\left(1+\sqrt8\right)=2\sqrt2+7\ln\left(1+2\sqrt2\right)$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$\alpha=2\sqrt2=\sqrt8$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Rationalise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split off the derivative of the radicand, and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Rationalise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$\frac{x+7}{\sqrt{x^2+7x}}$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split off the derivative of the radicand,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$\int\frac{dx}{\sqrt{x^2+7x}}$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3.5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$\sqrt{\frac{x+7}x}=\frac{x+7}{\sqrt{x^2+7x}}=\frac12\cdot\frac{2x+7}{\sqrt{x^2+7x}}+\frac72\cdot\frac1{\sqrt{x^2+7x}}$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$I(x)=\sqrt{x^2+7x}+\frac72\ln\left(x+\frac72+\sqrt{x^2+7x}\right)+c'$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$\sqrt{144}=12$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$\ln\left(9+3.5+12\right)=\ln\frac{49}2$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$12+\frac72\ln\frac{49}{2}+c'=12+7\ln7$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$c'=\frac72\ln2$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$I(1)=\sqrt8+\frac72\ln\left(\frac92+\sqrt8\right)+\frac72\ln2=2\sqrt2+\frac72\ln\left(9+4\sqrt2\right)$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$9+4\sqrt2=\left(1+2\sqrt2\right)^2$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$I(1)=2\sqrt2+7\ln\left(1+2\sqrt2\right)$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 routes give antiderivatives that differ by a constant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alternate form), so always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the given value in the same form.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$\int\sqrt{t^2+a^2}\,dt=\frac t2\sqrt{t^2+a^2}+\frac{a^2}2\ln\left(t+\sqrt{t^2+a^2}\right)+C$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$\int\sqrt{\frac{x+a}{x}}dx=\sqrt{x(x+a)}+a\ln\left(\sqrt x+\sqrt{x+a}\right)+C$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 routes give antiderivatives that differ by a constant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$\frac72\ln 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alternate form), so always fix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the given value in the same form.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$\frac{d}{dx}\left[\sqrt{x(x+7)}+7\ln(\sqrt x+\sqrt{x+7})\right]$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$\frac{9}{2\sqrt8}+\frac{7}{2\sqrt8}=\frac{16}{2\sqrt8}=\sqrt8$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$\sqrt{\frac{8}{1}}=\sqrt8$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$f(x)=\int\frac{dx}{\left(3+4x^2\right)\sqrt{4-3x^2}}$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$|x|&lt;\frac2{\sqrt3}$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$f(1)=\frac1{\alpha\beta}\tan^{-1}\left(\frac\alpha\beta\right)$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557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by substitution (reciprocal, then radical), Constant of integration from a limit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557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by substitution (reciprocal, then radical), Constant of integration from a limit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integral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 arctangent.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$4t^2-3=p^2$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integral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$-\int\frac{dp}{3p^2+25}$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 arctangent.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$dx=-\frac{dt}{t^2}$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$f=\int\frac{-\frac1{t^2}\,dt}{\left(3+\frac4{t^2}\right)\sqrt{4-\frac3{t^2}}}=-\int\frac{t\,dt}{(3t^2+4)\sqrt{4t^2-3}}$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$4t^2-3=p^2$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$4t\,dt=p\,dp$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$t\,dt=\frac p4dp$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$3t^2+4=\frac{3p^2+9}{4}+4=\frac{3p^2+25}4$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$f=-\int\frac{\frac p4dp}{\frac{3p^2+25}{4}\cdot p}=-\int\frac{dp}{3p^2+25}$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$f=-\frac1{5\sqrt3}\tan^{-1}\left(\frac{\sqrt3\,p}{5}\right)+C$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$p=\sqrt{4t^2-3}=\sqrt{\frac4{x^2}-3}=\frac{\sqrt{4-3x^2}}{x}$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$f(x)=-\frac1{5\sqrt3}\tan^{-1}\left(\frac{\sqrt3\sqrt{4-3x^2}}{5x}\right)+C$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$f(0)=\lim_{x\to0^+}f(x)$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$0=-\frac1{5\sqrt3}\cdot\frac\pi2+C$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$C=\frac{\pi}{10\sqrt3}$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$f(1)=-\frac1{5\sqrt3}\tan^{-1}\frac{\sqrt3}{5}+\frac\pi{10\sqrt3}=\frac1{5\sqrt3}\left(\frac\pi2-\tan^{-1}\frac{\sqrt3}5\right)$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$=\frac1{5\sqrt3}\cot^{-1}\frac{\sqrt3}{5}=\frac1{5\sqrt3}\tan^{-1}\frac5{\sqrt3}$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$\alpha^2+\beta^2=25+3=28$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integral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no limit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$u=\frac{x}{\sqrt{4-3x^2}}$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$\frac{dx}{(4-3x^2)^{3/2}}=\frac{du}{4}$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integral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$\int\frac{du}{3+25u^2}$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no limit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$u=\frac{x}{\sqrt{4-3x^2}}$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$\frac{du}{dx}=\frac{(4-3x^2)+3x^2}{(4-3x^2)^{3/2}}=\frac4{(4-3x^2)^{3/2}}$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$u^2=\frac{x^2}{4-3x^2}$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$x^2=\frac{4u^2}{1+3u^2}$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$4-3x^2=\frac4{1+3u^2}$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$3+4x^2=\frac{3+25u^2}{1+3u^2}$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$\frac{dx}{(3+4x^2)\sqrt{4-3x^2}}=\frac{du}{4}\cdot\frac{4-3x^2}{3+4x^2}=\frac{du}4\cdot\frac4{3+25u^2}=\frac{du}{3+25u^2}$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$f=\int\frac{du}{25u^2+3}=\frac1{5\sqrt3}\tan^{-1}\frac{5u}{\sqrt3}+C$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$f(1)=\frac1{5\sqrt3}\tan^{-1}\frac5{\sqrt3}$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radical disappears and the integral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key derivative; compare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$\int\frac{dx}{(a+bx^2)\sqrt{c-dx^2}}$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$u=\frac{x}{\sqrt{c-dx^2}}$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radical disappears and the integral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$\int\frac{du}{A+Bu^2}$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$\frac{du}{dx}=\frac{c}{(c-dx^2)^{3/2}}$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$\frac{d}{dx}\frac{x}{\sqrt{c-dx^2}}=\frac{c}{(c-dx^2)^{3/2}}$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key derivative; compare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$\frac{d}{dx}\frac{x}{\sqrt{1-x^2}}=\frac1{(1-x^2)^{3/2}}$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antiderivative here is odd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automatic for it; a formula valid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the limit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used to rewrite the answer in the required form.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antiderivative here is odd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$\frac{1}{5\sqrt3}\tan^{-1}\frac{5x}{\sqrt3\sqrt{4-3x^2}}$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automatic for it; a formula valid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the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$\tan^{-1}a+\cot^{-1}a=\frac\pi2$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$\cot^{-1}a=\tan^{-1}\frac1a$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used to rewrite the answer in the required form.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2.40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01 Indefinite Integration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2.40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