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E88080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9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Sheet1!$A$2:$A$21</c:f>
              <c:strCache>
                <c:ptCount val="20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  <c:pt idx="16">
                  <c:v>Q17</c:v>
                </c:pt>
                <c:pt idx="17">
                  <c:v>Q18</c:v>
                </c:pt>
                <c:pt idx="18">
                  <c:v>Q19</c:v>
                </c:pt>
                <c:pt idx="19">
                  <c:v>Q20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1.0</c:v>
                </c:pt>
                <c:pt idx="1">
                  <c:v>2.0</c:v>
                </c:pt>
                <c:pt idx="2">
                  <c:v>1.0</c:v>
                </c:pt>
                <c:pt idx="3">
                  <c:v>2.0</c:v>
                </c:pt>
                <c:pt idx="4">
                  <c:v>2.0</c:v>
                </c:pt>
                <c:pt idx="5">
                  <c:v>2.0</c:v>
                </c:pt>
                <c:pt idx="6">
                  <c:v>3.0</c:v>
                </c:pt>
                <c:pt idx="7">
                  <c:v>3.0</c:v>
                </c:pt>
                <c:pt idx="8">
                  <c:v>2.0</c:v>
                </c:pt>
                <c:pt idx="9">
                  <c:v>2.0</c:v>
                </c:pt>
                <c:pt idx="10">
                  <c:v>3.0</c:v>
                </c:pt>
                <c:pt idx="11">
                  <c:v>3.0</c:v>
                </c:pt>
                <c:pt idx="12">
                  <c:v>3.0</c:v>
                </c:pt>
                <c:pt idx="13">
                  <c:v>3.0</c:v>
                </c:pt>
                <c:pt idx="14">
                  <c:v>4.0</c:v>
                </c:pt>
                <c:pt idx="15">
                  <c:v>2.0</c:v>
                </c:pt>
                <c:pt idx="16">
                  <c:v>2.0</c:v>
                </c:pt>
                <c:pt idx="17">
                  <c:v>2.0</c:v>
                </c:pt>
                <c:pt idx="18">
                  <c:v>2.0</c:v>
                </c:pt>
                <c:pt idx="19">
                  <c:v>3.0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repeats one line twice and its last line reads $\frac{\pi}{2}+\frac{7\sqrt3}{64}$; it should be $\frac14\left[\frac{\pi}{2}+\ldots\right]=\frac{\pi}{8}+\frac{7\sqrt3}{64}$ (the PDF then correctly uses $a=\frac18$). Answer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value at $t=2$ is printed as $2\ln\sqrt5+2-\sqrt5$; it should be $2\ln\left(2+\sqrt5\right)-\sqrt5$ (the antiderivative is $t\ln(t+\sqrt{t^2+1})-\sqrt{t^2+1}$). The PDF's final expression is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writes the first piece as $(1-\ln2-0)$, dropping the factor $2$ of $\int2\,dx$; with that line the sum would be $1$, not $2-\ln2$. The correct first piece is $2(1-\ln2)$. Answer $\alpha=2$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writes $f(x)=x^{3/4}$ after $\ln f=-\frac34\ln x$; the exponent is $-\frac34$ (the next line, $f'=-\frac34x^{-7/4}$, uses the correct one). Its last lines also mix $2^{-4\times(-7/4)}$; the value $f'(1/16)=-96$ and the answer $112$ are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final lines drop the factor $e^{-1}$: it writes $\left(\frac85\right)^{2/3}\frac{64}{5}$ for $e^{\frac{8\ln8-5\ln5-3}{3}}$, which equals $\frac{64}{5e}\left(\frac85\right)^{2/3}$; the $e$ in the denominator is restored here. $\alpha=64$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In the PDF's substitution $\lambda=\cos t\tan x$ the integral is written as $\frac1{\cos t\tan^2t}\int\frac{d\lambda}{\lambda^2+\cos^2t}$ and then $\frac1{\cos t\tan^2t}\cdot\frac1{\cos t}\tan^{-1}(\lambda\tan t)$; the correct constants are $\lambda^2+\cot^2t$ and a factor $\tan t$ from the integral, giving $\frac1{\sin t}\tan^{-1}(\sin t\tan x)$ as the PDF states. Rewritten with $u=\tan x$. Answer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penultimate line reads $\frac1{\sqrt2}\left\{\frac\pi2-\frac\pi4\right\}\Rightarrow\frac\pi{\sqrt2}=\frac\pi K$; the value is $\frac\pi{4\sqrt2}$, which is what gives $K=4\sqrt2$ and $K^2=32$ as the PDF states. Also the second term of the sum in the question is printed as $\frac{8}{(n^2+4)\sqrt{n^4+16}}$ (numerator $8$); the general term (with $r=2$) has numerator $8n$, which is used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JEE Main Question Bank 01 — Integral Calculus 04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Definite Integration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Q05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marking scheme printed in the paper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JEE Advanced default assumed: +4 per question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094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rational numbers,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094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$\int_0^{\pi/3}\cos^4x\,dx=a\pi+b\sqrt3$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rational numbers,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$9a+8b$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31825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Definite integration of powers of trigonometric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Reduce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multiple angles with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twice, then integrate term by term.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Reduce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$\cos^4x$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multiple angles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$\cos^2x=\frac{1+\cos2x}{2}$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twice, then integrate term by term.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∫"/>
                            <m:limLoc m:val="subSup"/>
                            <m:subHide m:val="off"/>
                            <m:supHide m:val="off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nary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nary>
                          <m:naryPr>
                            <m:chr m:val="∫"/>
                            <m:limLoc m:val="subSup"/>
                            <m:subHide m:val="off"/>
                            <m:supHide m:val="off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</m:nary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nary>
                          <m:naryPr>
                            <m:chr m:val="∫"/>
                            <m:limLoc m:val="subSup"/>
                            <m:subHide m:val="off"/>
                            <m:supHide m:val="off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nary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  <m:sSub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b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bracket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$\cos^4x=\left(\frac{1+\cos2x}{2}\right)^2=\frac14\left(1+2\cos2x+\cos^22x\right)$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$\cos^22x=\frac{1+\cos4x}{2}$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$\int_0^{\pi/3}\cos^4x\,dx=\frac14\left[\int_0^{\pi/3}dx+2\int_0^{\pi/3}\cos2x\,dx+\int_0^{\pi/3}\frac{1+\cos4x}{2}dx\right]$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$=\frac14\left[\frac{\pi}{3}+\left(\sin2x\right)_0^{\pi/3}+\frac12\cdot\frac{\pi}{3}+\frac18\left(\sin4x\right)_0^{\pi/3}\right]$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$\sin\frac{2\pi}{3}=\frac{\sqrt3}{2}$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$\sin\frac{4\pi}{3}=-\frac{\sqrt3}{2}$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bracket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$\frac{\pi}{2}+\frac{\sqrt3}{2}+\frac18\left(-\frac{\sqrt3}{2}\right)$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$=\frac14\left[\frac{\pi}{2}+\frac{7\sqrt3}{16}\right]=\frac{\pi}{8}+\frac{7\sqrt3}{64}$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$b=\frac{7}{64}$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$9a+8b=\frac98+\frac78=2$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(B)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reduction formula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instead of expanding.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reduction formula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$\int\cos^nx\,dx=\frac{\cos^{n-1}x\sin x}{n}+\frac{n-1}{n}\int\cos^{n-2}x\,dx$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instead of expanding.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the limits: </a:t>
                </a:r>
                <a14:m>
                  <m:oMath xmlns:m="http://schemas.openxmlformats.org/officeDocument/2006/math"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$\int\cos^4x\,dx=\frac{\cos^3x\sin x}{4}+\frac34\int\cos^2x\,dx$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the limits: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$\left[\frac{\cos^3x\sin x}{4}\right]_0^{\pi/3}=\frac14\cdot\frac18\cdot\frac{\sqrt3}{2}=\frac{\sqrt3}{64}$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$\int_0^{\pi/3}\cos^2x\,dx=\left[\frac x2+\frac{\sin2x}{4}\right]_0^{\pi/3}=\frac{\pi}{6}+\frac{\sqrt3}{8}$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integral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integral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$\frac{\sqrt3}{64}+\frac34\left(\frac\pi6+\frac{\sqrt3}{8}\right)=\frac{\pi}{8}+\frac{\sqrt3}{64}+\frac{6\sqrt3}{64}=\frac\pi8+\frac{7\sqrt3}{64}$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$b=\frac7{64}$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$9a+8b=2$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(B)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average of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a period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Reduction: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Wallis: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here the upper limit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full expansion is needed.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$\cos^4x=\frac{3+4\cos2x+\cos4x}{8}$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$\sin^4x=\frac{3-4\cos2x+\cos4x}{8}$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average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a period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Reduction: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$\int\cos^nx\,dx=\frac{\cos^{n-1}x\sin x}{n}+\frac{n-1}{n}\int\cos^{n-2}x\,dx$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$\frac{\cos x\sin x}{2}+\frac x2$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Wallis: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$\int_0^{\pi/2}\cos^4x\,dx=\frac{3\pi}{16}$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but here the upper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full expansion is needed.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0949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differentiable function such that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0949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differentiable function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$x^2f(x)-x=4\int_0^xtf(t)\,dt$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$18f(3)$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31825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Leibniz rule for integral equations, Linear differential equations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Differentiate the integral equation to get a linear ODE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use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78350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78350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Differentiate the integral equation to get a linear ODE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$\left(\frac{y}{x^2}\right)'=\frac{x^2y'-2xy}{x^4}$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both sides: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factor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∫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both sides: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$2xf(x)+x^2f'(x)-1=4xf(x)$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$x^2\frac{dy}{dx}-2xy=1$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$\frac{dy}{dx}+\left(-\frac2x\right)y=\frac1{x^2}$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$=e^{\int-\frac2x dx}=\frac1{x^2}$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$y\cdot\frac1{x^2}=\int\frac1{x^4}dx=-\frac1{3x^3}+c$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$y=-\frac1{3x}+cx^2$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$f(1)=\frac23\Rightarrow-\frac13+c=\frac23\Rightarrow 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$f(x)=x^2-\frac1{3x}$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$f(3)=9-\frac19=\frac{80}{9}$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$18f(3)=160$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(C) 160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nary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equation becomes a first-order ODE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alone.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$F(x)=\int_0^xtf(t)dt$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$F'=xf$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equation becomes a first-order ODE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alone.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equation reads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factor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$x^2f=x\cdot(xf)=xF'$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equation reads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$xF'=x+4F$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$F'-\frac4xF=1$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$x^{-4}$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$\left(\frac{F}{x^4}\right)'=\frac1{x^4}$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F{x^4}=-\frac1{3x^3}+C$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$F=-\frac x3+Cx^4$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$f=\frac{F'}{x}=\frac{-\frac13+4Cx^3}{x}=-\frac1{3x}+4Cx^2$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$f(1)=-\frac13+4C=\frac23$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$f(x)=x^2-\frac1{3x}$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$18f(3)=18\left(9-\frac19\right)=162-2=160$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(C) 160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Equations of the form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differentiate once (Leibniz) to remove the integral, and check the original equation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the domain includes 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exactly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Quick check of any solution: substitute it back, e.g.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Equations of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$x^2f(x)=\ldots+\int_0^xt^kf(t)dt$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differentiate once (Leibniz) to remove the integral, and check the original equation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if the domain includes 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$x^2y'-2xy=g(x)$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$x^4\left(\frac{y}{x^2}\right)'=g(x)$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y{x^2}=\int\frac{g}{x^4}dx$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y{x^2}=-\frac1{3x^3}+c$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Quick check of any solution: substitute it back, e.g.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$x^2f-x=x^4-\frac{4x}{3}$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$4\int_0^xt f\,dt=x^4-\frac{4x}3$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66420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continuous function satisfying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π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16</m:t>
                                </m:r>
                              </m:den>
                            </m:f>
                          </m:e>
                        </m:d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66420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continuous function satisfying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$\int_0^{t^2}\left(f(x)+x^2\right)dx=\frac43t^3$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$f\left(\frac{\pi^2}{4}\right)$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$\left(1-\pi\left(1+\frac{\pi^3}{16}\right)\right)$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$-\pi\left(1-\frac{\pi^2}{16}\right)$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$\pi^2\left(1-\frac{\pi^3}{16}\right)$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$\pi\left(1-\frac{\pi^3}{16}\right)$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Leibniz rule for differentiation under the integral sign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Differentiate with respect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using the Leibniz rule with upper limit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Differentiate with respect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using the Leibniz rule with upper limit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$t=\frac\pi2$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794504"/>
                <a:ext cx="10725912" cy="188061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both sides w.r.t.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divide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794504"/>
                <a:ext cx="10725912" cy="188061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 both sides w.r.t.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$\left(f(t^2)+t^4\right)\cdot2t=4t^2$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$f(t^2)+t^4=2t$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$f(t^2)=2t-t^4$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that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$t^2=\frac{\pi^2}{4}$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$f\left(\frac{\pi^2}{4}\right)=2\cdot\frac\pi2-\frac{\pi^4}{16}$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$=\pi-\frac{\pi^4}{16}=\pi\left(1-\frac{\pi^3}{16}\right)$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π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  <m:sup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den>
                        </m:f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$\pi\left(1-\frac{\pi^3}{16}\right)$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to evaluate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a point, write the point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 convenient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same integral gives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(instance: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Continuity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what makes the integral differentiable; conversely such an equation determines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completely.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$\frac{d}{dt}\int_a^{u(t)}F(x)dx=F(u(t))\,u'(t)$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to evaluate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a point, write the point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$u(t)$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 convenient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same integral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$\int_0^u\left(f+x^2\right)dx=\frac43u^{3/2}$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$f(u)+u^2=2\sqrt 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(instance: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$f(u)=2\sqrt u-u^2$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Continuity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what makes the integral differentiable; conversely such an equation determines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completely.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447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the integral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nary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p>
                                </m:sSup>
                              </m:e>
                            </m:rad>
                          </m:e>
                        </m:d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</m:rad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</m:rad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</m:rad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</m:rad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447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the integral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$\int_{-\log_e2}^{\log_e2}e^x\left(\log_e\left(e^x+\sqrt{1+e^{2x}}\right)\right)dx$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$\log_e\left(\frac{2(2+\sqrt5)}{\sqrt{1+\sqrt5}}\right)-\frac{\sqrt5}{2}$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$\log_e\left(\frac{\sqrt2(2+\sqrt5)^2}{\sqrt{1+\sqrt5}}\right)-\frac{\sqrt5}{2}$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$\log_e\left(\frac{(2+\sqrt5)^2}{\sqrt{1+\sqrt5}}\right)+\frac{\sqrt5}{2}$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$\log_e\left(\frac{\sqrt2(3-\sqrt5)^2}{\sqrt{1+\sqrt5}}\right)+\frac{\sqrt5}{2}$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Definite integration by substitution and by parts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d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integrate by parts.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$e^x=t$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$\int\ln\left(t+\sqrt{1+t^2}\right)dt$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integrate by parts.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limits become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</m:e>
                    </m:nary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parts: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rad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rad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684776"/>
                <a:ext cx="10725912" cy="19903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$e^x=t$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$e^xdx=dt$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limits become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$I=\int_{1/2}^2\log_e\left(t+\sqrt{1+t^2}\right)dt$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parts: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$I=\left[t\ln\left(\sqrt{t^2+1}+t\right)\right]_{1/2}^2-\int_{1/2}^2\frac{t}{\sqrt{t^2+1}}dt$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rad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rad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</m:rad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$\int\frac{t}{\sqrt{t^2+1}}dt=\sqrt{t^2+1}$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$I=\left[t\ln\left(\sqrt{t^2+1}+t\right)-\sqrt{t^2+1}\right]_{1/2}^2$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$2\ln\left(2+\sqrt5\right)-\sqrt5$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$\frac12\ln\left(\frac{\sqrt5}{2}+\frac12\right)-\frac{\sqrt5}{2}$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$I=2\ln(2+\sqrt5)-\frac12\ln\frac{1+\sqrt5}{2}-\sqrt5+\frac{\sqrt5}{2}$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$=\ln\left(\frac{(2+\sqrt5)^2\sqrt2}{\sqrt{1+\sqrt5}}\right)-\frac{\sqrt5}{2}$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800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800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IN" sz="2800" i="1">
                                        <a:solidFill>
                                          <a:srgbClr val="15803D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800" i="1">
                                        <a:solidFill>
                                          <a:srgbClr val="15803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</m:rad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$\log_e\left(\frac{\sqrt2(2+\sqrt5)^2}{\sqrt{1+\sqrt5}}\right)-\frac{\sqrt5}{2}$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integrand is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sinh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integrate the inverse function using the area formula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nary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integrand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$\sinh^{-1}t$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integrate the inverse function using the area formula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$\int_a^bf=bf(b)-af(a)-\int_{f(a)}^{f(b)}f^{-1}$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After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sinh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sinh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sinh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sinh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Inverse-function formula: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  <m: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sinh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After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$e^x=t$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$I=\int_{1/2}^2\sinh^{-1}t\,dt$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$\ln\left(t+\sqrt{1+t^2}\right)=\sinh^{-1}t$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$u_2=\sinh^{-1}2=\ln(2+\sqrt5)$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$u_1=\sinh^{-1}\frac12=\ln\frac{1+\sqrt5}{2}$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Inverse-function formula: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$I=2u_2-\frac12u_1-\int_{u_1}^{u_2}\sinh u\,du$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  <m: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sinh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cosh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cosh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cosh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sinh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$\int_{u_1}^{u_2}\sinh u\,du=\cosh u_2-\cosh u_1=\sqrt5-\frac{\sqrt5}{2}=\frac{\sqrt5}{2}$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$\cosh\sinh^{-1}t=\sqrt{1+t^2}$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$I=2\ln(2+\sqrt5)-\frac12\ln\frac{1+\sqrt5}{2}-\frac{\sqrt5}{2}=\ln\frac{\sqrt2(2+\sqrt5)^2}{\sqrt{1+\sqrt5}}-\frac{\sqrt5}{2}$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800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800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IN" sz="2800" i="1">
                                        <a:solidFill>
                                          <a:srgbClr val="15803D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800" i="1">
                                        <a:solidFill>
                                          <a:srgbClr val="15803D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</m:rad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$\log_e\left(\frac{\sqrt2(2+\sqrt5)^2}{\sqrt{1+\sqrt5}}\right)-\frac{\sqrt5}{2}$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(differentiate to check).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sinh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odd function,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Inverse-function integral: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increasing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substitution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p>
                        </m:sSup>
                      </m:sub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p>
                        </m:sSup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$\int\ln\left(x+\sqrt{1+x^2}\right)dx=x\ln\left(x+\sqrt{1+x^2}\right)-\sqrt{1+x^2}+C$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(differentiate to check).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$\ln\left(x+\sqrt{1+x^2}\right)=\sinh^{-1}x$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odd function,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$\ln(x+\sqrt{1+x^2})+\ln(-x+\sqrt{1+x^2})=0$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Inverse-function integral: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$\int_a^bf(x)dx+\int_{f(a)}^{f(b)}f^{-1}(y)dy=bf(b)-af(a)$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increasing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substitution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$e^x=t$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$\int_{-a}^{a}e^xg(e^x)dx$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$\int_{e^{-a}}^{e^a}g(t)dt$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defined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min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{</m:t>
                                  </m:r>
                                  <m:sSup>
                                    <m:e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 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]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}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m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IN" sz="2400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e>
                                    <m:sub>
                                      <m:r>
                                        <a:rPr lang="en-IN" sz="2400" i="1">
                                          <a:solidFill>
                                            <a:srgbClr val="11182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𝑒</m:t>
                                      </m:r>
                                    </m:sub>
                                  </m:sSub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]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less than or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the integral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532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$f:[0,2]\to\mathbb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defined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$f(x)=\begin{cases}e^{\min\{x^2,\,x-[x]\}}, &amp; x\in[0,1)\\ e^{[x-\log_ex]}, &amp; x\in[1,2]\end{cases}$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less than or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the integral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$\int_0^2xf(x)dx$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$2e-1$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$1+\frac{3e}{2}$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$2e-\frac12$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$(e-1)\left(e^2+\frac12\right)$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061968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Greatest integer and fractional part functions, Definite integration of piecewise-defined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stays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then the constant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$[0,1)$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$x-[x]=x\ge 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$[1,2]$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$x-\ln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stays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$[1,2)$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$e^{x^2}$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then the constant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increases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1.31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$x-[x]=x$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$x^2\le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$\min\{x^2,x\}=x^2$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$f(x)=e^{x^2}$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$x\in[1,2]$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$h(x)=x-\ln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$h'(x)=1-\frac1x\ge0$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increases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$h(2)=2-\ln2\approx1.31$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$[x-\ln x]=1$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$[1,2]$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$\int_0^2xf(x)dx=\int_0^1xe^{x^2}dx+\int_1^2x\cdot e\,dx$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$\int_0^1xe^{x^2}dx=\left[\frac{e^{x^2}}{2}\right]_0^1=\frac{e-1}{2}$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$\int_1^2ex\,dx=e\cdot\frac{4-1}{2}=\frac{3e}{2}$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$=\frac{e-1}{2}+\frac{3e}{2}=2e-\frac12$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$2e-\frac12$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compare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 (smaller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constant while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stays between consecutive integers: check the range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interval (monotonicity via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equality only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$x-[x]=\{x\}$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compare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 (smaller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$0&lt;x&lt;1$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$[g(x)]$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constant while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stays between consecutive integers: check the range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interval (monotonicity via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x\le x-1$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$x-\ln x\ge1$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equality only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Q06 – Q20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No marking scheme printed in the paper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JEE Advanced default assumed: +4 per question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greatest integer function. If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$[\,.\,]$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greatest integer function.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$\int_0^{e^3}\left[\frac1{e^{x-1}}\right]dx=\alpha-\log_e2$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5475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Definite integral of the greatest integer function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decreasing; find where it crosses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split the interval there.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$\frac1{e^{x-1}}=e^{1-x}$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decreasing; find where it crosses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split the interval there.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decreasing;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2.71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$f(x)=\frac1{e^{x-1}}=e^{1-x}$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decreasing;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$f(0)=e\approx2.71$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$f(x)=2\Rightarrow x=1-\ln2$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$f(x)=1\Rightarrow 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$f(e^3)=e^{1-e^3}\in(0,1)$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$[f]=2$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$[0,1-\ln2)$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$[f]=1$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$[1-\ln2,1)$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$[f]=0$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$[1,e^3]$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$I=\int_0^{1-\ln2}2\,dx+\int_{1-\ln2}^{1}1\,dx+\int_1^{e^3}0\,dx$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$=2(1-\ln2)+\left(1-1+\ln2\right)+0=2-\ln2$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$\alpha^3=8$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Layer-cake: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d>
                          <m:dPr>
                            <m:begChr m:val="|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{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: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≥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}</m:t>
                            </m:r>
                          </m:e>
                        </m:d>
                      </m:e>
                    </m:nary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just measure how long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Layer-cake: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$g\ge0$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$\int[g]dx=\sum_{n\ge1}\left|\{x:g(x)\ge n\}\right|$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just measure how long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$e^{1-x}\ge 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b>
                          <m:e>
                            <m:r>
                              <m:rPr>
                                <m:sty m:val="b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{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≥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}</m:t>
                            </m:r>
                          </m:sub>
                        </m:sSub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ℓ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length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set is empty.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$[g(x)]=\sum_{n\ge1}\mathbf 1_{\{g(x)\ge n\}}$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$\int_0^{e^3}[g]dx=\sum_{n\ge1}\ell_n$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$\ell_n$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length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$\{x\in[0,e^3]:e^{1-x}\ge n\}$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$e^{1-x}\ge n\iff x\le1-\ln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$x\le1-\ln2$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$1-\ln2$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$n\ge3$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$1-\ln n&lt;0$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$e&lt;3$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set is empty.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$I=1+(1-\ln2)=2-\ln2$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$\alpha^3=8$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Layer-cake for the floor: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d>
                          <m:dPr>
                            <m:begChr m:val="|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{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: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≥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}</m:t>
                            </m:r>
                          </m:e>
                        </m:d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monotone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each set is an interval, found by solving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nothing beyond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contributes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never reached.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Layer-cake for the floor: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$\int_a^b[g(x)]dx=\sum_{n\ge1}\left|\{x\in[a,b]:g(x)\ge n\}\right|$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$2+1+0=3=\int_0^3[x]dx$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monotone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each set is an interval, found by solving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$e&lt;3$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$e^{1-x}&lt;3$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$e^{1-x}&lt;1$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nothing beyond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contributes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$n\ge3$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never reached.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275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twice differentiable function. If for some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275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$f:(0,\infty)\to\mathbb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twice differentiable function. If for some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$\int_0^1f(\lambda x)d\lambda=af(x)$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$f(16)=\frac18$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$16-f'\left(\frac1{16}\right)$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736339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Functional-integral equation: substitution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Variable-separable differential equations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736339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Functional-integral equation: substitution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$t=\lambda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Variable-separable differential equations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substitution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the equation into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differentiating gives a separable ODE whose solutions are powers.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substitution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$t=\lambda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the equation into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$\int_0^xf=axf(x)$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differentiating gives a separable ODE whose solutions are powers.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Separate: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 x=t$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$x\,d\lambda=dt$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$\int_0^1f(\lambda x)d\lambda=\frac1x\int_0^xf(t)dt=af(x)$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$\int_0^xf(t)dt=axf(x)$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Differentiate: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$f(x)=a\left(xf'(x)+f(x)\right)$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$(1-a)y=ax\frac{dy}{dx}$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Separate: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$\int(1-a)\frac{dx}{x}=\int a\frac{dy}{y}$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$(1-a)\ln x=a\ln y+C$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$0=0+C$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$(1-a)\ln x=a\ln 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$(1-a)\ln16=a\ln\frac18$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$4(1-a)\ln2=-3a\ln2$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$4-4a=-3a\Rightarrow a=4$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$-3\ln x=4\ln 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f(x)=-\frac34\ln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$f(x)=x^{-3/4}$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$f'(x)=-\frac34x^{-7/4}$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$f'\left(\frac1{16}\right)=-\frac34\cdot16^{7/4}=-\frac34\cdot2^7=-96$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$16-f'\left(\frac1{16}\right)=16+96=112$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112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averaging operator maps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read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data.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averaging operator maps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$\frac{x^m}{m+1}$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try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$f(x)=x^m$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read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data.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the equation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Euler equation whose only solutions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(this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integral converges).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$m&gt;-1$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$\int_0^1(\lambda x)^md\lambda=\frac{x^m}{m+1}$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$f=x^m$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the equation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$a=\frac1{m+1}$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$(1-a)f=axf'$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Euler equation whose only solutions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$f=Cx^{(1-a)/a}=Cx^m$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$f(16)=16^m=\frac18\Rightarrow2^{4m}=2^{-3}\Rightarrow m=-\frac34$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$&gt;-1$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integral converges).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$a=\frac1{m+1}=4$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$f(x)=x^{-3/4}$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$f'\left(\frac1{16}\right)=-\frac34\cdot16^{7/4}=-96$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$16-f'\left(\frac1{16}\right)=112$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112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mean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such conditions force power functions.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solutions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Homogeneous equations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separable: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keep powers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explicit to avoid slips.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$\int_0^1f(\lambda x)d\lambda=\frac1x\int_0^xf(t)dt$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mean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such conditions force power functions.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$\frac1x\int_0^xf=af(x)$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solutions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$f=Cx^{(1-a)/a}$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$f=x^m$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$a=\frac1{m+1}$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$\frac{1-a}{a}=m$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Homogeneous equations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$(1-a)f=axf'$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separable: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$\frac{f'}{f}=\frac{1-a}{a}\cdot\frac1x$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$16^{7/4}=2^7=128$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keep powers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explicit to avoid slips.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557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hr m:val="∫"/>
                                <m:limLoc m:val="subSup"/>
                                <m:subHide m:val="off"/>
                                <m:supHide m:val="off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</m:e>
                            </m:nary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557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$\lim_{t\to0}\left(\int_0^1(3x+5)^tdx\right)^{1/t}=\frac{\alpha}{5e}\left(\frac85\right)^{2/3}$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364484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Limits of the form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Definite integral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364484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Limits of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$1^\infty$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Definite integral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$(ax+b)^t$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integral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limit is of the form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equals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integral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limit is of the form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$1^\infty$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equals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$e^{\lim\frac{I(t)-1}{t}}$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tends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b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limit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by L'Hopital's rule the numerator derivative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denominator derivative tends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$\int_0^1(3x+5)^tdx=\left[\frac{(3x+5)^{t+1}}{3(t+1)}\right]_0^1=\frac{8^{t+1}-5^{t+1}}{3(t+1)}$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tends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$\frac{8-5}{3}=1$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$1^\infty$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$L=e^{\lim_{t\to0}\frac1t\left(\frac{8^{t+1}-5^{t+1}}{3(t+1)}-1\right)}=e^{\lim_{t\to0}\frac{8^{t+1}-5^{t+1}-3t-3}{3t(t+1)}}$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$0/0$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by L'Hopital's rule the numerator derivative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$8^{t+1}\ln8-5^{t+1}\ln5-3\to8\ln8-5\ln5-3$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denominator derivative tends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Split off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$L=e^{\frac{8\ln8-5\ln5-3}{3}}=e^{-1}\cdot\frac{8^{8/3}}{5^{5/3}}$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Split off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$\left(\frac85\right)^{2/3}$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$\frac{8^{8/3}}{5^{5/3}}=\left(\frac85\right)^{2/3}\cdot\frac{8^{2}}{5}=\frac{64}{5}\left(\frac85\right)^{2/3}$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$L=\frac{64}{5e}\left(\frac85\right)^{2/3}=\frac{\alpha}{5e}\left(\frac85\right)^{2/3}$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$\alpha=64$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64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Take logarithms: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lim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differentiating under the integral sign.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Take logarithms: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$\ln L=\lim\frac{\ln I(t)}{t}=\frac{I'(0)}{I(0)}$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$I'(0)=\int_0^1\ln(3x+5)dx$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differentiating under the integral sign.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$I(t)=\int_0^1(3x+5)^tdx$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$I(0)=1$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 L=\lim_{t\to0}\frac{\ln I(t)}{t}=\frac{I'(0)}{I(0)}=I'(0)$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$I'(t)=\int_0^1(3x+5)^t\ln(3x+5)dx$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$I'(0)=\int_0^1\ln(3x+5)dx$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den>
                    </m:f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$\int_0^1\ln(3x+5)dx=\frac13\int_5^8\ln u\,du=\frac13\left[u\ln u-u\right]_5^8=\frac{8\ln8-5\ln5-3}{3}$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$L=e^{\frac{8\ln8-5\ln5-3}{3}}=\frac{64}{5e}\left(\frac85\right)^{2/3}$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$\alpha=64$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64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hr m:val="∫"/>
                                <m:limLoc m:val="subSup"/>
                                <m:subHide m:val="off"/>
                                <m:supHide m:val="off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sub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</m:nary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the geometric mean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nary>
                          <m:naryPr>
                            <m:chr m:val="∫"/>
                            <m:limLoc m:val="subSup"/>
                            <m:subHide m:val="off"/>
                            <m:supHide m:val="off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</m:e>
                        </m:nary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general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exp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  <m:nary>
                          <m:naryPr>
                            <m:chr m:val="∫"/>
                            <m:limLoc m:val="subSup"/>
                            <m:subHide m:val="off"/>
                            <m:supHide m:val="off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</m:e>
                        </m:nary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(power-mean limit).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1.863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limit,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lim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Simplify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splitting off the target factor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$\lim_{t\to0}\left(\int_a^bg(x)^tdx\right)^{1/t}$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$b-a=1$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the geometric mean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$e^{\int_a^b\ln g}$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general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$\exp\left(\frac1{b-a}\int_a^b\ln g\right)$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(power-mean limit).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$\int\ln u\,du=u\ln u-u$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$\int_0^1\ln(3x+5)dx=\frac{8\ln8-5\ln5-3}{3}\approx1.863$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$1^\infty$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limit,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 u^v=e^{\lim v(u-1)}$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$v=\frac1t$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$u=I(t)$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Simplify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$\frac{8^{8/3}}{5^{5/3}}$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splitting off the target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$\left(\frac85\right)^{2/3}$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d>
                              <m:dPr>
                                <m:begChr m:val="|"/>
                                <m:sepChr m:val=""/>
                                <m:endChr m:val="|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π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den>
                                </m:f>
                              </m:e>
                            </m: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function,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$24\int_0^{\pi/4}\left(\sin\left|4x-\frac\pi{12}\right|+[2\sin x]\right)dx=2\pi+\alpha$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$[\,.\,]$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function,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5475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Definite integral with modulus and greatest integer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changes sign) and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reaches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$x=\frac\pi{48}$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(where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$4x-\frac\pi{12}$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changes sign) and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$x=\frac\pi6$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(where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$2\sin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reaches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integral equals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48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</m:nary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48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</m:nary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First: </a:t>
                </a:r>
                <a14:m>
                  <m:oMath xmlns:m="http://schemas.openxmlformats.org/officeDocument/2006/math"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bar"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π</m:t>
                                        </m:r>
                                      </m:num>
                                      <m:den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12</m:t>
                                        </m:r>
                                      </m:den>
                                    </m:f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48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$4x-\frac\pi{12}&lt;0$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$x&lt;\frac\pi{48}$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$[2\sin x]=0$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$x&lt;\frac\pi6$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$\frac\pi6\le x\le\frac\pi4$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$2\sin\frac\pi4=\sqrt2&lt;2$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integral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$\int_0^{\pi/48}\sin\left(\frac\pi{12}-4x\right)dx+\int_{\pi/48}^{\pi/4}\sin\left(4x-\frac\pi{12}\right)dx+\int_0^{\pi/6}0\,dx+\int_{\pi/6}^{\pi/4}1\,dx$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$\left[\frac{\cos\left(\frac\pi{12}-4x\right)}{4}\right]_0^{\pi/48}=\frac{1-\cos\frac\pi{12}}{4}$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Second: </a:t>
                </a:r>
                <a14:m>
                  <m:oMath xmlns:m="http://schemas.openxmlformats.org/officeDocument/2006/math"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type m:val="bar"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π</m:t>
                                        </m:r>
                                      </m:num>
                                      <m:den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12</m:t>
                                        </m:r>
                                      </m:den>
                                    </m:f>
                                  </m:e>
                                </m:d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48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two sine pieces add 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last piece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$\left[-\frac{\cos\left(4x-\frac\pi{12}\right)}{4}\right]_{\pi/48}^{\pi/4}=\frac{-\cos\frac{11\pi}{12}+1}{4}=\frac{1+\cos\frac\pi{12}}{4}$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two sine pieces add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$\frac{1-\cos\frac\pi{12}}{4}+\frac{1+\cos\frac\pi{12}}{4}=\frac12$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last piece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$\frac\pi4-\frac\pi6=\frac\pi{12}$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$24\left(\frac12+\frac\pi{12}\right)=12+2\pi$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substitute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use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even;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the two ends satisfy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sum is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steps up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first quadrant.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$\int\sin|ax+b|$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substitute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$u=ax+b$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use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$\sin|u|$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$\int_{-p}^{q}\sin|u|du=(1-\cos p)+(1-\cos 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the two ends satisfy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$p+q=\pi$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sum is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q=-\cos 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$p=\frac\pi{12}$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$q=\frac{11\pi}{12}$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$[2\sin 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steps up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x=\frac12,1,\ldots$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$x=\frac\pi6,\frac\pi2,\ldots$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first quadrant.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86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shortest distance between the lines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function,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86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shortest distance between the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$\frac{x+2}{2}=\frac{y+3}{3}=\frac{z-5}{4}$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$\frac{x-3}{1}=\frac{y-2}{-3}=\frac{z+4}{2}$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$\frac{38}{3\sqrt5}k$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$\int_0^k[x^2]dx=\alpha-\sqrt\alpha$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function,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$6\alpha^3$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43738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Shortest distance between skew lines, Definite integral of the greatest integer function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Shortest distance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acc>
                              <m:accPr>
                                <m:chr m:val="⃗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</m:acc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e>
                            <m:acc>
                              <m:accPr>
                                <m:chr m:val="⃗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</m:acc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e>
                            <m:acc>
                              <m:accPr>
                                <m:chr m:val="⃗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</m:acc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e>
                            <m:acc>
                              <m:accPr>
                                <m:chr m:val="⃗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</m:acc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split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Shortest distance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$=\frac{|(\vec b-\vec a)\cdot(\vec d_1\times\vec d_2)|}{|\vec d_1\times\vec d_2|}$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$k=\frac32$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split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$[x^2]$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direction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direction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vector between points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b>
                      <m:e>
                        <m:acc>
                          <m:accPr>
                            <m:chr m:val="⃗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</m:acc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magnitude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18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Scalar triple product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Shortest distance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$(-2,-3,5)$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direction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$(2,3,4)$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$(3,2,-4)$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direction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$(1,-3,2)$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vector between points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$(5,5,-9)$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$\vec d_1\times\vec d_2=(3\cdot2-4\cdot(-3),\,4\cdot1-2\cdot2,\,2\cdot(-3)-3\cdot1)=(18,0,-9)$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magnitude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$\sqrt{18^2+0+9^2}=9\sqrt5$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Scalar triple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$=\left|\begin{matrix}5&amp;5&amp;-9\\2&amp;3&amp;4\\1&amp;-3&amp;2\end{matrix}\right|=90+0+81=171$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Shortest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$=\frac{171}{9\sqrt5}=\frac{19}{\sqrt5}$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these pieces (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$\frac{38}{3\sqrt5}k=\frac{19}{\sqrt5}\Rightarrow k=\frac32$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$\int_0^{3/2}[x^2]dx=\int_0^1[x^2]dx+\int_1^{\sqrt2}[x^2]dx+\int_{\sqrt2}^{3/2}[x^2]dx$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$[x^2]=0,1,2$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these pieces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$\left(\frac32\right)^2=2.25&lt;3$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$=0+\left(\sqrt2-1\right)+2\left(\frac32-\sqrt2\right)=2-\sqrt2$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$6\alpha^3=48$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48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the integral, use the layer-cake formula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78350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78350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rad>
                              </m:e>
                            </m:d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e>
                    </m:nary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distance is as before.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the integral, use the layer-cake formula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$\int_0^k[x^2]dx=\sum_{n\ge1}\left(k-\sqrt n\right)^+$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distance is as before.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Distance: unit normal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acc>
                          <m:accPr>
                            <m:chr m:val="̂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acc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b>
                          <m:e>
                            <m:r>
                              <m:rPr>
                                <m:sty m:val="b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{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≥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}</m:t>
                            </m:r>
                          </m:sub>
                        </m:sSub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rad>
                              </m:e>
                            </m:d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contribute (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Distance: unit normal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$\hat n=\frac{(18,0,-9)}{9\sqrt5}=\frac{(2,0,-1)}{\sqrt5}$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$\left|(5,5,-9)\cdot\hat n\right|=\frac{|10+9|}{\sqrt5}=\frac{19}{\sqrt5}$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$[x^2]=\sum_{n\ge1}\mathbf 1_{\{x^2\ge n\}}$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$\int_0^{3/2}[x^2]dx=\sum_{n\ge1}\left(\frac32-\sqrt n\right)^+$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contribute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$\sqrt3&gt;\frac32$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$\left(\frac32-1\right)+\left(\frac32-\sqrt2\right)$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$=\frac12+\frac32-\sqrt2=2-\sqrt2$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$6\alpha^3=48$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48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Skew lines: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acc>
                              <m:accPr>
                                <m:chr m:val="⃗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acc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acc>
                              <m:accPr>
                                <m:chr m:val="⃗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</m:acc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acc>
                              <m:accPr>
                                <m:chr m:val="⃗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</m:acc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e>
                            <m:acc>
                              <m:accPr>
                                <m:chr m:val="⃗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</m:acc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e>
                            <m:acc>
                              <m:accPr>
                                <m:chr m:val="⃗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</m:acc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e>
                            <m:acc>
                              <m:accPr>
                                <m:chr m:val="⃗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</m:acc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factor common numbers out of the cross product first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rad>
                              </m:e>
                            </m:d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e.g.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solved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map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↦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Skew lines: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$d=\frac{|(\vec a_2-\vec a_1)\cdot(\vec d_1\times\vec d_2)|}{|\vec d_1\times\vec d_2|}$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factor common numbers out of the cross product first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$(18,0,-9)=9(2,0,-1)$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$\int_0^k[x^2]dx=\sum_{n\ge1}\left(k-\sqrt n\right)^+$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e.g.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$\sum_{n=1}^{8}(3-\sqrt n)$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$\alpha-\sqrt\alpha=2-\sqrt2$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solved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map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$\alpha\mapsto\alpha-\sqrt\alpha$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$\alpha&gt;\frac14$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6545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6545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$\int_0^{\pi/4}\frac{\sin^2x}{1+\sin x\cos x}dx=\frac1a\log_e\left(\frac a3\right)+\frac\pi{b\sqrt3}$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$a,b\in\mathbb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474212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Definite integration by substitution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partial fractions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474212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Definite integration by substitution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$t=\tan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partial fractions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the denominator, divide by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split into partial fractions.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$1=\sin^2x+\cos^2x$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the denominator, divide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$\cos^4x$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$t=\tan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split into partial fractions.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divide numerator and denominator by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sec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sec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Partial fractions: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$I=\int_0^{\pi/4}\frac{\sin^2x}{\sin^2x+\cos^2x+\sin x\cos x}dx$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divide numerator and denominator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$I=\int_0^{\pi/4}\frac{\tan^2x}{1+\tan x+\tan^2x}dx$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$dx=\frac{\sec^2x\,dx}{1+\tan^2x}$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$I=\int_0^{\pi/4}\frac{\tan^2x\sec^2x\,dx}{(1+\tan^2x)(1+\tan x+\tan^2x)}$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x=t$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$I=\int_0^1\frac{t^2}{(1+t^2)(1+t+t^2)}dt$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Partial fractions: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$\frac{t^2}{(1+t^2)(1+t+t^2)}=\frac{t}{1+t^2}-\frac{t}{1+t+t^2}$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$t(1+t+t^2)-t(1+t^2)=t^2$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f>
                                      <m:fPr>
                                        <m:type m:val="bar"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rad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$\int_0^1\frac{t}{1+t^2}dt=\frac12\ln2$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$\int_0^1\frac{t\,dt}{1+t+t^2}=\frac12\int_0^1\frac{2t+1}{1+t+t^2}dt-\frac12\int_0^1\frac{dt}{\left(t+\frac12\right)^2+\frac34}=\frac12\ln3-\frac1{\sqrt3}\left[\tan^{-1}\frac{2t+1}{\sqrt3}\right]_0^1$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$=\frac12\ln3-\frac1{\sqrt3}\left(\frac\pi3-\frac\pi6\right)=\frac12\ln3-\frac{\pi}{6\sqrt3}$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$I=\frac12\ln2-\frac12\ln3+\frac\pi{6\sqrt3}=\frac12\ln\frac23+\frac\pi{6\sqrt3}$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Pair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logarithmic derivative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simple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-integral.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Pair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$I=\int\frac{\sin^2x}{1+\sin x\cos 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$J=\int\frac{\cos^2x}{1+\sin x\cos 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$I-J$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logarithmic derivative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$I+J$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simple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-integral.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ln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sec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sec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rad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$I-J=-\int_0^{\pi/4}\frac{\cos2x}{1+\frac12\sin2x}dx=-\int_0^{\pi/4}\frac{2\cos2x}{2+\sin2x}dx=-\left[\ln(2+\sin2x)\right]_0^{\pi/4}=-\ln\frac32$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$I+J=\int_0^{\pi/4}\frac{dx}{1+\sin x\cos x}=\int_0^{\pi/4}\frac{\sec^2x\,dx}{\sec^2x+\tan x}=\int_0^1\frac{dt}{1+t+t^2}$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$t=\tan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$\int_0^1\frac{dt}{1+t+t^2}=\frac2{\sqrt3}\left[\tan^{-1}\frac{2t+1}{\sqrt3}\right]_0^1=\frac2{\sqrt3}\cdot\frac\pi6=\frac\pi{3\sqrt3}$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$I=\frac12\left[(I+J)+(I-J)\right]=\frac\pi{6\sqrt3}-\frac12\ln\frac32=\frac12\ln\frac23+\frac\pi{6\sqrt3}$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divide by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denominator becomes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Companion-integral trick: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both easy, so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numerator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derivative of the denominator).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Partial fractions: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$\int\frac{P(\sin x,\cos x)}{\sin^2x+\cos^2x+\sin x\cos 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$t=\tan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denominator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$1+t+t^2$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$\int_0^1\frac{dt}{1+t+t^2}=\frac\pi{3\sqrt3}$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$\int\frac{dt}{t^2+t+1}=\frac2{\sqrt3}\tan^{-1}\frac{2t+1}{\sqrt3}$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Companion-integral trick: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$I+J$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$I-J$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both easy, so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$I-J$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numerator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$\propto$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derivative of the denominator).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Partial fractions: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$\frac{t^2}{(1+t^2)(1+t+t^2)}=\frac t{1+t^2}-\frac t{1+t+t^2}$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$\frac16=\frac12-\frac13$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557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557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$f(t)=\int_0^\pi\frac{2x\,dx}{1-\cos^2t\sin^2x}$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$0&lt;t&lt;\pi$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$\int_0^{\pi/2}\frac{\pi^2dt}{f(t)}$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364484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King property and integrals of rational trigonometric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King property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is a standard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integral.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King property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$x\to\pi-x$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$f(t)=\pi\int_0^\pi\frac{dx}{1-\cos^2t\sin^2x}$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is a standard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integral.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Replace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unchanged):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integrand is symmetric about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sec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sec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denominator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Replace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$x\to\pi-x$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unchanged):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$f(t)=\int_0^\pi\frac{2(\pi-x)dx}{1-\cos^2t\sin^2x}=2\pi\int_0^\pi\frac{dx}{1-\cos^2t\sin^2x}-f(t)$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$f(t)=\pi\int_0^\pi\frac{dx}{1-\cos^2t\sin^2x}=2\pi\int_0^{\pi/2}\frac{dx}{1-\cos^2t\sin^2x}$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integrand is symmetric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$\int\frac{\sec^2x\,dx}{\sec^2x-\cos^2t\tan^2x}$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$\sec^2x=1+\tan^2x$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denominator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$1+\sin^2t\tan^2x$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indefinite form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$u=\tan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$\int_0^{\infty}\frac{du}{1+\sin^2t\,u^2}=\frac1{\sin t}\left[\tan^{-1}(u\sin t)\right]_0^\infty=\frac{\pi}{2\sin 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t&gt;0$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indefinite form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$\frac1{\sin t}\tan^{-1}\left(\sin t\tan 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$f(t)=2\pi\cdot\frac{\pi}{2\sin t}=\frac{\pi^2}{\sin 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$\int_0^{\pi/2}\frac{\pi^2dt}{f(t)}=\int_0^{\pi/2}\sin t\,dt=1$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standard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after converting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standard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$\int_0^{2\pi}\frac{du}{A+B\cos u}=\frac{2\pi}{\sqrt{A^2-B^2}}$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after converting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$\sin^2x$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$\cos2x$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After the king property,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After the king property,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$f(t)=\pi\int_0^\pi\frac{dx}{1-\cos^2t\sin^2x}$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$1-c^2\sin^2x=\frac{2-c^2+c^2\cos2x}{2}$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$c=\cos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$\int_0^\pi\frac{dx}{1-c^2\sin^2x}=\int_0^\pi\frac{2\,dx}{2-c^2+c^2\cos2x}$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$=\int_0^{2\pi}\frac{du}{2-c^2+c^2\cos u}=\frac{2\pi}{\sqrt{(2-c^2)^2-c^4}}=\frac{2\pi}{\sqrt{4-4c^2}}=\frac\pi{\sin 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$f(t)=\frac{\pi^2}{\sin 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$\int_0^{\pi/2}\frac{\pi^2dt}{f(t)}=\int_0^{\pi/2}\sin t\,dt=1$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King property: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outcome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simple function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(instance: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King property: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$\int_0^\pi xF(\sin x)dx=\frac\pi2\int_0^\pi F(\sin x)dx$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$F=\frac{2}{1-c^2\sin^2x}$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$\pi\int_0^\pi\frac{dx}{1-c^2\sin^2x}$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$\int_0^{\pi/2}\frac{dx}{a^2\cos^2x+b^2\sin^2x}=\frac\pi{2ab}$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$1-\cos^2t\sin^2x=\cos^2x+\sin^2t\sin^2x$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$b=\sin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$\int_0^{2\pi}\frac{du}{A+B\cos u}=\frac{2\pi}{\sqrt{A^2-B^2}}$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$A&gt;|B|$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outcome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$f(t)=\frac{\pi^2}{\sin 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$\frac{\pi^2}{f}$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simple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(instance: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$f=\pi^2$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557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∫"/>
                            <m:limLoc m:val="subSup"/>
                            <m:subHide m:val="off"/>
                            <m:supHide m:val="off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</m:e>
                        </m:nary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nary>
                          <m:naryPr>
                            <m:chr m:val="∫"/>
                            <m:limLoc m:val="subSup"/>
                            <m:subHide m:val="off"/>
                            <m:supHide m:val="off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</m:e>
                        </m:nary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557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$r_k=\frac{\int_0^1(1-x^7)^kdx}{\int_0^1(1-x^7)^{k+1}dx}$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$k\in\mathbb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$\sum_{k=1}^{10}\frac1{7(r_k-1)}$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364484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Reduction formula for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Summation of an arithmetic progression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364484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Reduction formula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$\int_0^1(1-x^m)^kdx$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Summation of an arithmetic progression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integrate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parts to get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$(1-x^7)^{k+1}=(1-x^7)^k(1-x^7)$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integrate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$x\cdot x^6(1-x^7)^k$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parts to get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$r_k=\frac{7k+8}{7k+7}$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parts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p>
                                </m:sSup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$I_k=\int_0^1(1-x^7)^kdx$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$I_{k+1}=\int_0^1(1-x^7)^k(1-x^7)dx=I_k-\int_0^1x^7(1-x^7)^kdx$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$\int_0^1x\cdot x^6(1-x^7)^kdx$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parts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$dv=x^6(1-x^7)^kdx$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$v=-\frac{(1-x^7)^{k+1}}{7(k+1)}$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$=\left[-\frac{x(1-x^7)^{k+1}}{7(k+1)}\right]_0^1+\frac1{7(k+1)}\int_0^1(1-x^7)^{k+1}dx=0+\frac{I_{k+1}}{7(k+1)}$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$I_{k+1}=I_k-\frac{I_{k+1}}{7(k+1)}$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$I_{k+1}\left(1+\frac1{7(k+1)}\right)=I_k$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$r_k=\frac{I_k}{I_{k+1}}=1+\frac1{7(k+1)}=\frac{7k+8}{7(k+1)}$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$r_k-1=\frac1{7(k+1)}$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$\frac1{7(r_k-1)}=k+1$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$\sum_{k=1}^{10}(k+1)=\frac{10\cdot11}{2}+10=55+10=65$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65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a Beta integral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ratio of consecutive Gamma functions collapses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$I_k$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a Beta integral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$u=x^7$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ratio of consecutive Gamma functions collapses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$\Gamma(z+1)=z\Gamma(z)$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den>
                            </m:f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den>
                            </m:f>
                          </m:e>
                        </m: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den>
                            </m:f>
                          </m:e>
                        </m:d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den>
                            </m:f>
                          </m:e>
                        </m: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$u=x^7$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$I_k=\frac17\int_0^1u^{\frac17-1}(1-u)^kdu=\frac17B\left(\frac17,k+1\right)=\frac{\Gamma\left(\frac17\right)\Gamma(k+1)}{7\,\Gamma\left(k+1+\frac17\right)}$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$r_k=\frac{I_k}{I_{k+1}}=\frac{\Gamma(k+1)}{\Gamma(k+2)}\cdot\frac{\Gamma\left(k+2+\frac17\right)}{\Gamma\left(k+1+\frac17\right)}$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den>
                            </m:f>
                          </m:e>
                        </m:d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den>
                            </m:f>
                          </m:e>
                        </m: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$\frac{\Gamma(k+1)}{\Gamma(k+2)}=\frac1{k+1}$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$\frac{\Gamma\left(k+\frac{15}7\right)}{\Gamma\left(k+\frac87\right)}=k+\frac87$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$r_k=\frac{k+\frac87}{k+1}=\frac{7k+8}{7k+7}$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$\frac1{7(r_k-1)}=k+1$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65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nary>
                          <m:naryPr>
                            <m:chr m:val="∏"/>
                            <m:limLoc m:val="undOvr"/>
                            <m:subHide m:val="off"/>
                            <m:supHide m:val="off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den>
                                </m:f>
                              </m:e>
                            </m:d>
                          </m:e>
                        </m:nary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ratio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Beta form: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Pattern: integrating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parts always returns a multiple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a one-step recurrence.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the sum into an arithmetic series.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$\int_0^1(1-x^m)^kdx=\frac{k!}{\prod_{j=1}^{k}\left(j+\frac1m\right)}$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$\frac{I_k}{I_{k+1}}=\frac{mk+m+1}{m(k+1)}$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$I_1=\frac78$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$I_2=\frac{49}{60}$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$\frac{I_1}{I_2}=\frac{15}{14}=\frac{7\cdot1+8}{7\cdot2}$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Beta form: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$\int_0^1x^{p-1}(1-x^m)^kdx=\frac1mB\left(\frac pm,k+1\right)$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Pattern: integrating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$x\cdot x^{m-1}(1-x^m)^k$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parts always returns a multiple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$I_{k+1}$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a one-step recurrence.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$\frac1{7(r_k-1)}=k+1$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the sum into an arithmetic series.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178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largest integer less than or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[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]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d>
                              <m:dPr>
                                <m:begChr m:val="["/>
                                <m:sepChr m:val=""/>
                                <m:endChr m:val="]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Z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178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 the largest integer less than or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$\int_0^3\left([x^2]+\left[\frac{x^2}{2}\right]\right)dx=a+b\sqrt2-\sqrt3-\sqrt5+c\sqrt6-\sqrt7$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$a,b,c\in\mathbb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626611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Definite integral of greatest integer functions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626611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Definite integral of greatest integer functions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Treat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78350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78350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separately, splitting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Treat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$\int_0^3[x^2]dx$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$\int_0^3\left[\frac{x^2}2\right]dx$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separately, splitting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$x=\sqrt 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$x=\sqrt{2n}$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(breakpoints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Collecting terms (each breakpoint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gets coefficient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(breakpoints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$[x^2]=n$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$[\sqrt n,\sqrt{n+1})$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$n=0,1,\ldots,8$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(breakpoints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$0,1,\sqrt2,\sqrt3,2,\sqrt5,\sqrt6,\sqrt7,\sqrt8,3$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$\int_0^3[x^2]dx=0(1)+1(\sqrt2-1)+2(\sqrt3-\sqrt2)+3(2-\sqrt3)+4(\sqrt5-2)+5(\sqrt6-\sqrt5)+6(\sqrt7-\sqrt6)+7(\sqrt8-\sqrt7)+8(3-\sqrt8)$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Collecting terms (each breakpoint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gets coefficient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$=24-(1+\sqrt2+\sqrt3+2+\sqrt5+\sqrt6+\sqrt7+2\sqrt2)=21-3\sqrt2-\sqrt3-\sqrt5-\sqrt6-\sqrt7$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$\left[\frac{x^2}2\right]=n$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$[\sqrt{2n},\sqrt{2n+2})$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$n=0,\ldots,4$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(breakpoints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$0,\sqrt2,2,\sqrt6,\sqrt8,3$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simplifies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surds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linearly independent over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Q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$\int_0^3\left[\frac{x^2}{2}\right]dx=1(2-\sqrt2)+2(\sqrt6-2)+3(\sqrt8-\sqrt6)+4(3-\sqrt8)$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simplifies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$12-(\sqrt2+2+\sqrt6+2\sqrt2)=10-3\sqrt2-\sqrt6$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$31-6\sqrt2-\sqrt3-\sqrt5-2\sqrt6-\sqrt7$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$a+b\sqrt2-\sqrt3-\sqrt5+c\sqrt6-\sqrt7$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surds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$\sqrt2,\sqrt3,\sqrt5,\sqrt6,\sqrt7$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linearly independent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$a+b+c=31-6-2=23$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23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by layers: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b>
                          <m:e>
                            <m:r>
                              <m:rPr>
                                <m:sty m:val="b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{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≥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}</m:t>
                            </m:r>
                          </m:sub>
                        </m:sSub>
                      </m:e>
                    </m:nary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integral is just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rad>
                          </m:e>
                        </m:d>
                      </m:e>
                    </m:nary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no piecewise bookkeeping.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by layers: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$[x^2]=\sum_{n\ge1}\mathbf 1_{\{x\ge\sqrt n\}}$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integral is just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$\sum_n\left(3-\sqrt n\right)$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no piecewise bookkeeping.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  <m:e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rad>
                              </m:e>
                            </m:d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rad>
                          </m:e>
                        </m:d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b>
                          <m:e>
                            <m:r>
                              <m:rPr>
                                <m:sty m:val="b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{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≥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}</m:t>
                            </m:r>
                          </m:sub>
                        </m:sSub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rad>
                          </m:e>
                        </m:d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$\int_0^3[x^2]dx=\sum_{n=1}^{9}\left(3-\sqrt n\right)^+=\sum_{n=1}^{8}\left(3-\sqrt n\right)=24-\sum_{n=1}^{8}\sqrt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$\left[\frac{x^2}2\right]=\sum_{n\ge1}\mathbf 1_{\{x\ge\sqrt{2n}\}}$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$\int_0^3\left[\frac{x^2}2\right]dx=\sum_{n=1}^{4}\left(3-\sqrt{2n}\right)=12-\left(\sqrt2+2+\sqrt6+2\sqrt2\right)$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$36-\left(1+\sqrt2+\sqrt3+2+\sqrt5+\sqrt6+\sqrt7+2\sqrt2\right)-\left(\sqrt2+2+\sqrt6+2\sqrt2\right)=31-6\sqrt2-\sqrt3-\sqrt5-2\sqrt6-\sqrt7$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$b=-6$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$a+b+c=23$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23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rad>
                          </m:e>
                        </m:d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integer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1.854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rad>
                              </m:e>
                            </m:d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Distinct square roots of square-free integers are linearly independent over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Q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coefficients can be matched; remember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merges with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Sanity check: the answer's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11.0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lie between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13.5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$\int_0^N[x^2]dx=\sum_{n=1}^{N^2-1}\left(N-\sqrt n\right)$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integer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$(2-1)+(2-\sqrt2)+(2-\sqrt3)=5-\sqrt2-\sqrt3\approx1.854$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$\int_0^N\left[\frac{x^2}c\right]dx=\sum_{n\ge1}\left(N-\sqrt{cn}\right)^+$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Distinct square roots of square-free integers are linearly independent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 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coefficients can be matched; remember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$\sqrt8=2\sqrt2$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merges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Sanity check: the answer's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$31-6\sqrt2-\sqrt3-\sqrt5-2\sqrt6-\sqrt7\approx11.0$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lie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$\int_0^3[x^2]$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$\int_0^3\left(x^2+\frac{x^2}2\right)=13.5$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70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16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16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using only the principal values of the inverse trigonometric functions.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70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$\lim_{n\to\infty}\left(\frac n{\sqrt{n^4+1}}-\frac{2n}{(n^2+1)\sqrt{n^4+1}}+\frac n{\sqrt{n^4+16}}-\frac{8n}{(n^2+4)\sqrt{n^4+16}}+\cdots+\frac n{\sqrt{n^4+n^4}}-\frac{2n\cdot n^2}{(n^2+n^2)\sqrt{n^4+n^4}}\right)$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 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using only the principal values of the inverse trigonometric functions.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955795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Limit of a sum as a definite integral and substitution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4(A level above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955795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Limit of a sum as a definite integral and substitution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$x+\frac1x=t$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4(A level above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general term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78350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78350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78350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78350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general term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$\frac1n\left[\frac1{\sqrt{1+x^4}}-\frac{2x^2}{(1+x^2)\sqrt{1+x^4}}\right]$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$x=\frac rn$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$t=x+\frac1x$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 term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inside: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type m:val="bar"/>
                                            <m:ctrlPr>
                                              <a:rPr lang="en-IN" sz="2400" i="1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IN" sz="2400" i="1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𝑟</m:t>
                                            </m:r>
                                          </m:num>
                                          <m:den>
                                            <m:r>
                                              <a:rPr lang="en-IN" sz="2400" i="1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type m:val="bar"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num>
                                      <m:den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type m:val="bar"/>
                                            <m:ctrlPr>
                                              <a:rPr lang="en-IN" sz="2400" i="1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IN" sz="2400" i="1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𝑟</m:t>
                                            </m:r>
                                          </m:num>
                                          <m:den>
                                            <m:r>
                                              <a:rPr lang="en-IN" sz="2400" i="1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d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type m:val="bar"/>
                                            <m:ctrlPr>
                                              <a:rPr lang="en-IN" sz="2400" i="1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IN" sz="2400" i="1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𝑟</m:t>
                                            </m:r>
                                          </m:num>
                                          <m:den>
                                            <m:r>
                                              <a:rPr lang="en-IN" sz="2400" i="1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sum becomes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p>
                                    </m:sSup>
                                  </m:e>
                                </m:rad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p>
                                    </m:sSup>
                                  </m:e>
                                </m:rad>
                              </m:den>
                            </m:f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 term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$r=1,\ldots,n$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n{\sqrt{n^4+r^4}}-\frac{2nr^2}{(n^2+r^2)\sqrt{n^4+r^4}}$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inside: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$=\frac1n\left[\frac1{\sqrt{1+\left(\frac rn\right)^4}}-\frac{2\left(\frac rn\right)^2}{\left(1+\left(\frac rn\right)^2\right)\sqrt{1+\left(\frac rn\right)^4}}\right]$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sum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$\int_0^1\left[\frac1{\sqrt{1+x^4}}-\frac{2x^2}{(1+x^2)\sqrt{1+x^4}}\right]dx=\int_0^1\frac{1-x^2}{(1+x^2)\sqrt{1+x^4}}dx$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numerator and denominator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</m:e>
                            </m:d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</m:e>
                            </m:rad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den>
                                </m:f>
                              </m:e>
                            </m:d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e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n-IN" sz="2400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f>
                                          <m:fPr>
                                            <m:type m:val="bar"/>
                                            <m:ctrlPr>
                                              <a:rPr lang="en-IN" sz="2400" i="1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IN" sz="2400" i="1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num>
                                          <m:den>
                                            <m:r>
                                              <a:rPr lang="en-IN" sz="2400" i="1">
                                                <a:solidFill>
                                                  <a:srgbClr val="111827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integral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Divide numerator and denominator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$\int_0^1\frac{\frac1{x^2}-1}{\left(x+\frac1x\right)\sqrt{x^2+\frac1{x^2}}}dx=\int_0^1\frac{\frac1{x^2}-1}{\left(x+\frac1x\right)\sqrt{\left(x+\frac1x\right)^2-2}}dx$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$x+\frac1x=t$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$\left(1-\frac1{x^2}\right)dx=dt$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$x:0\to1$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$t:\infty\to2$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integral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$-\int_\infty^2\frac{dt}{t\sqrt{t^2-2}}=\int_2^\infty\frac{dt}{t\sqrt{t^2-2}}$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$t^2-2=\alpha^2$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$t\,dt=\alpha\,d\alpha$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$\int\frac{t\,dt}{t^2\sqrt{t^2-2}}=\int\frac{d\alpha}{\alpha^2+2}$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$\alpha:\sqrt2\to\infty$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rad>
                              </m:den>
                            </m:f>
                          </m:e>
                        </m:d>
                      </m:e>
                      <m:sub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$=\frac1{\sqrt2}\left[\tan^{-1}\frac\alpha{\sqrt2}\right]_{\sqrt2}^{\infty}=\frac1{\sqrt2}\left(\frac\pi2-\frac\pi4\right)=\frac\pi{4\sqrt2}$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 k=\frac\pi{4\sqrt2}$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$k=4\sqrt2$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$k^2=32$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32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Substitute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its derivative contains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the integrand into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Substitute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$u=\frac x{\sqrt{1+x^4}}$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its derivative contains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$1-x^4$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$\frac{1+x^4}{(1+x^2)^2}=\frac1{1+2u^2}$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the integrand into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$\frac{du}{1+2u^2}$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Same Riemann-sum step: the limit equals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and divide the integrand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Same Riemann-sum step: the limit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$\int_0^1\frac{1-x^2}{(1+x^2)\sqrt{1+x^4}}dx$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$u=\frac x{\sqrt{1+x^4}}$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$\frac{du}{dx}=\frac{(1+x^4)-2x^4}{(1+x^4)^{3/2}}=\frac{1-x^4}{(1+x^4)^{3/2}}$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and divide the integrand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$(1+x^2)$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$\frac{1-x^2}{(1+x^2)\sqrt{1+x^4}}=\frac{1-x^4}{(1+x^2)^2\sqrt{1+x^4}}=\frac{du}{dx}\cdot\frac{1+x^4}{(1+x^2)^2}$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integrand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integral is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b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$\frac{(1+x^2)^2}{1+x^4}=1+\frac{2x^2}{1+x^4}=1+2u^2$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integrand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$\frac{du}{1+2u^2}$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$x:0\to1$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$u:0\to\frac1{\sqrt2}$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integral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$\int_0^{1/\sqrt2}\frac{du}{1+2u^2}=\frac1{\sqrt2}\tan^{-1}(\sqrt2u)\Big|_0^{1/\sqrt2}=\frac1{\sqrt2}\cdot\frac\pi4$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 k=\frac\pi{4\sqrt2}$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$k^2=32$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32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divide each term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inside to expose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the integrand has the shape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∓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around, 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sec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Another route: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recurring derivative for integrands with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$\lim_{n\to\infty}\sum_{r=1}^{n}\frac1nF\left(\frac rn\right)=\int_0^1F(x)dx$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divide each term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inside to expose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rn$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the integrand has the shape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$\frac{1\mp\frac1{x^2}}{(\ldots)}$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$x^2+\frac1{x^2}$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around, 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$t=x\pm\frac1x$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$t^2=x^2+\frac1{x^2}\pm2$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$\int_c^\infty\frac{dt}{t\sqrt{t^2-b^2}}=\frac1b\left(\frac\pi2-\sec^{-1}\frac cb\right)$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$\frac1{\sqrt2}\cdot\frac\pi4$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Another route: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$\frac{d}{dx}\frac{x}{\sqrt{1+x^4}}=\frac{1-x^4}{(1+x^4)^{3/2}}$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recurring derivative for integrands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$\sqrt{1+x^4}$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37308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continuous odd function. If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37308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$f(x)=\int_0^xg(t)\log_e\left(\frac{1-t}{1+t}\right)dt$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continuous odd function.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$\int_{-\pi/2}^{\pi/2}\left(f(x)+\frac{x^2\cos x}{1+e^x}\right)dx=\left(\frac\pi\alpha\right)^2-\alpha$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846068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Properties of definite integrals: odd functions and the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trick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846068"/>
                <a:ext cx="10725912" cy="21945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Properties of definite integrals: odd functions and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$\frac1{1+e^x}$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trick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odd, so it integrates to zero; the remaining part is handled by pairing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turns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a constant.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odd, so it integrates to zero; the remaining part is handled by pairing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turns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$\frac1{1+e^x}$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a constant.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Replace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$f(-x)=\int_0^{-x}g(t)\ln\frac{1-t}{1+t}dt$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$t=-y$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$=-\int_0^xg(-y)\ln\frac{1+y}{1-y}dy$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$g(-y)=-g(y)$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$\ln\frac{1+y}{1-y}=-\ln\frac{1-y}{1+y}$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$f(-x)=-\int_0^xg(y)\ln\frac{1-y}{1+y}dy=-f(x)$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$I=\int_{-\pi/2}^{\pi/2}\left(f(x)+\frac{x^2\cos x}{1+e^x}\right)dx$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Replace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$I=\int_{-\pi/2}^{\pi/2}\left(f(-x)+\frac{x^2e^x\cos x}{1+e^x}\right)dx$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 the two forms, using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(even integrand).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with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 the two forms, 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$f(x)+f(-x)=0$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$2I=\int_{-\pi/2}^{\pi/2}x^2\cos x\,dx=2\int_0^{\pi/2}x^2\cos x\,dx$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(even integrand).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$I=\int_0^{\pi/2}x^2\cos x\,dx=\left[x^2\sin x\right]_0^{\pi/2}-\int_0^{\pi/2}2x\sin x\,dx=\frac{\pi^2}{4}-2\left[-x\cos x+\sin x\right]_0^{\pi/2}$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$=\frac{\pi^2}{4}-2(0+1)=\frac{\pi^2}{4}-2=\left(\frac\pi2\right)^2-2$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$\left(\frac\pi\alpha\right)^2-\alpha$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 (and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general for even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 then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odd; 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 (odd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odd).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$\int_{-a}^{a}\frac{F(x)}{1+e^{x}}dx=\int_0^aF(x)dx$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$=\frac12\int_{-a}^aF$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general for even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$\int_0^x\varphi$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$f'(x)=g(x)\ln\frac{1-x}{1+x}$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 (odd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odd).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 x^2\cos x\,dx=x^2\sin x+2x\cos x-2\sin 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$\int_0^{\pi/2}x^2\cos x\,dx=\frac{\pi^2}4-2$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37308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slope of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some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∫"/>
                            <m:limLoc m:val="subSup"/>
                            <m:subHide m:val="off"/>
                            <m:supHide m:val="off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  <m:sSub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nary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37308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slope of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$45x+5y+3=0$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$27r_1+\frac{9r_2}{2}$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some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$r_1,r_2\in\mathbb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$\lim_{x\to3}\left(\int_3^x\frac{8t^2}{\frac{3r_2x}{2}-r_2x^2-r_1x^3-3x}dt\right)$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846068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Slope of a straight line, L'Hopital's rule applied to an integral (Leibniz rule)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slope condition makes the denominator vanish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limit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L'Hopital with the Leibniz rule applies.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slope condition makes the denominator vanish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limit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$0/0$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L'Hopital with the Leibniz rule applies.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Slope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the numerator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nary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limit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apply L'Hopital's rule (the Leibniz rule gives the numerator derivative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Slope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$45x+5y+3=0$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$-\frac{45}{5}=-9$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$27r_1+\frac{9r_2}{2}=-9$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$D(x)=\frac{3r_2x}{2}-r_2x^2-r_1x^3-3x$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$D(3)=\frac{9r_2}{2}-9r_2-27r_1-9=-\left(27r_1+\frac{9r_2}{2}\right)-9=9-9=0$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the numerator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$\int_3^x8t^2dt\to0$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limit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apply L'Hopital's rule (the Leibniz rule gives the numerator derivative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denominator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Limit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$\lim_{x\to3}\frac{8x^2}{\frac{3r_2}{2}-2r_2x-3r_1x^2-3}=\frac{8\times9}{\frac{3r_2}{2}-6r_2-27r_1-3}$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denominator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$-\frac{9r_2}{2}-27r_1-3=-\left(27r_1+\frac{9r_2}{2}\right)-3=9-3=6$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Limit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$=\frac{8\times9}{6}=12$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slope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given relation among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often makes a hidden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appear.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∫"/>
                            <m:limLoc m:val="subSup"/>
                            <m:subHide m:val="off"/>
                            <m:supHide m:val="off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φ</m:t>
                            </m:r>
                          </m:e>
                        </m:nary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whenever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check the denominator at the limit point before applying L'Hopital;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because of the slope relation.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slope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$ax+by+c=0$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 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given relation among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$r_1,r_2$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often makes a hidden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appear.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 a}\frac{\int_a^x\varphi(t)dt}{D(x)}=\frac{\varphi(a)}{D'(a)}$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whenever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$D(a)=0$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$D'(a)\ne0$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$D=x-a$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check the denominator at the limit point before applying L'Hopital;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$D(3)=0$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because of the slope relation.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ra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rational numbers,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$\int_{\pi/6}^{\pi/3}\sqrt{1-\sin2x}\,dx=\alpha+\beta\sqrt2+\gamma\sqrt3$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rational numbers,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$3\alpha+4\beta-\gamma$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24612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Definite integral of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using a modulus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246120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Definite integral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$\sqrt{1-\sin2x}$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using a modulus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2(A level below 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integrand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changes sign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$1-\sin2x=(\sin x-\cos x)^2$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integrand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$|\sin x-\cos x|$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changes sign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$x=\frac\pi4$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First: </a:t>
                </a:r>
                <a14:m>
                  <m:oMath xmlns:m="http://schemas.openxmlformats.org/officeDocument/2006/math"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$\sqrt{1-\sin2x}=\sqrt{(\sin x-\cos x)^2}=|\sin x-\cos 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$\left[\frac\pi6,\frac\pi4\right]$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x\ge\sin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$\left[\frac\pi4,\frac\pi3\right]$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x\ge\cos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$\int_{\pi/6}^{\pi/4}(\cos x-\sin x)dx+\int_{\pi/4}^{\pi/3}(\sin x-\cos x)dx$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$\left[\sin x+\cos x\right]_{\pi/6}^{\pi/4}=\sqrt2-\frac{1+\sqrt3}{2}$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Second: </a:t>
                </a:r>
                <a14:m>
                  <m:oMath xmlns:m="http://schemas.openxmlformats.org/officeDocument/2006/math">
                    <m:sSub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$\left[-\cos x-\sin x\right]_{\pi/4}^{\pi/3}=-\frac{1+\sqrt3}{2}+\sqrt2$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$=2\sqrt2-1-\sqrt3$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$3\alpha+4\beta-\gamma=-3+8+1=6$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shift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where the integral is symmetric.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$1-\sin2x=2\sin^2\left(x-\frac\pi4\right)$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shift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$u=x-\frac\pi4$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where the integral is symmetric.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limits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integrand is even).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$1-\sin2x=1-\cos\left(\frac\pi2-2x\right)=2\sin^2\left(\frac\pi4-x\right)$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$\sqrt{1-\sin2x}=\sqrt2\left|\sin\left(x-\frac\pi4\right)\right|$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$u=x-\frac\pi4$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limits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$\frac\pi6,\frac\pi3$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become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$-\frac\pi{12},\frac\pi{12}$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$I=\sqrt2\int_{-\pi/12}^{\pi/12}|\sin u|du=2\sqrt2\int_0^{\pi/12}\sin u\,du=2\sqrt2\left(1-\cos\frac\pi{12}\right)$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integrand is even).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$\cos\frac\pi{12}=\frac{\sqrt6+\sqrt2}{4}$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$I=2\sqrt2-\frac{2\sqrt2(\sqrt6+\sqrt2)}{4}=2\sqrt2-\frac{4\sqrt3+4}{4}=2\sqrt2-\sqrt3-1$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$\gamma=-1$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$3\alpha+4\beta-\gamma=6$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sign change 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symmetric interval about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halves the work.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$\sqrt{1\pm\sin2x}=|\sin x\pm\cos 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$\sqrt{1\pm\cos2x}=\sqrt2\,|\cos 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$\sqrt2\,|\sin 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$1-\sin2x=2\sin^2\left(x-\frac\pi4\right)$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sign change 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 symmetric interval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halves the work.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$\cos\frac\pi{12}=\frac{\sqrt6+\sqrt2}4$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$\sin\frac\pi{12}=\frac{\sqrt6-\sqrt2}4$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  <m:e>
                        <m:d>
                          <m:dPr>
                            <m:begChr m:val="["/>
                            <m:sepChr m:val=""/>
                            <m:endChr m:val="]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den>
                                </m:f>
                              </m:e>
                            </m:rad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less than or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4599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$9\int_0^9\left[\sqrt{\frac{10x}{x+1}}\right]dx$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greatest integer less than or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5475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Definite integral of the greatest integer function of an algebraic function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increases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jumps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$g(x)=\frac{10x}{x+1}$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increases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$\left[\sqrt g\right]$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jumps where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$g=1,4,9$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$g(x)=\frac{10x}{x+1}$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$[0,9]$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$g(9)=9$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 g\in[0,3]$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$\left[\sqrt g\right]\in\{0,1,2\}$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$\frac{10x}{x+1}=1\Rightarrow x=\frac19$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$\frac{10x}{x+1}=4\Rightarrow x=\frac23$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$\frac{10x}{x+1}=9\Rightarrow x=9$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$I=\int_0^{1/9}0\,dx+\int_{1/9}^{2/3}1\,dx+\int_{2/3}^{9}2\,dx$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$=0+\left(\frac23-\frac19\right)+2\left(9-\frac23\right)$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$=\frac59+18-\frac43=\frac59+\frac{50}{3}=\frac{155}{9}$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$9I=155$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155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Layer-cake: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</m:e>
                    </m:nary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d>
                          <m:dPr>
                            <m:begChr m:val="|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{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: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≥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}</m:t>
                            </m:r>
                          </m:e>
                        </m:d>
                      </m:e>
                    </m:nary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Layer-cake: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$\int_0^9[\sqrt g]dx=\sum_{n\ge1}\left|\{x:\sqrt g\ge n\}\right|$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 g\ge n\iff x\ge\frac{n^2}{10-n^2}$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b>
                          <m:e>
                            <m:r>
                              <m:rPr>
                                <m:sty m:val="b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{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≥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}</m:t>
                            </m:r>
                          </m:sub>
                        </m:sSub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set 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$\left[\sqrt g\right]=\sum_{n\ge1}\mathbf 1_{\{g(x)\ge n^2\}}$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$\frac{10x}{x+1}\ge m\iff x\ge\frac m{10-m}$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$m&lt;10$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set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$n^2=m$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$\left[\frac m{10-m},9\right]$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$9-\frac m{10-m}$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$9-\frac19$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$9-\frac46=9-\frac23$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$9-9=0$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$I=18-\frac19-\frac23=\frac{162-1-6}{9}=\frac{155}9$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$9I=155$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155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monotone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constant between solutions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solution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Layer-cake: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∫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d>
                          <m:dPr>
                            <m:begChr m:val="|"/>
                            <m:sepChr m:val=""/>
                            <m:endChr m:val="|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{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≥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}</m:t>
                            </m:r>
                          </m:e>
                        </m:d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thresholds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endpoint behaviour: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exactly, but a single point does not change the integral.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monotone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$[g]$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constant between solutions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$g=\frac{px}{x+1}$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solution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 n{p-n}$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Layer-cake: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$\int[h]dx=\sum_{n\ge1}\left|\{h\ge n\}\right|$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$h=\sqrt 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thresholds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$g=n^2$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endpoint behaviour: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$g(9)=9$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 g=3$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exactly, but a single point does not change the integral.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994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defined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nary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least value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994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 R\to\mathbb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function defined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$f(x)=\frac{4^x}{4^x+2}$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$M=\int_{f(a)}^{f(1-a)}x\sin^4\left(x(1-x)\right)dx$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$N=\int_{f(a)}^{f(1-a)}\sin^4\left(x(1-x)\right)dx$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 M=\beta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$\alpha,\beta\in\mathbb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least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$\alpha^2+\beta^2$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4108196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Property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King property of definite integrals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4108196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Numerical Type 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Property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$f(x)+f(1-x)=1$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King property of definite integrals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the limits sum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(King property)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$f(x)+f(1-x)=1$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makes the limits sum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$x\to1-x$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(King property)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$M=N-M$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limits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add up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replace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$f(x)+f(1-x)=\frac{4^x}{4^x+2}+\frac{4^{1-x}}{4^{1-x}+2}=\frac{4^x}{4^x+2}+\frac4{4+2\cdot4^x}=\frac{4^x+2}{4^x+2}=1$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$f(a)+f(1-a)=1$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limits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add up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replace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 f(a)+f(1-a)-x=1-x$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$M=\int_{f(a)}^{f(1-a)}(1-x)\sin^4\left((1-x)x\right)dx$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least natural numbers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β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$M=N-M$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MN=\frac12$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 M=\beta N\Rightarrow\frac\beta\alpha=\frac MN=\frac12$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$\alpha=2\beta$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least natural numbers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$\left(\alpha^2+\beta^2\right)_{\min}=4+1=5$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symmetric about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symmetric about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drop the odd part.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interval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$[f(a),f(1-a)]$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symmetric about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$\sin^4(x(1-x))$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symmetric about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$x=\frac12+s$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drop the odd part.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limits sum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interval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even function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limits sum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interval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$[\frac12-h,\frac12+h]$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$h=f(1-a)-\frac12\ne0$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$x=\frac12+s$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$x(1-x)=\frac14-s^2$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$\sin^4\left(x(1-x)\right)=\psi(s)$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even function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ψ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(odd integrand).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the least value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$M=\int_{-h}^{h}\left(\frac12+s\right)\psi(s)ds=\frac12\int_{-h}^{h}\psi(s)ds+\int_{-h}^{h}s\,\psi(s)ds=\frac N2+0$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(odd integrand).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 M=\beta N=2\beta 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$\alpha=2\beta$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the least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$2^2+1^2=5$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integration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 about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(its endpoints add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Symmetric-interval rule: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ψ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 King: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(instance: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Condition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ensures the interval is non-degenerate,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the integrand is positive) and the ratio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sense.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$f(x)+f(1-x)=1$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integration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$[f(a),f(1-a)]$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symmetric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(its endpoints add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Symmetric-interval rule: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$\int_{c-h}^{c+h}x\,\psi(x)dx=c\int_{c-h}^{c+h}\psi(x)dx$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$\psi(c+s)=\psi(c-s)$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General King: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$\int_p^qxh(x)dx=\frac{p+q}{2}\int_p^qh(x)dx$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$h(p+q-x)=h(x)$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(instance: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$p+q=1$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MN=\frac12$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Condition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$a\ne\frac12$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ensures the interval is non-degenerate,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$N\ne0$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the integrand is positive) and the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MN$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sense.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above Average JEE Advanced Level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2.35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2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10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7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1 question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20 questions, 80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JEE Main Question Bank 01 Definite Integration · detailed solutions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2.35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