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rts/chart1.xml" ContentType="application/vnd.openxmlformats-officedocument.drawingml.chart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  <p:sldId id="464" r:id="rId216"/>
    <p:sldId id="465" r:id="rId217"/>
    <p:sldId id="466" r:id="rId218"/>
    <p:sldId id="467" r:id="rId219"/>
    <p:sldId id="468" r:id="rId220"/>
    <p:sldId id="469" r:id="rId221"/>
    <p:sldId id="470" r:id="rId222"/>
    <p:sldId id="471" r:id="rId223"/>
    <p:sldId id="472" r:id="rId224"/>
    <p:sldId id="473" r:id="rId225"/>
    <p:sldId id="474" r:id="rId226"/>
    <p:sldId id="475" r:id="rId227"/>
    <p:sldId id="476" r:id="rId228"/>
    <p:sldId id="477" r:id="rId229"/>
    <p:sldId id="478" r:id="rId230"/>
    <p:sldId id="479" r:id="rId231"/>
    <p:sldId id="480" r:id="rId232"/>
    <p:sldId id="481" r:id="rId233"/>
    <p:sldId id="482" r:id="rId234"/>
    <p:sldId id="483" r:id="rId235"/>
    <p:sldId id="484" r:id="rId236"/>
    <p:sldId id="485" r:id="rId237"/>
    <p:sldId id="486" r:id="rId238"/>
    <p:sldId id="487" r:id="rId239"/>
    <p:sldId id="488" r:id="rId240"/>
    <p:sldId id="489" r:id="rId241"/>
    <p:sldId id="490" r:id="rId242"/>
    <p:sldId id="491" r:id="rId243"/>
    <p:sldId id="492" r:id="rId244"/>
    <p:sldId id="493" r:id="rId245"/>
    <p:sldId id="494" r:id="rId246"/>
    <p:sldId id="495" r:id="rId247"/>
    <p:sldId id="496" r:id="rId248"/>
    <p:sldId id="497" r:id="rId249"/>
    <p:sldId id="498" r:id="rId250"/>
    <p:sldId id="499" r:id="rId251"/>
    <p:sldId id="500" r:id="rId252"/>
    <p:sldId id="501" r:id="rId253"/>
    <p:sldId id="502" r:id="rId254"/>
    <p:sldId id="503" r:id="rId255"/>
    <p:sldId id="504" r:id="rId256"/>
    <p:sldId id="505" r:id="rId257"/>
    <p:sldId id="506" r:id="rId258"/>
    <p:sldId id="507" r:id="rId259"/>
    <p:sldId id="508" r:id="rId260"/>
    <p:sldId id="509" r:id="rId261"/>
    <p:sldId id="510" r:id="rId262"/>
    <p:sldId id="511" r:id="rId263"/>
    <p:sldId id="512" r:id="rId264"/>
    <p:sldId id="513" r:id="rId265"/>
    <p:sldId id="514" r:id="rId266"/>
    <p:sldId id="515" r:id="rId267"/>
    <p:sldId id="516" r:id="rId268"/>
    <p:sldId id="517" r:id="rId269"/>
    <p:sldId id="518" r:id="rId270"/>
    <p:sldId id="519" r:id="rId271"/>
    <p:sldId id="520" r:id="rId272"/>
    <p:sldId id="521" r:id="rId273"/>
    <p:sldId id="522" r:id="rId274"/>
    <p:sldId id="523" r:id="rId275"/>
    <p:sldId id="524" r:id="rId276"/>
    <p:sldId id="525" r:id="rId277"/>
    <p:sldId id="526" r:id="rId278"/>
    <p:sldId id="527" r:id="rId279"/>
    <p:sldId id="528" r:id="rId280"/>
    <p:sldId id="529" r:id="rId281"/>
    <p:sldId id="530" r:id="rId282"/>
    <p:sldId id="531" r:id="rId283"/>
    <p:sldId id="532" r:id="rId284"/>
    <p:sldId id="533" r:id="rId285"/>
    <p:sldId id="534" r:id="rId286"/>
    <p:sldId id="535" r:id="rId287"/>
    <p:sldId id="536" r:id="rId288"/>
    <p:sldId id="537" r:id="rId289"/>
    <p:sldId id="538" r:id="rId290"/>
    <p:sldId id="539" r:id="rId291"/>
    <p:sldId id="540" r:id="rId292"/>
    <p:sldId id="541" r:id="rId293"/>
    <p:sldId id="542" r:id="rId294"/>
    <p:sldId id="543" r:id="rId295"/>
    <p:sldId id="544" r:id="rId296"/>
    <p:sldId id="545" r:id="rId297"/>
    <p:sldId id="546" r:id="rId298"/>
    <p:sldId id="547" r:id="rId299"/>
    <p:sldId id="548" r:id="rId300"/>
    <p:sldId id="549" r:id="rId301"/>
    <p:sldId id="550" r:id="rId302"/>
    <p:sldId id="551" r:id="rId303"/>
    <p:sldId id="552" r:id="rId304"/>
    <p:sldId id="553" r:id="rId305"/>
    <p:sldId id="554" r:id="rId306"/>
    <p:sldId id="555" r:id="rId307"/>
    <p:sldId id="556" r:id="rId308"/>
    <p:sldId id="557" r:id="rId309"/>
    <p:sldId id="558" r:id="rId310"/>
    <p:sldId id="559" r:id="rId311"/>
    <p:sldId id="560" r:id="rId312"/>
    <p:sldId id="561" r:id="rId313"/>
    <p:sldId id="562" r:id="rId314"/>
    <p:sldId id="563" r:id="rId315"/>
    <p:sldId id="564" r:id="rId316"/>
    <p:sldId id="565" r:id="rId317"/>
    <p:sldId id="566" r:id="rId318"/>
    <p:sldId id="567" r:id="rId319"/>
    <p:sldId id="568" r:id="rId320"/>
    <p:sldId id="569" r:id="rId321"/>
    <p:sldId id="570" r:id="rId322"/>
    <p:sldId id="571" r:id="rId323"/>
    <p:sldId id="572" r:id="rId324"/>
    <p:sldId id="573" r:id="rId325"/>
    <p:sldId id="574" r:id="rId326"/>
    <p:sldId id="575" r:id="rId327"/>
    <p:sldId id="576" r:id="rId328"/>
    <p:sldId id="577" r:id="rId329"/>
    <p:sldId id="578" r:id="rId330"/>
    <p:sldId id="579" r:id="rId331"/>
    <p:sldId id="580" r:id="rId332"/>
    <p:sldId id="581" r:id="rId333"/>
    <p:sldId id="582" r:id="rId334"/>
    <p:sldId id="583" r:id="rId335"/>
    <p:sldId id="584" r:id="rId336"/>
    <p:sldId id="585" r:id="rId337"/>
    <p:sldId id="586" r:id="rId338"/>
    <p:sldId id="587" r:id="rId339"/>
    <p:sldId id="588" r:id="rId340"/>
    <p:sldId id="589" r:id="rId341"/>
    <p:sldId id="590" r:id="rId342"/>
    <p:sldId id="591" r:id="rId343"/>
    <p:sldId id="592" r:id="rId344"/>
    <p:sldId id="593" r:id="rId345"/>
    <p:sldId id="594" r:id="rId346"/>
    <p:sldId id="595" r:id="rId347"/>
    <p:sldId id="596" r:id="rId348"/>
    <p:sldId id="597" r:id="rId349"/>
    <p:sldId id="598" r:id="rId350"/>
    <p:sldId id="599" r:id="rId351"/>
    <p:sldId id="600" r:id="rId352"/>
    <p:sldId id="601" r:id="rId353"/>
    <p:sldId id="602" r:id="rId354"/>
    <p:sldId id="603" r:id="rId355"/>
    <p:sldId id="604" r:id="rId356"/>
    <p:sldId id="605" r:id="rId357"/>
    <p:sldId id="606" r:id="rId358"/>
    <p:sldId id="607" r:id="rId359"/>
    <p:sldId id="608" r:id="rId360"/>
    <p:sldId id="609" r:id="rId361"/>
    <p:sldId id="610" r:id="rId362"/>
    <p:sldId id="611" r:id="rId363"/>
    <p:sldId id="612" r:id="rId364"/>
    <p:sldId id="613" r:id="rId365"/>
    <p:sldId id="614" r:id="rId366"/>
    <p:sldId id="615" r:id="rId367"/>
    <p:sldId id="616" r:id="rId368"/>
    <p:sldId id="617" r:id="rId369"/>
    <p:sldId id="618" r:id="rId370"/>
    <p:sldId id="619" r:id="rId371"/>
    <p:sldId id="620" r:id="rId372"/>
    <p:sldId id="621" r:id="rId373"/>
    <p:sldId id="622" r:id="rId374"/>
    <p:sldId id="623" r:id="rId375"/>
    <p:sldId id="624" r:id="rId376"/>
    <p:sldId id="625" r:id="rId377"/>
    <p:sldId id="626" r:id="rId378"/>
    <p:sldId id="627" r:id="rId379"/>
    <p:sldId id="628" r:id="rId380"/>
    <p:sldId id="629" r:id="rId381"/>
    <p:sldId id="630" r:id="rId382"/>
    <p:sldId id="631" r:id="rId383"/>
    <p:sldId id="632" r:id="rId384"/>
    <p:sldId id="633" r:id="rId385"/>
    <p:sldId id="634" r:id="rId386"/>
    <p:sldId id="635" r:id="rId387"/>
    <p:sldId id="636" r:id="rId388"/>
    <p:sldId id="637" r:id="rId389"/>
    <p:sldId id="638" r:id="rId390"/>
    <p:sldId id="639" r:id="rId391"/>
    <p:sldId id="640" r:id="rId392"/>
    <p:sldId id="641" r:id="rId393"/>
    <p:sldId id="642" r:id="rId394"/>
    <p:sldId id="643" r:id="rId395"/>
    <p:sldId id="644" r:id="rId396"/>
    <p:sldId id="645" r:id="rId397"/>
    <p:sldId id="646" r:id="rId398"/>
    <p:sldId id="647" r:id="rId399"/>
    <p:sldId id="648" r:id="rId400"/>
    <p:sldId id="649" r:id="rId401"/>
    <p:sldId id="650" r:id="rId402"/>
    <p:sldId id="651" r:id="rId403"/>
    <p:sldId id="652" r:id="rId404"/>
    <p:sldId id="653" r:id="rId405"/>
    <p:sldId id="654" r:id="rId406"/>
    <p:sldId id="655" r:id="rId407"/>
    <p:sldId id="656" r:id="rId408"/>
    <p:sldId id="657" r:id="rId409"/>
    <p:sldId id="658" r:id="rId410"/>
    <p:sldId id="659" r:id="rId411"/>
    <p:sldId id="660" r:id="rId412"/>
    <p:sldId id="661" r:id="rId413"/>
    <p:sldId id="662" r:id="rId414"/>
    <p:sldId id="663" r:id="rId415"/>
    <p:sldId id="664" r:id="rId416"/>
    <p:sldId id="665" r:id="rId417"/>
    <p:sldId id="666" r:id="rId418"/>
    <p:sldId id="667" r:id="rId419"/>
    <p:sldId id="668" r:id="rId420"/>
    <p:sldId id="669" r:id="rId421"/>
    <p:sldId id="670" r:id="rId422"/>
    <p:sldId id="671" r:id="rId423"/>
    <p:sldId id="672" r:id="rId424"/>
    <p:sldId id="673" r:id="rId425"/>
  </p:sldIdLst>
  <p:sldSz cx="12191695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notesMaster" Target="notesMasters/notesMaster1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11.xml"/><Relationship Id="rId19" Type="http://schemas.openxmlformats.org/officeDocument/2006/relationships/slide" Target="slides/slide12.xml"/><Relationship Id="rId20" Type="http://schemas.openxmlformats.org/officeDocument/2006/relationships/slide" Target="slides/slide13.xml"/><Relationship Id="rId21" Type="http://schemas.openxmlformats.org/officeDocument/2006/relationships/slide" Target="slides/slide14.xml"/><Relationship Id="rId22" Type="http://schemas.openxmlformats.org/officeDocument/2006/relationships/slide" Target="slides/slide15.xml"/><Relationship Id="rId23" Type="http://schemas.openxmlformats.org/officeDocument/2006/relationships/slide" Target="slides/slide16.xml"/><Relationship Id="rId24" Type="http://schemas.openxmlformats.org/officeDocument/2006/relationships/slide" Target="slides/slide17.xml"/><Relationship Id="rId25" Type="http://schemas.openxmlformats.org/officeDocument/2006/relationships/slide" Target="slides/slide18.xml"/><Relationship Id="rId26" Type="http://schemas.openxmlformats.org/officeDocument/2006/relationships/slide" Target="slides/slide19.xml"/><Relationship Id="rId27" Type="http://schemas.openxmlformats.org/officeDocument/2006/relationships/slide" Target="slides/slide20.xml"/><Relationship Id="rId28" Type="http://schemas.openxmlformats.org/officeDocument/2006/relationships/slide" Target="slides/slide21.xml"/><Relationship Id="rId29" Type="http://schemas.openxmlformats.org/officeDocument/2006/relationships/slide" Target="slides/slide22.xml"/><Relationship Id="rId30" Type="http://schemas.openxmlformats.org/officeDocument/2006/relationships/slide" Target="slides/slide23.xml"/><Relationship Id="rId31" Type="http://schemas.openxmlformats.org/officeDocument/2006/relationships/slide" Target="slides/slide24.xml"/><Relationship Id="rId32" Type="http://schemas.openxmlformats.org/officeDocument/2006/relationships/slide" Target="slides/slide25.xml"/><Relationship Id="rId33" Type="http://schemas.openxmlformats.org/officeDocument/2006/relationships/slide" Target="slides/slide26.xml"/><Relationship Id="rId34" Type="http://schemas.openxmlformats.org/officeDocument/2006/relationships/slide" Target="slides/slide27.xml"/><Relationship Id="rId35" Type="http://schemas.openxmlformats.org/officeDocument/2006/relationships/slide" Target="slides/slide28.xml"/><Relationship Id="rId36" Type="http://schemas.openxmlformats.org/officeDocument/2006/relationships/slide" Target="slides/slide29.xml"/><Relationship Id="rId37" Type="http://schemas.openxmlformats.org/officeDocument/2006/relationships/slide" Target="slides/slide30.xml"/><Relationship Id="rId38" Type="http://schemas.openxmlformats.org/officeDocument/2006/relationships/slide" Target="slides/slide31.xml"/><Relationship Id="rId39" Type="http://schemas.openxmlformats.org/officeDocument/2006/relationships/slide" Target="slides/slide32.xml"/><Relationship Id="rId40" Type="http://schemas.openxmlformats.org/officeDocument/2006/relationships/slide" Target="slides/slide33.xml"/><Relationship Id="rId41" Type="http://schemas.openxmlformats.org/officeDocument/2006/relationships/slide" Target="slides/slide34.xml"/><Relationship Id="rId42" Type="http://schemas.openxmlformats.org/officeDocument/2006/relationships/slide" Target="slides/slide35.xml"/><Relationship Id="rId43" Type="http://schemas.openxmlformats.org/officeDocument/2006/relationships/slide" Target="slides/slide36.xml"/><Relationship Id="rId44" Type="http://schemas.openxmlformats.org/officeDocument/2006/relationships/slide" Target="slides/slide37.xml"/><Relationship Id="rId45" Type="http://schemas.openxmlformats.org/officeDocument/2006/relationships/slide" Target="slides/slide38.xml"/><Relationship Id="rId46" Type="http://schemas.openxmlformats.org/officeDocument/2006/relationships/slide" Target="slides/slide39.xml"/><Relationship Id="rId47" Type="http://schemas.openxmlformats.org/officeDocument/2006/relationships/slide" Target="slides/slide40.xml"/><Relationship Id="rId48" Type="http://schemas.openxmlformats.org/officeDocument/2006/relationships/slide" Target="slides/slide41.xml"/><Relationship Id="rId49" Type="http://schemas.openxmlformats.org/officeDocument/2006/relationships/slide" Target="slides/slide42.xml"/><Relationship Id="rId50" Type="http://schemas.openxmlformats.org/officeDocument/2006/relationships/slide" Target="slides/slide43.xml"/><Relationship Id="rId51" Type="http://schemas.openxmlformats.org/officeDocument/2006/relationships/slide" Target="slides/slide44.xml"/><Relationship Id="rId52" Type="http://schemas.openxmlformats.org/officeDocument/2006/relationships/slide" Target="slides/slide45.xml"/><Relationship Id="rId53" Type="http://schemas.openxmlformats.org/officeDocument/2006/relationships/slide" Target="slides/slide46.xml"/><Relationship Id="rId54" Type="http://schemas.openxmlformats.org/officeDocument/2006/relationships/slide" Target="slides/slide47.xml"/><Relationship Id="rId55" Type="http://schemas.openxmlformats.org/officeDocument/2006/relationships/slide" Target="slides/slide48.xml"/><Relationship Id="rId56" Type="http://schemas.openxmlformats.org/officeDocument/2006/relationships/slide" Target="slides/slide49.xml"/><Relationship Id="rId57" Type="http://schemas.openxmlformats.org/officeDocument/2006/relationships/slide" Target="slides/slide50.xml"/><Relationship Id="rId58" Type="http://schemas.openxmlformats.org/officeDocument/2006/relationships/slide" Target="slides/slide51.xml"/><Relationship Id="rId59" Type="http://schemas.openxmlformats.org/officeDocument/2006/relationships/slide" Target="slides/slide52.xml"/><Relationship Id="rId60" Type="http://schemas.openxmlformats.org/officeDocument/2006/relationships/slide" Target="slides/slide53.xml"/><Relationship Id="rId61" Type="http://schemas.openxmlformats.org/officeDocument/2006/relationships/slide" Target="slides/slide54.xml"/><Relationship Id="rId62" Type="http://schemas.openxmlformats.org/officeDocument/2006/relationships/slide" Target="slides/slide55.xml"/><Relationship Id="rId63" Type="http://schemas.openxmlformats.org/officeDocument/2006/relationships/slide" Target="slides/slide56.xml"/><Relationship Id="rId64" Type="http://schemas.openxmlformats.org/officeDocument/2006/relationships/slide" Target="slides/slide57.xml"/><Relationship Id="rId65" Type="http://schemas.openxmlformats.org/officeDocument/2006/relationships/slide" Target="slides/slide58.xml"/><Relationship Id="rId66" Type="http://schemas.openxmlformats.org/officeDocument/2006/relationships/slide" Target="slides/slide59.xml"/><Relationship Id="rId67" Type="http://schemas.openxmlformats.org/officeDocument/2006/relationships/slide" Target="slides/slide60.xml"/><Relationship Id="rId68" Type="http://schemas.openxmlformats.org/officeDocument/2006/relationships/slide" Target="slides/slide61.xml"/><Relationship Id="rId69" Type="http://schemas.openxmlformats.org/officeDocument/2006/relationships/slide" Target="slides/slide62.xml"/><Relationship Id="rId70" Type="http://schemas.openxmlformats.org/officeDocument/2006/relationships/slide" Target="slides/slide63.xml"/><Relationship Id="rId71" Type="http://schemas.openxmlformats.org/officeDocument/2006/relationships/slide" Target="slides/slide64.xml"/><Relationship Id="rId72" Type="http://schemas.openxmlformats.org/officeDocument/2006/relationships/slide" Target="slides/slide65.xml"/><Relationship Id="rId73" Type="http://schemas.openxmlformats.org/officeDocument/2006/relationships/slide" Target="slides/slide66.xml"/><Relationship Id="rId74" Type="http://schemas.openxmlformats.org/officeDocument/2006/relationships/slide" Target="slides/slide67.xml"/><Relationship Id="rId75" Type="http://schemas.openxmlformats.org/officeDocument/2006/relationships/slide" Target="slides/slide68.xml"/><Relationship Id="rId76" Type="http://schemas.openxmlformats.org/officeDocument/2006/relationships/slide" Target="slides/slide69.xml"/><Relationship Id="rId77" Type="http://schemas.openxmlformats.org/officeDocument/2006/relationships/slide" Target="slides/slide70.xml"/><Relationship Id="rId78" Type="http://schemas.openxmlformats.org/officeDocument/2006/relationships/slide" Target="slides/slide71.xml"/><Relationship Id="rId79" Type="http://schemas.openxmlformats.org/officeDocument/2006/relationships/slide" Target="slides/slide72.xml"/><Relationship Id="rId80" Type="http://schemas.openxmlformats.org/officeDocument/2006/relationships/slide" Target="slides/slide73.xml"/><Relationship Id="rId81" Type="http://schemas.openxmlformats.org/officeDocument/2006/relationships/slide" Target="slides/slide74.xml"/><Relationship Id="rId82" Type="http://schemas.openxmlformats.org/officeDocument/2006/relationships/slide" Target="slides/slide75.xml"/><Relationship Id="rId83" Type="http://schemas.openxmlformats.org/officeDocument/2006/relationships/slide" Target="slides/slide76.xml"/><Relationship Id="rId84" Type="http://schemas.openxmlformats.org/officeDocument/2006/relationships/slide" Target="slides/slide77.xml"/><Relationship Id="rId85" Type="http://schemas.openxmlformats.org/officeDocument/2006/relationships/slide" Target="slides/slide78.xml"/><Relationship Id="rId86" Type="http://schemas.openxmlformats.org/officeDocument/2006/relationships/slide" Target="slides/slide79.xml"/><Relationship Id="rId87" Type="http://schemas.openxmlformats.org/officeDocument/2006/relationships/slide" Target="slides/slide80.xml"/><Relationship Id="rId88" Type="http://schemas.openxmlformats.org/officeDocument/2006/relationships/slide" Target="slides/slide81.xml"/><Relationship Id="rId89" Type="http://schemas.openxmlformats.org/officeDocument/2006/relationships/slide" Target="slides/slide82.xml"/><Relationship Id="rId90" Type="http://schemas.openxmlformats.org/officeDocument/2006/relationships/slide" Target="slides/slide83.xml"/><Relationship Id="rId91" Type="http://schemas.openxmlformats.org/officeDocument/2006/relationships/slide" Target="slides/slide84.xml"/><Relationship Id="rId92" Type="http://schemas.openxmlformats.org/officeDocument/2006/relationships/slide" Target="slides/slide85.xml"/><Relationship Id="rId93" Type="http://schemas.openxmlformats.org/officeDocument/2006/relationships/slide" Target="slides/slide86.xml"/><Relationship Id="rId94" Type="http://schemas.openxmlformats.org/officeDocument/2006/relationships/slide" Target="slides/slide87.xml"/><Relationship Id="rId95" Type="http://schemas.openxmlformats.org/officeDocument/2006/relationships/slide" Target="slides/slide88.xml"/><Relationship Id="rId96" Type="http://schemas.openxmlformats.org/officeDocument/2006/relationships/slide" Target="slides/slide89.xml"/><Relationship Id="rId97" Type="http://schemas.openxmlformats.org/officeDocument/2006/relationships/slide" Target="slides/slide90.xml"/><Relationship Id="rId98" Type="http://schemas.openxmlformats.org/officeDocument/2006/relationships/slide" Target="slides/slide91.xml"/><Relationship Id="rId99" Type="http://schemas.openxmlformats.org/officeDocument/2006/relationships/slide" Target="slides/slide92.xml"/><Relationship Id="rId100" Type="http://schemas.openxmlformats.org/officeDocument/2006/relationships/slide" Target="slides/slide93.xml"/><Relationship Id="rId101" Type="http://schemas.openxmlformats.org/officeDocument/2006/relationships/slide" Target="slides/slide94.xml"/><Relationship Id="rId102" Type="http://schemas.openxmlformats.org/officeDocument/2006/relationships/slide" Target="slides/slide95.xml"/><Relationship Id="rId103" Type="http://schemas.openxmlformats.org/officeDocument/2006/relationships/slide" Target="slides/slide96.xml"/><Relationship Id="rId104" Type="http://schemas.openxmlformats.org/officeDocument/2006/relationships/slide" Target="slides/slide97.xml"/><Relationship Id="rId105" Type="http://schemas.openxmlformats.org/officeDocument/2006/relationships/slide" Target="slides/slide98.xml"/><Relationship Id="rId106" Type="http://schemas.openxmlformats.org/officeDocument/2006/relationships/slide" Target="slides/slide99.xml"/><Relationship Id="rId107" Type="http://schemas.openxmlformats.org/officeDocument/2006/relationships/slide" Target="slides/slide100.xml"/><Relationship Id="rId108" Type="http://schemas.openxmlformats.org/officeDocument/2006/relationships/slide" Target="slides/slide101.xml"/><Relationship Id="rId109" Type="http://schemas.openxmlformats.org/officeDocument/2006/relationships/slide" Target="slides/slide102.xml"/><Relationship Id="rId110" Type="http://schemas.openxmlformats.org/officeDocument/2006/relationships/slide" Target="slides/slide103.xml"/><Relationship Id="rId111" Type="http://schemas.openxmlformats.org/officeDocument/2006/relationships/slide" Target="slides/slide104.xml"/><Relationship Id="rId112" Type="http://schemas.openxmlformats.org/officeDocument/2006/relationships/slide" Target="slides/slide105.xml"/><Relationship Id="rId113" Type="http://schemas.openxmlformats.org/officeDocument/2006/relationships/slide" Target="slides/slide106.xml"/><Relationship Id="rId114" Type="http://schemas.openxmlformats.org/officeDocument/2006/relationships/slide" Target="slides/slide107.xml"/><Relationship Id="rId115" Type="http://schemas.openxmlformats.org/officeDocument/2006/relationships/slide" Target="slides/slide108.xml"/><Relationship Id="rId116" Type="http://schemas.openxmlformats.org/officeDocument/2006/relationships/slide" Target="slides/slide109.xml"/><Relationship Id="rId117" Type="http://schemas.openxmlformats.org/officeDocument/2006/relationships/slide" Target="slides/slide110.xml"/><Relationship Id="rId118" Type="http://schemas.openxmlformats.org/officeDocument/2006/relationships/slide" Target="slides/slide111.xml"/><Relationship Id="rId119" Type="http://schemas.openxmlformats.org/officeDocument/2006/relationships/slide" Target="slides/slide112.xml"/><Relationship Id="rId120" Type="http://schemas.openxmlformats.org/officeDocument/2006/relationships/slide" Target="slides/slide113.xml"/><Relationship Id="rId121" Type="http://schemas.openxmlformats.org/officeDocument/2006/relationships/slide" Target="slides/slide114.xml"/><Relationship Id="rId122" Type="http://schemas.openxmlformats.org/officeDocument/2006/relationships/slide" Target="slides/slide115.xml"/><Relationship Id="rId123" Type="http://schemas.openxmlformats.org/officeDocument/2006/relationships/slide" Target="slides/slide116.xml"/><Relationship Id="rId124" Type="http://schemas.openxmlformats.org/officeDocument/2006/relationships/slide" Target="slides/slide117.xml"/><Relationship Id="rId125" Type="http://schemas.openxmlformats.org/officeDocument/2006/relationships/slide" Target="slides/slide118.xml"/><Relationship Id="rId126" Type="http://schemas.openxmlformats.org/officeDocument/2006/relationships/slide" Target="slides/slide119.xml"/><Relationship Id="rId127" Type="http://schemas.openxmlformats.org/officeDocument/2006/relationships/slide" Target="slides/slide120.xml"/><Relationship Id="rId128" Type="http://schemas.openxmlformats.org/officeDocument/2006/relationships/slide" Target="slides/slide121.xml"/><Relationship Id="rId129" Type="http://schemas.openxmlformats.org/officeDocument/2006/relationships/slide" Target="slides/slide122.xml"/><Relationship Id="rId130" Type="http://schemas.openxmlformats.org/officeDocument/2006/relationships/slide" Target="slides/slide123.xml"/><Relationship Id="rId131" Type="http://schemas.openxmlformats.org/officeDocument/2006/relationships/slide" Target="slides/slide124.xml"/><Relationship Id="rId132" Type="http://schemas.openxmlformats.org/officeDocument/2006/relationships/slide" Target="slides/slide125.xml"/><Relationship Id="rId133" Type="http://schemas.openxmlformats.org/officeDocument/2006/relationships/slide" Target="slides/slide126.xml"/><Relationship Id="rId134" Type="http://schemas.openxmlformats.org/officeDocument/2006/relationships/slide" Target="slides/slide127.xml"/><Relationship Id="rId135" Type="http://schemas.openxmlformats.org/officeDocument/2006/relationships/slide" Target="slides/slide128.xml"/><Relationship Id="rId136" Type="http://schemas.openxmlformats.org/officeDocument/2006/relationships/slide" Target="slides/slide129.xml"/><Relationship Id="rId137" Type="http://schemas.openxmlformats.org/officeDocument/2006/relationships/slide" Target="slides/slide130.xml"/><Relationship Id="rId138" Type="http://schemas.openxmlformats.org/officeDocument/2006/relationships/slide" Target="slides/slide131.xml"/><Relationship Id="rId139" Type="http://schemas.openxmlformats.org/officeDocument/2006/relationships/slide" Target="slides/slide132.xml"/><Relationship Id="rId140" Type="http://schemas.openxmlformats.org/officeDocument/2006/relationships/slide" Target="slides/slide133.xml"/><Relationship Id="rId141" Type="http://schemas.openxmlformats.org/officeDocument/2006/relationships/slide" Target="slides/slide134.xml"/><Relationship Id="rId142" Type="http://schemas.openxmlformats.org/officeDocument/2006/relationships/slide" Target="slides/slide135.xml"/><Relationship Id="rId143" Type="http://schemas.openxmlformats.org/officeDocument/2006/relationships/slide" Target="slides/slide136.xml"/><Relationship Id="rId144" Type="http://schemas.openxmlformats.org/officeDocument/2006/relationships/slide" Target="slides/slide137.xml"/><Relationship Id="rId145" Type="http://schemas.openxmlformats.org/officeDocument/2006/relationships/slide" Target="slides/slide138.xml"/><Relationship Id="rId146" Type="http://schemas.openxmlformats.org/officeDocument/2006/relationships/slide" Target="slides/slide139.xml"/><Relationship Id="rId147" Type="http://schemas.openxmlformats.org/officeDocument/2006/relationships/slide" Target="slides/slide140.xml"/><Relationship Id="rId148" Type="http://schemas.openxmlformats.org/officeDocument/2006/relationships/slide" Target="slides/slide141.xml"/><Relationship Id="rId149" Type="http://schemas.openxmlformats.org/officeDocument/2006/relationships/slide" Target="slides/slide142.xml"/><Relationship Id="rId150" Type="http://schemas.openxmlformats.org/officeDocument/2006/relationships/slide" Target="slides/slide143.xml"/><Relationship Id="rId151" Type="http://schemas.openxmlformats.org/officeDocument/2006/relationships/slide" Target="slides/slide144.xml"/><Relationship Id="rId152" Type="http://schemas.openxmlformats.org/officeDocument/2006/relationships/slide" Target="slides/slide145.xml"/><Relationship Id="rId153" Type="http://schemas.openxmlformats.org/officeDocument/2006/relationships/slide" Target="slides/slide146.xml"/><Relationship Id="rId154" Type="http://schemas.openxmlformats.org/officeDocument/2006/relationships/slide" Target="slides/slide147.xml"/><Relationship Id="rId155" Type="http://schemas.openxmlformats.org/officeDocument/2006/relationships/slide" Target="slides/slide148.xml"/><Relationship Id="rId156" Type="http://schemas.openxmlformats.org/officeDocument/2006/relationships/slide" Target="slides/slide149.xml"/><Relationship Id="rId157" Type="http://schemas.openxmlformats.org/officeDocument/2006/relationships/slide" Target="slides/slide150.xml"/><Relationship Id="rId158" Type="http://schemas.openxmlformats.org/officeDocument/2006/relationships/slide" Target="slides/slide151.xml"/><Relationship Id="rId159" Type="http://schemas.openxmlformats.org/officeDocument/2006/relationships/slide" Target="slides/slide152.xml"/><Relationship Id="rId160" Type="http://schemas.openxmlformats.org/officeDocument/2006/relationships/slide" Target="slides/slide153.xml"/><Relationship Id="rId161" Type="http://schemas.openxmlformats.org/officeDocument/2006/relationships/slide" Target="slides/slide154.xml"/><Relationship Id="rId162" Type="http://schemas.openxmlformats.org/officeDocument/2006/relationships/slide" Target="slides/slide155.xml"/><Relationship Id="rId163" Type="http://schemas.openxmlformats.org/officeDocument/2006/relationships/slide" Target="slides/slide156.xml"/><Relationship Id="rId164" Type="http://schemas.openxmlformats.org/officeDocument/2006/relationships/slide" Target="slides/slide157.xml"/><Relationship Id="rId165" Type="http://schemas.openxmlformats.org/officeDocument/2006/relationships/slide" Target="slides/slide158.xml"/><Relationship Id="rId166" Type="http://schemas.openxmlformats.org/officeDocument/2006/relationships/slide" Target="slides/slide159.xml"/><Relationship Id="rId167" Type="http://schemas.openxmlformats.org/officeDocument/2006/relationships/slide" Target="slides/slide160.xml"/><Relationship Id="rId168" Type="http://schemas.openxmlformats.org/officeDocument/2006/relationships/slide" Target="slides/slide161.xml"/><Relationship Id="rId169" Type="http://schemas.openxmlformats.org/officeDocument/2006/relationships/slide" Target="slides/slide162.xml"/><Relationship Id="rId170" Type="http://schemas.openxmlformats.org/officeDocument/2006/relationships/slide" Target="slides/slide163.xml"/><Relationship Id="rId171" Type="http://schemas.openxmlformats.org/officeDocument/2006/relationships/slide" Target="slides/slide164.xml"/><Relationship Id="rId172" Type="http://schemas.openxmlformats.org/officeDocument/2006/relationships/slide" Target="slides/slide165.xml"/><Relationship Id="rId173" Type="http://schemas.openxmlformats.org/officeDocument/2006/relationships/slide" Target="slides/slide166.xml"/><Relationship Id="rId174" Type="http://schemas.openxmlformats.org/officeDocument/2006/relationships/slide" Target="slides/slide167.xml"/><Relationship Id="rId175" Type="http://schemas.openxmlformats.org/officeDocument/2006/relationships/slide" Target="slides/slide168.xml"/><Relationship Id="rId176" Type="http://schemas.openxmlformats.org/officeDocument/2006/relationships/slide" Target="slides/slide169.xml"/><Relationship Id="rId177" Type="http://schemas.openxmlformats.org/officeDocument/2006/relationships/slide" Target="slides/slide170.xml"/><Relationship Id="rId178" Type="http://schemas.openxmlformats.org/officeDocument/2006/relationships/slide" Target="slides/slide171.xml"/><Relationship Id="rId179" Type="http://schemas.openxmlformats.org/officeDocument/2006/relationships/slide" Target="slides/slide172.xml"/><Relationship Id="rId180" Type="http://schemas.openxmlformats.org/officeDocument/2006/relationships/slide" Target="slides/slide173.xml"/><Relationship Id="rId181" Type="http://schemas.openxmlformats.org/officeDocument/2006/relationships/slide" Target="slides/slide174.xml"/><Relationship Id="rId182" Type="http://schemas.openxmlformats.org/officeDocument/2006/relationships/slide" Target="slides/slide175.xml"/><Relationship Id="rId183" Type="http://schemas.openxmlformats.org/officeDocument/2006/relationships/slide" Target="slides/slide176.xml"/><Relationship Id="rId184" Type="http://schemas.openxmlformats.org/officeDocument/2006/relationships/slide" Target="slides/slide177.xml"/><Relationship Id="rId185" Type="http://schemas.openxmlformats.org/officeDocument/2006/relationships/slide" Target="slides/slide178.xml"/><Relationship Id="rId186" Type="http://schemas.openxmlformats.org/officeDocument/2006/relationships/slide" Target="slides/slide179.xml"/><Relationship Id="rId187" Type="http://schemas.openxmlformats.org/officeDocument/2006/relationships/slide" Target="slides/slide180.xml"/><Relationship Id="rId188" Type="http://schemas.openxmlformats.org/officeDocument/2006/relationships/slide" Target="slides/slide181.xml"/><Relationship Id="rId189" Type="http://schemas.openxmlformats.org/officeDocument/2006/relationships/slide" Target="slides/slide182.xml"/><Relationship Id="rId190" Type="http://schemas.openxmlformats.org/officeDocument/2006/relationships/slide" Target="slides/slide183.xml"/><Relationship Id="rId191" Type="http://schemas.openxmlformats.org/officeDocument/2006/relationships/slide" Target="slides/slide184.xml"/><Relationship Id="rId192" Type="http://schemas.openxmlformats.org/officeDocument/2006/relationships/slide" Target="slides/slide185.xml"/><Relationship Id="rId193" Type="http://schemas.openxmlformats.org/officeDocument/2006/relationships/slide" Target="slides/slide186.xml"/><Relationship Id="rId194" Type="http://schemas.openxmlformats.org/officeDocument/2006/relationships/slide" Target="slides/slide187.xml"/><Relationship Id="rId195" Type="http://schemas.openxmlformats.org/officeDocument/2006/relationships/slide" Target="slides/slide188.xml"/><Relationship Id="rId196" Type="http://schemas.openxmlformats.org/officeDocument/2006/relationships/slide" Target="slides/slide189.xml"/><Relationship Id="rId197" Type="http://schemas.openxmlformats.org/officeDocument/2006/relationships/slide" Target="slides/slide190.xml"/><Relationship Id="rId198" Type="http://schemas.openxmlformats.org/officeDocument/2006/relationships/slide" Target="slides/slide191.xml"/><Relationship Id="rId199" Type="http://schemas.openxmlformats.org/officeDocument/2006/relationships/slide" Target="slides/slide192.xml"/><Relationship Id="rId200" Type="http://schemas.openxmlformats.org/officeDocument/2006/relationships/slide" Target="slides/slide193.xml"/><Relationship Id="rId201" Type="http://schemas.openxmlformats.org/officeDocument/2006/relationships/slide" Target="slides/slide194.xml"/><Relationship Id="rId202" Type="http://schemas.openxmlformats.org/officeDocument/2006/relationships/slide" Target="slides/slide195.xml"/><Relationship Id="rId203" Type="http://schemas.openxmlformats.org/officeDocument/2006/relationships/slide" Target="slides/slide196.xml"/><Relationship Id="rId204" Type="http://schemas.openxmlformats.org/officeDocument/2006/relationships/slide" Target="slides/slide197.xml"/><Relationship Id="rId205" Type="http://schemas.openxmlformats.org/officeDocument/2006/relationships/slide" Target="slides/slide198.xml"/><Relationship Id="rId206" Type="http://schemas.openxmlformats.org/officeDocument/2006/relationships/slide" Target="slides/slide199.xml"/><Relationship Id="rId207" Type="http://schemas.openxmlformats.org/officeDocument/2006/relationships/slide" Target="slides/slide200.xml"/><Relationship Id="rId208" Type="http://schemas.openxmlformats.org/officeDocument/2006/relationships/slide" Target="slides/slide201.xml"/><Relationship Id="rId209" Type="http://schemas.openxmlformats.org/officeDocument/2006/relationships/slide" Target="slides/slide202.xml"/><Relationship Id="rId210" Type="http://schemas.openxmlformats.org/officeDocument/2006/relationships/slide" Target="slides/slide203.xml"/><Relationship Id="rId211" Type="http://schemas.openxmlformats.org/officeDocument/2006/relationships/slide" Target="slides/slide204.xml"/><Relationship Id="rId212" Type="http://schemas.openxmlformats.org/officeDocument/2006/relationships/slide" Target="slides/slide205.xml"/><Relationship Id="rId213" Type="http://schemas.openxmlformats.org/officeDocument/2006/relationships/slide" Target="slides/slide206.xml"/><Relationship Id="rId214" Type="http://schemas.openxmlformats.org/officeDocument/2006/relationships/slide" Target="slides/slide207.xml"/><Relationship Id="rId215" Type="http://schemas.openxmlformats.org/officeDocument/2006/relationships/slide" Target="slides/slide208.xml"/><Relationship Id="rId216" Type="http://schemas.openxmlformats.org/officeDocument/2006/relationships/slide" Target="slides/slide209.xml"/><Relationship Id="rId217" Type="http://schemas.openxmlformats.org/officeDocument/2006/relationships/slide" Target="slides/slide210.xml"/><Relationship Id="rId218" Type="http://schemas.openxmlformats.org/officeDocument/2006/relationships/slide" Target="slides/slide211.xml"/><Relationship Id="rId219" Type="http://schemas.openxmlformats.org/officeDocument/2006/relationships/slide" Target="slides/slide212.xml"/><Relationship Id="rId220" Type="http://schemas.openxmlformats.org/officeDocument/2006/relationships/slide" Target="slides/slide213.xml"/><Relationship Id="rId221" Type="http://schemas.openxmlformats.org/officeDocument/2006/relationships/slide" Target="slides/slide214.xml"/><Relationship Id="rId222" Type="http://schemas.openxmlformats.org/officeDocument/2006/relationships/slide" Target="slides/slide215.xml"/><Relationship Id="rId223" Type="http://schemas.openxmlformats.org/officeDocument/2006/relationships/slide" Target="slides/slide216.xml"/><Relationship Id="rId224" Type="http://schemas.openxmlformats.org/officeDocument/2006/relationships/slide" Target="slides/slide217.xml"/><Relationship Id="rId225" Type="http://schemas.openxmlformats.org/officeDocument/2006/relationships/slide" Target="slides/slide218.xml"/><Relationship Id="rId226" Type="http://schemas.openxmlformats.org/officeDocument/2006/relationships/slide" Target="slides/slide219.xml"/><Relationship Id="rId227" Type="http://schemas.openxmlformats.org/officeDocument/2006/relationships/slide" Target="slides/slide220.xml"/><Relationship Id="rId228" Type="http://schemas.openxmlformats.org/officeDocument/2006/relationships/slide" Target="slides/slide221.xml"/><Relationship Id="rId229" Type="http://schemas.openxmlformats.org/officeDocument/2006/relationships/slide" Target="slides/slide222.xml"/><Relationship Id="rId230" Type="http://schemas.openxmlformats.org/officeDocument/2006/relationships/slide" Target="slides/slide223.xml"/><Relationship Id="rId231" Type="http://schemas.openxmlformats.org/officeDocument/2006/relationships/slide" Target="slides/slide224.xml"/><Relationship Id="rId232" Type="http://schemas.openxmlformats.org/officeDocument/2006/relationships/slide" Target="slides/slide225.xml"/><Relationship Id="rId233" Type="http://schemas.openxmlformats.org/officeDocument/2006/relationships/slide" Target="slides/slide226.xml"/><Relationship Id="rId234" Type="http://schemas.openxmlformats.org/officeDocument/2006/relationships/slide" Target="slides/slide227.xml"/><Relationship Id="rId235" Type="http://schemas.openxmlformats.org/officeDocument/2006/relationships/slide" Target="slides/slide228.xml"/><Relationship Id="rId236" Type="http://schemas.openxmlformats.org/officeDocument/2006/relationships/slide" Target="slides/slide229.xml"/><Relationship Id="rId237" Type="http://schemas.openxmlformats.org/officeDocument/2006/relationships/slide" Target="slides/slide230.xml"/><Relationship Id="rId238" Type="http://schemas.openxmlformats.org/officeDocument/2006/relationships/slide" Target="slides/slide231.xml"/><Relationship Id="rId239" Type="http://schemas.openxmlformats.org/officeDocument/2006/relationships/slide" Target="slides/slide232.xml"/><Relationship Id="rId240" Type="http://schemas.openxmlformats.org/officeDocument/2006/relationships/slide" Target="slides/slide233.xml"/><Relationship Id="rId241" Type="http://schemas.openxmlformats.org/officeDocument/2006/relationships/slide" Target="slides/slide234.xml"/><Relationship Id="rId242" Type="http://schemas.openxmlformats.org/officeDocument/2006/relationships/slide" Target="slides/slide235.xml"/><Relationship Id="rId243" Type="http://schemas.openxmlformats.org/officeDocument/2006/relationships/slide" Target="slides/slide236.xml"/><Relationship Id="rId244" Type="http://schemas.openxmlformats.org/officeDocument/2006/relationships/slide" Target="slides/slide237.xml"/><Relationship Id="rId245" Type="http://schemas.openxmlformats.org/officeDocument/2006/relationships/slide" Target="slides/slide238.xml"/><Relationship Id="rId246" Type="http://schemas.openxmlformats.org/officeDocument/2006/relationships/slide" Target="slides/slide239.xml"/><Relationship Id="rId247" Type="http://schemas.openxmlformats.org/officeDocument/2006/relationships/slide" Target="slides/slide240.xml"/><Relationship Id="rId248" Type="http://schemas.openxmlformats.org/officeDocument/2006/relationships/slide" Target="slides/slide241.xml"/><Relationship Id="rId249" Type="http://schemas.openxmlformats.org/officeDocument/2006/relationships/slide" Target="slides/slide242.xml"/><Relationship Id="rId250" Type="http://schemas.openxmlformats.org/officeDocument/2006/relationships/slide" Target="slides/slide243.xml"/><Relationship Id="rId251" Type="http://schemas.openxmlformats.org/officeDocument/2006/relationships/slide" Target="slides/slide244.xml"/><Relationship Id="rId252" Type="http://schemas.openxmlformats.org/officeDocument/2006/relationships/slide" Target="slides/slide245.xml"/><Relationship Id="rId253" Type="http://schemas.openxmlformats.org/officeDocument/2006/relationships/slide" Target="slides/slide246.xml"/><Relationship Id="rId254" Type="http://schemas.openxmlformats.org/officeDocument/2006/relationships/slide" Target="slides/slide247.xml"/><Relationship Id="rId255" Type="http://schemas.openxmlformats.org/officeDocument/2006/relationships/slide" Target="slides/slide248.xml"/><Relationship Id="rId256" Type="http://schemas.openxmlformats.org/officeDocument/2006/relationships/slide" Target="slides/slide249.xml"/><Relationship Id="rId257" Type="http://schemas.openxmlformats.org/officeDocument/2006/relationships/slide" Target="slides/slide250.xml"/><Relationship Id="rId258" Type="http://schemas.openxmlformats.org/officeDocument/2006/relationships/slide" Target="slides/slide251.xml"/><Relationship Id="rId259" Type="http://schemas.openxmlformats.org/officeDocument/2006/relationships/slide" Target="slides/slide252.xml"/><Relationship Id="rId260" Type="http://schemas.openxmlformats.org/officeDocument/2006/relationships/slide" Target="slides/slide253.xml"/><Relationship Id="rId261" Type="http://schemas.openxmlformats.org/officeDocument/2006/relationships/slide" Target="slides/slide254.xml"/><Relationship Id="rId262" Type="http://schemas.openxmlformats.org/officeDocument/2006/relationships/slide" Target="slides/slide255.xml"/><Relationship Id="rId263" Type="http://schemas.openxmlformats.org/officeDocument/2006/relationships/slide" Target="slides/slide256.xml"/><Relationship Id="rId264" Type="http://schemas.openxmlformats.org/officeDocument/2006/relationships/slide" Target="slides/slide257.xml"/><Relationship Id="rId265" Type="http://schemas.openxmlformats.org/officeDocument/2006/relationships/slide" Target="slides/slide258.xml"/><Relationship Id="rId266" Type="http://schemas.openxmlformats.org/officeDocument/2006/relationships/slide" Target="slides/slide259.xml"/><Relationship Id="rId267" Type="http://schemas.openxmlformats.org/officeDocument/2006/relationships/slide" Target="slides/slide260.xml"/><Relationship Id="rId268" Type="http://schemas.openxmlformats.org/officeDocument/2006/relationships/slide" Target="slides/slide261.xml"/><Relationship Id="rId269" Type="http://schemas.openxmlformats.org/officeDocument/2006/relationships/slide" Target="slides/slide262.xml"/><Relationship Id="rId270" Type="http://schemas.openxmlformats.org/officeDocument/2006/relationships/slide" Target="slides/slide263.xml"/><Relationship Id="rId271" Type="http://schemas.openxmlformats.org/officeDocument/2006/relationships/slide" Target="slides/slide264.xml"/><Relationship Id="rId272" Type="http://schemas.openxmlformats.org/officeDocument/2006/relationships/slide" Target="slides/slide265.xml"/><Relationship Id="rId273" Type="http://schemas.openxmlformats.org/officeDocument/2006/relationships/slide" Target="slides/slide266.xml"/><Relationship Id="rId274" Type="http://schemas.openxmlformats.org/officeDocument/2006/relationships/slide" Target="slides/slide267.xml"/><Relationship Id="rId275" Type="http://schemas.openxmlformats.org/officeDocument/2006/relationships/slide" Target="slides/slide268.xml"/><Relationship Id="rId276" Type="http://schemas.openxmlformats.org/officeDocument/2006/relationships/slide" Target="slides/slide269.xml"/><Relationship Id="rId277" Type="http://schemas.openxmlformats.org/officeDocument/2006/relationships/slide" Target="slides/slide270.xml"/><Relationship Id="rId278" Type="http://schemas.openxmlformats.org/officeDocument/2006/relationships/slide" Target="slides/slide271.xml"/><Relationship Id="rId279" Type="http://schemas.openxmlformats.org/officeDocument/2006/relationships/slide" Target="slides/slide272.xml"/><Relationship Id="rId280" Type="http://schemas.openxmlformats.org/officeDocument/2006/relationships/slide" Target="slides/slide273.xml"/><Relationship Id="rId281" Type="http://schemas.openxmlformats.org/officeDocument/2006/relationships/slide" Target="slides/slide274.xml"/><Relationship Id="rId282" Type="http://schemas.openxmlformats.org/officeDocument/2006/relationships/slide" Target="slides/slide275.xml"/><Relationship Id="rId283" Type="http://schemas.openxmlformats.org/officeDocument/2006/relationships/slide" Target="slides/slide276.xml"/><Relationship Id="rId284" Type="http://schemas.openxmlformats.org/officeDocument/2006/relationships/slide" Target="slides/slide277.xml"/><Relationship Id="rId285" Type="http://schemas.openxmlformats.org/officeDocument/2006/relationships/slide" Target="slides/slide278.xml"/><Relationship Id="rId286" Type="http://schemas.openxmlformats.org/officeDocument/2006/relationships/slide" Target="slides/slide279.xml"/><Relationship Id="rId287" Type="http://schemas.openxmlformats.org/officeDocument/2006/relationships/slide" Target="slides/slide280.xml"/><Relationship Id="rId288" Type="http://schemas.openxmlformats.org/officeDocument/2006/relationships/slide" Target="slides/slide281.xml"/><Relationship Id="rId289" Type="http://schemas.openxmlformats.org/officeDocument/2006/relationships/slide" Target="slides/slide282.xml"/><Relationship Id="rId290" Type="http://schemas.openxmlformats.org/officeDocument/2006/relationships/slide" Target="slides/slide283.xml"/><Relationship Id="rId291" Type="http://schemas.openxmlformats.org/officeDocument/2006/relationships/slide" Target="slides/slide284.xml"/><Relationship Id="rId292" Type="http://schemas.openxmlformats.org/officeDocument/2006/relationships/slide" Target="slides/slide285.xml"/><Relationship Id="rId293" Type="http://schemas.openxmlformats.org/officeDocument/2006/relationships/slide" Target="slides/slide286.xml"/><Relationship Id="rId294" Type="http://schemas.openxmlformats.org/officeDocument/2006/relationships/slide" Target="slides/slide287.xml"/><Relationship Id="rId295" Type="http://schemas.openxmlformats.org/officeDocument/2006/relationships/slide" Target="slides/slide288.xml"/><Relationship Id="rId296" Type="http://schemas.openxmlformats.org/officeDocument/2006/relationships/slide" Target="slides/slide289.xml"/><Relationship Id="rId297" Type="http://schemas.openxmlformats.org/officeDocument/2006/relationships/slide" Target="slides/slide290.xml"/><Relationship Id="rId298" Type="http://schemas.openxmlformats.org/officeDocument/2006/relationships/slide" Target="slides/slide291.xml"/><Relationship Id="rId299" Type="http://schemas.openxmlformats.org/officeDocument/2006/relationships/slide" Target="slides/slide292.xml"/><Relationship Id="rId300" Type="http://schemas.openxmlformats.org/officeDocument/2006/relationships/slide" Target="slides/slide293.xml"/><Relationship Id="rId301" Type="http://schemas.openxmlformats.org/officeDocument/2006/relationships/slide" Target="slides/slide294.xml"/><Relationship Id="rId302" Type="http://schemas.openxmlformats.org/officeDocument/2006/relationships/slide" Target="slides/slide295.xml"/><Relationship Id="rId303" Type="http://schemas.openxmlformats.org/officeDocument/2006/relationships/slide" Target="slides/slide296.xml"/><Relationship Id="rId304" Type="http://schemas.openxmlformats.org/officeDocument/2006/relationships/slide" Target="slides/slide297.xml"/><Relationship Id="rId305" Type="http://schemas.openxmlformats.org/officeDocument/2006/relationships/slide" Target="slides/slide298.xml"/><Relationship Id="rId306" Type="http://schemas.openxmlformats.org/officeDocument/2006/relationships/slide" Target="slides/slide299.xml"/><Relationship Id="rId307" Type="http://schemas.openxmlformats.org/officeDocument/2006/relationships/slide" Target="slides/slide300.xml"/><Relationship Id="rId308" Type="http://schemas.openxmlformats.org/officeDocument/2006/relationships/slide" Target="slides/slide301.xml"/><Relationship Id="rId309" Type="http://schemas.openxmlformats.org/officeDocument/2006/relationships/slide" Target="slides/slide302.xml"/><Relationship Id="rId310" Type="http://schemas.openxmlformats.org/officeDocument/2006/relationships/slide" Target="slides/slide303.xml"/><Relationship Id="rId311" Type="http://schemas.openxmlformats.org/officeDocument/2006/relationships/slide" Target="slides/slide304.xml"/><Relationship Id="rId312" Type="http://schemas.openxmlformats.org/officeDocument/2006/relationships/slide" Target="slides/slide305.xml"/><Relationship Id="rId313" Type="http://schemas.openxmlformats.org/officeDocument/2006/relationships/slide" Target="slides/slide306.xml"/><Relationship Id="rId314" Type="http://schemas.openxmlformats.org/officeDocument/2006/relationships/slide" Target="slides/slide307.xml"/><Relationship Id="rId315" Type="http://schemas.openxmlformats.org/officeDocument/2006/relationships/slide" Target="slides/slide308.xml"/><Relationship Id="rId316" Type="http://schemas.openxmlformats.org/officeDocument/2006/relationships/slide" Target="slides/slide309.xml"/><Relationship Id="rId317" Type="http://schemas.openxmlformats.org/officeDocument/2006/relationships/slide" Target="slides/slide310.xml"/><Relationship Id="rId318" Type="http://schemas.openxmlformats.org/officeDocument/2006/relationships/slide" Target="slides/slide311.xml"/><Relationship Id="rId319" Type="http://schemas.openxmlformats.org/officeDocument/2006/relationships/slide" Target="slides/slide312.xml"/><Relationship Id="rId320" Type="http://schemas.openxmlformats.org/officeDocument/2006/relationships/slide" Target="slides/slide313.xml"/><Relationship Id="rId321" Type="http://schemas.openxmlformats.org/officeDocument/2006/relationships/slide" Target="slides/slide314.xml"/><Relationship Id="rId322" Type="http://schemas.openxmlformats.org/officeDocument/2006/relationships/slide" Target="slides/slide315.xml"/><Relationship Id="rId323" Type="http://schemas.openxmlformats.org/officeDocument/2006/relationships/slide" Target="slides/slide316.xml"/><Relationship Id="rId324" Type="http://schemas.openxmlformats.org/officeDocument/2006/relationships/slide" Target="slides/slide317.xml"/><Relationship Id="rId325" Type="http://schemas.openxmlformats.org/officeDocument/2006/relationships/slide" Target="slides/slide318.xml"/><Relationship Id="rId326" Type="http://schemas.openxmlformats.org/officeDocument/2006/relationships/slide" Target="slides/slide319.xml"/><Relationship Id="rId327" Type="http://schemas.openxmlformats.org/officeDocument/2006/relationships/slide" Target="slides/slide320.xml"/><Relationship Id="rId328" Type="http://schemas.openxmlformats.org/officeDocument/2006/relationships/slide" Target="slides/slide321.xml"/><Relationship Id="rId329" Type="http://schemas.openxmlformats.org/officeDocument/2006/relationships/slide" Target="slides/slide322.xml"/><Relationship Id="rId330" Type="http://schemas.openxmlformats.org/officeDocument/2006/relationships/slide" Target="slides/slide323.xml"/><Relationship Id="rId331" Type="http://schemas.openxmlformats.org/officeDocument/2006/relationships/slide" Target="slides/slide324.xml"/><Relationship Id="rId332" Type="http://schemas.openxmlformats.org/officeDocument/2006/relationships/slide" Target="slides/slide325.xml"/><Relationship Id="rId333" Type="http://schemas.openxmlformats.org/officeDocument/2006/relationships/slide" Target="slides/slide326.xml"/><Relationship Id="rId334" Type="http://schemas.openxmlformats.org/officeDocument/2006/relationships/slide" Target="slides/slide327.xml"/><Relationship Id="rId335" Type="http://schemas.openxmlformats.org/officeDocument/2006/relationships/slide" Target="slides/slide328.xml"/><Relationship Id="rId336" Type="http://schemas.openxmlformats.org/officeDocument/2006/relationships/slide" Target="slides/slide329.xml"/><Relationship Id="rId337" Type="http://schemas.openxmlformats.org/officeDocument/2006/relationships/slide" Target="slides/slide330.xml"/><Relationship Id="rId338" Type="http://schemas.openxmlformats.org/officeDocument/2006/relationships/slide" Target="slides/slide331.xml"/><Relationship Id="rId339" Type="http://schemas.openxmlformats.org/officeDocument/2006/relationships/slide" Target="slides/slide332.xml"/><Relationship Id="rId340" Type="http://schemas.openxmlformats.org/officeDocument/2006/relationships/slide" Target="slides/slide333.xml"/><Relationship Id="rId341" Type="http://schemas.openxmlformats.org/officeDocument/2006/relationships/slide" Target="slides/slide334.xml"/><Relationship Id="rId342" Type="http://schemas.openxmlformats.org/officeDocument/2006/relationships/slide" Target="slides/slide335.xml"/><Relationship Id="rId343" Type="http://schemas.openxmlformats.org/officeDocument/2006/relationships/slide" Target="slides/slide336.xml"/><Relationship Id="rId344" Type="http://schemas.openxmlformats.org/officeDocument/2006/relationships/slide" Target="slides/slide337.xml"/><Relationship Id="rId345" Type="http://schemas.openxmlformats.org/officeDocument/2006/relationships/slide" Target="slides/slide338.xml"/><Relationship Id="rId346" Type="http://schemas.openxmlformats.org/officeDocument/2006/relationships/slide" Target="slides/slide339.xml"/><Relationship Id="rId347" Type="http://schemas.openxmlformats.org/officeDocument/2006/relationships/slide" Target="slides/slide340.xml"/><Relationship Id="rId348" Type="http://schemas.openxmlformats.org/officeDocument/2006/relationships/slide" Target="slides/slide341.xml"/><Relationship Id="rId349" Type="http://schemas.openxmlformats.org/officeDocument/2006/relationships/slide" Target="slides/slide342.xml"/><Relationship Id="rId350" Type="http://schemas.openxmlformats.org/officeDocument/2006/relationships/slide" Target="slides/slide343.xml"/><Relationship Id="rId351" Type="http://schemas.openxmlformats.org/officeDocument/2006/relationships/slide" Target="slides/slide344.xml"/><Relationship Id="rId352" Type="http://schemas.openxmlformats.org/officeDocument/2006/relationships/slide" Target="slides/slide345.xml"/><Relationship Id="rId353" Type="http://schemas.openxmlformats.org/officeDocument/2006/relationships/slide" Target="slides/slide346.xml"/><Relationship Id="rId354" Type="http://schemas.openxmlformats.org/officeDocument/2006/relationships/slide" Target="slides/slide347.xml"/><Relationship Id="rId355" Type="http://schemas.openxmlformats.org/officeDocument/2006/relationships/slide" Target="slides/slide348.xml"/><Relationship Id="rId356" Type="http://schemas.openxmlformats.org/officeDocument/2006/relationships/slide" Target="slides/slide349.xml"/><Relationship Id="rId357" Type="http://schemas.openxmlformats.org/officeDocument/2006/relationships/slide" Target="slides/slide350.xml"/><Relationship Id="rId358" Type="http://schemas.openxmlformats.org/officeDocument/2006/relationships/slide" Target="slides/slide351.xml"/><Relationship Id="rId359" Type="http://schemas.openxmlformats.org/officeDocument/2006/relationships/slide" Target="slides/slide352.xml"/><Relationship Id="rId360" Type="http://schemas.openxmlformats.org/officeDocument/2006/relationships/slide" Target="slides/slide353.xml"/><Relationship Id="rId361" Type="http://schemas.openxmlformats.org/officeDocument/2006/relationships/slide" Target="slides/slide354.xml"/><Relationship Id="rId362" Type="http://schemas.openxmlformats.org/officeDocument/2006/relationships/slide" Target="slides/slide355.xml"/><Relationship Id="rId363" Type="http://schemas.openxmlformats.org/officeDocument/2006/relationships/slide" Target="slides/slide356.xml"/><Relationship Id="rId364" Type="http://schemas.openxmlformats.org/officeDocument/2006/relationships/slide" Target="slides/slide357.xml"/><Relationship Id="rId365" Type="http://schemas.openxmlformats.org/officeDocument/2006/relationships/slide" Target="slides/slide358.xml"/><Relationship Id="rId366" Type="http://schemas.openxmlformats.org/officeDocument/2006/relationships/slide" Target="slides/slide359.xml"/><Relationship Id="rId367" Type="http://schemas.openxmlformats.org/officeDocument/2006/relationships/slide" Target="slides/slide360.xml"/><Relationship Id="rId368" Type="http://schemas.openxmlformats.org/officeDocument/2006/relationships/slide" Target="slides/slide361.xml"/><Relationship Id="rId369" Type="http://schemas.openxmlformats.org/officeDocument/2006/relationships/slide" Target="slides/slide362.xml"/><Relationship Id="rId370" Type="http://schemas.openxmlformats.org/officeDocument/2006/relationships/slide" Target="slides/slide363.xml"/><Relationship Id="rId371" Type="http://schemas.openxmlformats.org/officeDocument/2006/relationships/slide" Target="slides/slide364.xml"/><Relationship Id="rId372" Type="http://schemas.openxmlformats.org/officeDocument/2006/relationships/slide" Target="slides/slide365.xml"/><Relationship Id="rId373" Type="http://schemas.openxmlformats.org/officeDocument/2006/relationships/slide" Target="slides/slide366.xml"/><Relationship Id="rId374" Type="http://schemas.openxmlformats.org/officeDocument/2006/relationships/slide" Target="slides/slide367.xml"/><Relationship Id="rId375" Type="http://schemas.openxmlformats.org/officeDocument/2006/relationships/slide" Target="slides/slide368.xml"/><Relationship Id="rId376" Type="http://schemas.openxmlformats.org/officeDocument/2006/relationships/slide" Target="slides/slide369.xml"/><Relationship Id="rId377" Type="http://schemas.openxmlformats.org/officeDocument/2006/relationships/slide" Target="slides/slide370.xml"/><Relationship Id="rId378" Type="http://schemas.openxmlformats.org/officeDocument/2006/relationships/slide" Target="slides/slide371.xml"/><Relationship Id="rId379" Type="http://schemas.openxmlformats.org/officeDocument/2006/relationships/slide" Target="slides/slide372.xml"/><Relationship Id="rId380" Type="http://schemas.openxmlformats.org/officeDocument/2006/relationships/slide" Target="slides/slide373.xml"/><Relationship Id="rId381" Type="http://schemas.openxmlformats.org/officeDocument/2006/relationships/slide" Target="slides/slide374.xml"/><Relationship Id="rId382" Type="http://schemas.openxmlformats.org/officeDocument/2006/relationships/slide" Target="slides/slide375.xml"/><Relationship Id="rId383" Type="http://schemas.openxmlformats.org/officeDocument/2006/relationships/slide" Target="slides/slide376.xml"/><Relationship Id="rId384" Type="http://schemas.openxmlformats.org/officeDocument/2006/relationships/slide" Target="slides/slide377.xml"/><Relationship Id="rId385" Type="http://schemas.openxmlformats.org/officeDocument/2006/relationships/slide" Target="slides/slide378.xml"/><Relationship Id="rId386" Type="http://schemas.openxmlformats.org/officeDocument/2006/relationships/slide" Target="slides/slide379.xml"/><Relationship Id="rId387" Type="http://schemas.openxmlformats.org/officeDocument/2006/relationships/slide" Target="slides/slide380.xml"/><Relationship Id="rId388" Type="http://schemas.openxmlformats.org/officeDocument/2006/relationships/slide" Target="slides/slide381.xml"/><Relationship Id="rId389" Type="http://schemas.openxmlformats.org/officeDocument/2006/relationships/slide" Target="slides/slide382.xml"/><Relationship Id="rId390" Type="http://schemas.openxmlformats.org/officeDocument/2006/relationships/slide" Target="slides/slide383.xml"/><Relationship Id="rId391" Type="http://schemas.openxmlformats.org/officeDocument/2006/relationships/slide" Target="slides/slide384.xml"/><Relationship Id="rId392" Type="http://schemas.openxmlformats.org/officeDocument/2006/relationships/slide" Target="slides/slide385.xml"/><Relationship Id="rId393" Type="http://schemas.openxmlformats.org/officeDocument/2006/relationships/slide" Target="slides/slide386.xml"/><Relationship Id="rId394" Type="http://schemas.openxmlformats.org/officeDocument/2006/relationships/slide" Target="slides/slide387.xml"/><Relationship Id="rId395" Type="http://schemas.openxmlformats.org/officeDocument/2006/relationships/slide" Target="slides/slide388.xml"/><Relationship Id="rId396" Type="http://schemas.openxmlformats.org/officeDocument/2006/relationships/slide" Target="slides/slide389.xml"/><Relationship Id="rId397" Type="http://schemas.openxmlformats.org/officeDocument/2006/relationships/slide" Target="slides/slide390.xml"/><Relationship Id="rId398" Type="http://schemas.openxmlformats.org/officeDocument/2006/relationships/slide" Target="slides/slide391.xml"/><Relationship Id="rId399" Type="http://schemas.openxmlformats.org/officeDocument/2006/relationships/slide" Target="slides/slide392.xml"/><Relationship Id="rId400" Type="http://schemas.openxmlformats.org/officeDocument/2006/relationships/slide" Target="slides/slide393.xml"/><Relationship Id="rId401" Type="http://schemas.openxmlformats.org/officeDocument/2006/relationships/slide" Target="slides/slide394.xml"/><Relationship Id="rId402" Type="http://schemas.openxmlformats.org/officeDocument/2006/relationships/slide" Target="slides/slide395.xml"/><Relationship Id="rId403" Type="http://schemas.openxmlformats.org/officeDocument/2006/relationships/slide" Target="slides/slide396.xml"/><Relationship Id="rId404" Type="http://schemas.openxmlformats.org/officeDocument/2006/relationships/slide" Target="slides/slide397.xml"/><Relationship Id="rId405" Type="http://schemas.openxmlformats.org/officeDocument/2006/relationships/slide" Target="slides/slide398.xml"/><Relationship Id="rId406" Type="http://schemas.openxmlformats.org/officeDocument/2006/relationships/slide" Target="slides/slide399.xml"/><Relationship Id="rId407" Type="http://schemas.openxmlformats.org/officeDocument/2006/relationships/slide" Target="slides/slide400.xml"/><Relationship Id="rId408" Type="http://schemas.openxmlformats.org/officeDocument/2006/relationships/slide" Target="slides/slide401.xml"/><Relationship Id="rId409" Type="http://schemas.openxmlformats.org/officeDocument/2006/relationships/slide" Target="slides/slide402.xml"/><Relationship Id="rId410" Type="http://schemas.openxmlformats.org/officeDocument/2006/relationships/slide" Target="slides/slide403.xml"/><Relationship Id="rId411" Type="http://schemas.openxmlformats.org/officeDocument/2006/relationships/slide" Target="slides/slide404.xml"/><Relationship Id="rId412" Type="http://schemas.openxmlformats.org/officeDocument/2006/relationships/slide" Target="slides/slide405.xml"/><Relationship Id="rId413" Type="http://schemas.openxmlformats.org/officeDocument/2006/relationships/slide" Target="slides/slide406.xml"/><Relationship Id="rId414" Type="http://schemas.openxmlformats.org/officeDocument/2006/relationships/slide" Target="slides/slide407.xml"/><Relationship Id="rId415" Type="http://schemas.openxmlformats.org/officeDocument/2006/relationships/slide" Target="slides/slide408.xml"/><Relationship Id="rId416" Type="http://schemas.openxmlformats.org/officeDocument/2006/relationships/slide" Target="slides/slide409.xml"/><Relationship Id="rId417" Type="http://schemas.openxmlformats.org/officeDocument/2006/relationships/slide" Target="slides/slide410.xml"/><Relationship Id="rId418" Type="http://schemas.openxmlformats.org/officeDocument/2006/relationships/slide" Target="slides/slide411.xml"/><Relationship Id="rId419" Type="http://schemas.openxmlformats.org/officeDocument/2006/relationships/slide" Target="slides/slide412.xml"/><Relationship Id="rId420" Type="http://schemas.openxmlformats.org/officeDocument/2006/relationships/slide" Target="slides/slide413.xml"/><Relationship Id="rId421" Type="http://schemas.openxmlformats.org/officeDocument/2006/relationships/slide" Target="slides/slide414.xml"/><Relationship Id="rId422" Type="http://schemas.openxmlformats.org/officeDocument/2006/relationships/slide" Target="slides/slide415.xml"/><Relationship Id="rId423" Type="http://schemas.openxmlformats.org/officeDocument/2006/relationships/slide" Target="slides/slide416.xml"/><Relationship Id="rId424" Type="http://schemas.openxmlformats.org/officeDocument/2006/relationships/slide" Target="slides/slide417.xml"/><Relationship Id="rId425" Type="http://schemas.openxmlformats.org/officeDocument/2006/relationships/slide" Target="slides/slide418.xml"/></Relationships>
</file>

<file path=ppt/charts/_rels/chart1.xml.rels><?xml version='1.0' encoding='UTF-8' standalone='yes'?>
<Relationships xmlns="http://schemas.openxmlformats.org/package/2006/relationships"><Relationship Id="rId1" Type="http://schemas.openxmlformats.org/officeDocument/2006/relationships/package" Target="../embeddings/Microsoft_Excel_Sheet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ser>
          <c:idx val="0"/>
          <c:order val="0"/>
          <c:tx>
            <c:strRef>
              <c:f>Sheet1!$B$1</c:f>
              <c:strCache>
                <c:ptCount val="1"/>
                <c:pt idx="0">
                  <c:v>Level</c:v>
                </c:pt>
              </c:strCache>
            </c:strRef>
          </c:tx>
          <c:dPt>
            <c:idx val="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7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9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5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2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3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5"/>
            <c:spPr>
              <a:solidFill>
                <a:srgbClr val="E88080"/>
              </a:solidFill>
              <a:ln w="9525">
                <a:solidFill>
                  <a:srgbClr val="111827"/>
                </a:solidFill>
              </a:ln>
            </c:spPr>
          </c:dPt>
          <c:dPt>
            <c:idx val="4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7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4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5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4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5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9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0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3"/>
            <c:spPr>
              <a:solidFill>
                <a:srgbClr val="E88080"/>
              </a:solidFill>
              <a:ln w="9525">
                <a:solidFill>
                  <a:srgbClr val="111827"/>
                </a:solidFill>
              </a:ln>
            </c:spPr>
          </c:dPt>
          <c:cat>
            <c:strRef>
              <c:f>Sheet1!$A$2:$A$65</c:f>
              <c:strCache>
                <c:ptCount val="64"/>
                <c:pt idx="0">
                  <c:v>Q1</c:v>
                </c:pt>
                <c:pt idx="1">
                  <c:v>Q2</c:v>
                </c:pt>
                <c:pt idx="2">
                  <c:v>Q3</c:v>
                </c:pt>
                <c:pt idx="3">
                  <c:v>Q4</c:v>
                </c:pt>
                <c:pt idx="4">
                  <c:v>Q5</c:v>
                </c:pt>
                <c:pt idx="5">
                  <c:v>Q6</c:v>
                </c:pt>
                <c:pt idx="6">
                  <c:v>Q7</c:v>
                </c:pt>
                <c:pt idx="7">
                  <c:v>Q8</c:v>
                </c:pt>
                <c:pt idx="8">
                  <c:v>Q9</c:v>
                </c:pt>
                <c:pt idx="9">
                  <c:v>Q10</c:v>
                </c:pt>
                <c:pt idx="10">
                  <c:v>Q11</c:v>
                </c:pt>
                <c:pt idx="11">
                  <c:v>Q12</c:v>
                </c:pt>
                <c:pt idx="12">
                  <c:v>Q13</c:v>
                </c:pt>
                <c:pt idx="13">
                  <c:v>Q14</c:v>
                </c:pt>
                <c:pt idx="14">
                  <c:v>Q15</c:v>
                </c:pt>
                <c:pt idx="15">
                  <c:v>Q16</c:v>
                </c:pt>
                <c:pt idx="16">
                  <c:v>Q17</c:v>
                </c:pt>
                <c:pt idx="17">
                  <c:v>Q18</c:v>
                </c:pt>
                <c:pt idx="18">
                  <c:v>Q19</c:v>
                </c:pt>
                <c:pt idx="19">
                  <c:v>Q20</c:v>
                </c:pt>
                <c:pt idx="20">
                  <c:v>Q21</c:v>
                </c:pt>
                <c:pt idx="21">
                  <c:v>Q22</c:v>
                </c:pt>
                <c:pt idx="22">
                  <c:v>Q23</c:v>
                </c:pt>
                <c:pt idx="23">
                  <c:v>Q24</c:v>
                </c:pt>
                <c:pt idx="24">
                  <c:v>Q25</c:v>
                </c:pt>
                <c:pt idx="25">
                  <c:v>Q26</c:v>
                </c:pt>
                <c:pt idx="26">
                  <c:v>Q27</c:v>
                </c:pt>
                <c:pt idx="27">
                  <c:v>Q28</c:v>
                </c:pt>
                <c:pt idx="28">
                  <c:v>Q29</c:v>
                </c:pt>
                <c:pt idx="29">
                  <c:v>Q30</c:v>
                </c:pt>
                <c:pt idx="30">
                  <c:v>Q31</c:v>
                </c:pt>
                <c:pt idx="31">
                  <c:v>Q32</c:v>
                </c:pt>
                <c:pt idx="32">
                  <c:v>Q33</c:v>
                </c:pt>
                <c:pt idx="33">
                  <c:v>Q34</c:v>
                </c:pt>
                <c:pt idx="34">
                  <c:v>Q35</c:v>
                </c:pt>
                <c:pt idx="35">
                  <c:v>Q36</c:v>
                </c:pt>
                <c:pt idx="36">
                  <c:v>Q37</c:v>
                </c:pt>
                <c:pt idx="37">
                  <c:v>Q38</c:v>
                </c:pt>
                <c:pt idx="38">
                  <c:v>Q39</c:v>
                </c:pt>
                <c:pt idx="39">
                  <c:v>Q40</c:v>
                </c:pt>
                <c:pt idx="40">
                  <c:v>Q41</c:v>
                </c:pt>
                <c:pt idx="41">
                  <c:v>Q42</c:v>
                </c:pt>
                <c:pt idx="42">
                  <c:v>Q43</c:v>
                </c:pt>
                <c:pt idx="43">
                  <c:v>Q44</c:v>
                </c:pt>
                <c:pt idx="44">
                  <c:v>Q45</c:v>
                </c:pt>
                <c:pt idx="45">
                  <c:v>Q46</c:v>
                </c:pt>
                <c:pt idx="46">
                  <c:v>Q47</c:v>
                </c:pt>
                <c:pt idx="47">
                  <c:v>Q48</c:v>
                </c:pt>
                <c:pt idx="48">
                  <c:v>Q49</c:v>
                </c:pt>
                <c:pt idx="49">
                  <c:v>Q50</c:v>
                </c:pt>
                <c:pt idx="50">
                  <c:v>Q51</c:v>
                </c:pt>
                <c:pt idx="51">
                  <c:v>Q52</c:v>
                </c:pt>
                <c:pt idx="52">
                  <c:v>Q53</c:v>
                </c:pt>
                <c:pt idx="53">
                  <c:v>Q54</c:v>
                </c:pt>
                <c:pt idx="54">
                  <c:v>Q55</c:v>
                </c:pt>
                <c:pt idx="55">
                  <c:v>Q56</c:v>
                </c:pt>
                <c:pt idx="56">
                  <c:v>Q57</c:v>
                </c:pt>
                <c:pt idx="57">
                  <c:v>Q58</c:v>
                </c:pt>
                <c:pt idx="58">
                  <c:v>Q59</c:v>
                </c:pt>
                <c:pt idx="59">
                  <c:v>Q60</c:v>
                </c:pt>
                <c:pt idx="60">
                  <c:v>Q61</c:v>
                </c:pt>
                <c:pt idx="61">
                  <c:v>Q62</c:v>
                </c:pt>
                <c:pt idx="62">
                  <c:v>Q63</c:v>
                </c:pt>
                <c:pt idx="63">
                  <c:v>Q64</c:v>
                </c:pt>
              </c:strCache>
            </c:strRef>
          </c:cat>
          <c:val>
            <c:numRef>
              <c:f>Sheet1!$B$2:$B$65</c:f>
              <c:numCache>
                <c:formatCode>General</c:formatCode>
                <c:ptCount val="64"/>
                <c:pt idx="0">
                  <c:v>2.0</c:v>
                </c:pt>
                <c:pt idx="1">
                  <c:v>2.0</c:v>
                </c:pt>
                <c:pt idx="2">
                  <c:v>2.0</c:v>
                </c:pt>
                <c:pt idx="3">
                  <c:v>3.0</c:v>
                </c:pt>
                <c:pt idx="4">
                  <c:v>2.0</c:v>
                </c:pt>
                <c:pt idx="5">
                  <c:v>2.0</c:v>
                </c:pt>
                <c:pt idx="6">
                  <c:v>3.0</c:v>
                </c:pt>
                <c:pt idx="7">
                  <c:v>3.0</c:v>
                </c:pt>
                <c:pt idx="8">
                  <c:v>3.0</c:v>
                </c:pt>
                <c:pt idx="9">
                  <c:v>3.0</c:v>
                </c:pt>
                <c:pt idx="10">
                  <c:v>1.0</c:v>
                </c:pt>
                <c:pt idx="11">
                  <c:v>2.0</c:v>
                </c:pt>
                <c:pt idx="12">
                  <c:v>2.0</c:v>
                </c:pt>
                <c:pt idx="13">
                  <c:v>3.0</c:v>
                </c:pt>
                <c:pt idx="14">
                  <c:v>2.0</c:v>
                </c:pt>
                <c:pt idx="15">
                  <c:v>3.0</c:v>
                </c:pt>
                <c:pt idx="16">
                  <c:v>1.0</c:v>
                </c:pt>
                <c:pt idx="17">
                  <c:v>2.0</c:v>
                </c:pt>
                <c:pt idx="18">
                  <c:v>2.0</c:v>
                </c:pt>
                <c:pt idx="19">
                  <c:v>2.0</c:v>
                </c:pt>
                <c:pt idx="20">
                  <c:v>2.0</c:v>
                </c:pt>
                <c:pt idx="21">
                  <c:v>3.0</c:v>
                </c:pt>
                <c:pt idx="22">
                  <c:v>2.0</c:v>
                </c:pt>
                <c:pt idx="23">
                  <c:v>2.0</c:v>
                </c:pt>
                <c:pt idx="24">
                  <c:v>2.0</c:v>
                </c:pt>
                <c:pt idx="25">
                  <c:v>2.0</c:v>
                </c:pt>
                <c:pt idx="26">
                  <c:v>2.0</c:v>
                </c:pt>
                <c:pt idx="27">
                  <c:v>2.0</c:v>
                </c:pt>
                <c:pt idx="28">
                  <c:v>2.0</c:v>
                </c:pt>
                <c:pt idx="29">
                  <c:v>2.0</c:v>
                </c:pt>
                <c:pt idx="30">
                  <c:v>2.0</c:v>
                </c:pt>
                <c:pt idx="31">
                  <c:v>2.0</c:v>
                </c:pt>
                <c:pt idx="32">
                  <c:v>2.0</c:v>
                </c:pt>
                <c:pt idx="33">
                  <c:v>2.0</c:v>
                </c:pt>
                <c:pt idx="34">
                  <c:v>2.0</c:v>
                </c:pt>
                <c:pt idx="35">
                  <c:v>2.0</c:v>
                </c:pt>
                <c:pt idx="36">
                  <c:v>2.0</c:v>
                </c:pt>
                <c:pt idx="37">
                  <c:v>2.0</c:v>
                </c:pt>
                <c:pt idx="38">
                  <c:v>3.0</c:v>
                </c:pt>
                <c:pt idx="39">
                  <c:v>2.0</c:v>
                </c:pt>
                <c:pt idx="40">
                  <c:v>2.0</c:v>
                </c:pt>
                <c:pt idx="41">
                  <c:v>2.0</c:v>
                </c:pt>
                <c:pt idx="42">
                  <c:v>2.0</c:v>
                </c:pt>
                <c:pt idx="43">
                  <c:v>3.0</c:v>
                </c:pt>
                <c:pt idx="44">
                  <c:v>2.0</c:v>
                </c:pt>
                <c:pt idx="45">
                  <c:v>4.0</c:v>
                </c:pt>
                <c:pt idx="46">
                  <c:v>2.0</c:v>
                </c:pt>
                <c:pt idx="47">
                  <c:v>3.0</c:v>
                </c:pt>
                <c:pt idx="48">
                  <c:v>1.0</c:v>
                </c:pt>
                <c:pt idx="49">
                  <c:v>2.0</c:v>
                </c:pt>
                <c:pt idx="50">
                  <c:v>2.0</c:v>
                </c:pt>
                <c:pt idx="51">
                  <c:v>1.0</c:v>
                </c:pt>
                <c:pt idx="52">
                  <c:v>2.0</c:v>
                </c:pt>
                <c:pt idx="53">
                  <c:v>3.0</c:v>
                </c:pt>
                <c:pt idx="54">
                  <c:v>3.0</c:v>
                </c:pt>
                <c:pt idx="55">
                  <c:v>2.0</c:v>
                </c:pt>
                <c:pt idx="56">
                  <c:v>1.0</c:v>
                </c:pt>
                <c:pt idx="57">
                  <c:v>2.0</c:v>
                </c:pt>
                <c:pt idx="58">
                  <c:v>3.0</c:v>
                </c:pt>
                <c:pt idx="59">
                  <c:v>3.0</c:v>
                </c:pt>
                <c:pt idx="60">
                  <c:v>3.0</c:v>
                </c:pt>
                <c:pt idx="61">
                  <c:v>3.0</c:v>
                </c:pt>
                <c:pt idx="62">
                  <c:v>3.0</c:v>
                </c:pt>
                <c:pt idx="63">
                  <c:v>4.0</c:v>
                </c:pt>
              </c:numCache>
            </c:numRef>
          </c:val>
        </c:ser>
        <c:dLbls>
          <c:numFmt formatCode="0.0#" sourceLinked="0"/>
          <c:txPr>
            <a:bodyPr/>
            <a:lstStyle/>
            <a:p>
              <a:pPr>
                <a:defRPr sz="2000" b="1">
                  <a:solidFill>
                    <a:srgbClr val="111827"/>
                  </a:solidFill>
                  <a:latin typeface="Arial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txPr>
          <a:bodyPr/>
          <a:lstStyle/>
          <a:p>
            <a:pPr>
              <a:defRPr sz="2000" b="1">
                <a:latin typeface="Arial"/>
              </a:defRPr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5.5"/>
          <c:min val="0.0"/>
        </c:scaling>
        <c:delete val="0"/>
        <c:axPos val="l"/>
        <c:majorGridlines>
          <c:spPr>
            <a:ln>
              <a:solidFill>
                <a:srgbClr val="D1D5DB"/>
              </a:solidFill>
            </a:ln>
          </c:spPr>
        </c:majorGridlines>
        <c:title>
          <c:tx>
            <c:rich>
              <a:bodyPr/>
              <a:lstStyle/>
              <a:p>
                <a:r>
                  <a:rPr sz="2000"/>
                  <a:t>Level</a:t>
                </a:r>
              </a:p>
            </c:rich>
          </c:tx>
          <c:layout/>
          <c:overlay val="0"/>
        </c:title>
        <c:majorTickMark val="out"/>
        <c:minorTickMark val="none"/>
        <c:tickLblPos val="nextTo"/>
        <c:txPr>
          <a:bodyPr/>
          <a:lstStyle/>
          <a:p>
            <a:pPr>
              <a:defRPr sz="2000">
                <a:latin typeface="Arial"/>
              </a:defRPr>
            </a:pPr>
          </a:p>
        </c:txPr>
        <c:crossAx val="-2068027336"/>
        <c:crosses val="autoZero"/>
        <c:majorUnit val="1.0"/>
      </c:valAx>
    </c:plotArea>
    <c:dispBlanksAs val="gap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6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2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7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4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0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6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1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7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2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0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6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2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8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4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1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9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4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1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7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4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0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6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2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8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4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0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6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3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9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5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1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7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4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0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7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3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0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7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3.xml"/></Relationships>
</file>

<file path=ppt/notesSlides/_rels/notesSlide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9.xml"/></Relationships>
</file>

<file path=ppt/notesSlides/_rels/notesSlide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5.xml"/></Relationships>
</file>

<file path=ppt/notesSlides/_rels/notesSlide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2.xml"/></Relationships>
</file>

<file path=ppt/notesSlides/_rels/notesSlide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7.xml"/></Relationships>
</file>

<file path=ppt/notesSlides/_rels/notesSlide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3.xml"/></Relationships>
</file>

<file path=ppt/notesSlides/_rels/notesSlide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9.xml"/></Relationships>
</file>

<file path=ppt/notesSlides/_rels/notesSlide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5.xml"/></Relationships>
</file>

<file path=ppt/notesSlides/_rels/notesSlide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1.xml"/></Relationships>
</file>

<file path=ppt/notesSlides/_rels/notesSlide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7.xml"/></Relationships>
</file>

<file path=ppt/notesSlides/_rels/notesSlide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3.xml"/></Relationships>
</file>

<file path=ppt/notesSlides/_rels/notesSlide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0.xml"/></Relationships>
</file>

<file path=ppt/notesSlides/_rels/notesSlide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7.xml"/></Relationships>
</file>

<file path=ppt/notesSlides/_rels/notesSlide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4.xml"/></Relationships>
</file>

<file path=ppt/notesSlides/_rels/notesSlide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0.xml"/></Relationships>
</file>

<file path=ppt/notesSlides/_rels/notesSlide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6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Last step of the PDF: it takes the domain as $|X|&lt;e^{\lambda}$, i.e. the symmetric interval $(-e^{\lambda}-2,\,e^{\lambda}-2)$ and gets $|\alpha+\beta|=4$. But $X=x+2=0$ is a singular point of the DE (it contains $\frac{y+1}{x+2}$), and the solution through $x=1$ ($X=3&gt;0$) cannot cross it, so the maximal open domain is $(-2,\,e^{\lambda}-2)$ and $|\alpha+\beta|=e^{\lambda}-4=3e^{e^{-2/3}}-4\approx1.013$ (checked numerically). The answer $4$ is the official key under the symmetric-interval reading; kept as the answer field for the exam key.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draws and uses only upward-opening parabolas $(x-A)^2=\frac{11}{5}(y-B)$. 'Axis parallel to the y-axis' also allows downward-opening ones, giving $11y''=-10$ (the full family is $121(y'')^2=100$). Added this as the last step; the printed answer (B) is unchanged because it is the only option matching the upward family.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takes I.F. $=e^{\tan^{-1}(\tan2x/\sqrt2)}$ (printed with a misprint $\tan^{2}x$) and combines $\tan^{-1}(\sqrt2\cot2x)+\tan^{-1}\frac{1}{\sqrt2\cot2x}=\frac\pi2$, which holds only for $x&lt;\frac\pi4$; the antiderivative jumps by $\pi$ at $x=\frac\pi4$, so it is invalid at $x=\frac\pi3$. In its last step the PDF writes $\frac\pi2-\tan^{-1}\left(-\frac{\sqrt3}{\sqrt2}\right)=-\tan^{-1}\alpha$ (it also drops $e^{\pi/2}$ and prints $\frac{\pi}{18}$ for $\frac{\pi^{2}}{18}$); the left side is positive, so this cannot give $\alpha&gt;0$. Correct: use the continuous I.F. $e^{-\tan^{-1}(\sqrt2\cot2x)}$, giving $y=\frac{x^{2}}{2}e^{\tan^{-1}(\sqrt2\cot2x)}$ and exponent $-\tan^{-1}\sqrt{2/3}$ at $\frac\pi3$. The final answer $3\alpha^{2}=2$ is unchanged (verified numerically).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.xml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0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1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2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3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4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5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6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7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8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9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0.xml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1.xml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2.xml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3.xml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4.xml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5.xml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6.xml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7.xml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8.xml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9.xml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0.xml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1.xml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2.xml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3.xml"/></Relationships>
</file>

<file path=ppt/slides/_rels/slide2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4.xml"/></Relationships>
</file>

<file path=ppt/slides/_rels/slide2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5.xml"/></Relationships>
</file>

<file path=ppt/slides/_rels/slide2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6.xml"/></Relationships>
</file>

<file path=ppt/slides/_rels/slide2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7.xml"/></Relationships>
</file>

<file path=ppt/slides/_rels/slide2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8.xml"/></Relationships>
</file>

<file path=ppt/slides/_rels/slide2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9.xml"/></Relationships>
</file>

<file path=ppt/slides/_rels/slide3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0.xml"/></Relationships>
</file>

<file path=ppt/slides/_rels/slide3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1.xml"/></Relationships>
</file>

<file path=ppt/slides/_rels/slide3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2.xml"/></Relationships>
</file>

<file path=ppt/slides/_rels/slide3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3.xml"/></Relationships>
</file>

<file path=ppt/slides/_rels/slide3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4.xml"/></Relationships>
</file>

<file path=ppt/slides/_rels/slide3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5.xml"/></Relationships>
</file>

<file path=ppt/slides/_rels/slide3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6.xml"/></Relationships>
</file>

<file path=ppt/slides/_rels/slide3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7.xml"/></Relationships>
</file>

<file path=ppt/slides/_rels/slide3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8.xml"/></Relationships>
</file>

<file path=ppt/slides/_rels/slide3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9.xml"/></Relationships>
</file>

<file path=ppt/slides/_rels/slide3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0.xml"/></Relationships>
</file>

<file path=ppt/slides/_rels/slide3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1.xml"/></Relationships>
</file>

<file path=ppt/slides/_rels/slide3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2.xml"/></Relationships>
</file>

<file path=ppt/slides/_rels/slide3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3.xml"/></Relationships>
</file>

<file path=ppt/slides/_rels/slide3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4.xml"/></Relationships>
</file>

<file path=ppt/slides/_rels/slide3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chart" Target="../charts/chart1.xml"/></Relationships>
</file>

<file path=ppt/slides/_rels/slide4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/>
          <a:lstStyle>
            <a:lvl1pPr>
              <a:defRPr sz="4000">
                <a:solidFill>
                  <a:srgbClr val="FFFFFF"/>
                </a:solidFill>
              </a:defRPr>
            </a:lvl1pPr>
          </a:lstStyle>
          <a:p>
            <a:pPr algn="ctr">
              <a:defRPr sz="4000">
                <a:solidFill>
                  <a:srgbClr val="FFFFFF"/>
                </a:solidFill>
              </a:defRPr>
            </a:pPr>
            <a:r>
              <a:rPr sz="4000" b="1">
                <a:solidFill>
                  <a:srgbClr val="FFFFFF"/>
                </a:solidFill>
                <a:latin typeface="Arial"/>
              </a:rPr>
              <a:t>Differential Equations (Exercise J-M) — Paper Analysis</a:t>
            </a:r>
            <a:endParaRPr sz="4000">
              <a:solidFill>
                <a:srgbClr val="FFFFFF"/>
              </a:solidFill>
            </a:endParaRPr>
          </a:p>
          <a:p>
            <a:pPr algn="ctr"/>
            <a:r>
              <a:rPr sz="2200">
                <a:solidFill>
                  <a:srgbClr val="FFFFFF"/>
                </a:solidFill>
                <a:latin typeface="Arial"/>
              </a:rPr>
              <a:t>XII Sheet · detailed solutions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Q01 – Q07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(no marks printed - JEE Advanced default assumed)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$e^{x}\sqrt{1-y^{2}}\,dx+\left(\frac{y}{x}\right)dy=0$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$(y(3))^{2}$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$1+4e^{3}$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$1-4e^{3}$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$1+4e^{6}$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$1-4e^{6}$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Variable separable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separate the variables: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$\frac{x}{\sqrt{1-y^2}}$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separate the variables: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$xe^x\,dx+\frac{y\,dy}{\sqrt{1-y^2}}=0$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separate the variables.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$e^{x}\sqrt{1-y^{2}}\,dx+\frac{y}{x}\,dy=0$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$\frac{x}{\sqrt{1-y^2}}$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separate the variables.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xe^{x}\,dx+\int\frac{y}{\sqrt{1-y^{2}}}\,dy=0$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xe^{x}dx=e^{x}(x-1)$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$\int\frac{y\,dy}{\sqrt{1-y^2}}=-\sqrt{1-y^2}$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$e^{x}(x-1)-\sqrt{1-y^{2}}=c$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$0-0=c$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$e^{x}(x-1)=\sqrt{1-y^{2}}$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$e^{3}(3-1)=\sqrt{1-y^{2}}$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$2e^{3}=\sqrt{1-y^{2}}$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$4e^{6}=1-y^{2}$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$y^{2}=1-4e^{6}$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$\Rightarrow (y(3))^{2}=1-4e^{6}$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$1-4e^{6}$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equation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$z=\sqrt{1-y^2}$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$y\,dy=-z\,dz$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equation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$dz=xe^x\,dx$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Cancel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is non-zero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$z=\sqrt{1-y^{2}}$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$z\,dz=-y\,dy$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$e^{x}z\,dx+\frac{y\,dy}{x}=0$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$e^{x}z\,dx-\frac{z\,dz}{x}=0$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Cancel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is non-zero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$dz=xe^{x}\,dx$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$z=e^{x}(x-1)+c$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$0=0+c$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$z=2e^{3}$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$z^{2}=4e^{6}$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$z^{2}=1-y^{2}$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$(y(3))^{2}=1-4e^{6}$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$1-4e^{6}$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integrates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separable after multiplying by the right factor; the constant is fixed by the initial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only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asked, the sign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does not affect the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$\frac{d}{dx}\sqrt{1-y^2}=-\frac{y\,y'}{\sqrt{1-y^2}}$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$\frac{y\,dy}{\sqrt{1-y^2}}$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integrates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$-\sqrt{1-y^2}$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xe^{ax}dx=\frac{e^{ax}(ax-1)}{a^2}+C$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$e^x(x-1)$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$M(x)\,dx+N(y)\,dy=0$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separable after multiplying by the right factor; the constant is fixed by the initial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asked,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does not affect the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the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sin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$\frac{dy}{dx}-|A|=0$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$A=\begin{pmatrix} y &amp; \sin x &amp; 1\\ 0 &amp; -1 &amp; 1\\ 2 &amp; 0 &amp; \frac{1}{x}\end{pmatrix}$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$y(\pi)=\pi+2$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$\frac{\pi}{2}+\frac{4}{\pi}$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$\frac{3\pi}{2}-\frac{1}{\pi}$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$\frac{\pi}{2}-\frac{4}{\pi}$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$\frac{\pi}{2}-\frac{1}{\pi}$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0087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equations, Determinants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the row with a zero gives a linear DE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integrating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$|A|$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along the row with a zero gives a linear DE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$y'+\frac{y}{x}=2(\sin x+1)$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integrating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Expand the determinant along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(entries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$\frac{dy}{dx}=|A|$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Expand the determinant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(entries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$2,\,0,\,\frac{1}{x}$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$\frac{dy}{dx}=2(\sin x+1)+\frac{1}{x}(-y)$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$\frac{dy}{dx}=2(\sin x+1)-\frac{y}{x}$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$\frac{dy}{dx}+\frac{1}{x}\,y=2(\sin x+1)$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$e^{\int\frac{1}{x}dx}=e^{\ln x}=x$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$x\frac{dy}{dx}+y=2x(\sin x+1)$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$d(xy)=2x(\sin x+1)\,dx$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$\frac{xy}{2}=-x\cos x-\int(-\cos x)\,dx+\frac{x^{2}}{2}+C=-x\cos x+\sin x+\frac{x^{2}}{2}+C$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$y(\pi)=\pi+2$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$\frac{\pi(\pi+2)}{2}=-\pi(-1)+0+\frac{\pi^{2}}{2}+C$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$\frac{\pi}{2}\cdot\frac{y(\pi/2)}{2}=0+1+\frac{\pi^{2}}{8}$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$y\left(\frac{\pi}{2}\right)=\frac{4}{\pi}+\frac{\pi}{2}$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$\frac{\pi}{2}+\frac{4}{\pi}$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definite integral from the initial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constant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$(xy)'=2x\sin x+2x$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definite integral from the initial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$x=\pi$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constant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antiderivative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$y'=2(\sin x+1)-\frac{y}{x}$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$(xy)'=xy'+y=2x\sin x+2x$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$\left[xy\right]_{\pi}^{\pi/2}=\int_{\pi}^{\pi/2}(2x\sin x+2x)\,dx$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antiderivative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$2\sin x-2x\cos x+x^{2}$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$2+\frac{\pi^{2}}{4}$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$2\pi+\pi^{2}$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$2+\frac{\pi^2}{4}-2\pi-\pi^2$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Left side: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Left side: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$\frac{\pi}{2}y\left(\frac{\pi}{2}\right)-\pi(\pi+2)$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$\frac{\pi}{2}y\left(\frac{\pi}{2}\right)=\pi^2+2\pi+2+\frac{\pi^2}{4}-2\pi-\pi^2=\frac{\pi^{2}}{4}+2$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$y\left(\frac{\pi}{2}\right)=\frac{\pi}{2}+\frac{4}{\pi}$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$\frac{\pi}{2}+\frac{4}{\pi}$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 determinant along the row or column with most zeros; the entry in position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carries the sign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(by parts).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initial data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finding the constant separately.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 determinant along the row or column with most zeros; the entry in position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$(i,j)$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carries the sign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$(-1)^{i+j}$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$y'+\frac{y}{x}=Q(x)$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$(xy)'=xQ(x)$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x\sin x\,dx=\sin x-x\cos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(by parts).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initial data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$y(a)=b$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 y\big|_a^x=\int_a^x\mu Q\,dt$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finding the constant separately.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445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445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$\operatorname{cosec}^{2}x\,dy+2\,dx=(1+y\cos 2x)\operatorname{cosec}^{2}x\,dx$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$y\left(\frac{\pi}{4}\right)=0$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$(y(0)+1)^{2}$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$e^{-\frac{1}{2}}$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$e^{\frac{1}{2}}$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5328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Dividing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 linear 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Dividing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$\operatorname{cosec}^2x$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$2\,dx$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$2\sin^2x\,dx$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$1-2\sin^2x=\cos2x$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 linear 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the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$\operatorname{cosec}^{2}x\,dx$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$\frac{dy}{dx}+2\sin^{2}x=1+y\cos 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$\frac{dy}{dx}+y(-\cos 2x)=1-2\sin^{2}x$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$1-2\sin^2x=\cos2x$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$\frac{dy}{dx}+y(-\cos 2x)=\cos 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$\frac{dy}{dx}+Py=Q$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$=e^{\int-\cos 2x\,dx}=e^{-\frac{1}{2}\sin 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$y\cdot e^{-\frac{1}{2}\sin 2x}=\int e^{-\frac{1}{2}\sin 2x}\cos 2x\,dx$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$-\frac{1}{2}\sin 2x=t$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$-\cos2x\,dx=dt$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2x\,dx=-dt$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$y\,e^{-\frac{1}{2}\sin 2x}=\int e^{t}(-dt)=-e^{t}+C=-e^{-\frac{1}{2}\sin 2x}+C$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$y\left(\frac{\pi}{4}\right)=0$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$0=-e^{-\frac{1}{2}}+C$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$C=\frac{1}{\sqrt 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$y(0)=-1+\frac{1}{\sqrt 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$y(0)+1=e^{-\frac{1}{2}}$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$(y(0)+1)^{2}=e^{-1}$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$e^{-1}$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Rewrite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equation is separable.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Rewrite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$y'=\cos2x\,(y+1)$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$u=y+1$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equation is separable.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DE,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separable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DE,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$y'=1+y\cos2x-2\sin^2x=\cos2x+y\cos2x=(y+1)\cos 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$u=y+1$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$u'=u\cos 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separable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$\frac{du}{u}=\cos2x\,dx$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$\ln|u|=\frac{1}{2}\sin 2x+c$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$u=y+1=1$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$0=\frac{1}{2}+c$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$\ln|u|=0-\frac{1}{2}$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$u=y(0)+1=e^{-\frac{1}{2}}$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$(y(0)+1)^{2}=e^{-1}$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$e^{-1}$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solution,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the separable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converting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factors first often simplifies the 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∫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recognise this form before substituting.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$y'+P(x)y=Q(x)$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$Q=cP$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solution,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$u=y-c$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the separable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$u'=-Pu$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$P=-\cos2x$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$Q=\cos 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2x=1-2\sin^2x=2\cos^2x-1=\cos^2x-\sin^2x$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converting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$\operatorname{cosec}^2$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factors first often simplifies the 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$y'+Py=Q$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 P\,dx}$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$\left(y\,e^{\int P}\right)'=Q\,e^{\int 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f'(x)e^{f(x)}dx=e^{f(x)}+C$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recognise this form before substituting.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874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minimum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874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$\frac{dy}{dx}=1+xe^{y-x}$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$-\sqrt2&lt;x&lt;\sqrt2$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minimum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$x\in(-\sqrt2,\sqrt2)$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$(2-\sqrt3)-\log_e2$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$(1-\sqrt3)-\log_e(\sqrt3-1)$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$(2+\sqrt3)+\log_e2$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$(1+\sqrt3)-\log_e(\sqrt3-1)$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Differential equations reducible to linear form, Maxima and minima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make the equation linear; then find where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inside the given interval.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$e^{-y}$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$t=-e^{-y}$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make the equation linear; then find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$y'=0$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inside the given interval.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$\frac{dy}{dx}=1+xe^{y-x}$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$e^{-y}\frac{dy}{dx}-e^{-y}=xe^{-x}$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$t=-e^{-y}$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$\frac{dt}{dx}=e^{-y}\frac{dy}{dx}$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$\frac{dt}{dx}+t=xe^{-x}$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Sign scheme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negative and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positive;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outside the interval.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its minimum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$=e^{\int dx}=e^{x}$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$t\,e^{x}=\int x e^{-x}e^{x}dx=\frac{x^{2}}{2}+C$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$-e^{-y}e^{x}=\frac{x^{2}}{2}+C$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$e^{x-y}=\frac{2-x^{2}}{2}$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$y=x-\ln\left(\frac{2-x^{2}}{2}\right)$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$\frac{dy}{dx}=1+\frac{2x}{2-x^{2}}=\frac{x^{2}-2x-2}{x^{2}-2}=\frac{(x-(1+\sqrt3))(x-(1-\sqrt3))}{(x-\sqrt2)(x+\sqrt2)}$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Sign scheme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$x\in(-\sqrt2,1-\sqrt3)$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negative and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$x\in(1-\sqrt3,\sqrt2)$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positive;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outside the interval.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its minimum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$x=1-\sqrt3$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$(-\sqrt2,\sqrt2)$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min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$y_{\min}=1-\sqrt3-\ln\left(\frac{2-(4-2\sqrt3)}{2}\right)=1-\sqrt3-\ln(\sqrt3-1)$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$(1-\sqrt3)-\log_e(\sqrt3-1)$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DE becomes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locate the minimum from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together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$u=x-y$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DE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$e^{u}du=-x\,dx$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locate the minimum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$y'=0$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together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$e^{x-y}=-x$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an extremum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$u=x-y$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$u'=1-y'=-xe^{-u}$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$e^{u}\,du=-x\,dx$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$e^{u}=-\frac{x^{2}}{2}+C$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$e^{x-y}=1-\frac{x^{2}}{2}$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an extremum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$1+xe^{y-x}=0$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$e^{x-y}=-x$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0.73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(because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 single critical point is the minimum.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it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$-x=1-\frac{x^{2}}{2}$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$x^{2}-2x-2=0$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$x=1\pm\sqrt3$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$x=1-\sqrt3\approx-0.73$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$(-\sqrt2,\sqrt2)$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$y\to+\infty$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$x\to\pm\sqrt2$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$\ln\frac{2-x^2}{2}\to-\infty$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 single critical point is the minimum.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$e^{x-y}=-x=\sqrt3-1$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$y=x-\ln(\sqrt3-1)=1-\sqrt3-\ln(\sqrt3-1)$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$(1-\sqrt3)-\log_e(\sqrt3-1)$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DE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term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also be handled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an interior extremum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combining this with the first integral gives the extremum point without differentiating the explicit solution.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an open interval, a single critical point where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global minimum; check the end behaviour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discard critical points outside the stated domain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$y'=a(x)+b(x)e^{y}$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$t=e^{-y}$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$t'+a(x)\,t=-b(x)$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$e^{y-x}$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also be handled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$u=x-y$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an interior extremum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combining this with the first integral gives the extremum point without differentiating the explicit solution.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an open interval, a single critical point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global minimum; check the end behaviour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discard critical points outside the stated domain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$1+\sqrt3&gt;\sqrt2$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44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44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$x\,dy=(y+x^{3}\cos 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$y(\pi)=0$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$\frac{\pi^{2}}{2}-\frac{\pi}{4}$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$\frac{\pi^{2}}{4}-\frac{\pi}{2}$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$\frac{\pi^{2}}{4}+\frac{\pi}{2}$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$\frac{\pi^{2}}{2}+\frac{\pi}{4}$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​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dividing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left side an exact differential.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$x\,dy-y\,dx=x^{2}\,d\!\left(\frac{y}{x}\right)$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dividing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left side an exact differential.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$x\,dy=y\,dx+x^{3}\cos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$x\,dy-y\,dx=x^{3}\cos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$\frac{x\,dy-y\,dx}{x^{2}}=x\cos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$d\left(\frac{y}{x}\right)=x\cos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(by parts).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$\frac{y}{x}=x\int\cos x\,dx-\int\left(\int\cos x\,dx\right)dx$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(by parts).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$\frac{y}{x}=x\sin x-\int\sin x\,dx=x\sin x+\cos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$y(\pi)=0$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$\frac{0}{\pi}=\pi\sin\pi+\cos\pi+C$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$0=0-1+C$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$\frac{y}{x}=x\sin x+\cos 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$y\cdot\frac{2}{\pi}=\frac{\pi}{2}\sin\frac{\pi}{2}+\cos\frac{\pi}{2}+1=\frac{\pi}{2}+1$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$y\left(\frac{\pi}{2}\right)=\frac{\pi^{2}}{4}+\frac{\pi}{2}$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$\frac{\pi^{2}}{4}+\frac{\pi}{2}$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(variation of the constant) to get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integrate definitely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(variation of the constant)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$v'=x\cos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integrate definitely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Antiderivative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$y'=\frac{y}{x}+x^{2}\cos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$y'=v+xv'$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$v+xv'=v+x^{2}\cos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$v'=x\cos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Antiderivative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$x\sin x+\cos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$v\left(\frac{\pi}{2}\right)-v(\pi)=\left[x\sin x+\cos x\right]_{\pi}^{\pi/2}=\left(\frac{\pi}{2}+0\right)-(0-1)=\frac{\pi}{2}+1$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$y(\pi)=0$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$v(\pi)=0$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$v\left(\frac{\pi}{2}\right)=\frac{\pi}{2}+1$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$y\left(\frac{\pi}{2}\right)=\frac{\pi}{2}\,v\left(\frac{\pi}{2}\right)=\frac{\pi^{2}}{4}+\frac{\pi}{2}$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$\frac{\pi^{2}}{4}+\frac{\pi}{2}$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homogeneous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reduces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(by parts).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definite integral from the initial point removes the constant: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$d\left(\frac{y}{x}\right)=\frac{x\,dy-y\,dx}{x^{2}}$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$d(xy)=x\,dy+y\,dx$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$d\left(\frac{x}{y}\right)=\frac{y\,dx-x\,dy}{y^{2}}$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$d\left(\tan^{-1}\frac{y}{x}\right)=\frac{x\,dy-y\,dx}{x^{2}+y^{2}}$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$y'-\frac{y}{x}=g(x)$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homogeneous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reduces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$v'=\frac{g(x)}{x}$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x\cos x\,dx=x\sin x+\cos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(by parts).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definite integral from the initial point removes the constant: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$v(b)=v(a)+\int_a^b v'\,dx$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$\log_e\left(\frac{dy}{dx}\right)=3x+4y$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$y\left(-\frac{2}{3}\log_e2\right)=\alpha\log_e2$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Variable separable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separates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 y'=3x+4y$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$y'=e^{3x}e^{4y}$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separates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$e^{-4y}dy=e^{3x}dx$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$\ln\frac{dy}{dx}=3x+4y\Rightarrow\frac{dy}{dx}=e^{3x+4y}=e^{3x}e^{4y}$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e^{-4y}\,dy=\int e^{3x}\,dx$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$\frac{-e^{-4y}}{4}=\frac{e^{3x}}{3}+C$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$-\frac{1}{4}=\frac{1}{3}+C$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$C=-\frac{7}{12}$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$-\frac{e^{-4y}}{4}=\frac{e^{3x}}{3}-\frac{7}{12}\Rightarrow-3e^{-4y}=4e^{3x}-7$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$e^{-4y}=\frac{7-4e^{3x}}{3}$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$y=-\frac{1}{4}\ln\left(\frac{7-4e^{3x}}{3}\right)$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$x=-\frac{2}{3}\ln2$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$e^{3x}=e^{-2\ln2}=\frac{1}{4}$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$\frac{7-4e^{3x}}{3}=\frac{7-1}{3}=2$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$y\left(-\frac{2}{3}\log_e2\right)=-\frac{1}{4}\ln2$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$-\frac{1}{4}$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differentiating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it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direct integration.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Eliminate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differentiating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$w=e^{-4y}$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it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$w'=-4e^{3x}$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direct integration.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$y'=e^{3x}e^{4y}$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$w=e^{-4y}$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$w'=-4y'e^{-4y}=-4e^{3x}$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$w=-\frac{4}{3}e^{3x}+C$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$C=\frac{7}{3}$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$w=\frac{7-4e^{3x}}{3}$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$x=-\frac{2}{3}\ln2$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$e^{3x}=\frac{1}{4}$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$e^{-4y}=2\Rightarrow y=-\frac{1}{4}\ln2$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$-\frac{1}{4}$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Equivalently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reduces to a separable equation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domain: the solution exists only while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asked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inside.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y'=F(x,y)\iff y'=e^{F}$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$y'=e^{ax+by}$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$e^{-by}dy=e^{ax}dx$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$-\frac{e^{-by}}{b}=\frac{e^{ax}}{a}+C$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$\frac{d}{dx}e^{-by}=-b\,e^{ax}$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$y'=f(ax+by+c)$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reduces to a separable equation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$u=ax+by+c$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domain: the solution exists only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$7-4e^{3x}&gt;0$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$x&lt;\frac{1}{3}\ln\frac{7}{4}$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asked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$x=-\frac{2}{3}\ln2&lt;0$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inside.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$(x-x^{3})\,dy=(y+yx^{2}-3x^{4})\,dx$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$y(3)=3$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Exact differential form of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Regroup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​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Regroup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$x\,dy-y\,dx=x^{2}(x\,dy+y\,dx)-3x^{4}dx$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divide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$d\!\left(\frac{y}{x}\right)=d(xy)-d(x^{3})$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both sides: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$(x-x^{3})dy=(y+yx^{2}-3x^{4})dx\Rightarrow x\,dy-y\,dx=x^{2}(x\,dy+y\,dx)-3x^{4}dx$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$\frac{x\,dy-y\,dx}{x^{2}}=x\,dy+y\,dx-3x^{2}dx$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$d\left(\frac{y}{x}\right)=d(xy)-d(x^{3})$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both sides: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$\frac{y}{x}=xy-x^{3}+c$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$y(3)=3$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$\frac{3}{3}=3\times3-27+c$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$\frac{y}{x}=xy-x^{3}+19$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$\frac{y(4)}{4}=4y(4)-64+19$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$y(4)=16y(4)-4\times45$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$15\,y(4)=4\times45$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$y(4)=\frac{4\times45}{15}=12$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it as a linear DE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solve with the integrating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(partial fractions),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it as a linear DE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solve with the integrating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$\frac{x^{2}-1}{x}$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(partial fractions), giving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$y'-\frac{1+x^{2}}{x(1-x^{2})}y=\frac{-3x^{4}}{x-x^{3}}=\frac{3x^{3}}{x^{2}-1}$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$\frac{1+x^{2}}{x(1-x^{2})}=\frac{1}{x}+\frac{1}{1-x}-\frac{1}{1+x}$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$\int\frac{1+x^2}{x(1-x^2)}dx=\ln\frac{x}{x^{2}-1}$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$e^{-\int P\,dx}=\frac{x^{2}-1}{x}$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$\left(\frac{x^{2}-1}{x}\,y\right)'=\frac{x^{2}-1}{x}\cdot\frac{3x^{3}}{x^{2}-1}=3x^{2}$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$\frac{x^{2}-1}{x}\,y=x^{3}+c$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$y(3)=3$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$\frac{8}{3}\cdot3=27+c$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$y=\frac{x(x^{3}-19)}{x^{2}-1}$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$y(4)=\frac{4(64-19)}{15}=\frac{180}{15}=12$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Keep a list of exact differentials: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try to regroup terms into these.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pair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appearing together with a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suggests dividing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first integral such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be solved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domain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solution is single-valued and smooth.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Keep a list of exact differentials: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$d(xy)=x\,dy+y\,dx$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$d\left(\frac{y}{x}\right)=\frac{x\,dy-y\,dx}{x^{2}}$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$d(x^{n})=nx^{n-1}dx$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try to regroup terms into these.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pair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$x\,dy-y\,dx$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$x\,dy+y\,dx$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appearing together with a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suggests 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first integral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$\frac{y}{x}=xy-x^{3}+19$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be solved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$y=\frac{x(x^3-19)}{x^2-1}$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domain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$x^2-1\neq0$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solution is single-valued and smooth.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Q08 – Q13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(no marks printed - JEE Advanced default assumed)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89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given by the solution of the differential equation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it intersects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intersection point of the curve with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89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given by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$\cos\left(\frac{1}{2}\cos^{-1}\left(e^{-x}\right)\right)dx=\sqrt{e^{2x}-1}\,dy$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it intersects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intersection point of the curve with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984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Variable separable differential equations, Inverse trigonometric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remove the inverse cosine, then separate.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$\cos\frac{\theta}{2}=\sqrt{\frac{1+\cos\theta}{2}}$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$\cos\theta=e^{-x}$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remove the inverse cosine, then separate.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 becomes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Cancel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ra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rad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$\cos^{-1}e^{-x}=\theta$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$\cos\frac{\theta}{2}=\sqrt{\frac{1+e^{-x}}{2}}$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$\sqrt{\frac{1+e^{-x}}{2}}\,dx=\sqrt{e^{2x}-1}\,dy$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$\sqrt{\frac{1+e^{x}}{2e^{x}}}\,dx=\sqrt{e^{x}+1}\,\sqrt{e^{x}-1}\,dy$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Cancel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$\sqrt{e^{x}+1}$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$\int\frac{dx}{\sqrt{2e^{x}}\sqrt{e^{x}-1}}=\int 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$\sqrt{e^x}\sqrt{e^x-1}=e^{x}\sqrt{1-e^{-x}}$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$\frac{1}{\sqrt2}\int\frac{e^{-x}dx}{\sqrt{1-e^{-x}}}=y+c$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$1-e^{-x}=t^{2}$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$e^{-x}dx=2t\,dt$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$\frac{1}{\sqrt2}\int\frac{2t\,dt}{t}=y+c$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$\sqrt2\,t=\sqrt2\sqrt{1-e^{-x}}=y+c$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$0=-1+c$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$\sqrt2\sqrt{1-e^{-x}}=y+1$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$\sqrt2\sqrt{1-e^{-\alpha}}=1$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$1-e^{-\alpha}=\frac{1}{2}$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$e^{\alpha}=2$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DE collapses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$e^{-x}=\cos\theta$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$\sqrt{e^{2x}-1}=\tan\theta$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$dx=\tan\theta\,d\theta$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DE collapses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$dy=\cos\frac{\theta}{2}d\theta$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$e^{-x}=\cos\theta$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$\theta\in\left(0,\frac{\pi}{2}\right)$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$\cos^{-1}(e^{-x})=\theta$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$e^{x}=\sec\theta$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$\sqrt{e^{2x}-1}=\sqrt{\sec^2\theta-1}=\tan\theta$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$e^{-x}=\cos\theta$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$-e^{-x}dx=-\sin\theta\,d\theta$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$dx=\tan\theta\,d\theta$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$\cos\frac{\theta}{2}\tan\theta\,d\theta=\tan\theta\,dy$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$dy=\cos\frac{\theta}{2}\,d\theta$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$y=2\sin\frac{\theta}{2}+c$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$\sin\frac{\theta}{2}=\frac{1}{2}$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$\frac{\theta}{2}=\frac{\pi}{6}$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$e^{-\alpha}=\cos\frac{\pi}{3}=\frac{1}{2}$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$e^{\alpha}=2$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(half-angle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substitution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similarly handles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Axis intercepts: a point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point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them to fix the constant and to read the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$\cos\left(\frac{1}{2}\cos^{-1}t\right)=\sqrt{\frac{1+t}{2}}$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$\sin\left(\frac{1}{2}\cos^{-1}t\right)=\sqrt{\frac{1-t}{2}}$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$t\in[-1,1]$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(half-angle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$\frac{1}{2}\cos^{-1}t\in\left[0,\frac{\pi}{2}\right]$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$e^{-x}=\cos\theta$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$\sqrt{e^{2x}-1}=\tan\theta$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$dx=\tan\theta\,d\theta$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$e^{x}=\sec\theta$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similarly handles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$\sqrt{e^{2x}-1}$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$\int\frac{e^{-x}}{\sqrt{1-e^{-x}}}dx=2\sqrt{1-e^{-x}}+C$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Axis intercepts: a point on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point on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them to fix the constant and to read the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domain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open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$\left((x+2)\,e^{\left(\frac{y+1}{x+2}\right)}+(y+1)\right)dx=(x+2)\,dy$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domain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open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$|\alpha+\beta|$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26611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Homogeneous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equation becomes homogeneous,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separates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$X=x+2$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$Y=y+1$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equation becomes homogeneous,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$\frac{dY}{dX}=e^{Y/X}+\frac{Y}{X}$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$Y=tX$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separates it.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equation becomes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$y+1=Y$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$dy=dY$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equation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$\left(Xe^{Y/X}+Y\right)dX=X\,dY$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$\frac{dY}{dX}=e^{Y/X}+\frac{Y}{X}$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$Y=tX$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$\frac{dY}{dX}=t+X\frac{dt}{dX}$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$t+X\frac{dt}{dX}=e^{t}+t\Rightarrow e^{-t}dt=\frac{dX}{X}$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$-e^{-t}=\ln|X|+C$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$-e^{-Y/X}=\ln|X|+C$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$(x,y)=(1,1)$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$(X,Y)=(3,2)$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$-e^{-2/3}=\ln3+C$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Printed key: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Caution: the DE is undefined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solution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lives only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strictly the domain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1.01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key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takes the symmetric interval.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$-e^{-Y/X}=\ln|X|-e^{-2/3}-\ln3$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$e^{-Y/X}=\ln3+e^{-2/3}-\ln|X|$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$e^{-Y/X}&gt;0$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$\ln|X|&lt;e^{-2/3}+\ln3$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$\lambda=e^{-2/3}+\ln3$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$\ln|X|&lt;\lambda\Rightarrow|X|&lt;e^{\lambda}\Rightarrow|x+2|&lt;e^{\lambda}$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$-e^{\lambda}-2&lt;x&lt;e^{\lambda}-2$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Printed key: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$\alpha=-e^{\lambda}-2$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$\beta=e^{\lambda}-2$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$|\alpha+\beta|=4$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Caution: the DE is undefined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solution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lives only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strictly the domain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$(-2,e^{\lambda}-2)$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$|\alpha+\beta|=e^{\lambda}-4\approx1.01$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key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takes the symmetric interval.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the shift, spot the exact differential: dividing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​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the shift, spot the exact differential: dividing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$X^{2}e^{Y/X}$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$d\!\left(\ln X+e^{-Y/X}\right)=0$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​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​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$X=x+2$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$\left(Xe^{Y/X}+Y\right)dX-X\,dY=0$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$Xe^{Y/X}dX=X\,dY-Y\,dX$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$X^{2}e^{Y/X}$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$\frac{dX}{X}=e^{-Y/X}\,\frac{X\,dY-Y\,dX}{X^{2}}=e^{-Y/X}\,d\!\left(\frac{Y}{X}\right)=-d\!\left(e^{-Y/X}\right)$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$d\left(\ln X+e^{-Y/X}\right)=0$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X+e^{-Y/X}=K$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equation is only meaningful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printed key takes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(key reading; the strict domain is noted in the main solution).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$(X,Y)=(3,2)$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$K=\ln3+e^{-2/3}=\lambda$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$e^{-Y/X}=\lambda-\ln 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$X&lt;e^{\lambda}$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equation is only meaningful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printed key takes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$|X|&lt;e^{\lambda}$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$-e^{\lambda}-2&lt;x&lt;e^{\lambda}-2$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$|\alpha+\beta|=4$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(key reading; the strict domain is noted in the main solution).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DE depends 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shift the origin: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 homogeneous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(separable).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spotting it avoids the substitution.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domain of a solution is the maximal open interval around the initial point on which it is defined and the DE makes sense; it cannot pass through a singularity of the DE.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DE depends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$\frac{y+k}{x+h}$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shift the origin: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$X=x+h$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$Y=y+k$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 homogeneous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$\frac{dY}{dX}=F\left(\frac{Y}{X}\right)$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$\frac{dY}{dX}=F\left(\frac{Y}{X}\right)$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$Y=tX$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$\frac{dt}{F(t)-t}=\frac{dX}{X}$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(separable).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$d\left(\frac{Y}{X}\right)=\frac{X\,dY-Y\,dX}{X^{2}}$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spotting it avoids the substitution.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domain of a solution is the maximal open interval around the initial point on which it is defined and the DE makes sense; it cannot pass through a singularity of the DE.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following differential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following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$e^{y}\frac{dy}{dx}-2e^{y}\sin x+\sin x\cos^{2}x=0$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$y\left(\frac{\pi}{2}\right)=0$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$y(0)=\log_e\left(\alpha+\beta e^{-2}\right)$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$4(\alpha+\beta)$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363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equations, Integration by parts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equation is linear: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$t=e^{y}$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$e^{y}y'=t'$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equation is linear: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$t'-2t\sin x=-\sin x\cos^{2}x$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$e^{y}\frac{dy}{dx}-2e^{y}\sin x=-\sin x\cos^{2}x$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$e^{y}=t$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$e^{y}\frac{dy}{dx}=\frac{dt}{dx}$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$\frac{dt}{dx}-2t\sin x=-\sin x\cos^{2}x$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$=e^{-\int2\sin x\,dx}=e^{2\cos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$e^{y}\cdot e^{2\cos x}=\int e^{2\cos x}\left(-\sin x\cos^{2}x\right)dx$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$-\sin x\,dx=dz$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𝑧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𝑧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 e^{2z}z^{2}\,dz=\frac{e^{2z}}{2}z^{2}-\int e^{2z}z\,dz=\frac{e^{2z}}{2}z^{2}-\left[\frac{e^{2z}}{2}z-\frac{e^{2z}}{4}\right]+c$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$\Rightarrow e^{y}e^{2\cos x}=\frac{e^{2z}}{4}\left(2z^{2}-2z+1\right)+c$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$\Rightarrow e^{y}=\frac{1}{4}\left(2\cos^{2}x-2\cos x+1\right)+c\,e^{-2\cos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$1=\frac{1}{4}+c$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$e^{y}=\frac{1}{4}\left(2\cos^{2}x-2\cos x+1\right)+\frac{3}{4}e^{-2\cos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$e^{y(0)}=\frac{1}{4}(2-2+1)+\frac{3}{4}e^{-2}$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$y(0)=\ln\left(\frac{1}{4}+\frac{3}{4}e^{-2}\right)$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$\beta=\frac{3}{4}$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$4(\alpha+\beta)=4$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find a particular solution as a polynomial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$t'-2t\sin x=-\sin x\cos^{2}x$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find a particular solution as a polynomial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$Ce^{-2\cos 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$t=e^{y}$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$t'-2t\sin x=-\sin x\cos^{2}x$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$t_{p}=a\cos^{2}x+b\cos x+d$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$t_p'=-\sin x\,(2a\cos x+b)$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$t_p'-2t_p\sin x=-\sin x\left[2a\cos^{2}x+(2a+2b)\cos x+(b+2d)\right]$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$-\sin x\cos^{2}x$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$2a+2b=0$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$b+2d=0$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homogeneous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homogeneous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$t'=2t\sin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$Ce^{-2\cos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$t=\frac{1}{2}\cos^{2}x-\frac{1}{2}\cos x+\frac{1}{4}+Ce^{-2\cos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$t\left(\frac{\pi}{2}\right)=e^{0}=1$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$\frac{1}{4}+C=1$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$t(0)=\frac{1}{2}-\frac{1}{2}+\frac{1}{4}+\frac{3}{4}e^{-2}$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$\beta=\frac{3}{4}$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$4(\alpha+\beta)=4$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DE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𝑧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𝑧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polynomial, a polynomial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particular solution: use undetermined coefficients instead of integrating by parts.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$e^{y}y'=\frac{d}{dx}e^{y}$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DE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$e^{y}y'$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is 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$t=e^{y}$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z^{2}e^{az}dz=e^{az}\left(\frac{z^{2}}{a}-\frac{2z}{a^{2}}+\frac{2}{a^{3}}\right)+C$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$e^{2z}\left(\frac{z^2}{2}-\frac{z}{2}+\frac{1}{4}\right)$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$t'+P(x)t=\sin x\cdot g(\cos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polynomial, a polynomial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particular solution: use undetermined coefficients instead of integrating by parts.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$\int\sin x\,f(\cos x)\,dx=-\int f(z)\,dz$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have slope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positive real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$\left(2,(\log_e2)^{2}\right)$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have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$\frac{2y}{x\log_e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positive real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26611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Variable separable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separable,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equation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$\frac{dy}{y}=\frac{2\,dx}{x\ln 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separable,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$\frac{dx}{x\ln x}=\frac{d(\ln x)}{\ln 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$\frac{dy}{dx}=\frac{2y}{x\ln x}\Rightarrow\frac{dy}{2y}=\frac{dx}{x\ln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$\frac{1}{2}\int\frac{dy}{y}=\int\frac{dx}{x\ln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$\frac{1}{2}\ln y=\int\frac{dx}{x\ln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$\frac{dx}{x}=dt$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$\frac{\ln y}{2}=\int\frac{dt}{t}=\ln t+c$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$\frac{\ln y}{2}=\ln(\ln 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$\left(2,(\ln2)^{2}\right)$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$\frac{\ln(\ln2)^{2}}{2}=\ln(\ln2)+c$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$\frac{2\ln(\ln2)}{2}=\ln(\ln2)+c$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$\frac{\ln y}{2}=\ln(\ln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$y=e^{2\ln(\ln x)}=(\ln x)^{2}$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$f(x)=(\ln x)^{2}$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$f(e)=(\ln e)^{2}=1$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Guess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shape of the slope, verify it, and invoke uniqueness for a linear 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Guess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$f(x)=(\ln x)^{2}$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shape of the slope, verify it, and invoke uniqueness for a linear 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slope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suggests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matches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point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$\frac{2y}{x\ln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suggests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$y=C(\ln x)^{k}$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$y'=\frac{Ck(\ln x)^{k-1}}{x}=\frac{ky}{x\ln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matches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point forces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$C(\ln2)^{2}=(\ln2)^{2}$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$y=(\ln x)^{2}$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$y'=\frac{2\ln x}{x}=\frac{2(\ln x)^{2}}{x\ln x}=\frac{2y}{x\ln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 is linear,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continuous coefficient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contains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solution through the given point is unique.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 is linear,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$y'-\frac{2}{x\ln x}y=0$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continuous coefficient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solution through the given point is unique.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$f(e)=(\ln e)^{2}=1$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has the general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the pattern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linear DE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continuous on an interval has a unique solution through any initial point, so a verified guess is the solution.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also a solution; a solution through a point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never meets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$\frac{dy}{dx}=\frac{ky}{x\ln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has the general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$y=C(\ln x)^{k}$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$\int\frac{dx}{x\ln x}=\ln|\ln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$\int\frac{f'(x)}{f(x)}dx=\ln|f(x)|+C$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the pattern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$\frac{1}{x\ln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linear 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$y'=P(x)y$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continuous on an interval has a unique solution through any initial point, so a verified guess is the solution.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also a solution; a solution through a point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never meets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solution of the differential equation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$y\in\left[0,\frac{\pi}{2}\right)$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 y\,\frac{dy}{dx}-\sin(x+y)-\sin(x-y)=0$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$5y'\left(\frac{\pi}{2}\right)$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460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Variable separable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equation separates as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$\sin(x+y)+\sin(x-y)=2\sin x\cos 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equation separates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$\sec^{2}y\,dy=2\sin x\,dx$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 y\frac{dy}{dx}=\sin(x+y)+\sin(x-y)=2\sin x\cos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$\Rightarrow\int\sec^{2}y\,dy=\int2\sin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y=-2\cos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$0=-2+C$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y=2-2\cos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d>
                          <m:dPr>
                            <m:begChr m:val="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y=2$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$\sec^{2}y\,\frac{dy}{dx}=2\sin x\Rightarrow\frac{dy}{dx}=\frac{2\sin x}{1+\tan^{2}y}$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$\left.\frac{dy}{dx}\right|_{x=\pi/2}=\frac{2}{1+4}=\frac{2}{5}$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$5y'\left(\frac{\pi}{2}\right)=2$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constant.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$u=\tan 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$u'=2\sin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$u\left(\frac{\pi}{2}\right)=\int_0^{\pi/2}2\sin x\,dx$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constant.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 y\,y'=2\sin x\cos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$\sec^{2}y\,y'=2\sin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$u=\tan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$u'=\sec^{2}y\,y'=2\sin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$u\left(\frac{\pi}{2}\right)=\int_{0}^{\pi/2}2\sin x\,dx=2$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$y'=2\sin x\cos^{2}y=\frac{2\sin x}{1+\tan^{2}y}=\frac{2\sin x}{1+u^{2}}$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$y'=\frac{2}{1+4}=\frac{2}{5}$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$5y'\left(\frac{\pi}{2}\right)=2$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particular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equivalent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only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 point is needed, substitute the known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 into the DE itself.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links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first integral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A+\sin B=2\sin\frac{A+B}{2}\cos\frac{A-B}{2}$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particular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$\sin(x+y)+\sin(x-y)=2\sin x\cos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$\frac{d}{dx}\tan y=\sec^{2}y\,y'$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$y'=g(x)\cos^{2}y$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equivalent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$\frac{d}{dx}(\tan y)=g(x)$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 point is needed, substitute the known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 into the DE itself.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$\sec^{2}y=1+\tan^{2}y$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links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first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y=2-2\cos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$y\in[0,\frac{\pi}{2})$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y\ge0$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$dy=e^{\alpha x+y}\,dx$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$y(\log_e2)=\log_e2$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$y(0)=\log_e\left(\frac{1}{2}\right)$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2661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Variable separable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subtract the two conditions to 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leaving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$e^{-y}dy=e^{\alpha x}dx$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subtract the two conditions to eliminate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leaving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$\frac{3}{2}=\frac{2^{\alpha}-1}{\alpha}$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(iii).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$dy=e^{\alpha x+y}dx\Rightarrow e^{-y}dy=e^{\alpha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$-e^{-y}=\frac{e^{\alpha x}}{\alpha}+C$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$y(\ln2)=\ln2$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$-e^{-\ln2}=\frac{e^{\alpha\ln2}}{\alpha}+C$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$-\frac{1}{2}=\frac{2^{\alpha}}{\alpha}+C$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$y(0)=\ln\frac{1}{2}$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$-e^{-\ln(1/2)}=\frac{1}{\alpha}+C$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$-2=\frac{1}{\alpha}+C$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(iii).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(ii)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(iii):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(false).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(true).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larger (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increasing), so no other value works.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(ii)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(iii):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$\frac{3}{2}=\frac{2^{\alpha}-1}{\alpha}$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$\frac{2-1}{1}=1\neq\frac{3}{2}$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(false).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$\frac{2^{2}-1}{2}=\frac{3}{2}$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(true).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$\alpha\ge3$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$\frac{2^{\alpha}-1}{\alpha}$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larger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$\frac{7}{3},\frac{15}{4},\dots$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increasing), so no other value works.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drop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increasing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$w=e^{-y}$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$w'=-e^{\alpha 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drop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$w$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$x=\ln2$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$\int_0^{\ln2}e^{\alpha x}dx$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increasing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no constant to eliminate.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$w=e^{-y}$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$w'=-e^{-y}y'=-e^{-y}e^{\alpha x+y}=-e^{\alpha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$w(0)=e^{-\ln(1/2)}=2$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$w(\ln2)=e^{-\ln2}=\frac{1}{2}$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$w(0)-w(\ln2)=\frac{3}{2}=\int_{0}^{\ln2}e^{\alpha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no constant to eliminate.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strictly increasing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at most one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$e^{\alpha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$I(\alpha)=\int_0^{\ln2}e^{\alpha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strictly increasing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at most one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$I(2)=\frac{e^{2\ln2}-1}{2}=\frac{3}{2}$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separates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equivalently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it is strictly increasing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gives uniqueness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conditions on a one-parameter family with an unknown parameter: subtract them to remove the integration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$y'=e^{\alpha x+y}$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separates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$e^{-y}dy=e^{\alpha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$\frac{d}{dx}\left(e^{-y}\right)=-e^{\alpha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$\int_{0}^{c}e^{\alpha x}dx=\frac{e^{\alpha c}-1}{\alpha}$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it is strictly increasing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gives uniqueness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conditions on a one-parameter family with an unknown parameter: subtract them to remove the integration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$e^{-\ln a}=\frac{1}{a}$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$e^{k\ln a}=a^{k}$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3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Q14 – Q24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(no marks printed - JEE Advanced default assumed)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542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solution curve of the differential equation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</m:sup>
                        </m:sSup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542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solution curve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$(y+1)\tan^{2}x\,dx+\tan x\,dy+y\,dx=0$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$x\in\left(0,\frac{\pi}{2}\right)$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$\lim_{x\to0^{+}}xy(x)=1$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$\frac{\pi}{4}-1$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763007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equations, Limits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left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limit at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the constant.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$y+y\tan^{2}x=y\sec^{2}x$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left side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$d(y\tan 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limit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$0^{+}$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fixes the constant.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left side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x\frac{dy}{dx}+y+(y+1)\tan^{2}x=0$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x\frac{dy}{dx}+y\sec^{2}x=-\tan^{2}x$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$y+y\tan^2x=y\sec^2x$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$\frac{d}{dx}(y\tan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d(y\tan x)=-\int\tan^{2}x\,dx$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$y\tan x=x-\tan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</m:sup>
                        </m:sSup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$y=x\cot x-1+C\cot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$\lim_{x\to0^{+}}xy=\lim_{x\to0}\left(x^{2}\cot x-x+Cx\cot x\right)=0-0+C=1$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$y=x\cot x-1+\cot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$y\left(\frac{\pi}{4}\right)=\frac{\pi}{4}-1+1=\frac{\pi}{4}$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equation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$z=y+1$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equation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 x\,dz+z\sec^{2}x\,dx=dx$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$d(z\tan x)=dx$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$z=y+1$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$dz=dy$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$y=z-1$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$(y+1)\tan^{2}x\,dx+y\,dx=z\tan^{2}x\,dx+(z-1)\,dx=z\sec^{2}x\,dx-dx$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x\,dz+z\sec^{2}x\,dx=dx$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$d(z\tan x)=dx$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$z\tan x=x+C$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$y+1=(x+C)\cot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$xy=x\left((x+C)\cot x-1\right)=x(x+C)\cot x-x\to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$x\to0^{+}$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$x\cot x\to1$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$y\left(\frac{\pi}{4}\right)=\left(\frac{\pi}{4}+1\right)\cdot1-1=\frac{\pi}{4}$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similarly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Look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patterns.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condition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picks the coefficient of the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-type term of the general solution.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 form: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integrating factor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$d(y\tan x)=\tan x\,dy+y\sec^{2}x\,dx$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$d(y\sin x)=\sin x\,dy+y\cos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$d(ye^{x})=e^{x}dy+ye^{x}dx$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Look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$y\,P'(x)+P(x)y'$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patterns.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$\tan^{2}x=\sec^{2}x-1$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$\int\tan^{2}x\,dx=\tan x-x+C$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$x\cot x\to1$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$x^{2}\cot x\to0$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condition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 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picks the coefficient of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-type term of the general solution.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$y'+\frac{\sec^{2}x}{\tan x}y=-\tan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$2x^{2}\,dy+\left(e^{y}-2x\right)dx=0$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$y(e)=1$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$\log_e(2e)$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Differential equations reducible to linear form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turn the equation into the linear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$e^{-y}$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$t=e^{-y}$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turn the equation into the linear equation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$t'+\frac{t}{x}=\frac{1}{2x^{2}}$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$\frac{dy}{dx}=-\frac{e^{y}}{2x^{2}}+\frac{1}{x}$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$e^{-y}\frac{dy}{dx}=-\frac{1}{2x^{2}}+\frac{e^{-y}}{x}$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$e^{-y}=t$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$\frac{dt}{dx}=-e^{-y}\frac{dy}{dx}$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$\frac{dt}{dx}+\frac{t}{x}=\frac{1}{2x^{2}}$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$=e^{\int\frac{1}{x}dx}=x$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$t\,x=\int\frac{1}{2x}\,dx$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$e^{-y}x=\frac{1}{2}\ln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$y(e)=1$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$e^{-1}\cdot e=\frac{1}{2}+c$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$e^{-y}x=\frac{1}{2}(1+\ln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$e^{-y(1)}=\frac{1}{2}$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$\log_e2$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Spot the exact differential: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the equation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​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Spot the exact differential: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$e^{-y}$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the equation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$-2x\,d\!\left(xe^{-y}\right)=-dx$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$2x^{2}dy+(e^{y}-2x)dx=0$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$2x^{2}e^{-y}dy+dx-2xe^{-y}dx=0$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$2x^{2}e^{-y}dy-2xe^{-y}dx=-2x\left(e^{-y}dx-xe^{-y}dy\right)=-2x\,d\left(xe^{-y}\right)$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$-2x\,d\left(xe^{-y}\right)+dx=0$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$d\left(xe^{-y}\right)=\frac{dx}{2x}$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$xe^{-y}=\frac{1}{2}\ln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$(e,1)$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$1=\frac{1}{2}+c$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$e^{-y}=\frac{1}{2}$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$\log_e2$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patterns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show up as integrating factors.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stated domain).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$y'=a(x)+b(x)e^{y}$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$t=e^{-y}$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$t'+a(x)t=-b(x)$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$b=-\frac{1}{2x^{2}}$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$d\left(xe^{-y}\right)=e^{-y}\left(dx-x\,dy\right)$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patterns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$d(x^{m}e^{ny})$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show up as integrating factors.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$\frac{dt}{dx}+\frac{t}{x}=g(x)$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$(xt)'=xg(x)$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$\int\frac{dx}{2x}=\frac{1}{2}\ln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stated domain).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$\frac{dy}{dx}=2\left(y+2\sin x-5\right)x-2\cos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$y(\pi)$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$7e^{\pi^{2}}+5$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$2e^{\pi^{2}}+5$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$3e^{\pi^{2}}+5$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$e^{\pi^{2}}+5$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right side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must be recognised.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integrating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$e^{-x^{2}}$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right side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$\frac{d}{dx}\left(e^{-x^{2}}(5-2\sin x)\right)$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must be recognised.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d>
                      <m:dPr>
                        <m:begChr m:val="{"/>
                        <m:sepChr m:val=""/>
                        <m:endChr m:val="}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d>
                      <m:dPr>
                        <m:begChr m:val="{"/>
                        <m:sepChr m:val=""/>
                        <m:endChr m:val="}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integral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$\frac{dy}{dx}-2xy=2x(2\sin x-5)-2\cos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$=e^{\int-2x\,dx}=e^{-x^{2}}$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$y\,e^{-x^{2}}=\int e^{-x^{2}}\left\{2x(2\sin x-5)-2\cos x\right\}dx$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 e^{-x^{2}}\left\{(-2x)(-2\sin x)+(-2\cos x)\right\}dx+5\int e^{-x^{2}}(-2x)\,dx$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$e^{-x^{2}}(-2\sin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$\frac{d}{dx}\left(e^{-x^{2}}(-2\sin x)\right)=e^{-x^{2}}\left(4x\sin x-2\cos 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$y\,e^{-x^{2}}=e^{-x^{2}}(-2\sin x)+5e^{-x^{2}}+C$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$y=5-2\sin x+C\,e^{x^{2}}$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$y(0)=7\Rightarrow5+C=7$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$y=5-2\sin x+2e^{x^{2}}$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$y(\pi)=5+2e^{\pi^{2}}$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$2e^{\pi^{2}}+5$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simple separable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$u=y+2\sin x-5$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$u'=y'+2\cos x=2xu$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simple separable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 says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$u=y+2\sin x-5$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$u'=y'+2\cos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 says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$y'+2\cos x=2x\left(y+2\sin x-5\right)$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$u'=2xu$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$\frac{du}{u}=2x\,dx\Rightarrow u=Ce^{x^{2}}$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$u(0)=7+0-5=2$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$u=2e^{x^{2}}$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$y=u-2\sin x+5$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$y(\pi)=2e^{\pi^{2}}-0+5=2e^{\pi^{2}}+5$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$2e^{\pi^{2}}+5$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elementary, so the integrand must be recognised as an exact derivative rather than integrated directly.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$y'=P(x)\left(y-\varphi(x)\right)+\varphi'(x)$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$u=y-\varphi$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$u'=Pu$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$y=\varphi+Ce^{\int 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$\varphi=5-2\sin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$\frac{d}{dx}\left(e^{-x^{2}}u\right)=e^{-x^{2}}\left(u'-2xu\right)$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$y'-2xy=g$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$\left(e^{-x^{2}}y\right)'=e^{-x^{2}}g$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e^{-x^{2}}dx$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elementary, so the integrand must be recognised as an exact derivative rather than integrated directly.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$y'=kxy$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$y=Ce^{kx^{2}/2}$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the slope of the tangent to the curve at any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given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the slope of the tangent to the curve at any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$(x,f(x))$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given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$f(x)+xf'(x)=x^2$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$x^3-3xf(x)-4=0$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$x^3+xf(x)+12=0$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$x^2+2xf(x)+4=0$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$x^2+2xf(x)-12=0$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886452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derivative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equation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$f+xf'$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derivative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equation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$(xf)'=x^2$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relation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differential equation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the integrating factor and integrate: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relation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$f(x)+xf'(x)=x^2$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$y+x\frac{dy}{dx}=x^2$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$\frac{dy}{dx}+\frac{y}{x}=x$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differential equation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$P=\frac{1}{x}$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 \frac{dx}{x}}=x$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the integrating factor and 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$y\cdot x=\int x^2\,dx=\frac{x^3}{3}+C$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$(2)(-2)=\frac{(-2)^3}{3}+C$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$-4=-\frac{8}{3}+C$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$C=-\frac{4}{3}$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$yx=\frac{x^3}{3}-\frac{4}{3}$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$3xf(x)=x^3-4$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$x^3-3xf(x)-4=0$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$x^3-3xf(x)-4=0$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each option: differentiate it and see whether it reproduces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each option: differentiate it and see whether it reproduces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$f+xf'=x^2$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each option implicitly with respect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compare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This is exactly the given condition.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Rejected.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each option implicitly with respect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$f+xf'=x^2$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$x^3-3xf-4=0$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$3x^2-3f-3xf'=0$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$f+xf'=x^2$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This is exactly the given condition.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$x^3+xf+12=0$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$3x^2+f+xf'=0$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$f+xf'=-3x^2$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Rejected.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Rejected. (D) has the same derivative, so it is rejected too.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point for (A):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curve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answer is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$x^2+2xf+4=0$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$2x+2f+2xf'=0$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$f+xf'=-x$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Rejected. (D) has the same derivative, so it is rejected too.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point for (A):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$(-2)^3-3(-2)(2)-4=-8+12-4=0$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answer is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$x^3-3xf(x)-4=0$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Product-rule patterns: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more generally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Spotting one removes the need for an integrating factor.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solution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constant comes from the given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slope of the tangent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curve condition through a given point is an initial value problem.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identify a solution among options: the option must (i) vanish at the given point and (ii) reproduce the differential equation on differentiation.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Product-rule patterns: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$xy'+y=(xy)'$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more generally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$xy'+ny=x^{1-n}\,(x^ny)'$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Spotting one removes the need for an integrating factor.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$y'+Py=Q$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 P\,dx}$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solution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$y\,e^{\int P\,dx}=\int Q\,e^{\int P\,dx}dx+C$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constant comes from the given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slope of the 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curve condition through a given point is an initial value problem.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identify a solution among options: the option must (i) vanish at the given point and (ii) reproduce the differential equation on differentiation.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solution curve of the differential equation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root of the equation: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solution curve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$(2x-10y^3)\,dy+y\,dx=0$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root of the equation: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$y^5-2y-2=0$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$2y^5-2y-1=0$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$y^5-y^2-1=0$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$2y^5-y^2-2=0$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independent variable: the equation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independent variable: the equation is linear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$\frac{dx}{dy}+\frac{2}{y}x=10y^2$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equation: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𝐼.𝐹.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𝐼.𝐹.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$y\frac{dx}{dy}=-2x+10y^3$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$\frac{dx}{dy}+\frac{2}{y}x=10y^2$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 \frac{2}{y}dy}=e^{2\ln y}=y^2$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$x\cdot(\text{I.F.})=\int Q\cdot(\text{I.F.})\,dy$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$xy^2=\int 10y^2\cdot y^2\,dy$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$xy^2=2y^5+c$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root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$xy^2=2y^5-2$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$2\beta^2=2\beta^5-2$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$\beta^5-\beta^2-1=0$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root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$y^5-y^2-1=0$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$y^5-y^2-1=0$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the equation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exact differential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the equation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$y^2dx+2xy\,dy$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exact differential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$d(xy^2)$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equation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left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right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equation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$y\,dx+2x\,dy=10y^3\,dy$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$y^2\,dx+2xy\,dy=10y^4\,dy$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$d(xy^2)$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right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$d(2y^5)$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$d(xy^2-2y^5)=0$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$xy^2=2y^5+c$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$2\beta^2=2\beta^5-2$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$\beta^5-\beta^2-1=0$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$y^5-y^2-1=0$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appearing nonlinearly but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functions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only), solve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like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curve simply substitutes into the implicit solution; options are then compared after simplifying.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appearing nonlinearly 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functions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only), solve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$\frac{dx}{dy}+P(y)x=Q(y)$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 P\,dy}$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$d(xy^n)=y^{n-1}\,(y\,dx+nx\,dy)$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$y\,dx+nx\,dy$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$\frac{dx}{dy}+\frac{n}{y}x=g(y)$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$x\,y^n=\int y^ng(y)\,dy$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curve simply substitutes into the implicit solution; options are then compared after simplifying.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884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differential equation representing the family of parabolas with axis parallel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whose length of latus rectum is the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given by: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884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differential equation representing the family of parabolas with axis parallel 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whose length of latus rectum is the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$3x+4y=5$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given by: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$11\frac{d^2x}{dy^2}=10$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$11\frac{d^2y}{dx^2}=10$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$10\frac{d^2x}{dy^2}=11$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$10\frac{d^2y}{dx^2}=11$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Formation of differential equations, Parabola (latus rectum)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latus rectum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fixed number, so only the vertex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arbitrary; differentiate twice to remove both.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latus rectum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fixed number, so only the vertex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$(A,B)$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arbitrary; differentiate twice to remove both.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parabola has axis parallel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vertex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latus rectum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 to the 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parabola has axis parallel 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-axis, vertex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latus rectum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 to the 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$3x+4y=5$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parabola (opening upward, as in the PDF's figure)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once to 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again to 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$4a=\left|\frac{6-12-5}{5}\right|=\frac{11}{5}$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parabola (opening upward, as in the PDF's figure)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$(x-A)^2=\frac{11}{5}(y-B)$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once to eliminate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$2(x-A)=\frac{11}{5}\frac{dy}{dx}$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again to eliminate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$2=\frac{11}{5}\frac{d^2y}{dx^2}$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$11\frac{d^2y}{dx^2}=10$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Remark: parabolas opening downward,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family of both kinds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𝑑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not an option; (B) is the one option matching the upward family.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Remark: parabolas opening downward,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$(x-A)^2=-\frac{11}{5}(y-B)$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$11\frac{d^2y}{dx^2}=-10$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family of both kinds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$121\left(\frac{d^2y}{dx^2}\right)^2=100$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not an option; (B) is the one option matching the upward family.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11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$11\frac{d^2y}{dx^2}=10$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general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a parabola with vertical axis; its latus rectum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general form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$y=px^2+qx+r$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a parabola with vertical axis; its latus rectum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$\frac{1}{|p|}$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$y''=2p$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parabola with axis parallel to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Completing the square,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latus rectum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parabola with axis parallel to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$y=px^2+qx+r$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Completing the square,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$y-k=p(x-h)^2$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$(x-h)^2=\frac{1}{p}(y-k)$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$4a=\frac{1}{p}$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latus rectum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$\frac{1}{|p|}$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$3x+4y-5=0$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$\frac{|6-12-5|}{5}=\frac{11}{5}$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$\frac{1}{|p|}=\frac{11}{5}$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$|p|=\frac{5}{11}$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twice: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upward-opening parabola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twice: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$y''=2p$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$|y''|=\frac{10}{11}$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upward-opening parabola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$11\frac{d^2y}{dx^2}=10$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11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$11\frac{d^2y}{dx^2}=10$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differentiating twice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latus rectum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″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a constant. 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-type (axis along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order of the differential equation of a family equals the number of independent arbitrary constants: vertex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order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here, the latus rectum is a fixed number and does not add a constant.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$(x-h)^2=4a(y-k)$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differentiating twice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$\frac{d^2y}{dx^2}=\frac{1}{2a}$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latus rectum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$=\frac{2}{|y''|}$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a constant.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$y^2=4a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-type (axis along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$\frac{d^2x}{dy^2}$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order of the differential equation of a family equals the number of independent arbitrary constants: vertex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order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here, the latus rectum is a fixed number and does not add a constant.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sign-free description of 'both orientations' needs squaring: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𝑐𝑜𝑛𝑠𝑡𝑎𝑛𝑡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options it is enough to match the orientation intended.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$(x_1,y_1)$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$ax+by+c=0$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$\frac{|ax_1+by_1+c|}{\sqrt{a^2+b^2}}$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sign-free description of 'both orientations' needs squaring: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$(y'')^2=\text{constant}$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options it is enough to match the orientation intended.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non-negative function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twice differentiable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does not exist   (C)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non-negative function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twice differentiable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$\int_0^x\sqrt{1-(f'(t))^2}\,dt=\int_0^x 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x\le1$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$\lim_{x\to0}\frac{1}{x^2}\int_0^x 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does not exist   (C)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Variable separable differential equations, Leibniz rule and limits of integrals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Differentiating the integral equation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Differentiating the integral equation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$f'=\sqrt{1-f^2}$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$f=\sin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near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both sides (Leibniz rule):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 and solve 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(taking the positive root,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$\int_0^x\sqrt{1-(f'(t))^2}\,dt=\int_0^x 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x\le 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both sides (Leibniz rule):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$\sqrt{1-(f'(x))^2}=f(x)$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 and solve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$f'(x)=\sqrt{1-(f(x))^2}$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(taking the positive root,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$\int\frac{f'(x)}{\sqrt{1-(f(x))^2}}\,dx=\int 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$\sin^{-1}(f(x))=x+c$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limit is of the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L'Hospital's rule: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limit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limit is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$\frac{0}{0}$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$\lim_{x\to0}\frac{\int_0^x f(t)\,dt}{x^2}$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L'Hospital's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$\lim_{x\to0}\frac{f(x)}{2x}=\lim_{x\to0}\frac{\sin x}{2x}=\frac{1}{2}$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limit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equals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 need to solve the DE: only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matters, and the differentiated relation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 need to solve the DE: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$f'(0)$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matters, and the differentiated relation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$f'(0)=1$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Differentiating the given equation: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difference quotient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therefore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Differentiating the given 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$\sqrt{1-(f'(x))^2}=f(x)$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x\le1$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$\sqrt{1-(f'(0))^2}=f(0)=0$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$(f'(0))^2=1$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difference quotient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$\frac{f(h)}{h}\ge0$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𝑜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𝑜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$f(t)=t+o(t)$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$\int_0^xf(t)\,dt=\frac{x^2}{2}+o(x^2)$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$\lim_{x\to0}\frac{1}{x^2}\int_0^xf(t)\,dt=\frac{1}{2}$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equals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an interval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continuous,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 (differentiate both sides).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exists,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more generally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autonomous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solved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(while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the sign of a square root when passing from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select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$\int_a^x g(t)\,dt=\int_a^x h(t)\,dt$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an interval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$g,h$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continuous,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 (differentiate both sides).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$\lim_{x\to0}\frac{1}{x^2}\int_0^xf(t)\,dt=\frac{f'(0)}{2}$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more generally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$\int_0^xf\approx \frac{f'(0)x^2}{2}$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autonomous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$y'=\sqrt{1-y^2}$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$\sin^{-1}y=x+c$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$y=\sin(x+c)$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the sign of a square root when passing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$\sqrt{1-f'^2}=f$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$f'=\pm\sqrt{1-f^2}$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select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$\frac{dy}{dx}=\frac{2^{x+y}-2^x}{2^y}$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$\log_2(2+e)$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$\log_2(1+e)$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$\log_2(2e)$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$\log_2(1+e^2)$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998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Variable separable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Factor the numerator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the variables separate.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Factor the numerator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$2^x(2^y-1)$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the variables separate.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variables separate: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$\frac{dy}{dx}=\frac{2^x\left(2^y-1\right)}{2^y}$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variables separate: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$\int\frac{2^y}{2^y-1}\,dy=\int 2^x\,dx$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$\frac{\ln(2^y-1)}{\ln2}=\frac{2^x}{\ln 2}+c'$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$\ln(2^y-1)=2^x+C$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$\ln(2-1)=0=2^0+C$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$\ln(2^y-1)=2^x-1$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$2^y=1+e^{2^x-1}$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$y=\log_2\left(1+e^{2^x-1}\right)$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$y(1)=\log_2\left(1+e^{2-1}\right)=\log_2(1+e)$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$\log_2(1+e)$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absorbs every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$t=2^y$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$d(2^x)=(\ln2)2^x\,dx$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absorbs every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$\ln(t-1)=2^x+C$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$t=2^y$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$\frac{dt}{dx}=2^y\ln2\,\frac{dy}{dx}=t\ln2\,\frac{dy}{dx}$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$\frac{dy}{dx}=\frac{2^x(t-1)}{t}$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$\frac{dt}{dx}=(\ln2)\,2^x\,(t-1)$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$\frac{dt}{t-1}=(\ln2)\,2^x\,dx=d(2^x)$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$\ln(t-1)=2^x+C$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$0=1+C$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$\ln(t-1)=2-1=1$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$t=1+e$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$2^{y(1)}=1+e$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$y(1)=\log_2(1+e)$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$\log_2(1+e)$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right-hand side that factors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separable: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Always try to factor common powers such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factors cancel when both sides carry a base-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function.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Converting back: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right-hand side that factors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$g(x)h(y)$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separable: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$\frac{dy}{h(y)}=g(x)\,dx$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Always try to factor common powers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$2^{x+y}-2^x=2^x(2^y-1)$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$\int\frac{a^y}{a^y-1}\,dy=\frac{\ln(a^y-1)}{\ln a}+C$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$\frac{f'}{f}$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$f=a^y-1$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$a&gt;0,a\ne1$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$a^y\neq1$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$\frac{d}{dx}(a^x)=a^x\ln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$a^x\,dx=\frac{d(a^x)}{\ln 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factors cancel when both sides carry a base-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function.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Converting back: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$e^{u}=2^y-1$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$y=\log_2(1+e^{u})$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$y(0)=\log_2(1+e^0)=1$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𝑦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den>
                                </m:f>
                              </m:e>
                            </m:d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ϕ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𝑦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den>
                                </m:f>
                              </m:e>
                            </m: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$y\frac{dy}{dx}=x\left[\frac{y^2}{x^2}+\frac{\phi\left(\frac{y^2}{x^2}\right)}{\phi'\left(\frac{y^2}{x^2}\right)}\right]$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$\phi\left(\frac{y^2}{4}\right)$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$2\phi(1)$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$4\phi(2)$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$4\phi(1)$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Homogeneous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substitution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$u=\phi(v^2)$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$\frac{v\phi'(v^2)}{\phi(v^2)}dv$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$\frac{du}{2u}$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ϕ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 the variables: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$\frac{dy}{dx}=v+x\frac{dv}{dx}$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$\frac{y^2}{x^2}=v^2$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$vx\left(v+x\frac{dv}{dx}\right)=x\left(v^2+\frac{\phi(v^2)}{\phi'(v^2)}\right)$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$vx\frac{dv}{dx}=\frac{\phi(v^2)}{\phi'(v^2)}$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 the variables: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$\int\frac{v\,\phi'(v^2)}{\phi(v^2)}\,dv=\int\frac{dx}{x}$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$\phi(v^2)=u$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$\phi'(v^2)\cdot2v\,dv=du$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$v\,\phi'(v^2)\,dv=\frac{du}{2}$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$\frac{1}{2}\int\frac{du}{u}=\int\frac{dx}{x}$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$\frac{1}{2}\ln u=\ln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$\frac{1}{2}\ln\phi\left(\frac{y^2}{x^2}\right)=\ln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$\frac{y^2}{x^2}=1$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$\frac{1}{2}\ln\phi(1)=c$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$\frac{1}{2}\ln\phi\left(\frac{y^2}{x^2}\right)=\ln x+\frac{1}{2}\ln\phi(1)$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$\frac{1}{2}\ln\phi\left(\frac{y^2}{4}\right)=\ln2+\frac{1}{2}\ln\phi(1)$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$\ln\phi\left(\frac{y^2}{4}\right)=\ln4+\ln\phi(1)=\ln\left(4\phi(1)\right)$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$\phi\left(\frac{y^2}{4}\right)=4\phi(1)$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$4\phi(1)$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Show that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 along every solution by differentiating it with the ODE.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Show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$\frac{\phi(y^2/x^2)}{x^2}$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 along every solution by differentiating it with the ODE.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ODE reads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ϕ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$w=\frac{y^2}{x^2}$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$F(x)=\frac{\phi(w)}{x^2}$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ODE reads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$yy'=x\left(w+\frac{\phi(w)}{\phi'(w)}\right)$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$\frac{y^2}{x}=xw$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$yy'-\frac{y^2}{x}=\frac{x\,\phi(w)}{\phi'(w)}$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$w'=\frac{2x^2yy'-2xy^2}{x^4}=\frac{2}{x^2}\left(yy'-\frac{y^2}{x}\right)=\frac{2\phi(w)}{x\,\phi'(w)}$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constant.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$F'=\frac{\phi'(w)\,w'\,x^2-2x\,\phi(w)}{x^4}=\frac{2x\phi(w)-2x\phi(w)}{x^4}=0$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$\frac{\phi(y^2/x^2)}{x^2}$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$\frac{\phi(y^2/4)}{4}=\phi(1)$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$\phi\left(\frac{y^2}{4}\right)=4\phi(1)$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$4\phi(1)$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(separable);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is handled the same way (or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Logarithmic-derivative recognition: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an abstract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solution is expressed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itself: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an unknown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answer cannot be numeric; look for an invariant relation and evaluate it at the two points required.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algebra with a concrete choice, 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numerical integration of the ODE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$\frac{dy}{dx}=F\left(\frac{y}{x}\right)$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$x\frac{dv}{dx}=F(v)-v$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(separable);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is handled the same way (or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Logarithmic-derivative recognition: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$\frac{\phi'(g)\,g'}{\phi(g)}=\frac{d}{dx}\ln\phi(g)$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an abstract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solution is expressed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$\phi\left(\frac{y^2}{x^2}\right)=Kx^2$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an unknown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answer cannot be numeric; look for an invariant relation and evaluate it at the two points required.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algebra with a concrete choice,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$\phi(w)=w^3+w$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numerical integration of the ODE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$\phi(y(2)^2/4)=8=4\phi(1)$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interval: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$\frac{dy}{dx}=\frac{2^xy+2^y\cdot2^x}{2^x+2^{x+y}\log_e2}$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the interval: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$\left(\frac{1}{2},1\right]$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$\left(0,\frac{1}{2}\right]$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192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Variable separable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Cancel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exactly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equation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Cancel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$2^x$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$(1+2^y\ln2)\,dy$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exactly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$d(y+2^y)$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equation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$\frac{du}{u}=dx$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sup>
                            </m:sSup>
                          </m:e>
                        </m:d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 the variables: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$\frac{dy}{dx}=\frac{2^x\left(y+2^y\right)}{2^x\left(1+2^y\ln2\right)}=\frac{y+2^y}{1+2^y\ln2}$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 the variables: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$\int\frac{1+2^y\ln2}{y+2^y}\,dy=\int 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$y+2^y=t$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$\left(1+2^y\ln2\right)dy=dt$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$\int\frac{dt}{t}=\int 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t=x+c$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$\ln\left(y+2^y\right)=x+c$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$\ln(0+1)=0+c$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$\ln\left(y+2^y\right)=x$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$x=\ln(1+2)=\ln3$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$e&lt;3&lt;e^2$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$1&lt;\ln3&lt;2$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$(1,2)$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by the chain rule the DE collapses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growth law.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$u=y+2^y$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by the chain rule the DE collapses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$\frac{du}{dx}=u$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growth law.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(after cancelling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$u=y+2^y$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$\frac{du}{dx}=\left(1+2^y\ln2\right)\frac{dy}{dx}$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$\frac{dy}{dx}=\frac{y+2^y}{1+2^y\ln2}=\frac{u}{1+2^y\ln2}$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(after cancelling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$\frac{du}{dx}=u$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$u=Ke^x$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$u=0+1=1$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$y+2^y=e^x$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$x=\ln3$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$e&lt;3&lt;e^2$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$(1,2)$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Cancel common factors before separating: both numerator and denominator here contain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equation is really autonomous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the integrand is of the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Locating a logarithm in an interval: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Cancel common factors before separating: both numerator and denominator here contain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equation is really autonomous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$\frac{d}{dy}\left(a^y\right)=a^y\ln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$1+2^y\ln2=\frac{d}{dy}\left(y+2^y\right)$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the integrand is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$\frac{u'}{u}$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$u=g(y)$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$\frac{dy}{dx}=\frac{g(y)}{g'(y)}$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$\frac{du}{dx}=u$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$u=Ke^x$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Locating a logarithm in an interval: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$a&lt;N&lt;b\Rightarrow\ln a&lt;\ln N&lt;\ln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$e^1&lt;3&lt;e^2$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solution curve of the differential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solution curve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$x^2\,dy+\left(y-\frac{1}{x}\right)dx=0$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$y\left(\frac{1}{2}\right)$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$\frac{3}{2}-\frac{1}{\sqrt 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$3+\frac{1}{\sqrt 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$3+e$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equation is linear,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 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integrate.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equation is linear,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$y'+\frac{y}{x^2}=\frac{1}{x^3}$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 integrating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$e^{-1/x}$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$t=-\frac{1}{x}$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integrate.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 form: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$x^2\,dy=\left(\frac{1}{x}-y\right)dx$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$\frac{dy}{dx}=\frac{1}{x^3}-\frac{1}{x^2}y$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$\frac{dy}{dx}+\frac{1}{x^2}y=\frac{1}{x^3}$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$e^{\int\frac{dx}{x^2}}=e^{-\frac{1}{x}}$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$y\,e^{-1/x}=\int e^{-1/x}\frac{1}{x^3}\,dx+c=\int e^{-1/x}\cdot\frac{1}{x}\cdot\frac{1}{x^2}\,dx+c$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$t=-\frac{1}{x}$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$dt=\frac{dx}{x^2}$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$\frac{1}{x}=-t$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e^t(-t)\,dt=-\int te^t\,dt$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Back-substitute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$y\,e^{-1/x}=-\left[te^t-e^t\right]+c$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Back-substitute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$t=-\frac{1}{x}$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$y\,e^{-1/x}=\frac{1}{x}e^{-1/x}+e^{-1/x}+c$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$y=\frac{1}{x}+1+c\,e^{1/x}$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$1=1+1+ce$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$c=-\frac{1}{e}$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$y=\frac{1}{x}+1-\frac{1}{e}\,e^{1/x}$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$y\left(\frac{1}{2}\right)=2+1-\frac{1}{e}\,e^{2}=3-e$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$3-e$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Guess a particular solution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inspection and add the homogeneous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Guess a particular solution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$y_p=1+\frac{1}{x}$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inspection and add the homogeneous solution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$Ce^{1/x}$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Its homogeneous solution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works.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$y'+\frac{y}{x^2}=\frac{1}{x^3}$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Its homogeneous solution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$y_h=Ce^{1/x}$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$\frac{d}{dx}e^{1/x}=-\frac{e^{1/x}}{x^2}$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$y_p=1+\frac{1}{x}$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$y_p'=-\frac{1}{x^2}$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$y_p'+\frac{y_p}{x^2}=-\frac{1}{x^2}+\frac{1}{x^2}+\frac{1}{x^3}=\frac{1}{x^3}$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works.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$y=1+\frac{1}{x}+Ce^{1/x}$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$1=2+Ce$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$C=-\frac{1}{e}$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$y\left(\frac{1}{2}\right)=1+2-\frac{1}{e}e^{2}=3-e$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$3-e$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 of a linear DE = particular solution +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particular solution can often be found by trying a short expression in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sign of the exponent is easy to get wrong).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(integration by parts); the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this form.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domain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matters: the solution contains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both singular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 of a linear DE = particular solution +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$C\,e^{-\int P\,dx}$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particular solution can often be found by trying a short expression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$\int\frac{dx}{x^2}=-\frac{1}{x}$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$y'+\frac{y}{x^2}=Q$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$e^{-1/x}$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sign of the exponent is easy to get wrong).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te^t\,dt=(t-1)e^t+C$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(integration by parts); the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$t=-\frac{1}{x}$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$\int\frac{e^{-1/x}}{x^3}dx$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this form.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domain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matters: the solution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$e^{1/x}$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both singular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Q25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(no marks printed - JEE Advanced default assumed)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ϕ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$x\,\phi(x)=\int_5^x\left(3t^2-2\phi'(t)\right)dt$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$\phi(0)=4$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equations, Leibniz rule (integral equations)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to remove the integral; the result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says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to remove the integral; the result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$(x+2)\phi'+\phi=3x^2$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says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$\frac{d}{dx}\left[(x+2)\phi\right]=3x^2$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ϕ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both sides: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 terms: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this is linear with 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$x\,\phi(x)=\int_5^x\left(3t^2-2\phi'(t)\right)dt$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both sides: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$x\phi'(x)+\phi(x)=3x^2-2\phi'(x)$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$(x+2)\phi'(x)+\phi(x)=3x^2$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$\phi'(x)+\frac{1}{x+2}\phi(x)=\frac{3x^2}{x+2}$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$\phi=y$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this is linear with 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$e^{\int\frac{dx}{x+2}}=x+2$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$y\,(x+2)=\int\frac{3x^2}{x+2}(x+2)\,dx=x^3+C$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$\phi(0)=4$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$4\cdot2=0+C$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$\phi(x)=\frac{x^3+8}{x+2}$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$\phi(2)=\frac{8+8}{4}=4$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Evaluate the integral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(FTC),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subtract the value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no DE is solved.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Evaluate the integral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$\phi'$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(FTC),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$(x+2)\phi(x)=x^3+K$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subtract the value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no DE is solved.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integral: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integral: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$\int_5^x3t^2\,dt=x^3-125$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$\int_5^x2\phi'(t)\,dt=2\phi(x)-2\phi(5)$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$x\phi(x)=x^3-125-2\phi(x)+2\phi(5)$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$(x+2)\phi(x)=x^3+K$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$K=2\phi(5)-125$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$2\phi(0)=K$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$4\phi(2)=8+8=16$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$\phi(2)=4$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equivalent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together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differentiate to get the DE and use the boundary value to fix the constant.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have to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the data of this question are not fully consistent with that, but the DE route gives the intended answer.)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linear DE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integrating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solution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$G(x)=\int_a^x h(t)\,dt$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equivalent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$G'(x)=h(x)$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together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differentiate to get the DE and use the boundary value to fix the constant.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$G(5)=5\phi(5)$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have to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the data of this question are not fully consistent with that, but the DE route gives the intended answer.)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$(x+a)\phi'+\phi=\frac{d}{dx}\left[(x+a)\phi\right]$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linear 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$\phi'+\frac{1}{x+a}\phi=g(x)$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$(x+a)\phi=\int(x+a)g\,dx$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like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ϕ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 integral of a derivative needs no DE, only the boundary values.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quick check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$\int_5^x\phi'(t)\,dt$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$\phi(x)-\phi(5)$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 integral of a derivative needs no DE, only the boundary values.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quick check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$\phi=\frac{x^3+8}{x+2}$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$\phi(0)=4$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$(x+2)\phi'+\phi=3x^2$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$\phi'(1)=\frac{3\cdot3-9}{9}=0$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$\phi(1)=3$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$3\cdot0+3=3=3\cdot1^2$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5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Q26 – Q42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(no marks printed - JEE Advanced default assumed)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solution of the differential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$x=x(y)$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$y\frac{dx}{dy}=2x+y^3(y+1)e^y$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$e^3\left(e^e-1\right)$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$e^e\left(e^3-1\right)$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$e^2\left(e^e+1\right)$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$e^e\left(e^2-1\right)$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independent the equation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left side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independent the equation is linear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integrating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$y^{-2}$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left side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$d\left(\frac{x}{y^2}\right)$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through: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$y\frac{dx}{dy}-2x=y^3(y+1)e^y$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$\frac{dx}{dy}-\frac{2}{y}x=y^2(y+1)e^y$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$e^{\int-\frac{2}{y}dy}=\frac{1}{y^2}$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through: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d\left(\frac{x}{y^2}\right)=\int(y+1)e^y\,dy$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$\frac{d}{dy}\left(ye^y\right)=(y+1)e^y$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$\frac{x}{y^2}=ye^y+c$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$0=e+c$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$\frac{x}{y^2}=ye^y-e$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$\frac{x}{e^2}=e\cdot e^e-e=e\left(e^e-1\right)$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$x(e)=e^3\left(e^e-1\right)$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$e^3\left(e^e-1\right)$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directly: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 cancel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drops out.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$x=y^2u(y)$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directly: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 cancel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$u'=(y+1)e^y$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drops out.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$x=y^2u$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$\frac{dx}{dy}=2yu+y^2u'$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$y\frac{dx}{dy}=2x+y^3(y+1)e^y$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$2y^2u+y^3u'=2y^2u+y^3(y+1)e^y$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$u'=(y+1)e^y$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$u=ye^y+c$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$u=e\cdot e^e-e$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$x=e^2u=e^3\left(e^e-1\right)$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$e^3\left(e^e-1\right)$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equation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independent variable, write it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value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left side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integrating-factor-free way to solve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equation is 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independent variable, write it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$\frac{dx}{dy}+P(y)x=Q(y)$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 P\,dy}$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value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$\frac{dx}{dy}-\frac{n}{y}x=g(y)$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$y^{-n}$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left side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$\frac{d}{dy}\left(\frac{x}{y^n}\right)$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$\frac{d}{dy}\frac{x}{y^n}=\frac{1}{y^n}\left(x'-\frac{n}{y}x\right)$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$\int(f+f')e^y\,dy=fe^y+C$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$\int(y+1)e^y\,dy=ye^y+C$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$x=y^n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integrating-factor-free way to solve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$y\,x'-nx=\ldots$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96900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particle is moving in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along a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passing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tangent to the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bisects the segment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parabola with: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length of latus rectum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length of latus rectum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focus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focus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96900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particle is moving in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-plane along a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passing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tangent to the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meets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bisects the segment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parabola with: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length of latus rectum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length of latus rectum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focus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$\left(\frac{4}{3},0\right)$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focus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$\left(0,\frac{3}{4}\right)$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Formation of differential equations (tangent geometry), Parabola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 bisecting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the midpoint has abscissa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-axis bisecting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the midpoint has abscissa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$y\frac{dx}{dy}=2x$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tangent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$Y-y=\frac{dy}{dx}(X-x)$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$Q=\left(x-\frac{y}{dy/dx},\,0\right)=\left(x-y\frac{dx}{dy},\,0\right)$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bisects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midpoint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abscissa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den>
                            </m:f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 the variables: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bisects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abscissa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$\frac{x+\left(x-y\frac{dx}{dy}\right)}{2}=0$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$y\frac{dx}{dy}=2x$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 the variables: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$\int\frac{2\,dy}{y}=\int\frac{dx}{x}$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length of the latus rectum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(option A). The focus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(C) and (D) are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$2\ln y=\ln x+\ln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$9=3c$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$y^2=3x$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$y^2=4ax$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length of the latus rectum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(option A). The focus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$\left(\frac{3}{4},0\right)$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(C) and (D) are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length of latus rectum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length of latus rectum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Read off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midpoint condition; the tangent is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slope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Read off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$Q=(-x,0)$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midpoint condition; the tangent is the line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slope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$\frac{y}{2x}$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bisects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tangent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slope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$Q=(q,0)$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bisects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$\frac{x+q}{2}=0$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$Q=(-x,0)$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$\frac{y-0}{x-(-x)}=\frac{y}{2x}$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$\frac{dy}{dx}=\frac{y}{2x}$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$\frac{dy}{y}=\frac{dx}{2x}$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latus rectum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$y^2=3x$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latus rectum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length of latus rectum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length of latus rectum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Tangent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intercepts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 The subtangent has length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an axis bisects the tangent segment, the intercept equals the negative of the corresponding coordinate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bisecting the intercept segment, use the midpoint condition instead.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exactly those for which the subtangent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latus rectum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focus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Describe the family first (here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then use the given point to fix the single constant before answering geometry questions about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intercepts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$X=x-\frac{y}{y'}$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$Y=y-xy'$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 The subtangent has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$\frac{y}{|y'|}$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an axis bisects the tangent segment, the intercept equals the negative of the corresponding coordinate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$Q=(-x,0)$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bisecting the intercept segment, use the midpoint condition instead.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exactly those for which the subtangent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$y^2=4ax$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latus rectum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focus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Describe the family first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then use the given point to fix the single constant before answering geometry questions about 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445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slope of normal at any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given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curve passes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445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slope of normal at any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given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$\frac{x^2}{xy-x^2y^2-1}$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curve passes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$e\cdot y(e)$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$\frac{1-\tan(1)}{1+\tan(1)}$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$\frac{1+\tan(1)}{1-\tan(1)}$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5328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Differential equations reducible by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slope of the normal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combination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suggests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slope of the normal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$-\frac{dx}{dy}$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combination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suggests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$v=xy$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$x\frac{dv}{dx}=v^2+1$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Slope of the normal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Slope of the normal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$=-\frac{dx}{dy}=\frac{x^2}{xy-x^2y^2-1}$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$\frac{dy}{dx}=-\frac{xy-x^2y^2-1}{x^2}=\frac{x^2y^2-xy+1}{x^2}$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$xy=v$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$y+x\frac{dy}{dx}=\frac{dv}{dx}$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$\frac{dy}{dx}=\frac{1}{x}\left(\frac{dv}{dx}-y\right)$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$\frac{dv}{dx}-y=\frac{v^2-v+1}{x}$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$y=\frac{v}{x}$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$\frac{dv}{dx}-\frac{v}{x}=\frac{v^2-v+1}{x}$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$x\frac{dv}{dx}=v^2+1$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$\int\frac{dv}{v^2+1}=\int\frac{dx}{x}$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$\tan^{-1}(xy)=\ln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$\tan^{-1}1=0+c$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$xy=\tan\left(\ln x+\frac{\pi}{4}\right)$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$y=\frac{1}{x}\tan\left(\ln x+\frac{\pi}{4}\right)$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$y(e)=\frac{1}{e}\tan\left(1+\frac{\pi}{4}\right)$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$e\,y(e)=\tan\left(1+\frac{\pi}{4}\right)=\frac{1+\tan1}{1-\tan1}$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$\frac{1+\tan(1)}{1-\tan(1)}$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Show directly that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constant: its derivative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the ODE.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Show directly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$\tan^{-1}(xy)-\ln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constant: its derivative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the ODE.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ODE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constant;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ODE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$y+x\frac{dy}{dx}=y+\frac{x^2y^2-xy+1}{x}=\frac{x^2y^2+1}{x}$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$w=\tan^{-1}(xy)$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$\frac{dw}{dx}=\frac{y+xy'}{1+x^2y^2}=\frac{x^2y^2+1}{x\left(1+x^2y^2\right)}=\frac{1}{x}$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$w-\ln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constant;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tangent addition formula this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$\tan^{-1}(xy)=\ln x+\frac{\pi}{4}$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$e\,y(e)=\tan\left(1+\frac{\pi}{4}\right)$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tangent addition formula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$\frac{1+\tan1}{1-\tan1}$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$\frac{1+\tan(1)}{1-\tan(1)}$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slope of the normal then the slope of the tangent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(equivalently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appear, set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equation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separates.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satisfies the ODE (numerically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two sides agree).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slope of the normal then the slope of the tangent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$\frac{dy}{dx}=-\frac{1}{f}$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$-\frac{dx}{dy}=f$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$d(xy)=y\,dx+x\,dy$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appear, 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equation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$x\frac{dv}{dx}=g(v)$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separates.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$\int\frac{dv}{1+v^2}=\tan^{-1}v$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$\tan\left(a+\frac{\pi}{4}\right)=\frac{1+\tan a}{1-\tan 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$y=\frac{1}{x}\tan\left(\ln x+\frac{\pi}{4}\right)$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satisfies the ODE (numerically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$x=1.7$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two sides agree).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971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Then, the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not a critical point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a point of local minima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a point of local maxima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a point of inflection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971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$(x+1)y'-y=e^{3x}(x+1)^2$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Then,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$x=-\frac{4}{3}$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not a critical point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a point of local minima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a point of local maxima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a point of inflection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equations, Maxima and minima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Dividing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left side exactly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Dividing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$(x+1)^2$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left side exactly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$d\left(\frac{y}{x+1}\right)$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$(x+1)\,dy-y\,dx=e^{3x}(x+1)^2\,dx$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$\frac{(x+1)\,dy-y\,dx}{(x+1)^2}=e^{3x}\,dx$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$d\left(\frac{y}{x+1}\right)=e^{3x}\,dx$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$\frac{y}{x+1}=\frac{e^{3x}}{3}+C$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$\left(0,\frac{1}{3}\right)$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$\frac{1}{3}=\frac{1}{3}+C$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$y=\frac{(x+1)e^{3x}}{3}$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sign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negative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positive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derivative changes sign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a point of local minima,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$\frac{dy}{dx}=\frac{1}{3}\left((x+1)\,3e^{3x}+e^{3x}\right)=\frac{e^{3x}}{3}(3x+4)$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$e^{3x}&gt;0$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negative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$x&lt;-\frac{4}{3}$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positive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$x&gt;-\frac{4}{3}$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derivative changes sign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$x=-\frac{4}{3}$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a point of local minima,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a point of local minima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kill the linear term, then settle the nature of the point with the second derivative.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$y=(x+1)u$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kill the linear term, then settle the nature of the point with the second derivative.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$y=(x+1)u$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$y'=u+(x+1)u'$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$(x+1)u+(x+1)^2u'-(x+1)u=e^{3x}(x+1)^2$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$u'=e^{3x}$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$u=\frac{e^{3x}}{3}+C$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$u(0)=\frac{1}{3}$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$y=\frac{(x+1)e^{3x}}{3}$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vanishes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a critical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a local minimum,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$y'=\frac{e^{3x}(3x+4)}{3}$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vanishes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$x=-\frac{4}{3}$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is a critical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$y''=e^{3x}(3x+5)$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$x=-\frac{4}{3}$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$y''=e^{-4}\cdot1&gt;0$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$y''&gt;0$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a local minimum,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a point of local minima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Quotient-rule pattern: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solution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Critical point test: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gives a local minimum;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 local maximum; no sign change means inflection-type behaviour.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DE with a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's sign decided by the polynomial factor, 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Quotient-rule pattern: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$\frac{u\,dy-y\,du}{u^2}=d\left(\frac{y}{u}\right)$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$(x+1)y'-y=(x+1)^2\left(\frac{y}{x+1}\right)'$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$(x+a)y'-y=(x+a)^2g(x)$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solution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$\frac{y}{x+a}=\int g(x)\,dx$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Critical point test: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$y'(x_0)=0$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$y''(x_0)&gt;0$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gives a local minimum;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$y''&lt;0$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 local maximum; no sign change means inflection-type behaviour.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DE with a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$e^{kx}$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's sign decided by the polynomial factor,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$e^{kx}&gt;0$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solution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differential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passes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intersects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solution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$y^2dx+(x^2-xy+y^2)\,dy=0$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passes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intersects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$y=\sqrt{3}x$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$(\alpha,\sqrt{3}\alpha)$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$\log_e(\sqrt{3}\alpha)$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$\frac{\pi}{6}$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Homogeneous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equation into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$x\,dy-y\,dx=x^2\,d\left(\frac{y}{x}\right)$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equation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$\frac{d(y/x)}{1+(y/x)^2}=\frac{dy}{y}$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$y^2dx-xy\,dy=-\left(x^2+y^2\right)dy$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$y\left(y\,dx-x\,dy\right)=-\left(x^2+y^2\right)dy$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$y(x\,dy-y\,dx)=\left(x^2+y^2\right)dy$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$\frac{x\,dy-y\,dx}{x^2}=\left(1+\frac{y^2}{x^2}\right)\frac{dy}{y}$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$d\left(\frac{y}{x}\right)=\frac{x\,dy-y\,dx}{x^2}$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$\frac{d\left(y/x\right)}{1+\frac{y^2}{x^2}}=\frac{dy}{y}$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$\tan^{-1}\left(\frac{y}{x}\right)=\ln y+C$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$\frac{\pi}{4}=0+C$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$(\alpha,\sqrt{3}\alpha)$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$\frac{y}{x}=\sqrt{3}$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$\frac{\pi}{3}=\ln\left(\sqrt{3}\alpha\right)+\frac{\pi}{4}$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$\ln\left(\sqrt{3}\alpha\right)=\frac{\pi}{3}-\frac{\pi}{4}=\frac{\pi}{12}$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$\frac{\pi}{12}$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it as homogeneous in the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it as homogeneous in the form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$\frac{dx}{dy}=F\left(\frac{x}{y}\right)$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$x=vy$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homogeneous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$\frac{dx}{dy}=-\frac{x^2-xy+y^2}{y^2}=-\left(\frac{x^2}{y^2}-\frac{x}{y}+1\right)$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homogeneous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$x=vy$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$v+y\frac{dv}{dy}=-\left(v^2-v+1\right)$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$y\frac{dv}{dy}=-\left(v^2+1\right)$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$\frac{dv}{1+v^2}=-\frac{dy}{y}$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$\tan^{-1}\left(\frac{x}{y}\right)=-\ln y+C$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$(\alpha,\sqrt{3}\alpha)$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$\frac{x}{y}=\frac{1}{\sqrt{3}}$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$\frac{\pi}{6}=-\ln\left(\sqrt{3}\alpha\right)+\frac{\pi}{4}$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$\ln\left(\sqrt{3}\alpha\right)=\frac{\pi}{4}-\frac{\pi}{6}=\frac{\pi}{12}$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$\frac{\pi}{12}$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spot these in homogeneous equations to separate quickly.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homogeneous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degree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can be solved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choose the one with the simpler algebra.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substitutions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the same curve: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set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the implicit solution to find the intersection.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$d\left(\frac{y}{x}\right)=\frac{x\,dy-y\,dx}{x^2}$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$d\left(\frac{x}{y}\right)=\frac{y\,dx-x\,dy}{y^2}$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spot these in homogeneous equations to separate quickly.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homogeneous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$M\,dx+N\,dy=0$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(same degree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can be solved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$x=vy$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choose the one with the simpler algebra.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$\tan^{-1}\frac{y}{x}+\tan^{-1}\frac{x}{y}=\frac{\pi}{2}$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substitutions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$x=vy$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the same curve: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$\frac{\pi}{2}-\left(-\ln y+\frac{\pi}{4}\right)=\ln y+\frac{\pi}{4}$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$\tan^{-1}\sqrt{3}=\frac{\pi}{3}$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$\tan^{-1}\frac{1}{\sqrt{3}}=\frac{\pi}{6}$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set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$y=\sqrt{3}x$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the implicit solution to find the intersection.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solution of the differential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$2x^2\frac{dy}{dx}-2xy+3y^2=0$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$y(e)=\frac{e}{3}$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Bernoulli and homogeneous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Dividing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it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(a Bernoulli equation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Dividing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it linear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$z=-\frac{1}{y}$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(a Bernoulli equation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equation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$2x^2\frac{dy}{dx}-2xy+3y^2=0$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$2x^2y^2$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$\frac{1}{y^2}\frac{dy}{dx}-\frac{1}{y}\cdot\frac{1}{x}=-\frac{3}{2x^2}$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$-\frac{1}{y}=z$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$\frac{1}{y^2}\frac{dy}{dx}=\frac{dz}{dx}$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$\frac{dz}{dx}+\frac{1}{x}z=-\frac{3}{2x^2}$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equation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$e^{\int\frac{dx}{x}}=x$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𝑐𝑜𝑛𝑠𝑡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$zx=\int-\frac{3}{2x^2}\cdot x\,dx=-\frac{3}{2}\ln x+\text{const}$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$-\frac{x}{y}=-\frac{3}{2}\ln x-C$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$\frac{x}{y}=\frac{3}{2}\ln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$y(e)=\frac{e}{3}$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$3=\frac{3}{2}+C$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$\frac{x}{y}=\frac{3}{2}\left(\ln x+1\right)$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$y=\frac{2}{3}\cdot\frac{x}{\ln 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$y(1)=\frac{2}{3}$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$\frac{2}{3}$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Every term has degree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equation is homogeneous, so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separate.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Every term has degree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equation is homogeneous, so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separate.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terms are of degree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simplifies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terms are of degree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$y'=v+xv'$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$2x^2\left(v+xv'\right)-2x\cdot vx+3v^2x^2=0$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simplifies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$2x^3v'+3v^2x^2=0$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$2xv'=-3v^2$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$\frac{dv}{v^2}=-\frac{3}{2}\frac{dx}{x}$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$-\frac{1}{v}=-\frac{3}{2}\ln x-C$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$\frac{x}{y}=\frac{3}{2}\ln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$y(e)=\frac{e}{3}$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$3=\frac{3}{2}+C$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$\frac{1}{y}=\frac{3}{2}$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$y(1)=\frac{2}{3}$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$\frac{2}{3}$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Bernoulli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a linear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equation in which every term has the same total degree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degree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homogeneous;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separates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unknown appears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together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dividing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quick cue: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Sanity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ODE (verified symbolically).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Bernoulli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$y'+Py=Qy^n$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$n\neq0,1$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$z=y^{1-n}$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a linear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$z'+(1-n)Pz=(1-n)Q$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equation in which every term has the same total degree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degree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homogeneous;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separates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unknown appears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together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$z=\frac{1}{y}$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quick cue: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$\frac{d}{dx}\left(\frac{1}{y}\right)=-\frac{y'}{y^2}$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Sanity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$y=\frac{2x}{3(\ln x+1)}$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$y(e)=\frac{e}{3}$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ODE (verified symbolically).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solution of the differential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local maximum value of the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$x\frac{dy}{dx}+2y=xe^x$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local maximum value of the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$z(x)=x^2y(x)-e^x$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$\frac{4}{e}-e$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998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equations, Maxima and minima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with 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);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locates the maximum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with integrating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$x^2y=\int x^2e^x\,dx$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$z'=e^x\left(x^2-1\right)$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locates the maximum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$\frac{dy}{dx}+\frac{2}{x}y=e^x$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$e^{\int\frac{2}{x}dx}=e^{2\ln x}=x^2$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$y\,x^2=\int x^2e^x\,dx$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x^2e^x\,dx=x^2e^x-\int2xe^x\,dx=x^2e^x-2\left[xe^x-\int e^x\,dx\right]$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$x^2y=x^2e^x-2xe^x+2e^x+c$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$0=e-2e+2e+c$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sign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local maximum.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$x^2y=x^2e^x-2xe^x+2e^x-e$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$z(x)=x^2y-e^x=x^2e^x-2xe^x+e^x-e$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$z'(x)=x^2e^x+2xe^x-2\left(xe^x+e^x\right)+e^x=e^x\left(x^2-1\right)$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$z'=0\Rightarrow x=\pm1$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$-1&lt;x&lt;1$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local maximum.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$z(-1)=e^{-1}+\frac{2}{e}+\frac{1}{e}-e=\frac{4}{e}-e$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$\frac{4}{e}-e$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straight from the ODE (no solving), then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$z'=e^x(x^2-1)$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straight from the ODE (no solving), then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$z(-1)$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$(x^2y)'=x^2e^x$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ODE,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without solving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local maximum 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$z'=2xy+x^2y'-e^x=x\left(xy'+2y\right)-e^x$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ODE,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$xy'+2y=xe^x$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$z'=x^2e^x-e^x=e^x\left(x^2-1\right)$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without solving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local maximum 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ODE times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ODE times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$\left(x^2y\right)'=x^2e^x$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$x^2y=\int_1^xt^2e^t\,dt$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t^2e^t\,dt=e^t\left(t^2-2t+2\right)$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$x^2y\Big|_{x=-1}=e^{-1}(1+2+2)-e(1-2+2)=\frac{5}{e}-e$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$z(-1)=\frac{5}{e}-e-e^{-1}=\frac{4}{e}-e$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$\frac{4}{e}-e$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repeated parts: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(differentiate to check).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derived function 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often has a derivative that the ODE gives directly; use this to find critical points without solving, then solve only for the value.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Local maximum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confirms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ODE is singular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formula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entire, and the question uses its extension to all of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x^ne^x\,dx$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repeated parts: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x^2e^x\,dx=e^x\left(x^2-2x+2\right)+C$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(differentiate to check).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$xy'+ny=x^{1-n}\left(x^ny\right)'$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$xy'+2y=g(x)$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$\left(x^2y\right)'=x\,g(x)$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$g=xe^x$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$\left(x^2y\right)'=x^2e^x$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derived function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$z=x^2y-e^x$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often has a derivative that the ODE gives directly; use this to find critical points without solving, then solve only for the value.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Local maximum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$+\to-$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$z'(c)=0$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$z''(c)&lt;0$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$z''(-1)=-\frac{2}{e}&lt;0$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confirms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ODE is singular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formula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$x^2y=\ldots$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entire, and the question uses its extension to all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solution of the differential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$\frac{dy}{dx}+e^{x}\left(x^{2}-2\right)y=\left(x^{2}-2x\right)\left(x^{2}-2\right)e^{2x}$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 (integrating factor)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integral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$\frac{d}{dx}\left[e^{x}(x^{2}-2x)\right]=e^{x}(x^{2}-2)$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$t=e^{x}(x^{2}-2x)$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integral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te^{t}\,dt$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linear: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I.F.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integrand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linear: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$\frac{dy}{dx}+Py=Q$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$P=e^{x}(x^{2}-2)$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$Q=(x^{2}-2x)(x^{2}-2)e^{2x}$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P\,dx=e^{x}(x^{2}-2x)$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$\frac{d}{dx}\left[e^{x}(x^{2}-2x)\right]=e^{x}(x^{2}-2x+2x-2)=e^{x}(x^{2}-2)$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$=e^{\,e^{x}(x^{2}-2x)}$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$y\,e^{e^{x}(x^{2}-2x)}=\int e^{e^{x}(x^{2}-2x)}(x^{2}-2x)(x^{2}-2)e^{2x}\,dx$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$t=e^{x}(x^{2}-2x)$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$dt=e^{x}(x^{2}-2)\,dx$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$(x^{2}-2x)e^{x}=t$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$e^{t}\cdot 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$y\,e^{t}=\int te^{t}\,dt=te^{t}-e^{t}+c$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$y\,e^{e^{x}(x^{2}-2x)}=e^{e^{x}(x^{2}-2x)}\left(e^{x}(x^{2}-2x)-1\right)+c$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$0=e^{0}(0-1)+c$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$y\,e^{t}=e^{t}(t-1)+1$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$t=e^{2}(4-4)=0$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$y(2)\cdot1=1\cdot(0-1)+1=0$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coefficient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right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shift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the particular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coefficient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right side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$t\,t'$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$t=e^{x}(x^{2}-2x)$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shift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the particular solution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coefficient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 equation reads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$t(x)=e^{x}(x^{2}-2x)$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$t'=e^{x}(x^{2}-2)$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coefficient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$(x^{2}-2x)e^{x}\cdot(x^{2}-2)e^{x}=t\,t'$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 equation reads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$y'+t'y=t\,t'$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$w=y-(t-1)$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$w'=y'-t'=tt'-t'y-t'=-t'\left(y-t+1\right)=-t'w$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depends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$w=Ce^{-t}$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$y=t-1+Ce^{-t}$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$0=-1+C$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$y=t-1+e^{-t}$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depends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$t(2)=e^{2}(4-4)=0=t(0)$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$y(2)=y(0)=0$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for some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equation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solution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Always test whether the exponent of the I.F. is an antiderivative you can recognise: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solution depends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equal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 DE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I.F.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m:rPr>
                                <m:nor/>
                              </m:r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𝐼.𝐹.</m:t>
                            </m:r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𝐼.𝐹.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 constant is needed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$y'+Py=Q$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$P=t'$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$Q=t\,t'$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$g(t)\,t'$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for some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equation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$\frac{dy}{dt}+y=g(t)$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$g(t)=t$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solution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$y=t-1+Ce^{-t}$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te^{t}\,dt=(t-1)e^{t}+C$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Always test whether the exponent of the I.F. is an antiderivative you can recognise: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$\frac{d}{dx}\left[e^{x}f(x)\right]=e^{x}\left(f+f'\right)$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solution depends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equal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equal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$t(0)=t(2)=0$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$y(2)=y(0)$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 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$y'+Py=Q$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$=e^{\int P\,dx}$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$\left(y\cdot\text{I.F.}\right)'=Q\cdot\text{I.F.}$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 constant is needed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P\,dx$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constants, represent a circle passing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shortest distance of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circle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$\frac{dy}{dx}=\frac{ax-by+a}{bx+cy+a}$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constants, represent a circle passing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shortest distance of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$(11,6)$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circle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Exact differentials in first-order differential equations, Circle: equation and shortest distance from a point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Group terms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 circle then needs no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equal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coefficients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Group terms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$d(xy)$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$d(y^{2})$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$d(x^{2})$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 circle then needs no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equal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$y^{2}$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coefficients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$c=-a$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Cross-multiply: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every term is an exact differential.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circle there is no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coefficients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equal,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Cross-multiply: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$(bx+cy+a)\,dy=(ax-by+a)\,dx$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$bx\,dy+by\,dx+cy\,dy+a\,dy=ax\,dx+a\,dx$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$b\,(x\,dy+y\,dx)+cy\,dy+a\,dy=ax\,dx+a\,dx$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every term is an exact differential.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$bxy+\frac{cy^{2}}{2}+ay=\frac{ax^{2}}{2}+ax+k$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circle there is no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coefficients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equal,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(constant renamed).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Circle: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centre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radius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centre: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outside the circle.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circle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$\frac{a}{2}x^{2}+\frac{a}{2}y^{2}+ax-ay+k=0$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$x^{2}+y^{2}+2x-2y+k'=0$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(constant renamed).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$4+25+4-10+k'=0$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$k'=-23$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Circle: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$x^{2}+y^{2}+2x-2y-23=0$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radius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$r=\sqrt{1+1+23}=5$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$P(11,6)$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centre: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$\sqrt{12^{2}+5^{2}}=13&gt;5$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outside the circle.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Shortest 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circle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$=13-5=8$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Compare the given slope with the slope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a general circle; matching coefficients gives the centre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Compare the given slope with the slope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$-\frac{x+g}{y+f}$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a general circle; matching coefficients gives the centre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circle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family to be circles,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this slope, so numerator and denominator are proportional: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identity: coefficient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constant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circle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$x^{2}+y^{2}+2gx+2fy+k=0$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$\frac{dy}{dx}=-\frac{x+g}{y+f}$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family to be circles,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$\frac{ax-by+a}{bx+cy+a}$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this slope, so numerator and denominator are proportional: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$ax-by+a=-\lambda(x+g)$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$bx+cy+a=\lambda(y+f)$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identity: coefficient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constant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$a=-\lambda 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identity: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circle,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centre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shortest distance to the circle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$c=\lambda=-a$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$a=\lambda f=-af$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$=(-g,-f)=(-1,1)$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 the circle,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$r^{2}=(2+1)^{2}+(5-1)^{2}=25$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Distance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$(11,6)$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the centre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$\sqrt{144+25}=13$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shortest distance to the circle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$13-5=8$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Exact-differential building blocks: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Regroup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using any formula.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circle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(real iff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Circle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centre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radius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differential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outside a circle with centre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radius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least distance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greatest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inside, least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Exact-differential building blocks: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$d(xy)=x\,dy+y\,dx$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$d\left(\frac{x^{2}}{2}\right)=x\,dx$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$d\left(\frac{y^{2}}{2}\right)=y\,dy$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Regroup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$M\,dx+N\,dy=0$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using any formula.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$Ax^{2}+Bxy+Cy^{2}+Dx+Ey+F=0$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circle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$A=C\neq0$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(real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$g^{2}+f^{2}-k&gt;0$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Circle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$x^{2}+y^{2}+2gx+2fy+k=0$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$(-g,-f)$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radius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$\sqrt{g^{2}+f^{2}-k}$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$\frac{dy}{dx}=-\frac{x+g}{y+f}$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outside a circle with 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radius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least distance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$=CP-r$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greatest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$=CP+r$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inside, least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$=r-CP$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$\frac{dy}{dx}+\frac{2^{x-y}\left(2^{y}-1\right)}{2^{x}-1}=0$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$2+\log_{2}3$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$2+\log_{2}2$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$2-\log_{2}2$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$2-\log_{2}3$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998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Variable separable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variables separate into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$2^{x-y}=2^{x}\cdot2^{-y}$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variables separate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$\frac{2^{y}dy}{2^{y}-1}=-\frac{2^{x}dx}{2^{x}-1}$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sup>
                            </m:sSup>
                          </m:e>
                        </m:d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 factor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$\frac{dy}{dx}=-\frac{2^{x-y}\left(2^{y}-1\right)}{2^{x}-1}=-\frac{2^{x}\cdot2^{-y}\left(2^{y}-1\right)}{2^{x}-1}$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$2^{-y}\left(2^{y}-1\right)=1-2^{-y}$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$\frac{dy}{dx}=-\frac{2^{x}\left(1-2^{-y}\right)}{2^{x}-1}$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$\int\frac{dy}{1-2^{-y}}=-\int\frac{2^{x}}{2^{x}-1}\,dx$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$\int\frac{2^{y}\,dy}{2^{y}-1}=-\int\frac{2^{x}\,dx}{2^{x}-1}$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$2^{y}-1=t$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$2^{y}\ln2\,dy=dt$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$2^{x}-1=u$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$2^{x}\ln2\,dx=du$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$\int\frac{dt}{t}=-\int\frac{du}{u}$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t=-\ln u+\ln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$t=\frac{c}{u}$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$2^{y}-1=\frac{c}{2^{x}-1}$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$1=\frac{c}{1}$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$2^{y}-1=\frac{1}{2^{x}-1}$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$2^{y}-1=\frac13$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$2^{y}=\frac43$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$y=\log_{2}\frac43=2-\log_{2}3$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$2-\log_{2}3$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equation becomes algebraic and integrates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𝑐𝑜𝑛𝑠𝑡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$u=2^{x}$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$v=2^{y}$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equation becomes algebraic and integrates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$(u-1)(v-1)=\text{const}$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says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and cancel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$u=2^{x}$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$v=2^{y}$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$du=u\ln2\,dx$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$dv=v\ln2\,dy$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$\frac{dy}{dx}=\frac{u}{v}\cdot\frac{dv}{du}$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says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$\frac{dy}{dx}=-\frac{2^{x}}{2^{y}}\cdot\frac{2^{y}-1}{2^{x}-1}=-\frac{u}{v}\cdot\frac{v-1}{u-1}$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and cancel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$\frac{u}{v}$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$\frac{dv}{du}=-\frac{v-1}{u-1}$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$\frac{dv}{v-1}=-\frac{du}{u-1}$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$\ln(v-1)+\ln(u-1)=\ln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$(u-1)(v-1)=c$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$u=v=2$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$c=1\cdot1=1$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$v-1=\frac13$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$2^{y}=\frac43$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$y=2-\log_{2}3$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$2-\log_{2}3$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lets exponential equations separate; the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e.g.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factors cancel when both sides carry the same base.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gives the product invariant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𝑐𝑜𝑛𝑠𝑡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$a^{x-y}=\frac{a^{x}}{a^{y}}$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lets exponential equations separate; the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$u=a^{x}$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$v=a^{y}$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$\frac{dy}{dx}=\frac{u}{v}\frac{dv}{du}$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$\int\frac{f'(x)}{f(x)}\,dx=\ln|f(x)|$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$\int\frac{a^{x}}{a^{x}-1}dx=\frac{\ln|a^{x}-1|}{\ln 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factors cancel when both sides carry the same base.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$\frac{dv}{v-1}=-\frac{du}{u-1}$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gives the product invariant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$(u-1)(v-1)=\text{const}$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$\log_{2}\frac{a}{b}=\log_{2}a-\log_{2}b$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$\log_{2}\frac43=2-\log_{2}3$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solution curve of the differential equation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abscissa of the point on the curve whose ordinate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solution curve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$\left(\left(\tan^{-1}y\right)-x\right)dy=\left(1+y^{2}\right)dx$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abscissa of the point on the curve whose ordinate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$\frac{1}{e}$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 (integrating factor)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Regard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unknown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equation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I.F.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Regard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unknown function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equation is linear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I.F.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$e^{\tan^{-1}y}$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equation as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treating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a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DE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equation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$\tan^{-1}y-x=\left(1+y^{2}\right)\frac{dx}{dy}$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treating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a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$\frac{dx}{dy}=\frac{\tan^{-1}y}{1+y^{2}}-\frac{x}{1+y^{2}}$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$\frac{dx}{dy}+\frac{x}{1+y^{2}}=\frac{\tan^{-1}y}{1+y^{2}}$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DE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$=e^{\int\frac{dy}{1+y^{2}}}=e^{\tan^{-1}y}$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$x\,e^{\tan^{-1}y}=\int\frac{\tan^{-1}y}{1+y^{2}}\,e^{\tan^{-1}y}\,dy+c$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$t=\tan^{-1}y$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te^{t}\,dt=te^{t}-e^{t}$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$x\,e^{\tan^{-1}y}=\left(\tan^{-1}y\right)e^{\tan^{-1}y}-e^{\tan^{-1}y}+c$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$1\cdot e^{0}=0-1+c$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$y=\tan1$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$x\,e=e-e+2$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$x=\frac{2}{e}$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$\frac{2}{e}$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disappears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the particular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$t=\tan^{-1}y$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$1+y^{2}$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disappears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$\frac{dx}{dt}+x=t$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the particular solution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$x=t-1$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particular solution.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$t=\tan^{-1}y$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$y=\tan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$dy=\left(1+y^{2}\right)dt$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$(t-x)\,dy=\left(1+y^{2}\right)dx$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$(t-x)\left(1+y^{2}\right)dt=\left(1+y^{2}\right)dx$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$\frac{dx}{dt}=t-x$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$\frac{dx}{dt}+x=t$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$x=at+b$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$a+at+b=t$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$x=t-1$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particular solution.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complementary solution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complementary solution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$Ce^{-t}$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$x=t-1+Ce^{-t}$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$1=-1+C$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$y=\tan1$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$x=0+2e^{-1}=\frac{2}{e}$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$\frac{2}{e}$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equation is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write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I.F.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wording 'abscissa of the point with given ordinate' hints at this.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Constant-coefficient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solved by undetermined coefficients: particular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a substitution 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check that every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 cancels via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equation is 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$\frac{dx}{dy}+P(y)\,x=Q(y)$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 P\,dy}$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wording 'abscissa of the point with given ordinate' hints at this.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$\int\frac{dy}{1+y^{2}}=\tan^{-1}y$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te^{t}\,dt=(t-1)e^{t}+C$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Constant-coefficient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$x'+x=t$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solved by undetermined coefficients: particular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$x=t-1$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$Ce^{-t}$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a substitution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$t=\tan^{-1}y$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check that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$(1+y^{2})$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 cancels via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$dt=\frac{dy}{1+y^{2}}$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62737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solution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differential equation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exp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exp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exp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exp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62737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solution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$\left[\frac{x}{\sqrt{x^{2}-y^{2}}}+e^{\frac{y}{x}}\right]x\frac{dy}{dx}=x+\left[\frac{x}{\sqrt{x^{2}-y^{2}}}+e^{\frac{y}{x}}\right]y$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$(2\alpha,\alpha)$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$\frac12\exp\left(\frac{\pi}{6}+\sqrt e-1\right)$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$\frac12\exp\left(\frac{\pi}{3}+e-1\right)$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$\exp\left(\frac{\pi}{6}+\sqrt e+1\right)$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$2\exp\left(\frac{\pi}{3}+\sqrt e-1\right)$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Homogeneous differential equations, Inverse trigonometric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equation becomes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78350F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$x\,dy-y\,dx=x^{2}\,d\left(\frac yx\right)$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equation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$\left(\frac{1}{\sqrt{1-(y/x)^{2}}}+e^{y/x}\right)d\left(\frac yx\right)=\frac{dx}{x}$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equation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$B=\frac{x}{\sqrt{x^{2}-y^{2}}}+e^{y/x}$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$B\,x\frac{dy}{dx}=x+By$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$B\left(x\frac{dy}{dx}-y\right)=x$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both sides: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is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$\frac{x}{\sqrt{x^{2}-y^{2}}}=\frac{1}{\sqrt{1-(y/x)^{2}}}$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$\left(\frac{1}{\sqrt{1-(y/x)^{2}}}+e^{y/x}\right)\frac{x\,dy-y\,dx}{x^{2}}=\frac{dx}{x}$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$\frac{x\,dy-y\,dx}{x^{2}}=d\left(\frac yx\right)$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$\left(\frac{1}{\sqrt{1-(y/x)^{2}}}+e^{y/x}\right)d\left(\frac yx\right)=\frac{dx}{x}$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both sides: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$\sin^{-1}\left(\frac yx\right)+e^{y/x}=\ln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$0+e^{0}=\ln1+c$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$\sin^{-1}\left(\frac yx\right)+e^{y/x}=\ln 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it,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exp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$(2\alpha,\alpha)$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it,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yx=\frac12$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$\frac\pi6+\sqrt e=\ln(2\alpha)+1$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$\frac\pi6+\sqrt e-1=\ln(2\alpha)$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$\alpha=\frac12\exp\left(\frac\pi6+\sqrt e-1\right)$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exp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$\frac12\exp\left(\frac{\pi}{6}+\sqrt e-1\right)$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standard homogeneous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bracket depends only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equation separates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standard homogeneous substitution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bracket depends only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equation separates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cancel, leaving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$\frac{x}{\sqrt{x^{2}-y^{2}}}=\frac{1}{\sqrt{1-v^{2}}}$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$\frac{dy}{dx}=v+x\frac{dv}{dx}$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$B(v)=\frac{1}{\sqrt{1-v^{2}}}+e^{v}$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$B\,x\frac{dy}{dx}=x+By$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$Bx\left(v+x\frac{dv}{dx}\right)=x+Bvx$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$Bxv$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cancel, leaving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$Bx^{2}\frac{dv}{dx}=x$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$B(v)\,dv=\frac{dx}{x}$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exp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$\sin^{-1}v+e^{v}=\ln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$(2\alpha,\alpha)$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$\frac\pi6+\sqrt e=\ln(2\alpha)+1$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$\alpha=\frac12\exp\left(\frac\pi6+\sqrt e-1\right)$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exp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$\frac12\exp\left(\frac{\pi}{6}+\sqrt e-1\right)$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Look for these inside long brackets.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every term depends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through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 DE is homogeneous: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a separable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sign flips); decide the sign from the initial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$x\,dy-y\,dx=x^{2}\,d\left(\frac yx\right)$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$y\,dx-x\,dy=y^{2}\,d\left(\frac xy\right)$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$x\,dy+y\,dx=d(xy)$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Look for these inside long brackets.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every term depends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yx$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 DE is homogeneous: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a separable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$f(v)\,dv=\frac{dx}{x}$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$\frac{x}{\sqrt{x^{2}-y^{2}}}=\frac{1}{\sqrt{1-(y/x)^{2}}}$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sign flips); decide the sign from the initial point.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$\int\frac{dv}{\sqrt{1-v^{2}}}=\sin^{-1}v$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$\sin^{-1}\frac12=\frac\pi6$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$x\left(1-x^{2}\right)\frac{dy}{dx}+\left(3x^{2}y-y-4x^{3}\right)=0$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 (integrating factor)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I.F.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$\frac{3x^{2}-1}{x(x^{2}-1)}=\frac1x+\frac{1}{x-1}+\frac{1}{x+1}$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I.F.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$\frac{1}{x(x^{2}-1)}$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$x(1-x^{2})\neq0$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$\frac{dy}{dx}-\frac{y\left(3x^{2}-1\right)}{x\left(x^{2}-1\right)}=\frac{4x^{3}}{x\left(1-x^{2}\right)}$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$\frac{3x^{2}-1}{x\left(x^{2}-1\right)}=\frac1x+\frac{1}{x-1}+\frac{1}{x+1}$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$\int\frac{3x^{2}-1}{x(x^{2}-1)}dx=\ln x+\ln\left(x^{2}-1\right)$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$=e^{-\left[\ln\left(x^{2}-1\right)+\ln x\right]}=\frac{1}{x\left(x^{2}-1\right)}$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$\frac{y}{x\left(x^{2}-1\right)}=\int\frac{4x^{3}}{x\left(1-x^{2}\right)}\cdot\frac{1}{x\left(x^{2}-1\right)}\,dx$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simplifies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simplifies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$\frac{-4x}{\left(x^{2}-1\right)^{2}}$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$\frac{y}{x(x^{2}-1)}=\int\frac{-4x}{\left(x^{2}-1\right)^{2}}\,dx$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$x^{2}-1=u$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$\int\frac{-2\,du}{u^{2}}=\frac{2}{u}$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$\frac{y}{x(x^{2}-1)}=\frac{2}{x^{2}-1}+c$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$y=2x+c\,x\left(x^{2}-1\right)$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$-2=4+6c$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$y=2x-x\left(x^{2}-1\right)$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$y(3)=2\cdot3-3\cdot8=6-24=-18$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$-18$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General solution = particular + complementary: guess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the particular part and solve the homogeneous part by separation.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General solution = particular + complementary: guess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$y=kx$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the particular part and solve the homogeneous part by separation.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Homogeneous part: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full equation: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vanishes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general solution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Homogeneous part: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$x(1-x^{2})y'+(3x^{2}-1)y=0$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$\frac{y'}{y}=\frac{3x^{2}-1}{x(x^{2}-1)}=\frac1x+\frac1{x-1}+\frac1{x+1}$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$y_h=C\,x\left(x^{2}-1\right)$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$y=kx$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full 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$x(1-x^{2})k+3x^{2}\cdot kx-kx-4x^{3}=(2k-4)x^{3}$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vanishes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general solution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$y=2x+C\,x\left(x^{2}-1\right)$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$4+6C=-2$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$y(3)=6-1\cdot3\cdot8=-18$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$-18$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linear DE the general solution is (particular solution) + (complementary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A polynomial guess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often finds the particular part faster than the I.F.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complementary solution is simply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exact iff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𝑀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depends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alone,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𝑀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b>
                            </m:sSub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integrating factor.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restriction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 absolute values appear in the logarithms.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linear DE the general solution is (particular solution) + (complementary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$Ce^{-\int 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A polynomial guess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$y=kx^{n}$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often finds the particular part faster than the I.F.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$P=\frac{f'}{f}$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complementary solution is simply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 f^{-1}$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$y'+Py=0$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$\frac{3x^{2}-1}{x^{3}-x}=\frac{(x^{3}-x)'}{x^{3}-x}$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$M\,dx+N\,dy=0$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exact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$M_y=N_x$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$\frac{M_y-N_x}{N}$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depends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alone,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$e^{\int\frac{M_y-N_x}{N}dx}$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integrating factor.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restriction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$x(x^{2}-1)&gt;0$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 absolute values appear in the logarithms.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$x=x(y)$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$2y\,e^{\frac{x}{y^{2}}}dx+\left(y^{2}-4x\,e^{\frac{x}{y^{2}}}\right)dy=0$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$e\log_{e}2$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$-e\log_{e}2$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$e^{2}\log_{e}2$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$-e^{2}\log_{e}2$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Exact differentials and substitution in first-order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natural new variable.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$y\,dx-2x\,dy=y^{3}\,d\left(\frac{x}{y^{2}}\right)$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$\frac{x}{y^{2}}$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natural new variable.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both sides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$e^{x/y^{2}}$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$2e^{x/y^{2}}\left[y\,dx-2x\,dy\right]=-y^{2}\,dy$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$d\left(\frac{x}{y^{2}}\right)=\frac{y^{2}\,dx-x\cdot2y\,dy}{y^{4}}$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both sides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$\frac{y}{y^{4}}$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$2e^{x/y^{2}}\cdot\frac{y^{2}\,dx-2xy\,dy}{y^{4}}=-\frac{dy}{y}$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$\int2e^{x/y^{2}}\,d\left(\frac{x}{y^{2}}\right)=-\int\frac{dy}{y}$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$2e^{x/y^{2}}=-\ln y+c$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$2e^{x/y^{2}}=-\ln y+2$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$2e^{x/e^{2}}=-\ln e+2=1$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$e^{x/e^{2}}=\frac12$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$\frac{x}{e^{2}}=\ln\frac12=-\ln2$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$x=-e^{2}\ln2$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$-e^{2}\log_{e}2$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-terms cancel and the equation separates.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function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$x=u\,y^{2}$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-terms cancel and the equation separates.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Substitute: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cancel, leaving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$x=uy^{2}$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$u=u(y)$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$\frac{dx}{dy}=y^{2}u'+2uy$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$e^{x/y^{2}}=e^{u}$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$2y\,e^{u}\frac{dx}{dy}+y^{2}-4x\,e^{u}=0$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Substitute: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$2ye^{u}\left(y^{2}u'+2uy\right)+y^{2}-4uy^{2}e^{u}=0$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$4uy^{2}e^{u}$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cancel, leaving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$2y^{3}e^{u}u'+y^{2}=0$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$2e^{u}\,du=-\frac{dy}{y}$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$2e^{u}=-\ln y+c$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$2e^{u}=1$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$u=-\ln2$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$x=uy^{2}=-e^{2}\ln2$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$-e^{2}\log_{e}2$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term like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hint that the new variable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(weights: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behaves like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often cancels the awkward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Quotient differentials: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make a non-exact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exact, look for a multiplier that is a power of one variable (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 after grouping.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term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$e^{x/y^{2}}$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hint that the new variable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$u=\frac{x}{y^{2}}$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(weights: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behaves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$x=uy^{2}$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often cancels the awkward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Quotient differentials: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$d\left(\frac{x}{y^{n}}\right)=\frac{y\,dx-nx\,dy}{y^{n+1}}$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$d\left(\frac{y}{x^{n}}\right)=\frac{x\,dy-ny\,dx}{x^{n+1}}$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make a non-exact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$M\,dx+N\,dy=0$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exact, look for a multiplier that is a power of one variable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$y^{-3}$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 after grouping.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$x(e)=-e^{2}\ln2$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$2e^{x/y^{2}}+\ln y=2$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slope of the tangent to a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given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curve passes through 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slope of the tangent to a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given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$2\tan x\,(\cos x-y)$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curve passes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$\left(\frac\pi4,0\right)$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$\int_{0}^{\pi/2}y\,dx$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$(2-\sqrt2)+\frac{\pi}{\sqrt2}$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$2-\frac{\pi}{\sqrt2}$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$(2+\sqrt2)+\frac{\pi}{\sqrt2}$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$2+\frac{\pi}{\sqrt2}$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3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 (integrating factor), Definite integration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slope condition is a linear DE with I.F.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slope condition is a linear DE with I.F.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$\sec^{2}x$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$y=2\cos x+c\cos^{2}x$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slope condition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slope condition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$\frac{dy}{dx}=2\tan x\,(\cos x-y)$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$2\tan x\cos x=2\sin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$\frac{dy}{dx}+2\tan x\cdot y=2\sin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$=e^{\int2\tan x\,dx}=e^{2\ln\sec x}=\sec^{2}x$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$y\sec^{2}x=\int2\sin x\sec^{2}x\,dx=\int2\sec x\tan x\,dx=2\sec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using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$\left(\frac\pi4,0\right)$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$0=2\sqrt2+c$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$y=2\cos x-2\sqrt2\cos^{2}x$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$\int_{0}^{\pi/2}y\,dx=\int_{0}^{\pi/2}\left(2\cos x-2\sqrt2\cos^{2}x\right)dx$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$=2-2\sqrt2\cdot\frac\pi4=2-\frac{\pi}{\sqrt2}$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$\int_{0}^{\pi/2}\cos^{2}x\,dx=\frac\pi4$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$2-\frac{\pi}{\sqrt2}$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Guess the particular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the complementary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homogeneous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Guess the particular solution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$y=2\cos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the complementary solution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$C\cos^{2}x$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homogeneous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Equation: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Homogeneous part: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$y'+2\tan x\,y=2\sin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Homogeneous part: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$\frac{y'}{y}=-2\tan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$y_h=C\cos^{2}x$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$y=a\cos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$-a\sin x+2a\sin x=a\sin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$y=2\cos x+C\cos^{2}x$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$\left(\frac\pi4,0\right)$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$0=2\cdot\frac{1}{\sqrt2}+C\cdot\frac12$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symmetry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two add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each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symmetry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$x\to\frac\pi2-x$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$\int_{0}^{\pi/2}\cos^{2}x\,dx=\int_{0}^{\pi/2}\sin^{2}x\,dx$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two add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each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$\int_{0}^{\pi/2}\cos x\,dx=1$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$\int_{0}^{\pi/2}y\,dx=2\cdot1-2\sqrt2\cdot\frac\pi4=2-\frac{\pi}{\sqrt2}$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$2-\frac{\pi}{\sqrt2}$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(King property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'Slope of the tangent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translates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point on the curve fixes the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$y'+k\tan x\,y=Q$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$\sec^{k}x$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$y'+\cot x\,y=Q$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$y'+\frac nx y=Q$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$y'+ky=Q$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$e^{kx}$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$\int_{0}^{\pi/2}\cos^{2}x\,dx=\int_{0}^{\pi/2}\sin^{2}x\,dx=\frac\pi4$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(King property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$x\to\frac\pi2-x$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$\sin^{2}+\cos^{2}=1$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'Slope of the 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translates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point on the curve fixes the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$\int\sec x\tan x\,dx=\sec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$\sec^{2}\frac\pi4=2$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$\sec\frac\pi4=\sqrt2$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solution curve of the differential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solution curve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$x\frac{dy}{dx}-y=\sqrt{y^{2}+16x^{2}}$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Homogeneous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equation is homogeneous: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it separates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μ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μ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equation is homogeneous: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$y=\mu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it separates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$\int\frac{d\mu}{\sqrt{\mu^{2}+16}}=\ln\left(\mu+\sqrt{\mu^{2}+16}\right)$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initially). The equation is homogeneous.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μ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μ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μ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$x\frac{dy}{dx}-y=\sqrt{y^{2}+16x^{2}}$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 yx+\sqrt{\frac{y^{2}}{x^{2}}+16}$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initially). The equation is homogeneous.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yx=\mu$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$\frac{dy}{dx}=\mu+x\frac{d\mu}{dx}$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$\mu+x\frac{d\mu}{dx}=\mu+\sqrt{\mu^{2}+16}$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$\frac{d\mu}{\sqrt{\mu^{2}+16}}=\frac{dx}{x}$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$\ln\left(\mu+\sqrt{\mu^{2}+16}\right)=\ln x+\ln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yx+\frac{\sqrt{y^{2}+16x^{2}}}{x}=cx$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$y+\sqrt{y^{2}+16x^{2}}=cx^{2}$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$3+5=c$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$y+\sqrt{y^{2}+16x^{2}}=8x^{2}$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$y+\sqrt{y^{2}+64}=32$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$\sqrt{y^{2}+64}=32-y$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$y^{2}+64=1024-64y+y^{2}$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$64y=960$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$32-15=17=\sqrt{225+64}&gt;0$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Seek a polynomial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that makes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16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 perfect square; fit it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Seek a polynomial solution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$y=ax^{2}+b$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that makes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$y^{2}+16x^{2}$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 perfect square; fit it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$y(1)=3$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needs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left side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$y=ax^{2}+b$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$xy'-y=2ax^{2}-ax^{2}-b=ax^{2}-b$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$\left(ax^{2}-b\right)^{2}=y^{2}+16x^{2}=a^{2}x^{4}+(2ab+16)x^{2}+b^{2}$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$a^{2}x^{4}-2ab\,x^{2}+b^{2}$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$-2ab=2ab+16$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root requires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works, while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fails.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is smooth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solution is unique.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$(a,b)=(4,-1)$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root requires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$ax^{2}-b\ge0$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$4+1=5&gt;0$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works,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$-1-4=-5&lt;0$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fails.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$y=4x^{2}-1$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is smooth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solution is unique.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$y(2)=4\cdot4-1=15$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μ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μ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general solution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(parabolas).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μ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sign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decided from the initial condition.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squaring to solve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verify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$x\,y'-y=x^{2}\frac{d}{dx}\left(\frac yx\right)$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$x\,y'-y=f$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 yx\right)'=\frac{f}{x^{2}}$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$\int\frac{d\mu}{\sqrt{\mu^{2}+a^{2}}}=\ln\left(\mu+\sqrt{\mu^{2}+a^{2}}\right)$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$xy'-y=\sqrt{y^{2}+a^{2}x^{2}}$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general solution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$y+\sqrt{y^{2}+a^{2}x^{2}}=cx^{2}$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$y=\frac{c}{2}x^{2}-\frac{a^{2}}{2c}$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(parabolas).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$\sqrt{y^{2}+a^{2}x^{2}}=x\sqrt{\mu^{2}+a^{2}}$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decided from the initial condition.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squaring to solve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$\sqrt{A}=B$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verify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$32-y=17&gt;0$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solution of the differential equation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log</m:t>
                                        </m:r>
                                      </m:e>
                                      <m:sub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𝑒</m:t>
                                        </m:r>
                                      </m:sub>
                                    </m:sSub>
                                    <m:rad>
                                      <m:radPr>
                                        <m:degHide m:val="on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e>
                                </m:d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$\left(1+e^{2x}\right)\frac{dy}{dx}+2\left(1+y^{2}\right)e^{x}=0$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$6\left(y'(0)+\left(y\left(\log_{e}\sqrt3\right)\right)^{2}\right)$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Variable separable differential equations, Inverse trigonometric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Separate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Separate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$\frac{dy}{1+y^{2}}=-\frac{2e^{x}dx}{1+e^{2x}}$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$\tan^{-1}y=-2\tan^{-1}e^{x}+c$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right side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$\left(1+e^{2x}\right)\frac{dy}{dx}+2\left(1+y^{2}\right)e^{x}=0$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$\frac{dy}{1+y^{2}}=-\frac{2e^{x}}{1+e^{2x}}\,dx$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$\int\frac{dy}{1+y^{2}}=-\int\frac{2e^{x}}{1+\left(e^{x}\right)^{2}}\,dx$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right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$-2\int\frac{dt}{1+t^{2}}$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$\tan^{-1}y=-2\tan^{-1}t+c=-2\tan^{-1}e^{x}+c$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$0=-2\cdot\frac\pi4+c$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Taking tangent: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csc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ln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e>
                                </m:d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$\tan^{-1}y=\frac\pi2-2\tan^{-1}e^{x}$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Taking tangent: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$y=\cot\left(2\tan^{-1}e^{x}\right)$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$\frac{dy}{dx}=-\csc^{2}\left(2\tan^{-1}e^{x}\right)\cdot\frac{2e^{x}}{1+e^{2x}}$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$y'(0)=-\csc^{2}\frac\pi2\cdot\frac22=-1$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$y\left(\ln\sqrt3\right)=\cot\left(2\tan^{-1}e^{\ln\sqrt3}\right)=\cot\left(2\tan^{-1}\sqrt3\right)$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$=\cot\left(2\cdot\frac\pi3\right)=\cot\frac{2\pi}{3}=-\frac{1}{\sqrt3}$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$6\left[y'(0)+\left(y\left(\ln\sqrt3\right)\right)^{2}\right]=6\left[-1+\frac13\right]=-4$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Read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straight from the ODE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a definite integral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no need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cot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or differentiation.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Read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$y'(0)$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straight from the ODE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$y(\ln\sqrt3)$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a definite integral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no need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or differentiation.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ODE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the separated equation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ODE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$(1+1)y'(0)+2(1+0)(1)=0$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$y'(0)=-1$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the separated equation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$x=\ln\sqrt3$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$\int_{0}^{y}\frac{dy}{1+y^{2}}=-\int_{0}^{\ln\sqrt3}\frac{2e^{x}}{1+e^{2x}}\,dx$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$-2\left[\tan^{-1}e^{x}\right]_{0}^{\ln\sqrt3}=-2\left(\frac\pi3-\frac\pi4\right)=-\frac\pi6$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$\tan^{-1}y=-\frac\pi6$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$y\left(\ln\sqrt3\right)=-\frac{1}{\sqrt3}$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$6\left(-1+\frac13\right)=-4$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separable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step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reversible.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Derivatives at the initial point need no solution: substitute the initial values into the DE itself.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$\int\frac{e^{x}}{1+e^{2x}}dx=\tan^{-1}e^{x}$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separable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$\frac{dy}{1+y^{2}}=g(x)\,dx$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$y=\tan\left(\int g\,dx\right)$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$\tan\left(\frac\pi2-\theta\right)=\cot\theta$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$\theta=2\tan^{-1}e^{x}\in(0,\pi)$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step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$\tan^{-1}y=\frac\pi2-\theta\Rightarrow y=\cot\theta$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reversible.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Derivatives at the initial point need no solution: substitute the initial values into the DE itself.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$\tan^{-1}\sqrt3=\frac\pi3$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$\cot\frac{2\pi}{3}=-\frac{1}{\sqrt3}$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$e^{\ln a}=a$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6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Q43 – Q47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(no marks printed - JEE Advanced default assumed)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solution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differential equation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origin.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solution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$\left(4+x^{2}\right)dy-2x\left(x^{2}+3y+4\right)dx=0$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origin.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 (integrating factor)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I.F.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leaves the easy integral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I.F.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$(x^{2}+4)^{-3}$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$\int\frac{6x}{x^{2}+4}dx=3\ln(x^{2}+4)$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leaves the easy integral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$\int\frac{2x}{(x^{2}+4)^{3}}dx$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(linear DE; the right side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d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d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$\left(4+x^{2}\right)dy-2x\left(x^{2}+3y+4\right)dx=0$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$\left(x^{2}+4\right)\frac{dy}{dx}=2x^{3}+6xy+8x$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$\left(x^{2}+4\right)\frac{dy}{dx}-6xy=2x^{3}+8x$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$\frac{dy}{dx}-\frac{6x}{x^{2}+4}\,y=\frac{2x^{3}+8x}{x^{2}+4}$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(linear DE; the right side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$=e^{-\int\frac{6x}{x^{2}+4}dx}=e^{-3\ln\left(x^{2}+4\right)}=\frac{1}{\left(x^{2}+4\right)^{3}}$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$\frac{y}{\left(x^{2}+4\right)^{3}}=\int\frac{2x^{3}+8x}{\left(x^{2}+4\right)^{3}\left(x^{2}+4\right)}\,dx=\int\frac{2x\left(x^{2}+4\right)}{\left(x^{2}+4\right)^{4}}\,dx$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$x^{2}+4=t$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$\int\frac{dt}{t^{3}}=-\frac{1}{2t^{2}}+C$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$\frac{y}{\left(x^{2}+4\right)^{3}}=-\frac{1}{2\left(x^{2}+4\right)^{2}}+C$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$0=-\frac{1}{2\cdot16}+C$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$C=\frac{1}{32}$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$y=-\frac{x^{2}+4}{2}+\frac{\left(x^{2}+4\right)^{3}}{32}$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$y(2)=-\frac82+\frac{8\cdot8\cdot8}{32}=-4+16=12$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): the equation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homogeneous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$t=x^{2}+4$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$2x\,dx=dt$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): the equation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$\frac{dy}{dt}=1+\frac{3y}{t}$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homogeneous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$(t,y)$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$t=x^{2}+4$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$\frac{dy}{dx}=2x\frac{dy}{dt}$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$x^{2}+3y+4=t+3y$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$\left(x^{2}+4\right)\frac{dy}{dx}=2x\left(x^{2}+3y+4\right)$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$t\cdot2x\frac{dy}{dt}=2x(t+3y)$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$\frac{dy}{dt}=1+\frac{3y}{t}$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$y=vt$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$v+t\frac{dv}{dt}=1+3v$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$\frac{dv}{1+2v}=\frac{dt}{t}$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origin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$\frac12\ln|1+2v|=\ln t+c'$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$1+2v=Ct^{2}$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$1+\frac{2y}{t}=Ct^{2}$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$y=\frac{Ct^{3}-t}{2}$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origin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$0=64C-4$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$C=\frac1{16}$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$y=\frac{t^{3}}{32}-\frac 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$y=\frac{512}{32}-4=12$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only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occur, 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often turns the equation into a simpler one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particular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complementary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numerical answer is easy to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occur, 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$x^{2}+a$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often turns the equation into a simpler one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$e^{-\int\frac{kx}{x^{2}+a}dx}=\left(x^{2}+a\right)^{-k/2}$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$\left(x^{2}+4\right)^{-3}$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$\frac{dy}{dt}=1+\frac{3y}{t}$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particular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$y=-\frac 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$a=1+3a$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complementary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$Ct^{3}$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$y=Ct^{3}-\frac 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numerical answer is easy to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$y=\frac{(x^{2}+4)^{3}}{32}-\frac{x^{2}+4}{2}$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$y(0)=\frac{64}{32}-2=0$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{"/>
                        <m:sepChr m:val=""/>
                        <m:endChr m:val="}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 the solution curve of the differential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sum of abscissas of all the points of intersection of the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$S=(0,2\pi)-\left\{\frac\pi2,\frac{3\pi}{4},\frac{3\pi}{2},\frac{7\pi}{4}\right\}$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 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 the solution curve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$\frac{dy}{dx}=\frac{1}{1+\sin2x}$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$y\left(\frac\pi4\right)=\frac12$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sum of abscissas of all the points of intersection of the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$y=\sqrt2\sin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$\frac{k\pi}{12}$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738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Variable separable differential equations, Trigonometric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curve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intersections need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$1+\sin2x=(\sin x+\cos x)^{2}$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curve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$y=\frac{\sin x}{\sin x+\cos 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intersections need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 x=0$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 x+\cos x=\frac{1}{\sqrt2}$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same formula is used on every interval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$\frac{dy}{dx}=\frac{1}{1+\sin2x}=\frac{1}{(\sin x+\cos x)^{2}}$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dy=\int\frac{\sec^{2}x\,dx}{(1+\tan x)^{2}}$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$y(x)=-\frac{1}{1+\tan 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$y\left(\frac\pi4\right)=\frac12=-\frac12+C$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same formula is used on every interval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Intersections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values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$y(x)=1-\frac{1}{1+\tan x}=\frac{\tan x}{1+\tan x}=\frac{\sin x}{\sin x+\cos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Intersections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$y=\sqrt2\sin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 x}{\sin x+\cos x}=\sqrt2\sin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values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both lie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x+\cos x=\frac{1}{\sqrt2}$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$\sin\left(x+\frac\pi4\right)=\frac12=\sin\frac\pi6$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$x+\frac\pi4=\pi-\frac\pi6$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$2\pi+\frac\pi6$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$x=\frac{5\pi}{6}-\frac\pi4=\frac{7\pi}{12}$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$x=\frac{13\pi}{6}-\frac\pi4=\frac{23\pi}{12}$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both lie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$=\pi+\frac{7\pi}{12}+\frac{23\pi}{12}=\frac{42\pi}{12}=\frac{k\pi}{12}$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the angle: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intersection equation into a factorised form.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the angle: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$\theta=x+\frac\pi4$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$1+\sin2x$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$2\sin^{2}\theta$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intersection equation into a factorised form.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$1+\sin2x=2\sin^{2}\left(x+\frac\pi4\right)$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$\theta=x+\frac\pi4$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$\frac{dy}{d\theta}=\frac{1}{2\sin^{2}\theta}$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$y=-\frac12\cot\theta+C$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$\cot\theta=0$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$y=\frac{1-\cot\theta}{2}=\frac{\sin\theta-\cos\theta}{2\sin\theta}$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$\sqrt2\sin x=\sqrt2\sin\left(\theta-\frac\pi4\right)=\sin\theta-\cos\theta$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$\frac{\sin\theta-\cos\theta}{2\sin\theta}=\sin\theta-\cos\theta$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$(\sin\theta-\cos\theta)\left(\frac{1}{2\sin\theta}-1\right)=0$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ends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excluded).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None of the excluded points occurs.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$\theta=\frac\pi4+n\pi$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$\theta\in\left(\frac\pi4,\frac{9\pi}{4}\right)$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$\theta=\frac{5\pi}{4}$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ends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$x=0,2\pi$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excluded).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$\theta=\frac{5\pi}{6}$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$x=\frac{7\pi}{12}$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$\frac{23\pi}{12}$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None of the excluded points occurs.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$=\pi+\frac{7\pi}{12}+\frac{23\pi}{12}=\frac{42\pi}{12}$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two forms differ by a constant,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List roots only inside the stated interval and delete the excluded points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adding.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factor cancels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check separately the case where it is zero; here it contributes the extra root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$1\pm\sin2x=(\sin x\pm\cos x)^{2}$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$1+\sin2x=2\sin^{2}\left(x+\frac\pi4\right)$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x+\cos x=\sqrt2\sin\left(x+\frac\pi4\right)$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$\int\frac{dx}{1+\sin2x}=-\frac{1}{1+\tan x}+C=-\frac12\cot\left(x+\frac\pi4\right)+C$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two forms differ by a constant,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$\sin\theta=\sin\alpha\iff\theta=n\pi+(-1)^{n}\alpha$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List roots only inside the stated interval and delete the excluded points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adding.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factor cancels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check separately the case where it is zero; here it contributes the extra root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d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$\left(1-x^{2}\right)dy=\left(xy+\left(x^{3}+2\right)\sqrt{1-x^{2}}\right)dx$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$-1&lt;x&lt;1$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$\int_{-1/2}^{1/2}\sqrt{1-x^{2}}\,y(x)\,dx=k$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 (integrating factor), Definite integration (odd and even functions)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I.F.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exactly the integrand asked for.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I.F.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$\sqrt{1-x^{2}}$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$y\sqrt{1-x^{2}}=\frac{x^{4}}{4}+2x$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exactly the integrand asked for.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$\frac{dy}{dx}=\frac{xy}{1-x^{2}}+\frac{x^{3}+2}{\sqrt{1-x^{2}}}$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$\frac{dy}{dx}+\left(\frac{-x}{1-x^{2}}\right)y=\frac{x^{3}+2}{\sqrt{1-x^{2}}}$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$=e^{\int\frac{-x}{1-x^{2}}dx}=e^{\frac12\ln\left(1-x^{2}\right)}=\sqrt{1-x^{2}}$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$y\sqrt{1-x^{2}}=\int\left(x^{3}+2\right)dx=\frac{x^{4}}{4}+2x+c$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$0=0+0+c$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$\sqrt{1-x^{2}}\,y=\frac{x^{4}}{4}+2x$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$k=\int_{-1/2}^{1/2}\left(\frac{x^{4}}{4}+2x\right)dx$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$k=\left[\frac{x^{5}}{20}+x^{2}\right]_{-1/2}^{1/2}=\frac{1}{20}\left(\frac1{32}+\frac1{32}\right)+\left(\frac14-\frac14\right)=\frac{1}{320}$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$k^{-1}=320$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320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ODE collapses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integral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done by parity.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$z=y\sqrt{1-x^{2}}$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ODE collapses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$z'=x^{3}+2$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integral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done by parity.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equation says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$z=y\sqrt{1-x^{2}}$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$z'=\sqrt{1-x^{2}}\,y'-\frac{xy}{\sqrt{1-x^{2}}}=\sqrt{1-x^{2}}\left(y'-\frac{xy}{1-x^{2}}\right)$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equation says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$y'-\frac{xy}{1-x^{2}}=\frac{x^{3}+2}{\sqrt{1-x^{2}}}$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$z'=x^{3}+2$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$z=\frac{x^{4}}{4}+2x$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it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term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$k=\int_{-1/2}^{1/2}z\,dx$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it integrates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$\frac{x^{4}}{4}$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$k=2\int_{0}^{1/2}\frac{x^{4}}{4}dx=\frac12\cdot\frac15\cdot\left(\frac12\right)^{5}=\frac{1}{320}$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$k^{-1}=320$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320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I.F.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I.F.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Ask what the integral in the question needs: here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precisely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𝐼.𝐹.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the solution gives in closed form.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odd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the even part survives.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domain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ensures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dividing by it is legitimate.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$y'+\frac{f'}{2f}y$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$-\frac{x}{1-x^{2}}=\frac{f'}{2f}$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$f=1-x^{2}$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I.F.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$\sqrt{1-x^{2}}$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Ask what the integral in the question needs: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$\sqrt{1-x^{2}}\,y$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precisely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$y\cdot\text{I.F.}$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the solution gives in closed form.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$\int_{-a}^{a}f\,dx=0$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odd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$=2\int_{0}^{a}f\,dx$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$\frac{x^{4}}{4}+2x$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the even part survives.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domain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$-1&lt;x&lt;1$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ensures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$\sqrt{1-x^{2}}&gt;0$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dividing by it is legitimate.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$\frac{dy}{dx}+\frac{\sqrt2\,y}{2\cos^{4}x-\cos2x}=x\,e^{\tan^{-1}\left(\sqrt2\cot2x\right)}$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$0&lt;x&lt;\frac\pi2$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$y\left(\frac\pi4\right)=\frac{\pi^{2}}{32}$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$y\left(\frac\pi3\right)=\frac{\pi^{2}}{18}e^{-\tan^{-1}(\alpha)}$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57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 (integrating factor), Inverse trigonometric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4(A level above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continuous antiderivative of the coefficient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$2\cos^{4}x-\cos2x=\frac{1+\cos^{2}2x}{2}$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$-\tan^{-1}\left(\sqrt2\cot2x\right)$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continuous antiderivative of the coefficient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$\left(0,\frac\pi2\right)$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equation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This form is valid only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infinite 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$2\cos^{4}x-\cos2x=2\cos^{4}x-2\cos^{2}x+1=\frac{1+\cos^{2}2x}{2}$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$\frac{dy}{dx}+\frac{2\sqrt2}{1+\cos^{2}2x}\,y=x\,e^{\theta}$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$\theta(x)=\tan^{-1}\left(\sqrt2\cot2x\right)$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$\int\frac{2\sqrt2}{1+\cos^{2}2x}dx=\int\frac{2\sqrt2\sec^{2}2x}{\tan^{2}2x+2}dx=\tan^{-1}\left(\frac{\tan2x}{\sqrt2}\right)$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$\tan2x=u$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This form is valid only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infinite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 all of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 the continuous antiderivative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I.F.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the equation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$\tan^{-1}\frac{\tan2x}{\sqrt2}=\frac\pi2-\theta$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 all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 the continuous antiderivative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$-\theta(x)$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$\theta'=-\frac{2\sqrt2}{1+\cos^{2}2x}$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$=e^{-\theta}$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the equation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$\frac{d}{dx}\left(y\,e^{-\theta}\right)=x\,e^{\theta}e^{-\theta}=x$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$y\,e^{-\theta}=\frac{x^{2}}{2}+c$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$\cot\frac\pi2=0$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$\frac{\pi^{2}}{32}=\frac{\pi^{2}}{32}+c$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$y=\frac{x^{2}}{2}\,e^{\theta(x)}$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$\cot\frac{2\pi}{3}=-\frac{1}{\sqrt3}$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$\theta=\tan^{-1}\left(-\sqrt{\frac23}\right)=-\tan^{-1}\sqrt{\frac23}$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$y\left(\frac\pi3\right)=\frac{\pi^{2}}{18}\,e^{-\tan^{-1}\sqrt{2/3}}=\frac{\pi^{2}}{18}\,e^{-\tan^{-1}(\alpha)}$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$\alpha=\sqrt{\frac23}$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$3\alpha^{2}=3\cdot\frac23=2$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coefficient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$y=u\,e^{\theta}$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$\theta=\tan^{-1}\left(\sqrt2\cot2x\right)$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coefficient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$-\theta'$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$u'=x$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csc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equation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$\theta=\tan^{-1}\left(\sqrt2\cot2x\right)$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$\theta'=\frac{\sqrt2\left(-2\csc^{2}2x\right)}{1+2\cot^{2}2x}=-\frac{2\sqrt2}{\sin^{2}2x+2\cos^{2}2x}=-\frac{2\sqrt2}{1+\cos^{2}2x}$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$2\cos^{4}x-\cos2x=\frac{1+\cos^{2}2x}{2}$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$y'-\theta'y=x\,e^{\theta}$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$y=u\,e^{\theta}$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$y'-\theta'y=u'e^{\theta}+u\theta'e^{\theta}-\theta'ue^{\theta}=u'e^{\theta}$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$u=\frac{x^{2}}{2}+c$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$u=\frac{\pi^{2}}{32}$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$y=\frac{x^{2}}{2}e^{\theta}$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$\theta=\tan^{-1}\left(-\frac{\sqrt2}{\sqrt3}\right)=-\tan^{-1}\sqrt{\frac23}$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$y=\frac{\pi^{2}}{18}e^{-\tan^{-1}\sqrt{2/3}}$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$\frac{\pi^{2}}{18}e^{-\tan^{-1}\alpha}$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$\alpha=\sqrt{\frac23}$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$3\alpha^{2}=2$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identity changes when the argument changes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antiderivative obtained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valid only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continuous; it jumps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Use a continuous form such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add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beyond the jump.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right side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equation collapses: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$2\cos^{4}x-\cos2x=\frac{1+\cos^{2}2x}{2}$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$\int\frac{\sec^{2}u\,du}{\tan^{2}u+a^{2}}=\frac1a\tan^{-1}\frac{\tan u}{a}$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$\tan^{-1}a+\tan^{-1}\frac1a=\frac\pi2$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identity changes when the argument changes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antiderivative obtained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$u=\tan2x$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valid only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continuous; it jumps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Use a continuous form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$-\tan^{-1}(\sqrt2\cot2x)$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add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beyond the jump.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right side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$y'+Py=Q$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$e^{\pm\int 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equation collapses: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$y'-\theta'y=g\,e^{\theta}$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$y=e^{\theta}\left(\int g\,dx+c\right)$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 the solution of the differential equation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$(x-1)\frac{dy}{dx}+2xy=\frac{1}{x-1}$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$y(2)=\frac{1+e^{4}}{2e^{4}}$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$y(3)=\frac{e^{\alpha}+1}{\beta e^{\alpha}}$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57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equations (integrating factor)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I.F.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right side integrates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$\frac{2x}{x-1}=2+\frac{2}{x-1}$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I.F.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$(x-1)^{2}e^{2x}$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right side integrates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I.F.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$\frac{dy}{dx}+\frac{2x}{x-1}\,y=\frac{1}{(x-1)^{2}}$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$\frac{2x}{x-1}=2+\frac{2}{x-1}$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$=e^{\int\left(2+\frac{2}{x-1}\right)dx}=e^{2x+2\ln(x-1)}$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$=e^{2x}\cdot e^{\ln(x-1)^{2}}=(x-1)^{2}e^{2x}$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$y\,(x-1)^{2}e^{2x}=\int\frac{1}{(x-1)^{2}}(x-1)^{2}e^{2x}\,dx+c=\frac{e^{2x}}{2}+c$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$y(2)=\frac{1+e^{4}}{2e^{4}}$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$\frac{1+e^{4}}{2e^{4}}\cdot1\cdot e^{4}=\frac{e^{4}}{2}+c$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$y\,(x-1)^{2}e^{2x}=\frac{e^{2x}}{2}+\frac12$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$y(3)\cdot4e^{6}=\frac{e^{6}+1}{2}$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$y(3)=\frac{e^{6}+1}{8e^{6}}$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$\frac{e^{\alpha}+1}{\beta e^{\alpha}}$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left side is spotted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a definite integral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avoids the constant.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$(x-1)e^{2x}$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left side is spotted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$\frac{d}{dx}\left[(x-1)^{2}e^{2x}y\right]$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a definite integral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avoids the constant.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the ODE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left side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the ODE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$(x-1)e^{2x}$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$(x-1)^{2}e^{2x}y'+2x(x-1)e^{2x}y=e^{2x}$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$\frac{d}{dx}\left[(x-1)^{2}e^{2x}\right]=2(x-1)e^{2x}+2(x-1)^{2}e^{2x}=2x(x-1)e^{2x}$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$\frac{d}{dx}\left[(x-1)^{2}e^{2x}y\right]$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$w=(x-1)^{2}e^{2x}y$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$w'=e^{2x}$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$w(3)-w(2)=\int_{2}^{3}e^{2x}dx=\frac{e^{6}-e^{4}}{2}$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$w(2)=1\cdot e^{4}\cdot\frac{1+e^{4}}{2e^{4}}=\frac{1+e^{4}}{2}$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$w(3)=\frac{1+e^{4}}{2}+\frac{e^{6}-e^{4}}{2}=\frac{1+e^{6}}{2}$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$y(3)=\frac{w(3)}{4e^{6}}=\frac{e^{6}+1}{8e^{6}}$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a rational coefficient first: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I.F.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an I.F.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𝐼.𝐹.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 integration constant is needed when two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linked.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identifies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intended integer constants.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a rational coefficient first: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$\frac{ax+b}{x-1}=a+\frac{a+b}{x-1}$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$\int\frac{2x}{x-1}dx=2x+2\ln(x-1)$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I.F.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$(x-1)^{2}e^{2x}$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an I.F.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$\mu'=P\mu$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$\frac{d}{dx}\left[(x-1)^{2}e^{2x}\right]=\frac{2x}{x-1}(x-1)^{2}e^{2x}$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$w=y\cdot\text{I.F.}$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$w'=R(x)$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$w(b)-w(a)=\int_{a}^{b}R\,dx$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 integration constant is needed when two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linked.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$\frac{e^{6}+1}{8e^{6}}$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$\frac{e^{\alpha}+1}{\beta e^{\alpha}}$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identifies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intended integer constants.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Q48 – Q60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(no marks printed - JEE Advanced default assumed)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058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general solution of the differential equation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058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general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$\left(x-y^{2}\right)dx+y\left(5x+y^{2}\right)dy=0$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$\left(y^{2}+x\right)^{4}=C\left|\left(y^{2}+2x\right)^{3}\right|$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$\left(y^{2}+2x\right)^{4}=C\left|\left(y^{2}+x\right)^{3}\right|$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$\left|\left(y^{2}+x\right)^{3}\right|=C\left(2y^{2}+x\right)^{4}$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$\left|\left(y^{2}+2x\right)^{3}\right|=C\left(2y^{2}+x\right)^{4}$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14596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Homogeneous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equation becomes homogeneous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$y\,dy=\frac12d\left(y^{2}\right)$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$t=y^{2}$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equation becomes homogeneous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$(x,t)$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homogeneous equation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$\left(x-y^{2}\right)dx+y\left(5x+y^{2}\right)dy=0$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$y\frac{dy}{dx}=\frac{y^{2}-x}{5x+y^{2}}$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$y^{2}=t$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$y\,dy=\frac12dt$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$\frac12\frac{dt}{dx}=\frac{t-x}{5x+t}$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homogeneous equation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$t=vx$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$\frac{dt}{dx}=v+x\frac{dv}{dx}$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$\frac12\left(v+x\frac{dv}{dx}\right)=\frac{v-1}{5+v}$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$x\frac{dv}{dx}=\frac{2(v-1)}{5+v}-v=\frac{-3v-v^{2}-2}{5+v}$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sSup>
                                          <m:e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𝑦</m:t>
                                            </m:r>
                                          </m:e>
                                          <m:sup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den>
                                    </m:f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sSup>
                                          <m:e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𝑦</m:t>
                                            </m:r>
                                          </m:e>
                                          <m:sup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sup>
                                        </m:sSup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den>
                                    </m:f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Absorbing the sign into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$\int\frac{5+v}{v^{2}+3v+2}\,dv=-\int\frac{dx}{x}$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$\frac{5+v}{(v+1)(v+2)}=\frac{4}{v+1}-\frac{3}{v+2}$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$4\ln|v+1|-3\ln|v+2|=-\ln x+\ln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$\left|\frac{(v+1)^{4}}{(v+2)^{3}}\right|=\frac{C}{x}$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$v=\frac{y^{2}}{x}$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$\left|\frac{\left(\frac{y^{2}}{x}+1\right)^{4}}{\left(\frac{y^{2}}{x}+2\right)^{3}}\right|=\frac{C}{x}$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$\frac{(y^{2}+x)^{4}}{|x|\,\left|(y^{2}+2x)^{3}\right|}=\frac{C}{x}$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Absorbing the sign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$\left(y^{2}+x\right)^{4}=C\left|\left(y^{2}+2x\right)^{3}\right|$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$\left(y^{2}+x\right)^{4}=C\left|\left(y^{2}+2x\right)^{3}\right|$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use Euler's integrating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a homogeneous equation; the equation becomes exact.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$t=y^{2}$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use Euler's integrating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$\frac{1}{Mx+Nt}$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a homogeneous equation; the equation becomes exact.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multiplying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homogeneous of degree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homogeneous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integrating factor: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$t=y^{2}$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multiplying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$2(x-t)\,dx+(5x+t)\,dt=0$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$M=2(x-t)$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$N=5x+t$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homogeneous of degree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homogeneous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$\frac{1}{Mx+Nt}$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integrating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$Mx+Nt=2x^{2}-2xt+5xt+t^{2}=2x^{2}+3xt+t^{2}=(2x+t)(x+t)$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$\frac{M}{(2x+t)(x+t)}=\frac{-6}{2x+t}+\frac{4}{x+t}$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$\frac{N}{(2x+t)(x+t)}=\frac{-3}{2x+t}+\frac{4}{x+t}$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reads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reads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$-3\,\frac{2\,dx+dt}{2x+t}+4\,\frac{dx+dt}{x+t}=0$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$d\left[-3\ln|2x+t|+4\ln|x+t|\right]=0$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$|x+t|^{4}=C\,|2x+t|^{3}$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$t=y^{2}$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$\left(y^{2}+x\right)^{4}=C\left|\left(y^{2}+2x\right)^{3}\right|$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$\left(y^{2}+x\right)^{4}=C\left|\left(y^{2}+2x\right)^{3}\right|$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equation may become homogeneous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homogeneous of the same degree,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integrating factor (when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Cover-up rule: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(residue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Exponents of the answer follow from the partial-fraction coefficients: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$t=y^{2}$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$dt=2y\,dy$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equation may become homogeneous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$M\,dx+N\,dy=0$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homogeneous of the same degree,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$\frac{1}{Mx+Ny}$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integrating factor (when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$Mx+Ny\neq0$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Cover-up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$\frac{5+v}{(v+1)(v+2)}=\frac{4}{v+1}-\frac{3}{v+2}$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(residue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$\frac{4}{1}$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Exponents of the answer follow from the partial-fraction coefficients: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$4\ln|v+1|-3\ln|v+2|\Rightarrow(v+1)^{4}$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$(v+2)^{3}$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smooth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such that the slope of the tangent at any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it is directly proportional to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curve passes through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den>
                            </m:f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smooth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such that the slope of the tangent at any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it is directly proportional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$\left(\frac{-y}{x}\right)$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curve passes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$(8,1)$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$\left|y\left(\frac{1}{8}\right)\right|$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$2\log_e 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$4\log_e 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43552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Variable separable differential equation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"Directly proportional" brings a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separable solution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two constants for two points.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"Directly proportional" brings a constant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separable solution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$\ln|y|=-K\ln|x|+C$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two constants for two points.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"Slope directly proportional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" means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𝐾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 the variables: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"Slope directly proportional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$\frac{-y}{x}$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"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$\frac{dy}{dx}=\frac{-Ky}{x}$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some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 the variables: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$\int\frac{dy}{y}=-K\int\frac{dx}{x}$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$\ln|y|=-K\ln|x|+C$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2=-K\cdot 0+C$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$C=\ln 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$(8,1)$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1=-K\ln 8+\ln 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$3K\ln 2=\ln 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$\ln|y|=-\frac{1}{3}\ln|x|+\ln 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$x=\frac{1}{8}$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$\ln|y|=-\frac{1}{3}\ln\left(\frac{1}{8}\right)+\ln 2=\ln 2+\ln 2=2\ln 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$|y|=e^{2\ln 2}=4$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says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straight-line function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slope comes from the two given points.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$\frac{dy}{dx}=-K\frac{y}{x}$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says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 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straight-line function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slope comes from the two given points.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constant. So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one straight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line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slope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$\frac{dy}{dx}=-K\frac{y}{x}$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$\frac{d(\ln y)}{d(\ln x)}=-K$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constant. So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$(\ln x,\ln 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on one straight line.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line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$(\ln 1,\ln 2)=(0,\ln 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$(\ln 8,\ln 1)=(3\ln 2,0)$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slope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$\frac{0-\ln 2}{3\ln 2-0}=-\frac{1}{3}$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y=\ln 2-\frac{1}{3}\ln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$y=2x^{-1/3}$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$x=\frac{1}{8}$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x=-3\ln 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y=\ln 2+\ln 2=2\ln 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family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(power curves); on log-log axes these are straight lines of slope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"Directly proportional" always introduces an unknown constant; count constants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match them with the number of given points.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integrating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initial points fix the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special case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rectangular hyperbolas.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$\frac{dy}{dx}=k\frac{y}{x}$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family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$y=Cx^{k}$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(power curves); on log-log axes these are straight lines of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"Directly proportional" always introduces an unknown constant; count constants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match them with the number of given points.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integrating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$\int\frac{dy}{y}$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keep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$y=\pm e^{C}x^{k}$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initial points fix the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special 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rectangular hyperbolas.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289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maximum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289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$\frac{dy}{dx}+2y\tan x=\sin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$0&lt;x&lt;\frac{\pi}{2}$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$y\left(\frac{\pi}{3}\right)=0$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maximum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$\frac{3}{8}$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3771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equation, Maximum value of a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Solution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quadratic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its maximum comes by completing the square.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Solution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$y=\cos x-2\cos^2x$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its maximum comes by completing the square.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first-order linear differential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𝐼.𝐹.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$\frac{dy}{dx}+2y\tan x=\sin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first-order linear differential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$\text{I.F.}=e^{\int 2\tan x\,dx}=e^{2\ln|\sec x|}=\sec^2x$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$y\sec^2x=\int\sin x\sec^2x\,dx=\int\sec x\tan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$y\sec^2x=\sec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Complete the square: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attainable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max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$y\left(\frac{\pi}{3}\right)=0$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$0=\sec\frac{\pi}{3}+C=2+C$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$y=\frac{\sec x-2}{\sec^2x}=\cos x-2\cos^2x$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Complete the square: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$y=\frac{1}{8}-2\left(\cos x-\frac{1}{4}\right)^2$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attainable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$x\in\left(0,\frac{\pi}{2}\right)$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$y_{\max}=\frac{1}{8}$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$\frac{1}{8}$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Guess a particular solution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the homogeneous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the condition.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Guess a particular solution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$y_p=\cos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the homogeneous solution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$C\cos^2x$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the condition.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Homogeneous part: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This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Homogeneous part: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$y'+2y\tan 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$\frac{dy}{y}=-2\tan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$y_h=C\cos^2x$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$y_p=a\cos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$y_p'+2y_p\tan x=-a\sin x+2a\sin x=a\sin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This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$y=\cos x+C\cos^2x$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downward parabola with vertex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(inside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Maximum value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$y\left(\frac{\pi}{3}\right)=\frac12+\frac{C}{4}=0$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$y=\cos x-2\cos^2x$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$c=\cos x\in(0,1)$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$y=c-2c^2$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downward parabola with vertex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Maximum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$=\frac14-\frac{2}{16}=\frac18$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$\frac{1}{8}$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linear equation's general solution is (particular solution)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(homogeneous solution); trying a trigonometric or exponential guess for the particular part is often quickest.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maximum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provided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this is how the 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$y'+n\tan x\cdot y=g(x)$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$\sec^nx$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$\int\tan x\,dx=\ln|\sec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linear equation's general solution is (particular solution)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$+\,C\cdot$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(homogeneous solution); trying a trigonometric or exponential guess for the particular part is often quickest.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$a\cos x-b\cos^2x$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$(0,\frac{\pi}{2})$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maximum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$\frac{a^2}{4b}$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x=\frac{a}{2b}$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provided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$0&lt;\frac{a}{2b}&lt;1$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$\frac{d}{dx}(y\sec^2x)=\sec^2x\,(y'+2y\tan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this is how the 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solution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differential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origin.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b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solution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$\frac{dy}{dx}+\frac{xy}{x^2-1}=\frac{x^4+2x}{\sqrt{1-x^2}}$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$x\in(-1,1)$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origin.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$\int_{-\frac{\sqrt3}{2}}^{\frac{\sqrt3}{2}}f(x)\,dx$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$\frac{\pi}{3}-\frac{1}{4}$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$\frac{\pi}{3}-\frac{\sqrt3}{4}$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$\frac{\pi}{6}-\frac{\sqrt3}{4}$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$\frac{\pi}{6}-\frac{\sqrt3}{2}$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equation, Definite integral of odd and even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equation into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$e^{\int\frac{x}{x^2-1}dx}=\sqrt{1-x^2}$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equation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$\frac{d}{dx}\left(y\sqrt{1-x^2}\right)=x^4+2x$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linear: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linear: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$\frac{dy}{dx}+\frac{x}{x^2-1}y=\frac{x^4+2x}{\sqrt{1-x^2}}$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𝐼.𝐹.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the symmetric interval.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$\text{I.F.}=e^{\int\frac{x}{x^2-1}dx}=e^{\frac12\ln|x^2-1|}=\sqrt{1-x^2}$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$y\sqrt{1-x^2}=\int\frac{x^4+2x}{\sqrt{1-x^2}}\sqrt{1-x^2}\,dx=\int(x^4+2x)\,dx$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$y\sqrt{1-x^2}=\frac{x^5}{5}+x^2+C$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$x=0,\ 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$f(x)=\frac{x^5}{5\sqrt{1-x^2}}+\frac{x^2}{\sqrt{1-x^2}}$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$\int_{-\sqrt3/2}^{\sqrt3/2}f(x)\,dx=\int\frac{x^5}{5\sqrt{1-x^2}}dx+\int\frac{x^2}{\sqrt{1-x^2}}dx$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the symmetric interval.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integrand is odd, so its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second is even, so the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θ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integrand is odd, so its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second is even, 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$2\int_0^{\sqrt3/2}\frac{x^2}{\sqrt{1-x^2}}dx$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$2\int_0^{\pi/3}\sin^2\theta\,d\theta=\left[\theta-\frac{\sin2\theta}{2}\right]_0^{\pi/3}=\frac{\pi}{3}-\frac{\sqrt3}{4}$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$\frac{\pi}{3}-\frac{\sqrt3}{4}$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whole integral: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removes the square root immediately.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$x=\sin\theta$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whole integral: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$\frac{dx}{\sqrt{1-x^2}}=d\theta$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removes the square root immediately.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(product rule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limits become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∓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θ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$\frac{d}{dx}\left(y\sqrt{1-x^2}\right)=x^4+2x$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(product rule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$y'\sqrt{1-x^2}-\frac{xy}{\sqrt{1-x^2}}$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$\sqrt{1-x^2}\left(y'+\frac{xy}{x^2-1}\right)$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$y\sqrt{1-x^2}=\frac{x^5}{5}+x^2$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$f(x)\,dx=\frac{\frac{x^5}{5}+x^2}{\sqrt{1-x^2}}\,dx$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$\frac{dx}{\sqrt{1-x^2}}=d\theta$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limits become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$\mp\frac{\pi}{3}$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$\int_{-\pi/3}^{\pi/3}\left(\frac{\sin^5\theta}{5}+\sin^2\theta\right)d\theta$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$\sin^5\theta$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integrates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$2\int_0^{\pi/3}\sin^2\theta\,d\theta=\frac{\pi}{3}-\frac{\sin(2\pi/3)}{2}$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$=\frac{\pi}{3}-\frac{\sqrt3}{4}$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$\frac{\pi}{3}-\frac{\sqrt3}{4}$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integrating factor cancels the denominator on the right, the integral becomes a plain polynomial: always check this before attempting a hard integration.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Over a symmetric interval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$y'+\frac{f'(x)}{2f(x)}y=g$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integrating factor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$\sqrt{|f(x)|}$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$f=x^2-1$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integrating factor cancels the denominator on the right, the integral becomes a plain polynomial: always check this before attempting a hard integration.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Over a symmetric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$=2\int_0^{a}$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$\frac{x^5}{\sqrt{1-x^2}}$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$\frac{x^2}{\sqrt{1-x^2}}$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$\int_0^{a}\frac{x^2}{\sqrt{1-x^2}}dx=\frac{\sin^{-1}a-a\sqrt{1-a^2}}{2}$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a&lt;1$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$\frac{\pi}{6}-\frac{\sqrt3}{8}$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distinct solutions of the differential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Then, the number of points of intersection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$y=y_1(x)$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$y=y_2(x)$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distinct solutions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$\frac{dy}{dx}=x+y$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$y_1(0)=0$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$y_2(0)=1$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Then, the number of points of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$y=y_1(x)$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$y=y_2(x)$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 and its solution curves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the linear equation once, then the two solutions differ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never zero.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the linear equation once, then the two solutions differ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is never zero.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equation with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𝐼.𝐹.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......(1)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$\frac{dy}{dx}=x+y$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$\frac{dy}{dx}-y=x$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equation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$\text{I.F.}=e^{-x}$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$ye^{-x}=\int xe^{-x}dx$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$ye^{-x}=-xe^{-x}-e^{-x}+c$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$y=-x-1+ce^{x}$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$y_1(0)=0$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$y_1=-x-1+e^{x}$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......(1)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......(2)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everywhere.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the number of points of intersection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zero.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$y_2(0)=1$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$-1+c=1$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$y_2=-x-1+2e^{x}$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......(2)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$y_2-y_1=e^{x}&gt;0$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$y_2\neq y_1$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everywhere.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the number of points of intersection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zero.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two solutions satisfies the homogeneous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 never vanishes.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difference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$z=y_2-y_1$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two solutions satisfies the homogeneous equation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$z'=z$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 never vanishes.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intersection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two curves never meet: the number of intersection points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$y_1'=x+y_1$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$y_2'=x+y_2$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$z=y_2-y_1$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$z'=z$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$z=Ae^{x}$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$z(0)=y_2(0)-y_1(0)=1$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intersection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$z(x)=0$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two curves never meet: the number of intersection points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linear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difference of two solutions solves the homogeneous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never vanishes unless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Existence-uniqueness: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∂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continuous, two solution curves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cross or touch unless they coincide.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(integration by parts); here the general solution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one solution that is a straight line.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linear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$y'+P(x)y=Q(x)$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difference of two solutions solves the homogeneous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$z'+Pz=0$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$z=Ce^{-\int 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never vanishes unless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Existence-uniqueness: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$\partial f/\partial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continuous, two solution curves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$y'=f(x,y)$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cross or touch unless they coincide.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xe^{-x}dx=-(x+1)e^{-x}+C$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(integration by parts); here the general solution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$y=-x-1+ce^{x}$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one solution that is a straight line.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solution curve of the differential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intersect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347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solution curve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$x\,dy=\left(\sqrt{x^2+y^2}+y\right)dx$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intersect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$\frac{5}{2}$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435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Homogeneous differential equation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equation separable in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$x\,dy-y\,dx=x^2\,d\left(\frac{y}{x}\right)$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equation separable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$\frac{y}{x}$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left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𝑦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𝑦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$x\,dy-y\,dx=\sqrt{x^2+y^2}\,dx$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$\frac{x\,dy-y\,dx}{x^2}=\sqrt{1+\frac{y^2}{x^2}}\cdot\frac{dx}{x}$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$d\left(\frac{y}{x}\right)$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$\frac{d\left(y/x\right)}{\sqrt{1+\left(\frac{y}{x}\right)^2}}=\frac{dx}{x}$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$\ln\left(\frac{y}{x}+\sqrt{\left(\frac{y}{x}\right)^2+1}\right)=\ln x+R$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curve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(valid,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$\frac{y+\sqrt{y^2+x^2}}{x}=cx$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$y+\sqrt{x^2+y^2}=cx^2$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$x=1,\ 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$0+1=c$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curve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$y+\sqrt{x^2+y^2}=x^2$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$x=2,\ y=\alpha$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$\alpha+\sqrt{4+\alpha^2}=4$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$\sqrt{4+\alpha^2}=4-\alpha$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$4+\alpha^2=16-8\alpha+\alpha^2$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$8\alpha=12$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$4-\alpha&gt;0$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equation collapses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curve is the parabola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$y=x\sinh 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$\sqrt{x^2+y^2}=x\cosh 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equation collapses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$dt=\frac{dx}{x}$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curve is the parabola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$y=\frac{x^2-1}{2}$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Then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$y=x\sinh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$\sqrt{x^2+y^2}=x\cosh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$dy=\sinh t\,dx+x\cosh 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$x\,dy=(\sqrt{x^2+y^2}+y)\,dx$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$x\sinh t\,dx+x^2\cosh t\,dt=x(\cosh t+\sinh 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$x^2\cosh t\,dt=x\cosh t\,dx$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$t=\ln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$x=1,\ 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$y=x\sinh(\ln x)=x\cdot\frac{x-x^{-1}}{2}=\frac{x^2-1}{2}$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$\alpha=\frac{4-1}{2}=\frac{3}{2}$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recognising these turns many homogeneous equations into separable ones at once.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rationalises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family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set of parabolas with focus at the origin and axis along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(e.g.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squaring an equation such as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check that the right side is non-negative.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$x\,dy-y\,dx=x^2\,d\left(\frac{y}{x}\right)$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$x\,dy-y\,dx=-y^2\,d\left(\frac{x}{y}\right)$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recognising these turns many homogeneous equations into separable ones at once.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$\int\frac{du}{\sqrt{1+u^2}}=\ln\left(u+\sqrt{1+u^2}\right)=\sinh^{-1}u$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$u=\sinh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rationalises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$\sqrt{1+u^2}$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family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$y+\sqrt{x^2+y^2}=cx^2$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set of parabolas with focus at the origin and axis along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(e.g.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$y=\frac{x^2-1}{2}$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squaring an equation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$\sqrt{4+\alpha^2}=4-\alpha$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check that the right side is non-negative.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4578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curve of the differential equation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4578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$x\in\left(0,\frac{\pi}{2}\right)$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curve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$\left(\sin^22x\right)\frac{dy}{dx}+\left(8\sin^22x+2\sin4x\right)y=2e^{-4x}\left(2\sin2x+\cos2x\right)$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$y\left(\frac{\pi}{4}\right)=e^{-\pi}$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$y\left(\frac{\pi}{6}\right)$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$\frac{2}{\sqrt3}e^{-2\pi/3}$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$\frac{2}{\sqrt3}e^{2\pi/3}$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$\frac{1}{\sqrt3}e^{-2\pi/3}$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$\frac{1}{\sqrt3}e^{2\pi/3}$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dividing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integrating factor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right side becomes the derivative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dividing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$\sin^22x$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integrating factor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$e^{8x}\sin^22x$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right side becomes the derivative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$e^{4x}\sin2x$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312920"/>
                <a:ext cx="10725912" cy="23621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𝐼.𝐹.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312920"/>
                <a:ext cx="10725912" cy="23621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$\sin4x=2\sin2x\cos2x$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$\frac{dy}{dx}+(8+4\cot2x)y=\frac{2e^{-4x}}{\sin^22x}(2\sin2x+\cos2x)$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linear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$\text{I.F.}=e^{\int(8+4\cot2x)dx}=e^{8x+2\ln(\sin2x)}=e^{8x}\sin^22x$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integral equals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$y\left(e^{8x}\sin^22x\right)=\int2e^{4x}(2\sin2x+\cos2x)\,dx+C$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$\frac{d}{dx}\left(e^{4x}\sin2x\right)=e^{4x}(4\sin2x+2\cos2x)$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integral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$e^{4x}\sin2x$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$y\left(e^{8x}\sin^22x\right)=e^{4x}\sin2x+C$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$y\left(\frac{\pi}{4}\right)=e^{-\pi}$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$e^{-\pi}e^{2\pi}\cdot1=e^{\pi}\cdot1+C$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$y=\frac{e^{-4x}}{\sin2x}$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$y\left(\frac{\pi}{6}\right)=\frac{e^{-4\pi/6}}{\sin\frac{\pi}{3}}=\frac{2}{\sqrt3}e^{-2\pi/3}$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$\frac{2}{\sqrt3}e^{-2\pi/3}$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Spot the particular solution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right side; the homogeneous part must then vanish.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Spot the particular solution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$y_p=\frac{e^{-4x}}{\sin2x}$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right side; the homogeneous part must then vanish.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suggests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solution.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suggests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$y_p=\frac{e^{-4x}}{\sin2x}$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$\sin^22x\,y_p'=e^{-4x}(-4\sin2x-2\cos2x)$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$(8\sin^22x+2\sin4x)\,y_p=e^{-4x}(8\sin2x+4\cos2x)$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$e^{-4x}(4\sin2x+2\cos2x)=2e^{-4x}(2\sin2x+\cos2x)$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solution.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Homogeneous equation: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General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already equals the given value, while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unless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Homogeneous equation: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$\frac{y'}{y}=-8-4\cot2x$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$y_h=\frac{Ce^{-8x}}{\sin^22x}$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General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$y=y_p+y_h$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$y_p=e^{-\pi}$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already equals the given value,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$y_h=Ce^{-2\pi}\neq0$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unless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$y\left(\frac{\pi}{6}\right)=\frac{e^{-2\pi/3}}{\sin(\pi/3)}=\frac{2}{\sqrt3}e^{-2\pi/3}$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$\frac{2}{\sqrt3}e^{-2\pi/3}$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matches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the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Look for such a derivative before integrating by parts.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particular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homogeneous; the initial condition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 good guess for the particular solution can replace the whole integrating-factor computation.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$\int\cot kx\,dx=\frac{1}{k}\ln|\sin kx|$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$P=a+b\cot kx$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$e^{ax}\,|\sin kx|^{b/k}$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$a=8,\ b=4,\ 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$e^{8x}\sin^22x$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$\frac{d}{dx}\left(e^{ax}\sin bx\right)=e^{ax}(a\sin bx+b\cos bx)$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$a=4,b=2$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matches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$2\sin2x+\cos2x$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Look for such a derivative before integrating by parts.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particular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$+\,C\cdot$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homogeneous; the initial condition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 good guess for the particular solution can replace the whole integrating-factor computation.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$\sin4x=2\sin2x\cos2x$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$\frac{2\sin4x}{\sin^22x}=4\cot2x$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minimum value of the twice differentiable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minimum value of the twice differentiable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$f(x)=\int_0^{x}e^{x-t}f'(t)\,dt-\left(x^2-x+1\right)e^{x}$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$-\frac{2}{\sqrt 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$-2\sqrt 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$-\sqrt 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$\frac{2}{\sqrt e}$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Integral equation reduced to a differential equation, Minimum value of a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Pull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out of the integral so that differentiating makes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 cancel and leaves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Pull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out of the integral so that differentiating makes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 cancel and leaves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$f'(x)=(2x+1)e^{x}$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cancels with the left side,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again: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$f(x)=e^{x}\int_0^{x}\frac{f'(t)}{e^{t}}\,dt-(x^2-x+1)e^{x}$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$f'(x)=e^{x}\int_0^{x}\frac{f'(t)}{e^{t}}dt+e^{x}\cdot\frac{f'(x)}{e^{x}}-\left[(2x-1)e^{x}+(x^2-x+1)e^{x}\right]$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$(x^2+x)e^{x}$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$e^{x}\frac{f'(x)}{e^{x}}=f'(x)$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cancels with the left side,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$\int_0^{x}\frac{f'(t)}{e^{t}}dt=x^2+x$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again: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$\frac{f'(x)}{e^{x}}=2x+1$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$f'(x)=(2x+1)e^{x}$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there, so it is the minimum).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given relation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minimum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$f'(x)=0\Rightarrow x=-\frac{1}{2}$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there, so it is the minimum).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$f(x)=(2x+1)e^{x}-2e^{x}+C$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given relation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$f(0)=0-(1)e^{0}=-1$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$-1=1-2+C$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$f(x)=e^{x}(2x-1)$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minimum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$f\left(-\frac{1}{2}\right)=-\frac{2}{\sqrt 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$-\frac{2}{\sqrt e}$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parts;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cancels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itself comes out after one differentiation.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$\int_0^{x}e^{x-t}f'(t)\,dt$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parts;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cancels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itself comes out after one differentiation.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Integration by parts: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in the given relation: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Cancel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Integration by parts: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$\int_0^{x}e^{x-t}f'(t)\,dt=\left[e^{x-t}f(t)\right]_0^{x}+\int_0^{x}e^{x-t}f(t)\,dt=f(x)-e^{x}f(0)+e^{x}\int_0^{x}e^{-t}f(t)\,dt$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in the given relation: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$f(x)=f(x)-e^{x}f(0)+e^{x}\int_0^{x}e^{-t}f(t)dt-(x^2-x+1)e^{x}$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Cancel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$\int_0^{x}e^{-t}f(t)\,dt=f(0)+x^2-x+1$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left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there, so the minimum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$\int_0^{x}e^{-t}f(t)\,dt=x^2-x$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$e^{-x}f(x)=2x-1$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$f(x)=(2x-1)e^{x}$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$f'(x)=(2x+1)e^{x}$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$f''=(2x+3)e^{x}&gt;0$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there, so the minimum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$f\left(-\frac12\right)=-\frac{2}{\sqrt 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$-\frac{2}{\sqrt e}$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kernel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factors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take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outside before differentiating, then Leibniz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exactly the solution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(convolution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Integral equations of this type: differentiate until the integral disappears, and use the original relation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the initial value.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critical point is a minimum 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from negative to positive (or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kernel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$e^{x-t}$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factors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$e^{x}e^{-t}$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outside before differentiating, then Leibniz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$\frac{d}{dx}\int_0^{x}g(t)dt=g(x)$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$z(x)=\int_0^{x}e^{x-t}h(t)\,dt$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exactly the solution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$z'=z+h,\ z(0)=0$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(convolution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Integral equations of this type: differentiate until the integral disappears, and use the original relation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the initial value.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$\int(ax+b)e^{x}dx=(ax+b-a)e^{x}+C$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critical point is a minimum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from negative to positive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curve of the differential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passing through 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curve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$\frac{dy}{dx}+\frac{1}{x^2-1}y=\left(\frac{x-1}{x+1}\right)^{1/2}$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passing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$\left(2,\sqrt{\frac{1}{3}}\right)$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$\sqrt7\,y(8)$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$11+6\log_e3$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$12-2\log_e3$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$19-6\log_e3$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integrating factor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right side into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$\int\frac{dx}{x^2-1}=\frac12\ln\frac{x-1}{x+1}$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integrating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$\sqrt{\frac{x-1}{x+1}}$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right side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$\frac{x-1}{x+1}$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linear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𝐼.𝐹.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linear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$P=\frac{1}{x^2-1}$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$Q=\left(\frac{x-1}{x+1}\right)^{1/2}$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$\text{I.F.}=e^{\int P\,dx}=e^{\frac12\ln\frac{x-1}{x+1}}=\left(\frac{x-1}{x+1}\right)^{1/2}$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$y\left(\frac{x-1}{x+1}\right)^{1/2}=\int\left(\frac{x-1}{x+1}\right)^{1/2}\left(\frac{x-1}{x+1}\right)^{1/2}dx=\int\frac{x-1}{x+1}\,dx$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$\int\frac{x-1}{x+1}dx=\int\left(1-\frac{2}{x+1}\right)dx$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$y\left(\frac{x-1}{x+1}\right)^{1/2}=x-2\log_e|x+1|+C$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$\left(2,\frac{1}{\sqrt3}\right)$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$\left(\frac{x-1}{x+1}\right)^{1/2}=\frac{1}{\sqrt3}$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$\frac{1}{\sqrt3}\cdot\frac{1}{\sqrt3}=2-2\log_e3+C$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$C=\frac13-2+2\log_e3=2\log_e3-\frac{5}{3}$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$\left(\frac{7}{9}\right)^{1/2}=\frac{\sqrt7}{3}$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$\frac{\sqrt7}{3}y(8)=8-2\log_e9+2\log_e3-\frac53=\frac{19}{3}-2\log_e3$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$\sqrt7\,y(8)=19-6\log_e3$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$19-6\log_e3$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the exact derivative directly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constant of integration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the exact derivative directly between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constant of integration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equation says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$u=y\left(\frac{x-1}{x+1}\right)^{1/2}$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equation says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$u'=\frac{x-1}{x+1}$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$u(8)-u(2)=\int_2^{8}\left(1-\frac{2}{x+1}\right)dx=6-2\ln\frac{9}{3}=6-2\ln3$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$u(2)=y(2)\sqrt{\frac13}=\frac{1}{\sqrt3}\cdot\frac{1}{\sqrt3}=\frac13$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$u(8)=y(8)\sqrt{\frac79}=\frac{\sqrt7}{3}y(8)$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$\frac{\sqrt7}{3}y(8)=\frac13+6-2\ln3$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$\sqrt7\,y(8)=1+18-6\ln3=19-6\ln3$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$19-6\log_e3$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integrating factor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for a value at a second point use the definite integral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sub>
                      <m:sup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sub>
                      <m:sup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avoids solving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proper reduction before integrating a Mobius-type ratio.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Watch the domain: the integrating factor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real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selects the branch.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$\int\frac{dx}{x^2-a^2}=\frac{1}{2a}\ln\left|\frac{x-a}{x+a}\right|$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$P=\frac{1}{x^2-1}$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$\sqrt{\left|\frac{x-1}{x+1}\right|}$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$\mu=e^{\int 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$(\mu y)'=\mu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for a value at a second point use the definite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 y\Big|_{x_0}^{x_1}=\int_{x_0}^{x_1}\mu Q\,dx$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avoids solving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$\frac{x-1}{x+1}=1-\frac{2}{x+1}$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 proper reduction before integrating a Mobius-type ratio.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Watch the domain: the 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$\sqrt{\frac{x-1}{x+1}}$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real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selects the branch.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447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differential equation of the family of circles passing through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447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differential equation of the family of circles passing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$2xy\frac{dy}{dx}+\left(x^2-y^2+4\right)=0$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$2xy\frac{dy}{dx}+\left(x^2+y^2-4\right)=0$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$2xy\frac{dy}{dx}+\left(y^2-x^2+4\right)=0$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$2xy\frac{dy}{dx}-\left(x^2-y^2+4\right)=0$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Formation of differential equation, Family of circles through two points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Circles through two points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(one parameter), so isolate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differentiate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Circles through two points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$S+\lambda L=0$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(one parameter), so isolate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differentiate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circle on the segment joining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diameter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line through the points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family of circles through both points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circle on the segment joining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diameter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$x^2+(y-2)(y+2)=0$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line through the points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family of circles through both points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$x^2+\left(y^2-4\right)+\lambda x=0,\ \lambda\in\mathbb{R}$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isolate the parameter: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with respect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isolate the parameter: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$\frac{x^2+\left(y^2-4\right)}{x}+\lambda=0$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with respect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$\frac{x\left[2x+2y\frac{dy}{dx}\right]-\left[x^2+y^2-4\right]\cdot1}{x^2}=0$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$2x^2+2xy\frac{dy}{dx}-x^2-y^2+4=0$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$2xy\frac{dy}{dx}+\left(x^2-y^2+4\right)=0$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$2xy\frac{dy}{dx}+\left(x^2-y^2+4\right)=0$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the options on one member of the family: 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kills all but one option.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the options on one member of the family: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$x^2+y^2=4$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$\frac{dy}{dx}=-\frac{x}{y}$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kills all but one option.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circle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its slope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satisfy the required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this circle: holds.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circle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$(0,\pm2)$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its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$\frac{dy}{dx}=-\frac{x}{y}$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satisfy the required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$2xy\frac{dy}{dx}=-2x^2$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$-2x^2+x^2-y^2+4=4-x^2-y^2=0$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this circle: holds.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(D):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this circle (B)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(C)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(D)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only (A) is satisfied: the equation is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$-2x^2+x^2+y^2-4=y^2-x^2-4=-2x^2$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$-2x^2+y^2-x^2+4=8-4x^2$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$-2x^2-x^2+y^2-4=-4x^2$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$y^2=4-x^2$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this circle (B)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$-2x^2\neq0$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(C)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$8-4x^2\neq0$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(D)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$-4x^2\neq0$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$0&lt;x&lt;2$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only (A) is satisfied: the equation is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$2xy\frac{dy}{dx}+\left(x^2-y^2+4\right)=0$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Circles through two points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(𝑑𝑖𝑎𝑚𝑒𝑡𝑒𝑟 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one-parameter family, so the differential equation has order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Order of the differential equation = number of independent arbitrary constants; to form it, eliminate them by differentiating that many times.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circles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leads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Isolating the parameter on one side first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then differentiating is faster than eliminating by two equations.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Circles through two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$S_{\text{(diameter }PQ)}+\lambda\,L_{PQ}=0$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one-parameter family, so the differential equation has order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Order of the differential equation = number of independent arbitrary constants; to form it, eliminate them by differentiating that many times.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circles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$(0,\pm 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$x^2+y^2-a^2+\lambda 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leads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$2xy\frac{dy}{dx}+x^2-y^2+a^2=0$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Isolating the parameter on one side first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$\lambda=-\frac{x^2+y^2-4}{x}$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then differentiating is faster than eliminating by two equations.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solution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differential equation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solution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$\left(1+e^{2x}\right)\left(\frac{dy}{dx}+y\right)=1$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$\left(0,\frac{\pi}{2}\right)$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$\lim_{x\to\infty}e^{x}y(x)$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equation, Limit of a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quantity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limit is read off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integrating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quantity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$ye^{x}$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$\tan^{-1}(e^{x})+c$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limit is read off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$\frac{dy}{dx}+y=\frac{1}{1+e^{2x}}$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$e^{\int1\,dx}=e^{x}$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$ye^{x}=\int\frac{e^{x}}{1+e^{2x}}dx=\tan^{-1}\left(e^{x}\right)+c$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$\left(0,\frac{\pi}{2}\right)$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$\frac{\pi}{2}=\tan^{-1}(1)+c=\frac{\pi}{4}+c$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$ye^{x}=\tan^{-1}\left(e^{x}\right)+\frac{\pi}{4}$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$\lim_{x\to\infty}ye^{x}=\lim_{x\to\infty}\left(\tan^{-1}\left(e^{x}\right)+\frac{\pi}{4}\right)=\frac{\pi}{2}+\frac{\pi}{4}=\frac{3\pi}{4}$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$\frac{3\pi}{4}$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limit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plus an improper integral.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$z=ye^{x}$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$z'=\frac{e^{x}}{1+e^{2x}}$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limit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$z(0)$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plus an improper integral.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$z=ye^{x}$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$z'=e^{x}(y'+y)=\frac{e^{x}}{1+e^{2x}}$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$z(0)=y(0)=\frac{\pi}{2}$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$\lim_{x\to\infty}z=z(0)+\int_0^{\infty}\frac{e^{t}}{1+e^{2t}}dt$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limit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$u=e^{t}$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$du=e^{t}dt$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$\int_1^{\infty}\frac{du}{1+u^2}=\frac{\pi}{2}-\frac{\pi}{4}=\frac{\pi}{4}$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$\frac{\pi}{2}+\frac{\pi}{4}=\frac{3\pi}{4}$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$\frac{3\pi}{4}$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equivalent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the improper integral converges.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more generally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finite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quantity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natural variable 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$y'+y=g$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equivalent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$(ye^{x})'=e^{x}g$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 ye^{x}$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$y(0)+\int_0^{\infty}e^{t}g(t)\,dt$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the improper integral converges.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$\int\frac{e^{x}}{1+e^{2x}}dx=\tan^{-1}(e^{x})+C$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more generally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$\int\frac{f'(x)}{1+f(x)^2}dx=\tan^{-1}f(x)+C$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$\tan^{-1}(e^{x})\to\frac{\pi}{2}$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$x\to-\infty$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 ye^{x}$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finite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quantity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natural variable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$y'+y=g$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0360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solution curve of the differential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0360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solution curve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$\frac{dy}{dx}=\frac{x+y-2}{x-y}$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$(k+1,2)$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$2\tan^{-1}\left(\frac{1}{k}\right)=\log_e\left(k^2+1\right)$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$\tan^{-1}\left(\frac{1}{k}\right)=\log_e\left(k^2+1\right)$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$2\tan^{-1}\left(\frac{1}{k+1}\right)=\log_e\left(k^2+2k+2\right)$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$2\tan^{-1}\left(\frac{1}{k}\right)=\log_e\left(\frac{k^2+1}{k^2}\right)$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Differential equation reducible to homogeneous form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meet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shifting the origin there makes the equation homogeneous.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lines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$x+y-2=0$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$x-y=0$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meet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shifting the origin there makes the equation homogeneous.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312920"/>
                <a:ext cx="10725912" cy="23621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312920"/>
                <a:ext cx="10725912" cy="23621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$\frac{dy}{dx}=\frac{x+y-2}{x-y}=\frac{(x-1)+(y-1)}{(x-1)-(y-1)}$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$x-1=X,\ y-1=Y$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$\frac{dY}{dX}=\frac{X+Y}{X-Y}$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Back-substitute: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$\frac{dY}{dX}=V+X\frac{dV}{dX}$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$V+X\frac{dV}{dX}=\frac{1+V}{1-V}$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$X\frac{dV}{dX}=\frac{V^2+1}{1-V}$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$\int\frac{1-V}{1+V^2}dV=\int\frac{dX}{X}$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$\int\frac{dV}{1+V^2}-\frac12\int\frac{2V\,dV}{1+V^2}=\int\frac{dX}{X}$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$\tan^{-1}V-\frac12\ln\left(1+V^2\right)=\ln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Back-substitute: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$\tan^{-1}\left(\frac{y-1}{x-1}\right)-\frac12\ln\left(1+\frac{(y-1)^2}{(x-1)^2}\right)=\ln(x-1)+c$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$X=1,\ 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$0-0=0+c$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$(k+1,2)$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$X=k,\ 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$\tan^{-1}\left(\frac{1}{k}\right)-\frac12\ln\left(1+\frac{1}{k^2}\right)=\ln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$2\tan^{-1}\left(\frac1k\right)=\ln\left(\frac{1+k^2}{k^2}\right)+2\ln k=\ln\left(1+k^2\right)$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$2\tan^{-1}\left(\frac{1}{k}\right)=\log_e\left(k^2+1\right)$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shifting the origin, use polar-type exact differentials: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shifting the origin, use polar-type exact differentials: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$\frac{X\,dY-Y\,dX}{X^2+Y^2}=d\left(\tan^{-1}\frac{Y}{X}\right)$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$\frac{X\,dX+Y\,dY}{X^2+Y^2}=\frac12d\ln(X^2+Y^2)$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polar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logarithmic spiral.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$X=x-1,\ Y=y-1$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$(X-Y)\,dY=(X+Y)\,dX$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$(X\,dY-Y\,dX)=(X\,dX+Y\,dY)$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$d\left(\tan^{-1}\frac{Y}{X}\right)=\frac12\,d\ln\left(X^2+Y^2\right)$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$\tan^{-1}\frac{Y}{X}-\ln\sqrt{X^2+Y^2}=c$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polar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$\theta-\ln r=c$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logarithmic spiral.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𝑌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first quadrant).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$X=1,Y=0$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$\theta=0,\ r=1$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$(k+1,2)$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$X=k,\ 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$\tan^{-1}\frac1k=\ln\sqrt{k^2+1}$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first quadrant).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$2\tan^{-1}\frac1k=\ln\left(k^2+1\right)$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$2\tan^{-1}\left(\frac{1}{k}\right)=\log_e\left(k^2+1\right)$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shift the origin to the intersection of the two lines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in polar form they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𝑉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carry the constant: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first point, which is easy to forget when only the second point is substituted.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$\frac{dy}{dx}=\frac{a_1x+b_1y+c_1}{a_2x+b_2y+c_2}$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$a_1b_2\neq a_2b_1$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shift the origin to the intersection of the two lines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$a_1b_2=a_2b_1$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$z=a_2x+b_2y$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$\frac{X\,dY-Y\,dX}{X^2+Y^2}=d\left(\tan^{-1}\frac{Y}{X}\right)$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$\frac{X\,dX+Y\,dY}{X^2+Y^2}=\frac12\,d\ln(X^2+Y^2)$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in polar form they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$\frac{dr}{r}$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$\int\frac{1-V}{1+V^2}dV=\tan^{-1}V-\frac12\ln(1+V^2)$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carry the constant: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first point, which is easy to forget when only the second point is substituted.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curve of the differential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passes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curve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$\frac{dy}{dx}+\left(\frac{2x^2+11x+13}{x^3+6x^2+11x+6}\right)y=\frac{x+3}{x+1}$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passes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$\frac{7}{2}$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192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equation, Integration by partial fractions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partial fractions give an integrating factor that cancels against the right side.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$x^3+6x^2+11x+6=(x+1)(x+2)(x+3)$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partial fractions give an integrating factor that cancels against the right side.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linear: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𝐼.𝐹.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Cover-up: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linear: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$\frac{dy}{dx}+p(x)y=\frac{x+3}{x+1}$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$p(x)=\frac{2x^2+11x+13}{(x+1)(x+2)(x+3)}$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$\text{I.F.}=e^{\int p\,dx}$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$\frac{2x^2+11x+13}{(x+1)(x+2)(x+3)}=\frac{A}{x+1}+\frac{B}{x+2}+\frac{C}{x+3}$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Cover-up: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$A=\frac{4}{2}=2,\ B=1,\ 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p\,dx=2\ln(x+1)+\ln(x+2)-\ln(x+3)=\ln\frac{(x+1)^2(x+2)}{x+3}$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𝐼.𝐹.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$\text{I.F.}=\frac{(x+1)^2(x+2)}{x+3}$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$y\,\frac{(x+1)^2(x+2)}{x+3}=\int\frac{x+3}{x+1}\cdot\frac{(x+1)^2(x+2)}{x+3}dx=\int(x+1)(x+2)\,dx$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$y\,\frac{(x+1)^2(x+2)}{x+3}=\frac{x^3}{3}+\frac{3x^2}{2}+2x+c$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$1\cdot\frac{1\cdot2}{3}=c$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$y\cdot\frac{4\cdot3}{4}=3y=\frac13+\frac32+2+\frac23=\frac92$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𝐼.𝐹.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integrate directly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constant is solved.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$u=y\cdot\text{I.F.}$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$u'=(x+1)(x+2)$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integrate directly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constant is solved.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integrating factor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the partial fractions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integrating factor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$\mu=\frac{(x+1)^2(x+2)}{x+3}$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the partial fractions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$p=\frac{2}{x+1}+\frac{1}{x+2}-\frac{1}{x+3}$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$u=\mu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$u'=\mu\cdot\frac{x+3}{x+1}=(x+1)(x+2)$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$u(1)-u(0)=\int_0^1(x^2+3x+2)\,dx=\frac13+\frac32+2=\frac{23}{6}$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$u(0)=\mu(0)y(0)=\frac{1\cdot2}{3}\cdot1=\frac23$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$u(1)=\frac23+\frac{23}{6}=\frac{9}{2}$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$\mu(1)=\frac{4\cdot3}{4}=3$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$y(1)=\frac{u(1)}{\mu(1)}=\frac{9/2}{3}=\frac32$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Cover-up rule: for simple 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denominator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coefficient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by comparing leading coefficients: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𝑙𝑒𝑎𝑑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𝑙𝑒𝑎𝑑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simple roots integrates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integrating factor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Often the integrating factor cancels the denominator on the right: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simplifies to a polynomial.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μ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sub>
                      <m:sup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sub>
                      <m:sup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finding the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Cover-up rule: for simple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denominator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coefficient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$\frac{1}{x-r}$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$\frac{N(r)}{D'(r)}$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by comparing leading coefficients: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$A+B+C=\frac{\text{lead}(N)}{\text{lead}(D)}$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$\deg N=\deg D-1$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$2+1-1=2$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$\int\frac{N}{D}\,dx$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simple roots integrates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A_i\ln|x-r_i|$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integrating factor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$\prod(x-r_i)^{A_i}$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$(x+1)^2(x+2)(x+3)^{-1}$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Often the integrating factor cancels the denominator on the right: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$\frac{x+3}{x+1}\cdot\mu$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simplifies to a polynomial.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$\mu y\Big|_{x_0}^{x_1}=\int_{x_0}^{x_1}\mu Q\,dx$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finding the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8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Q61 – Q64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(no marks printed - JEE Advanced default assumed)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557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for some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557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$\frac{dy}{dx}=\frac{4y^3+2yx^2}{3xy^2+x^3}$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for some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$y(2)\in[n-1,n)$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364484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Homogeneous differential equation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right side is homogeneous of degree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separates the variables,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then located between consecutive integers.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right side is homogeneous of degree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separates the variables,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$y(2)$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then located between consecutive integers.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homogeneous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$\frac{dy}{dx}=\frac{y}{x}\cdot\frac{4y^2+2x^2}{3y^2+x^2}$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homogeneous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$\frac{dy}{dx}=v+x\frac{dv}{dx}$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$v+x\frac{dv}{dx}=\frac{v\left(4v^2+2\right)}{3v^2+1}$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$x\frac{dv}{dx}=v\left(\frac{4v^2+2-3v^2-1}{3v^2+1}\right)=\frac{v^3+v}{3v^2+1}$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$\int\frac{3v^2+1}{v^3+v}dv=\int\frac{dx}{x}$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(numerator is the derivative of the denominator):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Back-substitute: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(numerator is the derivative of the denominator):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$\ln|v^3+v|=\ln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Back-substitute: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$\ln\left|\left(\frac{y}{x}\right)^3+\frac{y}{x}\right|=\ln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$\ln2=c$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$\ln\left(\frac{y^3}{8}+\frac{y}{2}\right)=\ln2+\ln2=2\ln2$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$\frac{y^3}{8}+\frac{y}{2}=4$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$y^3+4y=32$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$g(y)=y^3+4y$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$g(2)=16&lt;32&lt;g(3)=39$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$2&lt;y(2)&lt;3$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$[y(2)]=2$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$y(2)\in[2,3)$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this gives the first integral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𝑐𝑜𝑛𝑠𝑡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Treat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function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$x=vy$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this gives the first integral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$\frac{x^4}{y(x^2+y^2)}=\text{const}$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Invert: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𝑐𝑜𝑛𝑠𝑡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Invert: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$\frac{dx}{dy}=\frac{3xy^2+x^3}{4y^3+2yx^2}$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$x=vy$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$v+y\frac{dv}{dy}=\frac{3v+v^3}{4+2v^2}$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$y\frac{dv}{dy}=\frac{3v+v^3-4v-2v^3}{4+2v^2}=-\frac{v(1+v^2)}{4+2v^2}$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$\int\frac{4+2v^2}{v(1+v^2)}dv=-\int\frac{dy}{y}$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$\frac{4+2v^2}{v(1+v^2)}=\frac{4}{v}-\frac{2v}{1+v^2}$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$4\ln v-\ln\left(1+v^2\right)+\ln y=\text{const}$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$\frac{v^4y}{1+v^2}=C$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$v=\frac{x}{y}$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$\frac{x^4}{y\left(x^2+y^2\right)}=C$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with values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$y\left(x^2+y^2\right)=2x^4$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$y\left(4+y^2\right)=32$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$y^3+4y=32$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$y^3+4y$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with values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$2&lt;y(2)&lt;3$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homogeneous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separates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it looks easier, swap roles and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homogeneous of the same degree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integrating factor.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 (numerator is the derivative of the denominator), the answer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place an implicit value between integers, use monotonicity of the resulting equation and compare values at consecutive integers (intermediate value theorem):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strictly increasing.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homogeneous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$\frac{dy}{dx}=F\left(\frac{y}{x}\right)$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separates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$y=vx$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$\int\frac{dv}{F(v)-v}=\ln|x|+c$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it looks easier, swap roles and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$x=vy$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$M\,dx+N\,dy=0$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homogeneous of the same degree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$Mx+Ny\neq0$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$\frac{1}{Mx+Ny}$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integrating factor.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$\int\frac{g'(v)}{g(v)}dv$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 (numerator is the derivative of the denominator), the answer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$\ln|g(v)|$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$g=v^3+v$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place an implicit value between integers, use monotonicity of the resulting equation and compare values at consecutive integers (intermediate value theorem):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$y^3+4y$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strictly increasing.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615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area of the region under this curve, above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between the abscissae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𝑋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this curve also passes through 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first quadrant,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6156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a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area of the region under this curve, above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and between the abscissae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 (&gt;3)$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$\left(\frac{y}{X}\right)^3$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this curve also passes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$\left(\alpha,6\sqrt{10}\right)$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first quadrant,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7032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Area under a curve, Formation and solution of differential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area relation to get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it linear.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area relation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$x^4=3xyy'-3y^2$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$t=y^2$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it linear.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area condition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differentiate with respect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the differential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result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area condition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$\int_3^{x}y\,dx=\left(\frac{y}{x}\right)^3$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differentiate with respect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the differential equation.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result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$x^4=3xy\,y'-3y^2$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$3xy\frac{dy}{dx}=3y^2+x^4$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$y\frac{dy}{dx}=\frac12\frac{dt}{dx}$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$\frac{dt}{dx}-\frac{2}{x}t=\frac23x^3$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$\frac{t}{x^2}=\int\frac23x\,dx=\frac{x^2}{3}+C$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$\frac{y^2}{x^2}=\frac{x^2}{3}+C$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positive value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(first quadrant,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$1=3+C$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$\frac{y^2}{x^2}=\frac{x^2}{3}-2$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$3y^2=x^4-6x^2$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$y=6\sqrt{10}$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$3\cdot360=1080=\alpha^4-6\alpha^2$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$\alpha^4-6\alpha^2-1080=0$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$\alpha^2=3\pm33$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positive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(first quadrant,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equation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 exact separable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$u=\frac{y}{x}$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$xy'-y=x^2u'$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equation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$x=3uu'$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 exact separable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area relation (differentiated)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area relation (differentiated)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$x^4=3y\left(xy'-y\right)$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$u=\frac{y}{x}$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$y=xu$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$y'=u+xu'$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$xy'-y=x^2u'$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$x^4=3\,(xu)\,x^2u'=3x^3uu'$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$x=3uu'$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360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$\frac{3u^2}{2}=\frac{x^2}{2}+C_1$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$u^2=\frac{x^2}{3}+C$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$1=3+C$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$\frac{y^2}{x^2}=\frac{x^2}{3}-2$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$\left(\alpha,6\sqrt{10}\right)$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$\frac{360}{\alpha^2}=\frac{\alpha^2}{3}-2$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$\alpha^4-6\alpha^2-1080=0$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given,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note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extra condition that must be consistent with the data.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these two identities turn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-type equations into linear or separable ones.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 equation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integrating 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biquadratic in disguise: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quadratic in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reject the negative root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$A(x)=\int_a^{x}y\,dt$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given,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$A'(x)=y(x)$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note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extra condition that must be consistent with the data.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$xy'-y=x^2\frac{d}{dx}\left(\frac{y}{x}\right)$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$yy'=\frac12\frac{d}{dx}\left(y^2\right)$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these two identities turn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$y\,y'$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-type equations into linear or separable ones.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$t'+P t=Q$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$P=-\frac{2}{x}$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integrating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$e^{\int-2/x\,dx}=x^{-2}$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biquadratic in disguise: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$\alpha^4-6\alpha^2-1080=0$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reject the negative root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$\alpha^2=-30$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89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Suppose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curve to the differential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finite.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respectively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-intercepts of the tangent to the curve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89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Suppose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curve to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$\frac{dy}{dx}-y=2-e^{-x}$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$\lim_{x\to\infty}y(x)$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finite.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respectively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-intercepts of the tangent to the curve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$a-4b$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984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Linear differential equation, Tangent and its intercepts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general solution has a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 finite limit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general solution has a term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$Ce^{x}$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 finite limit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$\infty$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 equation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𝐼.𝐹.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finite, i.e.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finite.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possible only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Linear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$\frac{dy}{dx}-y=2-e^{-x}$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$\text{I.F.}=e^{-\int dx}=e^{-x}$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$ye^{-x}=\int\left(2e^{-x}-e^{-2x}\right)dx$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$y=-2+\frac{e^{-x}}{2}+Ce^{x}$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$\lim_{x\to\infty}y$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finite,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$\lim_{x\to\infty}\left(-2+\frac{e^{-x}}{2}+Ce^{x}\right)$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finite.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possible only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$y=-2+\frac{e^{-x}}{2}$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slope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Equation of the tangent at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Intercepts: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$\frac{dy}{dx}=-\frac12e^{-x}$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slope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$y(0)=-2+\frac12=-\frac32$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Equation of the 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$\left(0,-\frac32\right)$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$y+\frac32=-\frac12(x-0)$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$x+2y=-3$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Intercepts: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$a-4b=-3+6=3$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Guess the particular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right side; the homogeneous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must vanish to keep the limit finite.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Guess the particular solution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$y=c+de^{-x}$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right side; the homogeneous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$Ce^{x}$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must vanish to keep the limit finite.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try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unless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$y_p=c+de^{-x}$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$y_p'-y_p=-de^{-x}-c-de^{-x}=-c-2de^{-x}$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$-2d=-1$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$c=-2,\ d=\frac12$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$y_p=-2+\frac12e^{-x}$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$y=y_p+Ce^{x}$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$y_p\to-2$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$Ce^{x}\to\pm\infty$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unless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(directly from the equation)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Tangent: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Intercepts: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(directly from the equation)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$y'(0)=y(0)+2-1=-\frac32+1=-\frac12$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Tangent: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$y=-\frac32-\frac12x$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Intercepts: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$a-4b=-3+6=3$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homogeneous solution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blows up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finite limit therefore selects the unique solution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namely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this converges.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linear equation with right side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not equal to a root of the homogeneous exponent) try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(undetermined coefficients).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Tangent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slope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-intercept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-intercept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slope at a point can be read from the differential equation itself: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$y'-y=g(x)$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homogeneous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blows up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finite limit therefore selects the unique solution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namely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$y=-\int_x^{\infty}e^{x-t}g(t)\,dt$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this converges.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linear equation with right 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$A+Be^{kx}$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not equal to a root of the homogeneous exponent) 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$y_p=c+de^{kx}$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(undetermined coefficients).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Tangent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$(x_0,y_0)$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-intercept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$a=x_0-\frac{y_0}{m}$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-intercept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$b=y_0-mx_0$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$a=-\frac{y_0}{m}=-3,\ b=y_0=-\frac32$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slope at a point can be read from the differential equation itself: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$y'(0)=y(0)+2-1$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907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curve of the differential equation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passes through 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den>
                            </m:f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</m:e>
                            </m:rad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907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solution curve of the differential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$\sin\left(2x^2\right)\log_e\left(\tan x^2\right)dy+\left(4xy-4\sqrt2\,x\sin\left(x^2-\frac{\pi}{4}\right)\right)dx=0$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$0&lt;x&lt;\sqrt{\frac{\pi}{2}}$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passes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$\left(\sqrt{\frac{\pi}{6}},1\right)$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$\left|y\left(\sqrt{\frac{\pi}{3}}\right)\right|$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9950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Exact differential equation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4(A level above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Dividing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shows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leaving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Dividing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$\sin2x^2$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shows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$d\left(y\ln\tan x^2\right)$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leaving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$2\,\frac{dt}{t^2-1}$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$t=\sin x^2+\cos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first two terms are an exact differential.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$\sin\left(2x^2\right)$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$\ln\left(\tan x^2\right)dy+\frac{4xy\,dx}{\sin\left(2x^2\right)}-\frac{4\sqrt2\,x\sin\left(x^2-\frac{\pi}{4}\right)}{\sin\left(2x^2\right)}dx=0$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$d\left(y\ln\tan x^2\right)=\ln\left(\tan x^2\right)dy+\frac{4xy}{\sin\left(2x^2\right)}dx$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first two terms are an exact differential.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$\sqrt2\sin\left(x^2-\frac{\pi}{4}\right)=\sin x^2-\cos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$\sin2x^2=\left(\sin x^2+\cos x^2\right)^2-1$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last term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$d\left(y\ln\tan x^2\right)-\frac{4x\left(\sin x^2-\cos x^2\right)}{\left(\sin x^2+\cos x^2\right)^2-1}dx=0$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$t=\sin x^2+\cos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$dt=2x\left(\cos x^2-\sin x^2\right)dx$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last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$+\frac{2\,dt}{t^2-1}$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d\left(y\ln\tan x^2\right)+2\int\frac{dt}{t^2-1}=\int0$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$y\ln\left(\tan x^2\right)+2\cdot\frac12\ln\left|\frac{t-1}{t+1}\right|=c$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$y\ln\left(\tan x^2\right)+\ln\left(\frac{\sin x^2+\cos x^2-1}{\sin x^2+\cos x^2+1}\right)=c$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$x=\sqrt{\frac{\pi}{6}},\ 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$\ln\frac{1}{\sqrt3}+\ln\frac{\frac12+\frac{\sqrt3}{2}-1}{\frac12+\frac{\sqrt3}{2}+1}=c$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same,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$x=\sqrt{\frac{\pi}{3}}$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x^2+\cos 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same,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$\frac{\sqrt3}{2}+\frac12$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$y\ln\sqrt3+\ln\frac{\sqrt3-1}{\sqrt3+3}=\ln\frac{1}{\sqrt3}+\ln\frac{\sqrt3-1}{\sqrt3+3}$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$y\ln\sqrt3=\ln\frac{1}{\sqrt3}=-\ln\sqrt3$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integrand is odd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$d\left(y\ln\tan u\right)$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between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$u=\frac{\pi}{6}$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$\frac{\pi}{3}$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integrand is odd about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$u=\frac{\pi}{4}$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integral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dividing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$4x\,dx=2\,du$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$\sin2u\,\ln(\tan u)\,dy+\left(2y-2\sqrt2\sin\left(u-\frac{\pi}{4}\right)\right)du=0$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$\frac{d}{du}\ln\tan u=\frac{2}{\sin2u}$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$\frac{d}{du}\left(y\ln\tan u\right)=g(u)$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$g(u)=\frac{2\sqrt2\sin\left(u-\frac{\pi}{4}\right)}{\sin2u}$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$u=\frac{\pi}{6}$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$u=\frac{\pi}{3}$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$y\left(\sqrt{\frac{\pi}{3}}\right)\ln\sqrt3-1\cdot\ln\frac{1}{\sqrt3}=\int_{\pi/6}^{\pi/3}g(u)\,du$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unchanged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interval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on it,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$u\to\frac{\pi}{2}-u$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unchanged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$\sin\left(u-\frac{\pi}{4}\right)\to-\sin\left(u-\frac{\pi}{4}\right)$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$\left[\frac{\pi}{6},\frac{\pi}{3}\right]$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on it,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g\,du=0$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$y\cdot\frac12\ln3+\frac12\ln3=0$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$|y|=1$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integrating factor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rationalises integrals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swaps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fixes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flips the sign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integrals of such odd functions over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$\frac{d}{du}\ln\tan u=\frac{1}{\sin u\cos u}=\frac{2}{\sin2u}$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$\ln\tan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integrating factor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$y'+\frac{2}{\sin2u\,\ln\tan u}y=\dots$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$d\left(y\ln\tan u\right)=\ln\tan u\,dy+\frac{2y}{\sin2u}du$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$\sin2u=(\sin u+\cos u)^2-1$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$d(\sin u+\cos u)=(\cos u-\sin u)\,du$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$t=\sin u+\cos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rationalises integrals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 u-\cos u}{\sin2u}$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$\int\frac{dt}{t^2-1}=\frac12\ln\left|\frac{t-1}{t+1}\right|$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$u\to\frac{\pi}{2}-u$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swaps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u\leftrightarrow\cot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flips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$\sin\left(u-\frac{\pi}{4}\right)$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integrals of such odd functions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$\left[a,\frac{\pi}{2}-a\right]$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E88080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4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functions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occur, 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(angle subtraction).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functions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occur, 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$\sqrt2\sin\left(u-\frac{\pi}{4}\right)=\sin u-\cos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(angle subtraction).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(4/13)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(5/13)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(6/13)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(7/13)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(8/13)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(9/13)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(10/13)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above Average JEE Advanced Level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(11/13)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(12/13)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(13/13)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4160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above Average JEE Advanced Level</a:t>
                      </a:r>
                    </a:p>
                  </a:txBody>
                  <a:tcPr anchor="ctr" marL="91440" marR="91440">
                    <a:solidFill>
                      <a:srgbClr val="E88080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31520" y="1417320"/>
            <a:ext cx="4754880" cy="3291840"/>
          </a:xfrm>
          <a:prstGeom prst="roundRect">
            <a:avLst>
              <a:gd name="adj" fmla="val 8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37160" bIns="73152"/>
          <a:lstStyle>
            <a:lvl1pPr>
              <a:defRPr sz="3000">
                <a:solidFill>
                  <a:srgbClr val="0B1F3A"/>
                </a:solidFill>
              </a:defRPr>
            </a:lvl1pPr>
          </a:lstStyle>
          <a:p>
            <a:pPr algn="ctr">
              <a:defRPr sz="3000">
                <a:solidFill>
                  <a:srgbClr val="0B1F3A"/>
                </a:solidFill>
              </a:defRPr>
            </a:pPr>
            <a:r>
              <a:rPr sz="3000" b="1">
                <a:solidFill>
                  <a:srgbClr val="0B1F3A"/>
                </a:solidFill>
                <a:latin typeface="Arial"/>
              </a:rPr>
              <a:t>Difficulty Index</a:t>
            </a:r>
            <a:endParaRPr sz="3000">
              <a:solidFill>
                <a:srgbClr val="0B1F3A"/>
              </a:solidFill>
            </a:endParaRPr>
          </a:p>
          <a:p>
            <a:pPr algn="ctr">
              <a:defRPr sz="3000">
                <a:solidFill>
                  <a:srgbClr val="0B1F3A"/>
                </a:solidFill>
              </a:defRPr>
            </a:pPr>
            <a:r>
              <a:rPr sz="8800" b="1">
                <a:solidFill>
                  <a:srgbClr val="0B1F3A"/>
                </a:solidFill>
                <a:latin typeface="Arial"/>
              </a:rPr>
              <a:t>2.27</a:t>
            </a:r>
            <a:endParaRPr sz="3000">
              <a:solidFill>
                <a:srgbClr val="0B1F3A"/>
              </a:solidFill>
            </a:endParaRPr>
          </a:p>
          <a:p>
            <a:pPr algn="ctr">
              <a:defRPr sz="3000">
                <a:solidFill>
                  <a:srgbClr val="0B1F3A"/>
                </a:solidFill>
              </a:defRPr>
            </a:pPr>
            <a:r>
              <a:rPr sz="2400" b="0">
                <a:solidFill>
                  <a:srgbClr val="0B1F3A"/>
                </a:solidFill>
                <a:latin typeface="Arial"/>
              </a:rPr>
              <a:t>out of 5</a:t>
            </a:r>
            <a:endParaRPr sz="3000">
              <a:solidFill>
                <a:srgbClr val="0B1F3A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5852160" y="1417320"/>
            <a:ext cx="5605272" cy="603504"/>
          </a:xfrm>
          <a:prstGeom prst="rect">
            <a:avLst/>
          </a:prstGeom>
          <a:solidFill>
            <a:srgbClr val="93C47D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JEE Main or easier:  5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852160" y="2093976"/>
            <a:ext cx="5605272" cy="603504"/>
          </a:xfrm>
          <a:prstGeom prst="rect">
            <a:avLst/>
          </a:prstGeom>
          <a:solidFill>
            <a:srgbClr val="FFD966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Below average:  39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5852160" y="2770632"/>
            <a:ext cx="5605272" cy="603504"/>
          </a:xfrm>
          <a:prstGeom prst="rect">
            <a:avLst/>
          </a:prstGeom>
          <a:solidFill>
            <a:srgbClr val="F6B26B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Average Advanced:  18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5852160" y="3447288"/>
            <a:ext cx="5605272" cy="603504"/>
          </a:xfrm>
          <a:prstGeom prst="rect">
            <a:avLst/>
          </a:prstGeom>
          <a:solidFill>
            <a:srgbClr val="E88080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Above average:  2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5852160" y="4123944"/>
            <a:ext cx="5605272" cy="603504"/>
          </a:xfrm>
          <a:prstGeom prst="rect">
            <a:avLst/>
          </a:prstGeom>
          <a:solidFill>
            <a:srgbClr val="CC4125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FFFFFF"/>
                </a:solidFill>
              </a:defRPr>
            </a:lvl1pPr>
          </a:lstStyle>
          <a:p>
            <a:pPr algn="l">
              <a:defRPr sz="2400">
                <a:solidFill>
                  <a:srgbClr val="FFFFFF"/>
                </a:solidFill>
              </a:defRPr>
            </a:pPr>
            <a:r>
              <a:rPr sz="2400" b="1">
                <a:solidFill>
                  <a:srgbClr val="FFFFFF"/>
                </a:solidFill>
                <a:latin typeface="Arial"/>
              </a:rPr>
              <a:t>Very difficult:  0 questions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731520" y="5029200"/>
            <a:ext cx="10725912" cy="1097280"/>
          </a:xfrm>
          <a:prstGeom prst="rect">
            <a:avLst/>
          </a:prstGeom>
          <a:solidFill>
            <a:srgbClr val="FFFFFF"/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Total: 64 questions, 256 marks.  Index = Σ(marks × level) ÷ Σ marks, on the 0-5 scale.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Difficulty Profile of the Paper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Chart 2"/>
          <p:cNvGraphicFramePr>
            <a:graphicFrameLocks noGrp="1"/>
          </p:cNvGraphicFramePr>
          <p:nvPr/>
        </p:nvGraphicFramePr>
        <p:xfrm>
          <a:off x="457200" y="1280160"/>
          <a:ext cx="11274552" cy="5349240"/>
        </p:xfrm>
        <a:graphic>
          <a:graphicData uri="http://schemas.openxmlformats.org/drawingml/2006/chart">
            <c:chart xmlns:c="http://schemas.openxmlformats.org/drawingml/2006/chart" r:id="rId2"/>
          </a:graphicData>
        </a:graphic>
      </p:graphicFrame>
    </p:spTree>
  </p:cSld>
  <p:clrMapOvr>
    <a:masterClrMapping/>
  </p:clrMapOvr>
</p:sld>
</file>

<file path=ppt/slides/slide4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Comparison with JEE Advanced Papers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1661007" y="1371600"/>
          <a:ext cx="8869680" cy="4526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720"/>
                <a:gridCol w="3108960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FFFFFF"/>
                          </a:solidFill>
                          <a:latin typeface="Arial"/>
                        </a:rPr>
                        <a:t>Paper</a:t>
                      </a:r>
                    </a:p>
                  </a:txBody>
                  <a:tcPr anchor="ctr" marL="137160" marR="13716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FFFFFF"/>
                          </a:solidFill>
                          <a:latin typeface="Arial"/>
                        </a:rPr>
                        <a:t>Difficulty Index</a:t>
                      </a:r>
                    </a:p>
                  </a:txBody>
                  <a:tcPr anchor="ctr" marL="137160" marR="137160">
                    <a:solidFill>
                      <a:srgbClr val="0B1F3A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2021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2.76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2023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3.19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2024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2.59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2025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3.21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2026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3.02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1">
                          <a:solidFill>
                            <a:srgbClr val="0B1F3A"/>
                          </a:solidFill>
                          <a:latin typeface="Arial"/>
                        </a:rPr>
                        <a:t>Differential Equations (Exercise J-M) XII Sheet · detailed solutions</a:t>
                      </a:r>
                    </a:p>
                  </a:txBody>
                  <a:tcPr anchor="ctr" marL="137160" marR="137160">
                    <a:solidFill>
                      <a:srgbClr val="E0E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0B1F3A"/>
                          </a:solidFill>
                          <a:latin typeface="Arial"/>
                        </a:rPr>
                        <a:t>2.27</a:t>
                      </a:r>
                    </a:p>
                  </a:txBody>
                  <a:tcPr anchor="ctr" marL="137160" marR="137160">
                    <a:solidFill>
                      <a:srgbClr val="E0ECFF"/>
                    </a:solidFill>
                  </a:tcPr>
                </a:tc>
              </a:tr>
            </a:tbl>
          </a:graphicData>
        </a:graphic>
      </p:graphicFrame>
      <p:sp>
        <p:nvSpPr>
          <p:cNvPr id="4" name="TextBox 3"/>
          <p:cNvSpPr txBox="1"/>
          <p:nvPr/>
        </p:nvSpPr>
        <p:spPr>
          <a:xfrm>
            <a:off x="731520" y="6080759"/>
            <a:ext cx="10725912" cy="45720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lvl1pPr>
              <a:defRPr sz="2000">
                <a:solidFill>
                  <a:srgbClr val="111827"/>
                </a:solidFill>
              </a:defRPr>
            </a:lvl1pPr>
          </a:lstStyle>
          <a:p>
            <a:pPr algn="ctr">
              <a:defRPr sz="2000">
                <a:solidFill>
                  <a:srgbClr val="111827"/>
                </a:solidFill>
              </a:defRPr>
            </a:pPr>
            <a:r>
              <a:rPr sz="2000" b="0">
                <a:solidFill>
                  <a:srgbClr val="111827"/>
                </a:solidFill>
                <a:latin typeface="Arial"/>
              </a:rPr>
              <a:t>Marks-weighted difficulty index on the 0-5 scale</a:t>
            </a:r>
            <a:endParaRPr sz="20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