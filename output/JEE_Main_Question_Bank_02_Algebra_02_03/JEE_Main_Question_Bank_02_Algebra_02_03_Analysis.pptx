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1.0</c:v>
                </c:pt>
                <c:pt idx="3">
                  <c:v>2.0</c:v>
                </c:pt>
                <c:pt idx="4">
                  <c:v>1.0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2.0</c:v>
                </c:pt>
                <c:pt idx="9">
                  <c:v>1.0</c:v>
                </c:pt>
                <c:pt idx="10">
                  <c:v>2.0</c:v>
                </c:pt>
                <c:pt idx="11">
                  <c:v>1.0</c:v>
                </c:pt>
                <c:pt idx="12">
                  <c:v>2.0</c:v>
                </c:pt>
                <c:pt idx="13">
                  <c:v>3.0</c:v>
                </c:pt>
                <c:pt idx="14">
                  <c:v>2.0</c:v>
                </c:pt>
                <c:pt idx="15">
                  <c:v>1.0</c:v>
                </c:pt>
                <c:pt idx="16">
                  <c:v>2.0</c:v>
                </c:pt>
                <c:pt idx="17">
                  <c:v>1.0</c:v>
                </c:pt>
                <c:pt idx="18">
                  <c:v>2.0</c:v>
                </c:pt>
                <c:pt idx="19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Gap, not an error: the PDF shows the three cases only as box diagrams and never says why throw 3 must not be a $4$ or why $4,4$ in throws 1-2 is excluded. These reasons were added; the answer $\frac{175}{6^5}$ is unchanged (confirmed by brute force over all $6^5$ sequences).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line \"$12n-40=30+n^2-9n+20$\" has a slip: $12(n-4)=12n-48$, not $12n-40$. The PDF's next line $n^2-21n+98=0$ is the one that follows from $12n-48$, so $n=14,7$ is right. Corrected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Typo in the PDF's series: the third term is printed with $\frac{31}{30}$ instead of $\frac{31}{36}$. The common ratio $\frac{31}{36}\cdot\frac{30}{36}$ and the final value $\frac{30}{61}$ are right. Also, the option letter (C) is printed as (3) in the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Gap: the PDF states $x=3$ without rejecting the other root $x=-4$ (which makes the frequency $2x-5=-13$ negative). Reason added;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works out the string $0110$ (that is, '01' followed by '10') instead of $1001$ ('10' followed by '01'). By the symmetry of the factors it gives the same value, so the answer is unchanged, but the order was reversed; corrected to $1001$. The PDF also does not say why the two start-place cases are added: the question does not fix where the block starts, so both OEOE and EOEO are counted. (If the block were required to start at place 1, the value would be $\frac1{18}$, option D; the key $\frac19$ is kept.)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Algebra 02 (Set 03)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for a correct answer (assumed) · 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random experiment, a fair die is rolled until two fours are obtained in succession. The probability that the experiment will end in the fifth throw of the die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random experiment, a fair die is rolled until two fours are obtained in succession. The probability that the experiment will end in the fifth throw of the die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$\frac{175}{6^5}$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$\frac{200}{6^5}$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$\frac{150}{6^5}$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$\frac{225}{6^5}$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of independent trials with a stopping rule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Ending exactly at throw 5 means throws 4, 5 are fours, throw 3 is not a four, and throws 1, 2 are not both fours.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experiment ends at the fifth throw only if throws 4 and 5 are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having occurred earlier.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Throw 3 must not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otherwise throws 3 and 4 would already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experiment would end at throw 4.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none of throws 1, 2, 3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experiment ends at the fifth throw only if throws 4 and 5 are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having occurred earlier.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Throw 3 must not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otherwise throws 3 and 4 would already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experiment would end at throw 4.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none of throws 1, 2, 3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$\frac56\cdot\frac56\cdot\frac56\cdot\frac16\cdot\frac16$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throw 1 only: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3: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throw 2 only: the same value, so the two cases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throws 1 and 2 is excluded (it would end the experiment at throw 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throw 1 only: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$\frac16\cdot\frac56\cdot\frac56\cdot\frac16\cdot\frac16$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3: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throw 2 only: the same value, so the two cases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$2\times\frac{1}{6}\cdot\frac56\cdot\frac56\cdot\frac16\cdot\frac16$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throws 1 and 2 is excluded (it would end the experiment at throw 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$=\frac{125+25+25}{6^5}=\frac{175}{6^5}$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$\frac{175}{6^5}$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the last three throws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count the first two throws as any pair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the last three throws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$x44$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$x\ne4$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count the first two throws as any pair except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sequence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appears at throws 4, 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throws may be anything except the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would have ended the experiment: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sequence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$t_1t_2\,t_3\,4\,4$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$t_3\ne 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appears at throws 4, 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throws may be anything except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would have ended the experiment: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$36-1=35$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sequences: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likely sequences.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sequences: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$5\times35=175$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likely sequences.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$=\frac{175}{6^5}$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$\frac{175}{6^5}$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\"First occurrence of a pattern at position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\": fix the pattern at the end, forbid the character that would complete it earlier, and forbid the pattern in the prefix.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prefix count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ordered pairs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\"not 4\" choice for the third throw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the total: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𝑒𝑛𝑑𝑠 𝑎𝑡 𝑡ℎ𝑟𝑜𝑤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throw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later ends are rarer by 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throw.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\"First occurrence of a pattern at 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\": fix the pattern at the end, forbid the character that would complete it earlier, and forbid the pattern in the prefix.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prefix count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$36-1=35$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ordered pairs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\"not 4\" choice for the third throw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the total: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$P(\text{ends at throw }2)=\frac1{36}$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throw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$=\frac5{216}$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later ends are rarer by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throw.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purely imaginary number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$\frac{z-\alpha}{z+\alpha}$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$(\alpha\in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purely imaginary number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Purely imaginary condition on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purely imaginary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purely imaginary number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$w+\bar w=0$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$z\bar z=\alpha^2$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out: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$w=\frac{z-\alpha}{z+\alpha}$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$w+\bar 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w=\frac{\bar z-\alpha}{\bar z+\alpha}$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$\frac{z-\alpha}{z+\alpha}+\frac{\bar z-\alpha}{\bar z+\alpha}=0$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out: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$(z-\alpha)(\bar z+\alpha)+(\bar z-\alpha)(z+\alpha)=0$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Among the options,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z+z\alpha-\alpha\bar z-\alpha^2+z\bar z-z\alpha+\bar z\alpha-\alpha^2=0$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z\alpha$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$\pm\alpha\bar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$2z\bar z-2\alpha^2=0$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$|z|^2=\alpha^2=4$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Among the options,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Thales: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subtended by the segment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right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Thales: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$\arg\frac{z-\alpha}{z+\alpha}=\pm\frac\pi2$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subtended by the segment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right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ratio of the vectors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turned by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argument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the angle between those vectors is a right angle,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$\frac{z-\alpha}{z+\alpha}$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ratio of the vectors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turned by the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the angle between those vectors is a right angle,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$\angle(-\alpha)\,z\,\alpha=90^\circ$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Thales' theorem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joining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real axis: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options.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Thales'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real axis: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$|z|=|\alpha|$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options.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real) is purely imaginary exactly on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 circle on diameter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real exactly on the real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circle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w+\bar 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w=\bar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$\frac{z-a}{z+a}$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real) is purely imaginary exactly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 circle on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real exactly on the real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$\arg\frac{z-z_1}{z-z_2}=\pm\frac\pi2$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data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that the mean of first four of these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mean of the remaining six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squares of all of these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standard deviation of this data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data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$x_1,x_2,\ldots,x_{10}$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that the mean of first four of these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mean of the remaining six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squares of all of these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$2{,}000$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standard deviation of this data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and standard deviation of data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mean of all ten comes from the two group sums, and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mean of all ten comes from the two group sums,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$\sigma^2=\frac{\sum x_i^2}{N}-\bar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$\frac{x_1+x_2+x_3+x_4}{4}=11$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$x_1+x_2+x_3+x_4=44$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$\frac{x_5+x_6+\cdots+x_{10}}{6}=16$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$x_5+x_6+\cdots+x_{10}=96$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x_i=44+96=140$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x=\frac{140}{10}=14$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x_i^2=2000$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140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$\sigma^2=\frac{\sum x_i^2}{N}-(\bar 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$\sigma^2=\frac{2000}{10}-\left(\frac{140}{10}\right)^2=200-196=4$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deviations about the mean: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 variance formula to remember.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deviations about the mean: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$\sum(x_i-14)^2=\sum x_i^2-28\sum x_i+10\cdot14^2$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 variance formula to remember.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group sums,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mean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deviation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group sums,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x_i=44+96=140$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$\sum(x_i-14)^2=\sum x_i^2-28\sum x_i+10\cdot196$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$=2000-28\cdot140+1960=2000-3920+1960=40$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$=\frac{\sum(x_i-14)^2}{10}=\frac{40}{10}=4$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deviation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combined mean of groups is the weighted mean of the group means: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 on this data: a group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data are in fact impossible, but the key follows the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$\sigma^2=\frac{\sum x_i^2}{N}-\bar x^2=\frac{\sum(x_i-a)^2}{N}-(\bar x-a)^2$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shift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combined mean of groups is the weighted mean of the group means: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$\frac{4\cdot11+6\cdot16}{10}=14$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 on this data: a group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x^2\ge S^2/n$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x^2\ge\frac{44^2}4+\frac{96^2}6=2020&gt;2000$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data are in fact impossible, but the key follows the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in the interior of the line segments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triangles having these points from different sides as vertices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quadrilaterals having these points from different sides as vertices.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$5,7,6,9$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in the interior of the line segments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$AB,CD,BC,DA$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triangles having these points from different sides as vertices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quadrilaterals having these points from different sides as vertices.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$795$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Combinations: triangles and quadrilaterals from points on the sides of a rectangle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triangle uses points from three of the four sides, a quadrilateral one from each, so both counts are sums of products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triangle uses points from three of the four sides, a quadrilateral one from each, so both counts are sums of products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${}^nC_1$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sides carry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points; a triangle takes one point from each of three different sides, a quadrilateral one point from each of all four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sides carry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$5,7,6,9$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points; a triangle takes one point from each of three different sides, a quadrilateral one point from each of all four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$\alpha={}^5C_1\cdot{}^7C_1\cdot{}^6C_1+{}^7C_1\cdot{}^6C_1\cdot{}^9C_1+{}^6C_1\cdot{}^9C_1\cdot{}^5C_1+{}^9C_1\cdot{}^5C_1\cdot{}^7C_1$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$\alpha=210+378+270+315=1173$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$\beta={}^5C_1\cdot{}^7C_1\cdot{}^6C_1\cdot{}^9C_1=5\cdot7\cdot6\cdot9=1890$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$\beta-\alpha=1890-1173=717$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717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$717$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counts are elementary symmetric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are read off the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counts are elementary symmetric functions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$5,7,6,9$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are read off the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$(x+5)(x+7)(x+6)(x+9)$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sums of products of three and of all four of the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sums of products of three and of all four of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$5,7,6,9$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$\beta=e_4$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$(x+5)(x+9)=x^2+14x+45$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$(x+7)(x+6)=x^2+13x+42$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$x^4+27x^3+269x^2+(14\cdot42+45\cdot13)x+45\cdot42=x^4+27x^3+269x^2+1173x+1890$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$e_3=1173=\alpha$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$e_4=1890=\beta$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$\beta-\alpha=717$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717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$717$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\"One point from each of several different groups\": multiply the group sizes; \"choose which groups\" first and add the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products over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(Vieta).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Interior points on different sides of a rectangle are never collinear for three points, so every triple gives a genuine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\"One point from each of several different groups\": multiply the group sizes; \"choose which groups\" first and add the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products over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$\{n_1,\ldots,n_m\}$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$x^{m-k}$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$\prod(x+n_i)$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(Vieta).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Interior points on different sides of a rectangle are never collinear for three points, so every triple gives a genuine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probability of hitting a target by a shooter, in any shot,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number of independent shots at the target required by him so that the probability of hitting the target at least once is greater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probability of hitting a target by a shooter, in any shot,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number of independent shots at the target required by him so that the probability of hitting the target at least once is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distribution: independent trials and 'at least once'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\"At least one hit\" is the complement of \"all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shots miss\", which has probability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\"At least one hit\" is the complement of \"all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shots miss\", which has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$\left(\frac23\right)^n$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shot.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shots,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𝑎𝑡 𝑙𝑒𝑎𝑠𝑡 𝑜𝑛𝑒 ℎ𝑖𝑡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$P(H)=\frac13$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$P(\bar H)=\frac23$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shot.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shots,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$P(\text{at least one hit})=1-{}^nC_0\left(\frac13\right)^0\left(\frac23\right)^n&gt;\frac56$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$1-\left(\frac23\right)^n&gt;\frac56$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(fails);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(works).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$\frac16&gt;\left(\frac23\right)^n$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$\left(\frac23\right)^4=\frac{16}{81}\approx0.198&gt;\frac16$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(fails);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$\frac{32}{243}\approx0.132&lt;\frac16$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(works).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𝑎𝑡 𝑙𝑒𝑎𝑠𝑡 𝑜𝑛𝑒 𝑠𝑢𝑐𝑐𝑒𝑠𝑠 𝑖𝑛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𝑡𝑟𝑖𝑎𝑙𝑠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integer check: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below the threshold;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decreases, once it works it keeps working.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$P(\text{at least one success in }n\text{ trials})=1-q^n$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$1-q^n&gt;p_0$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$n\ln\frac1q&gt;\ln\frac1{1-p_0}$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integer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$\left(\frac23\right)^n&lt;\frac16\iff 6\cdot2^n&lt;3^n$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$96&gt;81$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$192&lt;243$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below the threshold;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decreases, once it works it keeps working.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$1+\frac{1+3}{2!}+\frac{1+3+5}{3!}+\frac{1+3+5+7}{4!}+\cdots$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Exponential series and sum of an infinite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 numbers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series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the first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 numbers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series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$\sum\frac{r^2}{r!}$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$r^2=r(r-1)+r$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$(r-1)+1$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$1+3+\cdots+(2r-1)=r^2$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$S=1+\frac{2^2}{2!}+\frac{3^2}{3!}+\frac{4^2}{4!}+\cdots=\sum_{r=1}^{\infty}\frac{r^2}{r!}$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$\frac{r^2}{r!}=\frac{r}{(r-1)!}=\frac{(r-1)+1}{(r-1)!}$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$S=\sum_{r=2}^{\infty}\frac{1}{(r-2)!}+\sum_{r=1}^{\infty}\frac{1}{(r-1)!}$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$1+\frac1{1!}+\frac1{2!}+\cdots=e$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$S=e+e=2e$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Generating function: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Generating function: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$\sum\frac{r^2x^r}{r!}=\left(x\frac{d}{dx}\right)^2e^x=(x^2+x)e^x$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the general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 the operator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$S=\sum_{r\ge0}\frac{r^2}{r!}$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$e^x=\sum\frac{x^r}{r!}$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 the operator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$\theta=x\frac{d}{dx}$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$\theta^2e^x=\sum\frac{r^2x^r}{r!}$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 e^x=xe^x$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$\theta(xe^x)=x(e^x+xe^x)=(x+x^2)e^x$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$S=(1+1)e=2e$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series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denominator, rewrite the numerator in the falling-factorial basis: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Bell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same method.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$1+3+\cdots+(2r-1)=r^2$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series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denominator, rewrite the numerator in the falling-factorial basis: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$r^2=r(r-1)+r$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$\sum\frac{r}{r!}=e$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$\sum\frac{r(r-1)}{r!}=e$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$\sum\frac{r(r-1)(r-2)}{r!}=e$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$\sum\frac{r^k}{r!}=B_ke$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Bell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$B_2=2,B_3=5,B_4=15$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$\sum\frac{r^3}{r!}=5e$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same method.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$\omega=\frac{5+3z}{5(1-z)}$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$5\,\mathrm{Re}(\omega)&gt;4$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$5\,\mathrm{Re}(\omega)&gt;1$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$4\,\mathrm{Im}(\omega)&gt;5$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$5\,\mathrm{Im}(\omega)&lt;1$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Modulus of complex numbers and inequalities, Möbius transformation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impose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impose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$|u|^2=u\bar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$\omega=\frac{5+3z}{5-5z}\Rightarrow5\omega-5\omega z=5+3z$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$5\omega-5=z(3+5\omega)$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$z=\frac{5(\omega-1)}{3+5\omega}$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$|z|&lt;1\Rightarrow5|\omega-1|&lt;|3+5\omega|$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$|u|^2=u\bar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$25(\omega-1)(\bar\omega-1)&lt;(3+5\omega)(3+5\bar\omega)$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$25(\omega\bar\omega-\omega-\bar\omega+1)&lt;9+25\omega\bar\omega+15\omega+15\bar\omega$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$16&lt;40\omega+40\bar\omega\Rightarrow\omega+\bar\omega&gt;\frac25$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$2\,\mathrm{Re}(\omega)&gt;\frac25\Rightarrow\mathrm{Re}(\omega)&gt;\frac15$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$5\,\mathrm{Re}(\omega)&gt;1$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$5\,\mathrm{Re}(\omega)&gt;1$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Möbius map; the unit circle passes through its pole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image is a straight line and the disc maps to a half-plane.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$z\mapsto\omega$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Möbius map; the unit circle passes through its pole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image is a straight line and the disc maps to a half-plane.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Möbius transformation with pole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pole maps to a straight line. The line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symmetric about the real axis (real coefficients), so it is the vertical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$\omega=\frac{5+3z}{5(1-z)}$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Möbius transformation with pole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pole maps to a straight line. The line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$\omega(-1)=\frac{5-3}{10}=\frac15$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symmetric about the real axis (real coefficients), so it is the vertical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$\mathrm{Re}\,\omega=\frac15$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the half-plane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 (same answer). (Option (A) fails,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$\omega=1&gt;\frac15$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the half-plane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$\mathrm{Re}\,\omega&gt;\frac15$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$5\,\mathrm{Re}(\omega)&gt;1$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 (same answer). (Option (A) fails,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$\omega=0.3$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$5\,\mathrm{Re}(\omega)&gt;1$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Möbius map sends a circle through its pole to a line and any other circle to a circle; the inside maps to a side determined by one test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expansion trick: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linear inequality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 (the image is a half-plane).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bound: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infimum, never attained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Möbius map sends a circle through its pole to a line and any other circle to a circle; the inside maps to a side determined by one test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expansion trick: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$|u|^2&lt;|v|^2\iff u\bar u&lt;v\bar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linear inequality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$\omega+\bar\omega$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$\omega\bar\omega$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 (the image is a half-plane).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bound: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$z\to-1$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$\mathrm{Re}\,\omega\to\frac15$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infimum, never attained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box,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cards, out of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labelled as A and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labelled as B. Cards are drawn at random, one after the other and with replacement, till a second A-card is obtained. The probability that the second A-card appears before the third B-card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box,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cards, out of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labelled as A and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labelled as B. Cards are drawn at random, one after the other and with replacement, till a second A-card is obtained. The probability that the second A-card appears before the third B-card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$\frac{11}{16}$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of ordered outcomes in independent trials with replacement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List the draw sequences that end with the second A and contain at most two B's.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every draw.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A must appear before the third B: the sequence ends at the second A and has at most two B's before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$P(A)=\frac{10}{20}=\frac12$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$P(B)=\frac{10}{20}=\frac12$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every draw.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A must appear before the third B: the sequence ends at the second A and has at most two B's before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$=AA+ABA+BAA+ABBA+BBAA+BABA$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$=\frac12\cdot\frac12+\frac12\cdot\frac12\cdot\frac12+\frac12\cdot\frac12\cdot\frac12+\frac12\cdot\frac12\cdot\frac12\cdot\frac12+\frac12\cdot\frac12\cdot\frac12\cdot\frac12+\frac12\cdot\frac12\cdot\frac12\cdot\frac12$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$=\frac14+\frac18+\frac18+\frac1{16}+\frac1{16}+\frac1{16}=\frac{11}{16}$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$\frac{11}{16}$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event is decided within four draws: the second A comes before the third B exactly when the first four draws contain at least two A's.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Imagine drawing exactly four cards. If the first four contain at least two A's, the second A has appeared with at most two B's before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they contain at most one A, then they contain at least three B's, so the third B arrives first. So the event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least two A's in four draws.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Imagine drawing exactly four cards. If the first four contain at least two A's, the second A has appeared with at most two B's before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they contain at most one A, then they contain at least three B's, so the third B arrives first. So the event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least two A's in four draws.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A's is Binomial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𝑎𝑡 𝑚𝑜𝑠𝑡 𝑜𝑛𝑒 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A's is Binomial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$P(\text{at most one A})=\frac{{}^4C_0+{}^4C_1}{16}=\frac5{16}$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$=1-\frac5{16}=\frac{11}{16}$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$\frac{11}{16}$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\"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success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failure\"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successes in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trials (Pascal / Banach-match trick).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for independent trials with a constant success probability; with replacement the draws are independent.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\"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success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failure\"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successes in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$r+s-1$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trials (Pascal / Banach-match trick).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$r=2,s=3$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$r+s-1=4$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$P=\sum_{k\ge2}{}^4C_k\left(\frac12\right)^4=\frac{11}{16}$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for independent trials with a constant success probability; with replacement the draws are independent.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arithmetic progression, then the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arithmetic progression, then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coefficients in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dividing by a common factorial makes it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$2\binom n5=\binom n4+\binom n6$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dividing by a common factorial makes it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AP: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expand the factorials: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${}^nC_4,{}^nC_5,{}^nC_6$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AP: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$2\,{}^nC_5={}^nC_4+{}^nC_6$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 n!}{5!(n-5)!}=\frac{n!}{4!(n-4)!}+\frac{n!}{6!(n-6)!}$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expand the factorials: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$\frac{2}{5(n-5)}=\frac{1}{(n-4)(n-5)}+\frac1{30}$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$\frac{2(n-4)}{5}=1+\frac{(n-4)(n-5)}{30}$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$12(n-4)=30+(n-4)(n-5)$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$12n-48=30+n^2-9n+20$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$n^2-21n+98=0\Rightarrow(n-7)(n-14)=0$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ratios of consecutive binomial coefficients,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instead of factorials.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ratios of consecutive binomial coefficients,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$\frac{{}^nC_{r+1}}{{}^nC_r}=\frac{n-r}{r+1}$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instead of factorials.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AP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AP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$2\,{}^nC_5={}^nC_4+{}^nC_6$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$2=\frac{{}^nC_4}{{}^nC_5}+\frac{{}^nC_6}{{}^nC_5}$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$\frac{{}^nC_5}{{}^nC_4}=\frac{n-4}{5}$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$\frac{{}^nC_6}{{}^nC_5}=\frac{n-5}{6}$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$2=\frac{5}{n-4}+\frac{n-5}{6}$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$6(n-4)$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$12(n-4)=30+(n-4)(n-5)$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$n^2-21n+98=0$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every binomial-coefficient relation into algebra without factorials.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roots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all three coefficients exist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$\frac{{}^nC_{r+1}}{{}^nC_r}=\frac{n-r}{r+1}$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every binomial-coefficient relation into algebra without factorials.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$x^r,x^{r+1},x^{r+2}$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n^2-(4r+5)n+4(r+1)^2-2=0$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$n^2-21n+98=0$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$n^2-9n+14=0$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$7,21,35$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roots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 r+2$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all three coefficients exist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$n=7,14$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die is thrown two times and the sum of the scores appearing on the die is observed to be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conditional probability that the score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appeared atleast once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die is thrown two times and the sum of the scores appearing on the die is observed to be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conditional probability that the score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appeared atleast once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Conditional probability with two dice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reduced sample space (sums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count the pairs that contain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reduced sample space (sums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$4,8,12$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count the pairs that contain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two dice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the reduced sample space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two dice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the reduced sample space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$(1,3),(2,2),(3,1)$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$(2,6),(3,5),(4,4),(5,3),(6,2)$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𝑎𝑡 𝑙𝑒𝑎𝑠𝑡 𝑜𝑛𝑒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$n(S)=3+5+1=9$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$P(\text{at least one }4)=\frac19$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residues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pair a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residue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residues mod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pair a residue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residue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Die faces by residue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face);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residues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Die faces by residue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face); 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$\equiv0\pmod4$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residues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only in the residue-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face, so only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outcome.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only in the residue-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face, so only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outcome.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Conditional probability with equally likely outcomes: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list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pairs of dice with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counted by residue classes;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two dice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Conditional probability with equally likely outcomes: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$P(E\mid F)=\frac{n(E\cap F)}{n(F)}$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list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pairs of dice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$\equiv0\pmod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counted by residue classes;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two dice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G.P. of increasing positive numbers. Let the sum of its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of its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G.P. of increasing positive numbers. Let the sum of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of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$3^{rd}$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$6(a_2+a_4)(a_4+a_6)$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every term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then solve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every term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$ar^{k}$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$a_3a_5=a_4^2$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$ar^3=\frac13$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then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(increasing,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$a,ar,ar^2,\ldots$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(increasing,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$a_6+a_8=2\Rightarrow ar^5+ar^7=2$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$\quad(\mathrm{i})$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$a_3a_5=\frac19\Rightarrow a^2r^2\cdot r^4=\frac19\Rightarrow ar^3=\frac13$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$ar^3=\frac13$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$ar^5+ar^7=ar^3(r^2+r^4)=\frac{r^2+r^4}{3}=2$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$r^4+r^2=6\Rightarrow(r^2+3)(r^2-2)=0\Rightarrow r^2=2$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$ar^3=ar\cdot r^2=2ar=\frac13\Rightarrow ar=\frac16$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$6(a_2+a_4)(a_4+a_6)=6(ar+ar^3)(ar^3+ar^5)=6\left(\frac16+\frac13\right)\left(\frac13+\frac23\right)$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$=6\cdot\frac12\cdot1=3$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everything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target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everything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$a_4=\frac13$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target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$6a_4^2\left(\frac1q+1\right)(1+q)$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terms are positive,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$a_3a_5=a_4^2=\frac19$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terms are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$a_6=a_4q$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$a_8=a_4q^2$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$q=r^2&gt;1$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$a_4(q+q^2)=2$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$q^2+q=6$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(same answer). The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was never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$a_2=\frac{a_4}{q}$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$a_6=a_4q$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$(a_2+a_4)(a_4+a_6)=a_4^2\left(\frac1q+1\right)(1+q)=\frac19\cdot\frac32\cdot3=\frac12$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$6\cdot\frac12=3$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(same answer). The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was never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G.P.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a product of two terms symmetric about a term gives that term (positive case).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middle term as the base: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shortens every expression symmetric about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Sum/product conditions on G.P. terms usually reduce to a quadratic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 roots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G.P. is increasing and positive.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$a_{m-k}a_{m+k}=a_m^2$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a product of two terms symmetric about a term gives that term (positive case).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middle term as the base: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$a_{4+k}=a_4r^k$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shortens every expression symmetric about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Sum/product conditions on G.P. terms usually reduce to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 roots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G.P. is increasing and positive.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four complex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vertices of a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in the Argand plane,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four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$z,\bar z,\bar z-2\,\mathrm{Re}(\bar 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$z-2\,\mathrm{Re}(z)$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vertices of a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in the Argand plane,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Geometry of complex numbers: conjugates and a square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four points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rectangle centred at the origin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four points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$(\pm x,\pm 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rectangle centred at the origin with 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$2|y|$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z=x-iy$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z-2\,\mathrm{Re}(\bar z)=x-iy-2x=-x-iy$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$z-2\,\mathrm{Re}(z)=x+iy-2x=-x+iy$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$|z-\bar z|=|2iy|=2|y|=4\Rightarrow y=\pm2$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$\left|z-(z-2\,\mathrm{Re}(z))\right|=|2x|=4\Rightarrow x=\pm2$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$|z|=\sqrt{x^2+y^2}=\sqrt{4+4}=2\sqrt2$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vertices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figure centred at the origin,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circumradius: half the diagonal.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vertices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 z,\pm\bar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figure centred at the origin,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circumradius: half the diagonal.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vertices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are symmetric about the origin, so the origin is the centre of the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z-2\,\mathrm{Re}(\bar z)=-z$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$z-2\,\mathrm{Re}(z)=-\bar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$z,\bar z,-z,-\bar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are symmetric about the origin, so the origin is the centre of the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centre to each vertex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half-diagonal.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diagonal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centre to each vertex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half-diagonal.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diagonal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$|z|=\frac{4\sqrt2}{2}=2\sqrt2$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reflection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imaginary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vertices of a rectangle centred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square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multiple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centred at the origin: distance of each vertex from the centre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$w-2\,\mathrm{Re}(w)=-\bar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reflection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imaginary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$z,\bar z,-z,-\bar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vertices of a rectangle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$2|x|,2|y|$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square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centred at the origin: distance of each vertex from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seven digit integers with sum of the digits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formed by using the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seven digit integers with sum of the digits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formed by using the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Permutations with repeated objects (digit-sum conditions)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Seven digits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minimum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extra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spread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the positions.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Seven digits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minimum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extra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spread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$\{1,1,1\}$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$\{2,1\}$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the positions.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Seven digits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multiset of digits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other multiset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Arrangements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1111123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Seven digits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multiset of digits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$1,1,1,1,1,2,3$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$1,1,1,1,2,2,2$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$5\cdot1+2+3=10$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$4\cdot1+3\cdot2=10$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other multiset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Arrangements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$1111123$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$\frac{7!}{5!}=42$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Arrangements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1111222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Arrangements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$1111222$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$\frac{7!}{4!\,3!}=35$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$=42+35=77$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every digit: non-negative solutions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each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counted by stars and bars with one 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every digit: non-negative solutions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$y_1+\cdots+y_7=3$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$y_i\le2$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counted by stars and bars with one 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Without the bound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violating the bound have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$y_i=d_i-1\in\{0,1,2\}$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y_i=10-7=3$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Without the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${}^{3+7-1}C_{3}={}^9C_3=84$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violating the bound have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$84-7=77$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Digits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fixed length and sum: shift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stars and bars with the upper bound handled by inclusion-exclusion.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non-negative solutions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 those with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the bound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small extra sum the multiset method is faster: list partitions of the extra, then count arrangements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Digits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$\{1,\ldots,k\}$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fixed length and sum: shift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stars and bars with the upper bound handled by inclusion-exclusion.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non-negative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$y_1+\cdots+y_m=s$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${}^{s+m-1}C_{m-1}$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 those with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$y_i\ge 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the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$y_i\le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small extra sum the multiset method is faster: list partitions of the extra, then count arrangements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$\frac{n!}{\prod m_i!}$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complex numbers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complex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$\mathrm{Re}(z_1)=|z_1-1|$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$\mathrm{Re}(z_2)=|z_2-1|$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$\arg(z_1-z_2)=\frac\pi6$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$\mathrm{Im}(z_1+z_2)$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$\frac2{\sqrt3}$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Argument of a complex number, Parabola: focal condition and chord slope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subtracting the two equations brings in the chord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$\mathrm{Re}(z)=|z-1|$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$y^2=2x-1$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subtracting the two equations brings in the chord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$\frac{2}{y_1+y_2}$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$z_1=x_1+iy_1$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$z_2=x_2+iy_2$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$\mathrm{Re}(z_1)=|z_1-1|$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$x_1=|x_1-1+iy_1|$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$x_1^2=(x_1-1)^2+y_1^2$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$y_1^2+1=2x_1$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$y_2^2+1=2x_2$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$(1)-(2)$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$y_1^2-y_2^2=2(x_1-x_2)$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$(y_1+y_2)(y_1-y_2)=2(x_1-x_2)$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(3):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$\frac{y_1-y_2}{x_1-x_2}=\frac{2}{y_1+y_2}$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$\quad(3)$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$\arg(z_1-z_2)=\frac\pi6\Rightarrow\tan^{-1}\left(\frac{y_1-y_2}{x_1-x_2}\right)=\frac\pi6\Rightarrow\frac{y_1-y_2}{x_1-x_2}=\frac1{\sqrt3}$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$\frac1{\sqrt3}=\frac{2}{y_1+y_2}$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$\mathrm{Im}(z_1+z_2)=y_1+y_2=2\sqrt3$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parabola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parabola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$z=\frac{t^2+1}{2}+it$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$z_1-z_2=(t_1-t_2)\left(\frac{t_1+t_2}{2}+i\right)$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positive imaginary part,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along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$z=\frac{t^2+1}{2}+it$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$z_1-z_2=\frac{t_1^2-t_2^2}{2}+i(t_1-t_2)=(t_1-t_2)\left(\frac{t_1+t_2}{2}+i\right)$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$\arg(z_1-z_2)=\frac\pi6$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positive imaginary part,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$t_1&gt;t_2$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$z_1-z_2$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$\frac{t_1+t_2}{2}+i$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as the real part must be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$\tan\frac\pi6=\frac{1}{(t_1+t_2)/2}$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$\frac1{\sqrt3}=\frac{2}{t_1+t_2}$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$t_1+t_2=2\sqrt3$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as the real part must be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$\mathrm{Im}(z_1+z_2)=t_1+t_2=2\sqrt3$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to the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distance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parabola with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joining points with ordinates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chord gives the sum of the ordinates directly: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this parabola;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$\mathrm{Re}(z)=|z-a|$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to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distance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parabola with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joining points with 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$\frac{4a}{y_1+y_2}$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$\frac{2}{y_1+y_2}$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chord gives the sum of the ordinates directly: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$y_1+y_2=\frac{2}{\tan\theta}$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this parabola;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8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game two players A and B take turns in throwing a pair of fair dice starting with player A and total of scores on the two dice, in each throw is noted. A wins the game if he throws a total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B throws a total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 wins the game if he throws a total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 throws a total of six. The game stops as soon as either of the players wins. The probability of A winning the game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8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game two players A and B take turns in throwing a pair of fair dice starting with player A and total of scores on the two dice, in each throw is noted. A wins the game if he throws a total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B throws a total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 wins the game if he throws a total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 throws a total of six. The game stops as soon as either of the players wins. The probability of A winning the game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$\frac{31}{61}$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$\frac{30}{61}$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Probability: alternating game and infinite geometric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wins on his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throw if both players miss in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rounds, which gives a geometric series of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wins on his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throw if both players miss in the first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rounds, which gives a geometric series of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$P(\bar A)P(\bar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scores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scores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$(1,5),(2,4),(3,3),(4,2),(5,1)$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$P(A)=\frac5{36}$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$P(\bar A)=\frac{31}{36}$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 scores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𝑤𝑖𝑛𝑠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an infinite G.P. with first term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 scores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$(1,6),(2,5),(3,4),(4,3),(5,2),(6,1)$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$P(B)=\frac6{36}$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$P(\bar B)=\frac{30}{36}$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$P(A\text{ wins})=\frac5{36}+\frac{31}{36}\cdot\frac{30}{36}\cdot\frac5{36}+\frac{31}{36}\cdot\frac{30}{36}\cdot\frac{31}{36}\cdot\frac{30}{36}\cdot\frac5{36}+\cdots$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an infinite G.P.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$\frac{31}{36}\cdot\frac{30}{36}$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𝑤𝑖𝑛𝑠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$P(A\text{ wins})=\frac{\frac5{36}}{1-\frac{31}{36}\cdot\frac{30}{36}}=\frac{\frac5{36}}{1-\frac{31}{36}\cdot\frac56}$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$=\frac{30}{61}$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$\frac{30}{61}$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First-step analysis: after A and B both miss, the game restarts,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series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First-step analysis: after A and B both miss, the game restarts,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$p=\frac5{36}+\frac{31}{36}\cdot\frac{30}{36}\,p$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series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probability that A wins.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wins at once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Otherwise A misses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B misses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the game is in the same state as at the start.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1296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probability that A wins.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wins at once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Otherwise A misses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B misses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$\frac{30}{36}$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the game is in the same state as at the start.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$p=\frac5{36}+\frac{31}{36}\cdot\frac{30}{36}\,p=\frac5{36}+\frac{930}{1296}p$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930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1296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$p\left(1-\frac{930}{1296}\right)=\frac5{36}\Rightarrow p\cdot\frac{366}{1296}=\frac5{36}\Rightarrow p=\frac{5\cdot36}{366}=\frac{30}{61}$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$\frac{30}{61}$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Alternating game, first player wins a round with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second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𝑓𝑖𝑟𝑠𝑡 𝑤𝑖𝑛𝑠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𝑠𝑒𝑐𝑜𝑛𝑑 𝑤𝑖𝑛𝑠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wins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game ends with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\"state repeats\" equations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(𝑚𝑖𝑠𝑠 𝑝𝑟𝑜𝑏𝑎𝑏𝑖𝑙𝑖𝑡𝑦)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instead of summing the series whenever the process regenerates.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Alternating game, first player wins a round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second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$P(\text{first wins})=\frac{a}{1-(1-a)(1-b)}$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$P(\text{second wins})=\frac{(1-a)b}{1-(1-a)(1-b)}$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$a=\frac5{36}$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$b=\frac6{36}$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wins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$\frac{30}{61}$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$\frac{31}{61}$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$\frac{30}{61}+\frac{31}{61}=1$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game ends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\"state repeats\" equations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$p=\ldots+\text{(miss probability)}\,p$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instead of summing the series whenever the process regenerates.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frequency distribution of the marks obtained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in a test is : Marks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mean of the marks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frequency distribution of the marks obtained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in a test is : Marks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$(x+1)^2,\ 2x-5,\ x^2-3x,\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mean of the marks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of a frequency distribution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frequencies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root giving a negative frequency is rejected.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frequencies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root giving a negative frequency is rejected.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students: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students: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$(x+1)^2+(2x-5)+(x^2-3x)+x=20$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$2x^2+2x-4=20\Rightarrow x^2+x-12=0$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$(x+4)(x-3)=0$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rejected;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Frequencies for marks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$2x-5=-13&lt;0$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rejected;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Frequencies for marks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$16,\ 1,\ 0,\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$=\frac{2\cdot16+3\cdot1+5\cdot0+7\cdot3}{20}=\frac{32+3+0+21}{20}=\frac{56}{20}=2.8$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2.8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$2.8$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Frequencies must be non-negative integers: use this to discard roots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a frequency table: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zero frequency simply drops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the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close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scored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Frequencies must be non-negative integers: use this to discard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f_i=N$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a frequency table: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x=\frac{\sum f_ix_i}{\sum f_i}$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zero frequency simply drops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the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close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scored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computer program generate only the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form a string of binary numbers with probability of occurence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even places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probability of occurrence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odd place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probability that '10' is followed by '01'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computer program generate only the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form a string of binary numbers with probability of occurence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even places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probability of occurrence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odd place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probability that '10' is followed by '01'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with position-dependent independent events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block '10' followed by '01' is the string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 start at an odd or an even place; the two cases are separate.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block '10' followed by '01' is the string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$1001$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 start at an odd or an even place; the two cases are separate.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'10' followed by '01' is the block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(four consecutive digits). Its first digit sits at an odd place (O) or an even place (E), so the places read OEOE or EOEO.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'10' followed by '01' is the block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(four consecutive digits). Its first digit sits at an odd place (O) or an even place (E), so the places read OEOE or EOEO.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Probabilities: at an odd 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an even 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OEOE: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EOEO: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block may start at an odd or an even place, and these two cases are disjoint, so they add: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Probabilities: at an odd 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an even 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OEOE: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$P(1)\cdot P(0)\cdot P(0)\cdot P(1)=\frac23\cdot\frac12\cdot\frac13\cdot\frac12=\frac1{18}$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EOEO: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$\frac12\cdot\frac13\cdot\frac12\cdot\frac23=\frac1{18}$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block may start at an odd or an even place, and these two cases are disjoint, so they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$\frac1{18}+\frac1{18}=\frac19$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position-dependent probabilities, list the possible parity patterns of the consecutive places and multiply digit by digit.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pattern whose start place is not fixed: add the disjoint start-parity cases (each case already includes its own place-probabilities).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order of the pattern carefully: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0110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 strings, even though the two products happen to coincide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position-dependent probabilities, list the possible parity patterns of the consecutive places and multiply digit by digit.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pattern whose start place is not fixed: add the disjoint start-parity cases (each case already includes its own place-probabilities).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order of the pattern carefully: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$0110$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 strings, even though the two products happen to coincide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Team 'A' consists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boys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girls and Team 'B'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boys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girls. If a total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single matches can be arranged between these two teams when a boy plays against a boy and a girl plays against a girl,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Team 'A' consists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boys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girls and Team 'B'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boys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girls. If a total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single matches can be arranged between these two teams when a boy plays against a boy and a girl plays against a girl,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Fundamental principle of counting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Boy-boy matches and girl-girl matches are separate cases; each match is a choice of one player from each team.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boy-boy match: choose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boys of team A and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boys of team B: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girl-girl match: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boy-boy match: choose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boys of team A and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boys of team B: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${}^7C_1\cdot{}^4C_1=28$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girl-girl match: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${}^nC_1\cdot{}^6C_1=6n$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${}^7C_1\,{}^4C_1+{}^nC_1\,{}^6C_1=52$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$28+6n=52$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Matches between two teams with restrictions: add over the allowed categories, multiply within a category.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(one-on-one) match count between sets of sizes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teams are different, so there is no division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Verification: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Matches between two teams with restrictions: add over the allowed categories, multiply within a category.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(one-on-one) match count between sets of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$p\cdot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teams are different, so there is no division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Verification: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$7\cdot4+4\cdot6=28+24=52$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two randomly selected subsets of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exactly two elements in their intersection,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two randomly selected subsets of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exactly two elements in their intersection,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$\frac{35}{2^7}$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$\frac{65}{2^7}$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$\frac{135}{2^9}$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$\frac{65}{2^8}$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Probability: counting pairs of subsets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element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choices (A only, B only, both, neither), so exactly two common elements means choosing them and giving the rest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options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element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choices (A only, B only, both, neither), so exactly two common elements means choosing them and giving the rest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options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pair of subsets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is in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states: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both, or neither.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Sample space: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elements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pair of subsets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is in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states: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both, or neither.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Sample space: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$n(S)=4^5=2^{10}$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${}^5C_2$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states (not both):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𝐸𝑣𝑒𝑛𝑡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states (not both):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$n(\text{Event})={}^5C_2\times3^3=10\times27=270$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$P=\frac{10\times27}{2^{10}}=\frac{135}{2^9}$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$\frac{135}{2^9}$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element is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independently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each, so it is in both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number of common elements is Binomial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element is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independently with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each, so it is in both with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number of common elements is Binomial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$\left(5,\frac14\right)$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uniformly: each element belongs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independently of other elements and of each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element is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uniformly: each element belongs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independently of other elements and of each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element is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$\frac12\cdot\frac12=\frac14$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Binomial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Binomial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$\left(5,\frac14\right)$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$P(|A\cap B|=2)={}^5C_2\left(\frac14\right)^2\left(\frac34\right)^3=\frac{10\cdot27}{1024}=\frac{135}{512}=\frac{135}{2^9}$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$\frac{135}{2^9}$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uniformly random subset of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includes each element independently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two random subsets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fair coin flips.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Binomial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(binomial theorem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uniformly random subset of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includes each element independently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two random subsets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fair coin flips.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$P(|A\cap B|=k)={}^nC_k\left(\frac14\right)^k\left(\frac34\right)^{n-k}$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$|A\cup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Binomial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$\left(n,\frac34\right)$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$|A\cap B|=k$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${}^nC_k3^{n-k}$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(binomial theorem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$(1+3)^n$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denote the real and imaginary parts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$z=\left(\frac{\sqrt3}{2}+\frac i2\right)^5+\left(\frac{\sqrt3}{2}-\frac i2\right)^5$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denote the real and imaginary parts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$R(z)=-3$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$R(z)&gt;0$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$I(z)&gt;0$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$R(z)&lt;0$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$I(z)&gt;0$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 Moivre's theorem: real and imaginary parts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real number.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$\frac{\sqrt3}{2}\pm\frac i2=e^{\pm i\pi/6}$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$w^5+\bar w^5=2\,\mathrm{Re}(w^5)$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real number.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$\frac{\sqrt3}{2}+\frac i2=e^{i\pi/6}$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$\frac{\sqrt3}{2}-\frac i2=e^{-i\pi/6}$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$z=\left(e^{i\pi/6}\right)^5+\left(e^{-i\pi/6}\right)^5$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$z=\cos\frac{5\pi}6+i\sin\frac{5\pi}6+\cos\frac{5\pi}6-i\sin\frac{5\pi}6$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$z=2\cos\frac{5\pi}6=-2\cos\frac\pi6$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$z=-2\cdot\frac{\sqrt3}{2}=-\sqrt3&lt;0$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$R(z)=-\sqrt3$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$I(z)=0$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$w=e^{i\pi/6}$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$w^6=-1$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$w^5=-\bar 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$z=-(w+\bar w)$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$w=e^{i\pi/6}$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w=w^{-1}$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$w^6=e^{i\pi}=-1$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$w^5=\frac{w^6}{w}=-\bar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w^5=-w$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$z=w^5+\bar w^5=-(w+\bar w)=-2\cos\frac\pi6=-\sqrt3$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$R(z)=-\sqrt3$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$I(z)=0$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real: the imaginary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conjugate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them on sight.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include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these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$w^n+\bar w^n=2\,\mathrm{Re}(w^n)=2r^n\cos 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real: the imaginary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conjugate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i\pi/6}=\frac{\sqrt3}2\pm\frac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i\pi/3}=\frac12\pm\frac{\sqrt3}{2}i$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i\pi/4}=\frac{1\pm i}{\sqrt2}$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them on sight.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$w^6=-1$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$w^{5}=-w^{-1}$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$w^6=-1$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i\pi/6}$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these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$w^2-\sqrt3w+1=0$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1.65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Algebra 02 (Set 03) Questions 1–20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1.65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