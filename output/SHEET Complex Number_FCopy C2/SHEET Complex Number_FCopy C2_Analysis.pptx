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Sheet1!$A$2:$A$33</c:f>
              <c:strCache>
                <c:ptCount val="32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2.0</c:v>
                </c:pt>
                <c:pt idx="5">
                  <c:v>3.0</c:v>
                </c:pt>
                <c:pt idx="6">
                  <c:v>3.0</c:v>
                </c:pt>
                <c:pt idx="7">
                  <c:v>2.0</c:v>
                </c:pt>
                <c:pt idx="8">
                  <c:v>3.0</c:v>
                </c:pt>
                <c:pt idx="9">
                  <c:v>3.0</c:v>
                </c:pt>
                <c:pt idx="10">
                  <c:v>3.0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3.0</c:v>
                </c:pt>
                <c:pt idx="15">
                  <c:v>3.0</c:v>
                </c:pt>
                <c:pt idx="16">
                  <c:v>4.0</c:v>
                </c:pt>
                <c:pt idx="17">
                  <c:v>2.0</c:v>
                </c:pt>
                <c:pt idx="18">
                  <c:v>3.0</c:v>
                </c:pt>
                <c:pt idx="19">
                  <c:v>3.0</c:v>
                </c:pt>
                <c:pt idx="20">
                  <c:v>3.0</c:v>
                </c:pt>
                <c:pt idx="21">
                  <c:v>3.0</c:v>
                </c:pt>
                <c:pt idx="22">
                  <c:v>2.0</c:v>
                </c:pt>
                <c:pt idx="23">
                  <c:v>3.0</c:v>
                </c:pt>
                <c:pt idx="24">
                  <c:v>3.0</c:v>
                </c:pt>
                <c:pt idx="25">
                  <c:v>2.0</c:v>
                </c:pt>
                <c:pt idx="26">
                  <c:v>3.0</c:v>
                </c:pt>
                <c:pt idx="27">
                  <c:v>3.0</c:v>
                </c:pt>
                <c:pt idx="28">
                  <c:v>1.0</c:v>
                </c:pt>
                <c:pt idx="29">
                  <c:v>2.0</c:v>
                </c:pt>
                <c:pt idx="30">
                  <c:v>3.0</c:v>
                </c:pt>
                <c:pt idx="31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never says that A, B, C denote z1, z2, z3 and it ignores the degenerate case t2+t3=0 (then D is undefined and z is the vertex z1). Both were added; the argument itself is the PDF's.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solves only (i)(a) and (i)(b); part (ii) is missing. Added: put x=i in (1+x)^n and take the squared modulus, |1+i|^(2n)=2^n. Parts (a) and (b) are the PDF's, with the three combinations (a+b+c), (a+b w+c w^2), (a+b w^2+c w) spelled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stops at 2^n cos^n(theta/2) e^{i theta (n/2+1)} and never equates real and imaginary parts to obtain (a) and (b). The final step was added; everything before it is the PDF's.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does not say at which point the angle tan^-1(1/3) is measured; its working (line y=3x through the origin) uses the angle at the origin O, which lies on the circle. If the angle were the central angle at C(3,4), Q would be 3+sqrt(10)/2 + i(4+3 sqrt(10)/2), a non-nice point that does not match the printed key 3+7i. The key is kept; the assumption is now stated, and the rejection of the root x=0 (the origin) is written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dismisses the factor k = a/(1-a) with the bare words 'is not possible'. The reason (the same elimination from b and c would force a=b=c, contradicting distinctness) was added; the printed ending 'Hence Proved' is irrelevant to this find-k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b(3a^2-b^2)=107=107x1 and simply takes b=1. The other factorisation b=107 was not excluded; it is excluded now because 3a^2=11450 is not a multiple of 3.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lists the cases (a-b)^2=0 and (a-b)^2=1 without proving that no other value of (a-b)^2 is possible. The bound (a+b)^2 = 4-3(a-b)^2 &gt;= 0 was added to show the case list is complete. Answer 6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says 'x=0, (y-1)^2=5, y=1+-sqrt5' and 'Only perpendicular point'. x=0 does not satisfy x+y=sqrt2 with those y (the point (0, 1+sqrt5) is not on the line), so that working is wrong. Correct: intersect x+y=sqrt2 with the circle, getting y=((sqrt2-1)+-sqrt(7+6 sqrt2))/2, and keep the root with y&gt;=1. The count 1 and option (B)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derives only |z|-|w|+3 in (-3,9), which supports option (D) alone, yet its key is BCD. The coarse range cannot justify (B) or (C). The exact range (about 0.07 to 5.30) was computed from |S| and the range of |w|; it lies inside the intervals of B, C and D but not A, matching the key BCD.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labels its step 'C3 -&gt; C3 + C1' and shows a matrix with first row (1, i-w, w^2) and with rows 2 and 3 identical; that matrix cannot come from the given determinant by that operation. The valid step is R1 -&gt; R1 + R3, which turns row 1 into (1-i, -1, w^2-1) = row 2. The answer 0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Complex Number (Exercise C-II)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C2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/ 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+4 each (JEE Advanced default for subjective / integer / numerical)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pairwise distinct complex numbers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non-negative real numbers such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 that the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triangle with vertices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on its boundary.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$z_1,z_2,z_3$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pairwise distinct complex numbers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$t_1,t_2,t_3$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non-negative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$t_1+t_2+t_3=1$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Prove that the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$z=t_1z_1+t_2z_2+t_3z_3$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$z_1,z_2,z_3$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on its boundary.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Section formula and convex combination of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the section formula twice: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the section formula twice: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$z=\sum t_kz_k$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We show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or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vertex. Otherwise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section formula the affix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$z_1,z_2,z_3$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We show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$z=t_1z_1+t_2z_2+t_3z_3$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t_k=1$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or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$t_2+t_3=0$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$t_2=t_3=0$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vertex. Otherwise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$t_3:t_2$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section formula the affix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$\frac{t_2z_2+t_3z_3}{t_2+t_3}$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joining a vertex to a point of the opposite side;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or on the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affix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triangle or on its boundary.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$(t_2+t_3):t_1$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joining a vertex to a point of the opposite side;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or on the triangle.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affix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$\frac{t_1z_1+(t_2+t_3)\cdot\frac{t_2z_2+t_3z_3}{t_2+t_3}}{t_1+t_2+t_3}=\frac{t_1z_1+t_2z_2+t_3z_3}{t_1+t_2+t_3}$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$t_1+t_2+t_3=1$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triangle or on its boundary.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$\blacksquare$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barycentric (affine) coordinates: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describes the filled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barycentric (affine) coordinates: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$z=z_1+t_2(z_2-z_1)+t_3(z_3-z_1)$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$t_2,t_3\ge0$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$t_2+t_3\le1$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describes the filled triangle.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form a triangle,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parallel; every point of the plane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unique pair of reals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closed triangular region is exactly the set of points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sides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vertices form a triangle,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$z_2-z_1$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$z_3-z_1$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parallel; every point of the plane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$w=z_1+\lambda(z_2-z_1)+\mu(z_3-z_1)$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unique pair of reals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$(\lambda,\mu)$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closed triangular region is exactly the set of points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$\lambda\ge0,\ \mu\ge0,\ \lambda+\mu\le1$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sides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$t_1=1-t_2-t_3$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$z=t_1z_1+t_2z_2+t_3z_3=z_1+t_2(z_2-z_1)+t_3(z_3-z_1)$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$\mu=t_3$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closed triangle; it is interior when all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boundary when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$\lambda=t_2\ge0$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$\mu=t_3\ge0$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$\lambda+\mu=1-t_1\le1$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closed triangle; it is interior when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boundary when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exactly the convex hull of the points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three non-collinear points it is the filled triangle (all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interior;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boundary).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Section formula: the point dividing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Nesting it twice proves barycentric statements such as the concurrency of medians.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Special cases: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centroid;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point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$z=\sum t_kz_k$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t_k=1$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exactly the convex hull of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three non-collinear points it is the filled triangle (all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interior;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boundary).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Section formula: the point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$\frac{nz_1+mz_2}{m+n}$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Nesting it twice proves barycentric statements such as the concurrency of medians.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Special cases: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$t_1=t_2=t_3=\frac13$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centroid;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point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$t_2=t_3=0$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angles of a triangle,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angles of a triangle,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$D=\left|\begin{matrix} e^{-2iA} &amp; e^{iC} &amp; e^{iB}\\ e^{iC} &amp; e^{-2iB} &amp; e^{iA}\\ e^{iB} &amp; e^{iA} &amp; e^{-2iC}\end{matrix}\right|$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and expansion of determinants, Euler's form of a complex number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expanding, every term collapses to a power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expanding, every term collapses to a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$e^{i(A+B+C)}=e^{i\pi}=-1$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angles of a triangle,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out the first bracket: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bracket: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Third bracket: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angles of a triangle,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$D=e^{-2iA}\left\{e^{-2i(B+C)}-e^{2iA}\right\}-e^{iC}\left\{e^{-iC}-e^{i(A+B)}\right\}+e^{iB}\left\{e^{i(A+C)}-e^{-iB}\right\}$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out the first bracket: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$e^{-2iA}e^{-2i(B+C)}-e^{-2iA}e^{2iA}=e^{-2i(A+B+C)}-1$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bracket: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$-e^{iC}e^{-iC}+e^{iC}e^{i(A+B)}=-1+e^{i(A+B+C)}$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Third bracket: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$e^{iB}e^{i(A+C)}-e^{iB}e^{-iB}=e^{i(A+B+C)}-1$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$D=\left[e^{-2i(A+B+C)}-1\right]-1+2e^{i(A+B+C)}-1$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$e^{-2i\pi}=1$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$e^{i\pi}=-1$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$D=(1-1)-1+2(-1)-1=-2+2e^{i\pi}$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$D=-2-2=-4$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Scale rows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rank one; its eigenvalues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Scale rows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$2I-N$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rank one; its eigenvalues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$3,0,0$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$\det(2I-N)=(2-3)\cdot2\cdot2$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rows 1, 2, 3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determinant gets multiplied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rows 2, 3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$p=e^{iA}$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$q=e^{iB}$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$r=e^{iC}$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$pqr=e^{i\pi}=-1$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$e^{-2iA}=p^{-2}$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rows 1, 2, 3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$p^2,q^2,r^2$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determinant gets multiplied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$p^2q^2r^2=1$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 p^2r,\ p^2q)$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$pr=-\frac1q$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$pq=-\frac1r$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 -\frac pq,\ -\frac pr\right)$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rows 2, 3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 qp,\ 1,\ -\frac qr\right)$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 rp,\ -\frac rq,\ 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diagonal entries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rank one; its eigenvalues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$N_{jk}=\frac{v_j}{v_k}$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$v=(p,q,r)$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diagonal entries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$N=v\,w^{T}$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$w=\left(\frac1p,\frac1q,\frac1r\right)$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rank one; its eigenvalues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$w^{T}v=3$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$\det(2I-N)=(2-3)(2-0)(2-0)=-4$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products such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collapse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(rank-one perturbation of a scalar matrix)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the determinant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scaling by powers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reveals a symmetric structure.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$e^{i(A+B+C)}=-1$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$e^{2i(A+B+C)}=1$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$e^{-2iA}e^{-2i(B+C)}$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collapse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$aI+uv^{T}$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(rank-one perturbation of a scalar matrix)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$\det=a^{n-1}\left(a+v^{T}u\right)$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$2I-vw^T$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$2^2(2-3)=-4$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multiplies the determinant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scaling by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reveals a symmetric structure.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prime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$y=1-i\sqrt3$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$x^p+y^p=z^p$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prime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Cube roots of unity and polar form of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x2=-\omega^2$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y2=-\omega$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$\omega^p+\omega^{2p}=-1$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$3\nmid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we must show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left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$z^p=2^p$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we must show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xz\right)^p+\left(\frac yz\right)^p=1$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$\omega=\frac{-1+i\sqrt3}{2}$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xz=\frac{1+i\sqrt3}{2}=-\omega^2$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yz=\frac{1-i\sqrt3}{2}=-\omega$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$(-\omega^2)^p+(-\omega)^p=-\left(\omega^{2p}+\omega^{p}\right)$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$1+\omega^p+\omega^{2p}=0$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prime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prime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$\{\omega^p,\omega^{2p}\}=\{\omega,\omega^2\}$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$1+\omega^p+\omega^{2p}=1+\omega+\omega^2=0$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$x^p+y^p=2^p=z^p$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$\blacksquare$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polar form: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primes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polar form: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$x^p+y^p=2^{p+1}\cos\frac{p\pi}{3}$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primes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$&gt;3$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$\equiv\pm1\pmod 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arguments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 Moivre,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prime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not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$x=2e^{i\pi/3}$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$y=2e^{-i\pi/3}$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arguments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 Moivre,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$x^p+y^p=2^p\left(e^{ip\pi/3}+e^{-ip\pi/3}\right)=2^{p+1}\cos\frac{p\pi}{3}$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prime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not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$p\equiv\pm1\pmod 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$p=6m\pm1$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$\frac{p\pi}{3}=2m\pi\pm\frac\pi3$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$\cos\frac{p\pi}3=\cos\frac\pi3=\frac12$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$x^p+y^p=2^{p+1}\cdot\frac12=2^p=z^p$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prime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reduces many questions on primes to two residue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conjugates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$1+\omega^k+\omega^{2k}=0$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$3\nmid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$(1\pm i\sqrt3)^n=2^ne^{\pm in\pi/3}$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$x^n+y^n=2^{n+1}\cos\frac{n\pi}3$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$n\equiv\pm1\pmod 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prime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$p\equiv\pm1\pmod6$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reduces many questions on primes to two residue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conjugates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$x,\bar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$x^n+\bar x^n=2\,\mathrm{Re}(x^n)$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there exists no complex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there exists no complex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$|z|&lt;\frac13$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$\sum_{r=1}^{n}a_rz^r=1$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$|a_r|&lt;2$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Triangle inequality for complex numbers, Sum of an infinite geometric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 geometric series; it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contradiction.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$\left|\sum a_rz^r\right|$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a geometric series; it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$|z|&gt;\frac13$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contradiction.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such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inequality).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finite sum is less than the infinite series,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such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$1=\left|\sum a_rz^r\right|\le\sum|a_r||z|^r$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(triangle inequality).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$|a_r|&lt;2$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$1&lt;2\left(|z|+|z|^2+\dots+|z|^n\right)$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$1+|z|+|z|^2+\dots+|z|^n&gt;\frac32$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finite sum is less than the infinite series,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$\frac1{1-|z|}&gt;\frac32$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$2&gt;3-3|z|$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both cases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hold together.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$|z|&gt;\frac13$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$|z|&lt;\frac13$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$|z|&lt;\frac13$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both cases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$|z|&lt;\frac13$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a_rz^r=1$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hold together.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$\blacksquare$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directly: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directly: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$t=|z|&lt;\frac13$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$\frac{t}{1-t}&lt;\frac12$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$\left|\sum a_rz^r\right|&lt;2\cdot\frac12=1$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nary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finite sum is less than the infinite series: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$0&lt;|z|&lt;\frac13$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$\left|\sum_{r=1}^na_rz^r\right|\le\sum|a_r|t^r&lt;2\left(t+t^2+\dots+t^n\right)$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finite sum is less than the infinite series: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$t+\dots+t^n&lt;\frac{t}{1-t}$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can never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t{1-t}$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t{1-t}&lt;\frac12$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$\left|\sum a_rz^r\right|&lt;2\cdot\frac12=1$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can never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$\blacksquare$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show a polynomial has no zero in a disc, bound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sum the tail as a geometric series.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e>
                        </m:nary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show a polynomial has no zero in a disc,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$\left|\sum a_rz^r\right|\le\sum|a_r||z|^r$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sum the tail as a geometric series.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$|a_r|\le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$|z|&lt;\frac1{M+1}$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$\left|\sum_{r\ge1}a_rz^r\right|&lt;1$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$\frac{Mt}{1-t}&lt;1\iff t&lt;\frac1{M+1}$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$t+t^2+\dots+t^n&lt;\frac t{1-t}$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the cube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the least positive argument. Find the value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$Z=18+26i$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$Z_0=x_0+iy_0$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$x_0,y_0\in\mathbb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the cube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the least positive argument.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$x_0y_0(x_0+y_0)$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Cube roots of a complex number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cube root with least positive argument has argument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solves the triple-angle cubic.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cube root with least positive argument has argument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$\frac\theta3$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$\tan\frac\theta3$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solves the triple-angle cubic.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acute.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cube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least positive argument is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$|Z|=\sqrt{18^2+26^2}=10\sqrt{10}$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$Z=10\sqrt{10}\,e^{i\theta}$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$\tan\theta=\frac{26}{18}=\frac{13}{9}$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acute.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cube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$(10\sqrt{10})^{1/3}e^{i(2k\pi+\theta)/3}$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least positive argument is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$\frac\theta3$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$x_0=(10\sqrt{10})^{1/3}\cos\frac\theta3$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$y_0=(10\sqrt{10})^{1/3}\sin\frac\theta3$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$(10\sqrt{10})^{1/3}=\sqrt{10}$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roots of the cubic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$x=\tan\frac\theta3$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$\tan\theta=\frac{3x-x^3}{1-3x^2}=\frac{13}{9}$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$9(3x-x^3)=13(1-3x^2)$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$9x^3-39x^2-27x+13=0$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$(3x-1)(3x^2-12x-13)=0$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$\theta&lt;90^\circ$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$\frac\theta3&lt;30^\circ$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roots of the cubic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$\approx4.9$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$\approx-0.89$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$\tan\frac\theta3=\frac13$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$\cos\frac\theta3=\frac3{\sqrt{10}}$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$\sin\frac\theta3=\frac1{\sqrt{10}}$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$x_0=\sqrt{10}\cdot\frac3{\sqrt{10}}=3$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$y_0=\sqrt{10}\cdot\frac1{\sqrt{10}}=1$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$Z_0=3+i$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$x_0y_0(x_0+y_0)=3\cdot1\cdot(3+1)=12$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modulus: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deg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look for integers with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modulus: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$|Z_0|^2=\sqrt[3]{|Z|^2}=10$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look for integers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$x_0^2+y_0^2=10$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 pair with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$|Z|=10\sqrt{10}$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$|Z_0|^3=10\sqrt{10}$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$x_0^2+y_0^2=10$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$x_0^3-3x_0y_0^2=18$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$3x_0^2y_0-y_0^3=26$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integer pair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$x_0^2+y_0^2=10$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$x_0&gt;y_0&gt;0$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$27-9=18$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$27-1=26$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cube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cube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arguments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18.4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the least positive argument.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$(3+i)^3=(8+6i)(3+i)=24+8i+18i-6=18+26i$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cube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$(3+i)\omega$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$(3+i)\omega^2$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arguments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$\arg(3+i)+120^\circ$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$+240^\circ$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$\arg\approx18.4^\circ$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the least positive argument.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$x_0y_0(x_0+y_0)=3\cdot1\cdot4=12$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cube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arguments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one with the smallest positive argument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cube of a Gaussian-integer norm, try small Gaussian integers: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 in the correct quadrant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cube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$Z_0,\ Z_0\omega,\ Z_0\omega^2$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arguments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$\frac{\theta}3+\frac{2k\pi}3$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one with the smallest positive argument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cube of a Gaussian-integer norm, try small Gaussian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$(1+i)^3=-2+2i$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$(2+i)^3=2+11i$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$(3+i)^3=18+26i$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$(2+3i)^3=-46+9i$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$\tan3\varphi=\frac{3t-t^3}{1-3t^2}$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 in the correct quadrant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$\tan\frac\theta3$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fifth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fifth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$x=\omega+\omega^2$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$x^5=10x^2+10x+6$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complex numbers, Binomial theorem for a positive integral index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regroup the expansion in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$x=\omega(1+\omega)$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$x^5=\omega^5(1+\omega)^5=2(1+\omega)^5$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regroup the expansion in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$\omega^5=2$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$x^5=(\omega+\omega^2)^5=\omega^5(1+\omega)^5=2(1+\omega)^5$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$(1+\omega)^5={}^5C_0\omega^5+{}^5C_1\omega^4+{}^5C_2\omega^3+{}^5C_3\omega^2+{}^5C_4\omega+{}^5C_5$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$\omega^5=2$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$(1+\omega)^5=2+5\omega^4+10\omega^3+10\omega^2+5\omega+1$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$x^5=2\left[5\omega^4+10\omega^3+10\omega^2+5\omega+3\right]$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$x^5=2\left[5\left(\omega^4+2\omega^3+\omega^2\right)+5\left(\omega^2+\omega\right)+3\right]$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$x=\omega+\omega^2$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$x^2=\omega^2+2\omega^3+\omega^4$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$x^5=2\left[5x^2+5x+3\right]=10x^2+10x+6$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$\blacksquare$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show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variable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show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$t^5-2$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$P(t)=(t+t^2)^5-10(t+t^2)^2-10(t+t^2)-6$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We show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$P(t)=(t+t^2)^5-10(t+t^2)^2-10(t+t^2)-6$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We show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$P(t)=(t^5-2)\cdot R(t)$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$P(\omega)=0$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$\omega^5=2$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$(t+t^2)^5=t^5(1+t)^5=t^{10}+5t^9+10t^8+10t^7+5t^6+t^5$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$10(t+t^2)^2+10(t+t^2)+6=10t^4+20t^3+10t^2+10t+10t^2+6=10t^4+20t^3+20t^2+10t+6$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out confirms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$P(t)=t^{10}+5t^9+10t^8+10t^7+5t^6+t^5-10t^4-20t^3-20t^2-10t-6$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out confirms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$(t^5-2)\left(t^5+5t^4+10t^3+10t^2+5t+3\right)=P(t)$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$P(\omega)=(\omega^5-2)\cdot R(\omega)=0$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$x^5=10x^2+10x+6$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polynomial identity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proved by divisibility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by reducing powers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Factoring out the lowest power,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turns a fifth power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minimal polynomial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irreducible by Eisenstein's criterion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$\omega^n=a$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$t^n-a$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polynomial identity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proved by divisibility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$t^n-a$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by reducing powers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$\omega^n=a$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Factoring out the lowest power,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$\omega+\omega^2=\omega(1+\omega)$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turns a fifth power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$\omega^5(1+\omega)^5=2(1+\omega)^5$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$x^5-10x^2-10x-6$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minimal polynomial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$\omega+\omega^2$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irreducible by Eisenstein's criterion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$10,10,6$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not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$z_1,z_2\in\mathbb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$z_1^2+z_2^2\in\mathbb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$z_1(z_1^2-3z_2^2)=10$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$z_2(3z_1^2-z_2^2)=30$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$z_1^2+z_2^2$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Algebraic identities for complex numbers and real-valued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multiplying it by its partner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$z_1^3-3z_1z_2^2+i\left(3z_1^2z_2-z_2^3\right)=(z_1+iz_2)^3$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multiplying it by its partner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$(z_1^2+z_2^2)^3$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are given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second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second equation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are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$z_1^3-3z_1z_2^2=10$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$z_2\left(3z_1^2-z_2^2\right)=3z_1^2z_2-z_2^3=30$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second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$z_1^3-3z_1z_2^2+3iz_1^2z_2-iz_2^3=10+30i$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$(z_1+iz_2)^3$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$(z_1+iz_2)^3=10+30i$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second equation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$(z_1-iz_2)^3=10-30i$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(A) and (B):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and the only real cube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(A) and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$\left[(z_1+iz_2)(z_1-iz_2)\right]^3=(10+30i)(10-30i)=1000$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$(z_1+iz_2)(z_1-iz_2)=z_1^2+z_2^2$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$\left(z_1^2+z_2^2\right)^3=1000$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$z_1^2+z_2^2$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and the only real cube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$z_1^2+z_2^2=10$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polynomial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complex multiplication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polynomial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$(a^2+b^2)^3=(a^3-3ab^2)^2+(3a^2b-b^3)^2$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complex multiplication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 both squares).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so it is the real cube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$(a^3-3ab^2)^2+(3a^2b-b^3)^2=a^6+3a^4b^2+3a^2b^4+b^6=(a^2+b^2)^3$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(expand both squares).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$a=z_1,\ b=z_2$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$\left(z_1^2+z_2^2\right)^3=10^2+30^2=1000$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$z_1^2+z_2^2$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so it is the real cube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$z_1^2+z_2^2=10$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patterns).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holds for complex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polynomial identity.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hypothesis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selects the real cube root: otherwise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all be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$x^3-3xy^2=\mathrm{Re}(x+iy)^3$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$3x^2y-y^3=\mathrm{Im}(x+iy)^3$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$\cos3\theta,\sin3\theta$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patterns).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$(a^2+b^2)^3=(a^3-3ab^2)^2+(3a^2b-b^3)^2$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$|w^3|=|w|^3$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$w=a+ib$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holds for complex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polynomial identity.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hypothesis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$z_1^2+z_2^2\in\mathbb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selects the real cube root: 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$10,\ 10\omega,\ 10\omega^2$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all be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(a)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(b)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$(z+1)^7+z^7=0$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$z_1,z_2,\dots,z_7$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$\sum_{r=1}^{7}\mathrm{Re}(z_r)$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$\sum_{r=1}^{7}\mathrm{Im}(z_r)$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real and imaginary parts of roots, Relations between roots and coefficients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$|z-z_1|=|z-z_2|$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real and imaginary parts of roots, Relations between roots and coefficients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root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$(z+1)^7=-z^7$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$|z+1|=|z|$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every root lies on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moduli: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lies on the perpendicular bisector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$(z+1)^7+z^7=0\Rightarrow(z+1)^7=-z^7$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moduli: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$|z+1|^7=|-z|^7=|z|^7$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$|z+1|=|z|$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equidistant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lies on the perpendicular bisector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all seven roots have real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Vieta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real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imaginary part is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all seven roots have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$\sum\mathrm{Re}(z_r)=7\cdot\left(-\frac12\right)=-\frac72$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$2z^7+7z^6+\dots=0$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Vieta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$z_1+z_2+\dots+z_7=-\frac72$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real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imaginary part is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$\sum\mathrm{Im}(z_r)=0$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$-\frac72$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explicitly: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7th root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explicitly: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$\frac{z+1}{z}$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7th root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$z=-\frac12-\frac i2\cot\frac\alpha2$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root has real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$\left(\frac{z+1}{z}\right)^7=-1$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$\frac{z+1}z=e^{i\alpha_k}$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$\alpha_k=\frac{(2k+1)\pi}7$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$k=0,1,\dots,6$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$z_k=\frac1{e^{i\alpha_k}-1}=\frac{e^{-i\alpha_k/2}}{2i\sin(\alpha_k/2)}=-\frac12-\frac i2\cot\frac{\alpha_k}2$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root has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$\sum\mathrm{Re}\,z_k=-\frac72$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terms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cancel in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middle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imaginary parts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$-\frac12\cot\frac{(2k+1)\pi}{14}$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terms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$\cot\vartheta$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$\cot(\pi-\vartheta)=-\cot\vartheta$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cancel in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middle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$\cot\frac\pi2=0$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$\sum\mathrm{Im}\,z_k=0$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$-\frac72$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roots lie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polynomial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 (conjugate pairs), so only the real part needs work;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the roots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$|z-a|=|z-b|$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$|z+1|=|z|$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$\left(\frac{z+1}{z}\right)^n=\pm1$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roots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$\frac1{e^{i\alpha}-1}=-\frac12-\frac i2\cot\frac\alpha2$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polynomial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$\sum\mathrm{Im}(z_r)=0$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 (conjugate pairs), so only the real part needs work;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$az^n+bz^{n-1}+\dots$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the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factorised into linear and quadratic factors over real coefficients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$z^5-32$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factorised into linear and quadratic factors over real coefficients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$z^5-32=(z-2)(z^2-pz+4)(z^2-qz+4)$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unity and factorisation over the reals, Exact values of trigonometric ratios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unity and factorisation over the reals, Exact values of trigonometric ratios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$36^\circ$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the conjugate roots: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the conjugate roots: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$\left(z-2e^{i\theta}\right)\left(z-2e^{-i\theta}\right)=z^2-4z\cos\theta+4$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$p=4\cos72^\circ$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Pairing conjugate roots: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$z^5=32=2^5e^{2ik\pi}$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$z=2e^{2ik\pi/5}$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$k=0,1,2,3,4$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$2,\ 2e^{\pm2\pi i/5},\ 2e^{\pm4\pi i/5}$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Pairing conjugate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$z^5-32=(z-2)\left(z-2e^{2\pi i/5}\right)\left(z-2e^{-2\pi i/5}\right)\left(z-2e^{4\pi i/5}\right)\left(z-2e^{-4\pi i/5}\right)$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$\left(z-2e^{i\theta}\right)\left(z-2e^{-i\theta}\right)=z^2-2z\left(e^{i\theta}+e^{-i\theta}\right)+4=z^2-4z\cos\theta+4$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factors are interchangeable; the final value is the same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218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$p=2\left(e^{2\pi i/5}+e^{-2\pi i/5}\right)=4\cos\frac{2\pi}5$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$q=4\cos\frac{4\pi}5$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two factors are interchangeable; the final value is the same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$p^2+2p=16\cos^2\frac{2\pi}5+8\cos\frac{2\pi}5=8\left[2\cos^2\frac{2\pi}5+\cos\frac{2\pi}5\right]$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$\frac{2\pi}5=72^\circ$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$\cos72^\circ=\sin18^\circ$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$8\left[2\sin^218^\circ+\sin18^\circ\right]=8\left[1-\cos36^\circ+\sin18^\circ\right]$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$\cos36^\circ=\frac{\sqrt5+1}4$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$\sin18^\circ=\frac{\sqrt5-1}4$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$8\left[1-\frac{\sqrt5+1}4+\frac{\sqrt5-1}4\right]=8\cdot\frac12=4$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coefficients: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coefficients: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$\frac{z^5-32}{z-2}=z^4+2z^3+4z^2+8z+16$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$p+q=-2$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$pq=-4$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$p^2+2p-4=0$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$\frac{z^5-32}{z-2}=z^4+2z^3+4z^2+8z+16$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$(z^2-pz+4)(z^2-qz+4)=z^4-(p+q)z^3+(pq+8)z^2-4(p+q)z+16$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$z^4+2z^3+4z^2+8z+16$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$-(p+q)=2$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$pq+8=4$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$-4(p+q)=8$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same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no trigonometry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$t^2+2t-4=0$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$p^2+2p-4=0$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$p^2+2p=4$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same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no trigonometry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over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quadratics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coefficients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 values: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$z^n-a^n$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quadratics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$z^2-2a\cos\frac{2k\pi}nz+a^2$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$k=1,\dots,\frac{n-1}2$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coefficients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$z^4+2z^3+4z^2+8z+16$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$\cos72^\circ+\cos144^\circ=-\frac12$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$\cos72^\circ\cos144^\circ=-\frac14$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$\cos36^\circ=\frac{\sqrt5+1}4$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$\sin18^\circ=\cos72^\circ=\frac{\sqrt5-1}4$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represent the vertices of a square, all of which lie on the sides of the triangle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purely real, then the area of the triangle formed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origin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(lowest terms).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represent the vertices of a square, all of which lie on the sides of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$(0,0),(2,1)$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purely real, then the area of the triangle formed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(lowest terms).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Complex numbers as points in the Argand plane, Square inscribed in a triangle (coordinate geometry)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Two real vertices put one side of the square on the base; the vertex heights and the side length give two linear equations.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real, so they are on the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triangle; the square stands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upper vertices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triangle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real, so they are on the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triangle; the square stands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$z_1=(a,0)$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$z_2=(b,0)$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upper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$z_4=P\left(a,\frac a2\right)$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$z_3=Q(b,\,3-b)$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horizontal, so the two heights are equal: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 length: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height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(1),(2):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side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horizontal, so the two heights are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$3-b=\frac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Side length: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height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$2b=3a$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(1),(2):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$3-\frac{3a}2=\frac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lowest terms,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$z_4=\left(\frac32,\frac34\right)$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$z_3=\left(\frac94,\frac34\right)$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Oz_3z_4=\frac12\cdot\frac34\cdot\frac34=\frac9{32}$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$z_3z_4=\frac34$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mn=\frac9{32}$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lowest terms,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Similar triangles give the side directly: the small triangle above the square is similar to the whole,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Similar triangles give the side directly: the small triangle above the square is similar to the whole,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s3=\frac{1-s}1$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 of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stands on 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triangle's height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above the square is similar to the whole triangle, with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square of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stands on the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triangle's height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above the square is similar to the whole triangle, with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s3=\frac{1-s}{1}$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$s=3-3s\Rightarrow s=\frac34$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horizontal top side of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𝑑𝑖𝑠𝑡𝑎𝑛𝑐𝑒 𝑓𝑟𝑜𝑚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𝑡𝑜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$z_3z_4$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horizontal top side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 z_3z_4\cdot(\text{distance from }O\text{ to }y=\tfrac34)=\frac12\cdot\frac34\cdot\frac34=\frac9{32}$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$m+n=9+32=41$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square with a side on 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triangle of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side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with a 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base on a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𝑏𝑎𝑠𝑒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whatever the abscissae of the base endpoints.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real vertices of a square inscribed in a triangle lie on the same side of the triangle (a diagonal along that side would put a vertex outside).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square with a side on the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triangle of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$\frac{bh}{b+h}$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$\frac{3\cdot1}{3+1}=\frac34$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with a 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base on a horizontal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$\frac12\cdot\text{base}\cdot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whatever the abscissae of the base endpoints.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real vertices of a square inscribed in a triangle lie on the same side of the triangle (a diagonal along that side would put a vertex outside).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binomial coefficients in the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integers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(a)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Prove the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binomial coefficients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$a_n=C_0+C_3+C_6+C_9+\dots$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$b_n=C_1+C_4+C_7+C_{10}+\dots$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$c_n=C_2+C_5+C_8+C_{11}+\dots$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prove that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$a_n^3+b_n^3+c_n^3-3a_nb_nc_n=2^n$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$(a_n-b_n)^2+(b_n-c_n)^2+(c_n-a_n)^2=2$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Prove the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$(C_0-C_2+C_4-C_6+\dots)^2+(C_1-C_3+C_5-C_7+\dots)^2=2^n$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Cube roots of unity, Sums of binomial coefficients using roots of unity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$1,\omega,\omega^2$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$a_n,b_n,c_n$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$a^3+b^3+c^3-3abc=(a+b+c)(a+b\omega+c\omega^2)(a+b\omega^2+c\omega)$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(1), (2), (3): the coefficient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otherwise;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$(1+x)^n=\sum C_rx^r$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$(1+\omega)^n=C_0+C_1\omega+C_2\omega^2+C_3+\dots=(-\omega^2)^n$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$(1+\omega^2)^n=C_0+C_1\omega^2+C_2\omega^4+C_3+\dots=(-\omega)^n$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$2^n=C_0+C_1+C_2+\dots+C_n$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(1), (2), (3):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$1+\omega^r+\omega^{2r}$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$a_n=\frac{2^n+(-\omega^2)^n+(-\omega)^n}3$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the formulas: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(a):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$\omega^2\cdot(1)+\omega\cdot(2)+(3)$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$b_n=\frac{2^n+\omega^2(-\omega^2)^n+\omega(-\omega)^n}3$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$\omega\cdot(1)+\omega^2\cdot(2)+(3)$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$c_n=\frac{2^n+\omega(-\omega^2)^n+\omega^2(-\omega)^n}3$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$a^3+b^3+c^3-3abc=(a+b+c)(a+b\omega+c\omega^2)(a+b\omega^2+c\omega)$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the formulas: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$a_n+b_n+c_n=2^n$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$a_n+b_n\omega+c_n\omega^2=(-\omega^2)^n$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$a_n+b_n\omega^2+c_n\omega=(-\omega)^n$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$a_n^3+b_n^3+c_n^3-3a_nb_nc_n=2^n(-\omega^2)^n(-\omega)^n=2^n(\omega^3)^n=2^n$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$a^3+b^3+c^3-3abc=(a+b+c)\cdot\frac12\left[(a-b)^2+(b-c)^2+(c-a)^2\right]$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$a_n+b_n+c_n=2^n$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$2^n=2^n\cdot\frac12\left[\dots\right]$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$(a_n-b_n)^2+(b_n-c_n)^2+(c_n-a_n)^2=2$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$\blacksquare$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both brackets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$(1+i)^n=\left(C_0-C_2+C_4-\dots\right)+i\left(C_1-C_3+C_5-\dots\right)$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both brackets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$|\cdot|^2$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$(C_0-C_2+\dots)^2+(C_1-C_3+\dots)^2=|1+i|^{2n}=\left(\sqrt2\right)^{2n}=2^n$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$\blacksquare$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need to find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$a_n+b_n\omega+c_n\omega^2$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C_r\omega^r=(1+\omega)^n$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need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$a_n,b_n,c_n$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$r\bmod3$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$a_n+b_n\omega+c_n\omega^2=\sum C_r\omega^r=(1+\omega)^n$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$a_n+b_n\omega^2+c_n\omega=(1+\omega^2)^n$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$a_n+b_n+c_n=2^n$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$a^3+b^3+c^3-3abc=(a+b+c)(a+b\omega+c\omega^2)(a+b\omega^2+c\omega)=2^n(1+\omega)^n(1+\omega^2)^n$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$(1+\omega)(1+\omega^2)=1+\omega+\omega^2+\omega^3=1$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$a^2+b^2+c^2-ab-bc-ca=(a+b\omega+c\omega^2)(a+b\omega^2+c\omega)=(1+\omega)^n(1+\omega^2)^n=1$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$(a-b)^2+(b-c)^2+(c-a)^2=2\left(a^2+b^2+c^2-ab-bc-ca\right)$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Roots-of-unity filter: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nary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ε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ω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and imaginary parts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alternating sums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squares add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Roots-of-unity filter: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$\sum_{r\equiv s\,(\mathrm{mod}\ m)}C_r=\frac1m\sum_{j=0}^{m-1}\varepsilon^{-js}\left(1+\varepsilon^{j}\right)^n$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$\varepsilon=e^{2\pi i/m}$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$a^3+b^3+c^3-3abc=(a+b+c)(a+b\omega+c\omega^2)(a+b\omega^2+c\omega)$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$a^2+b^2+c^2-ab-bc-ca=\left|a+b\omega+c\omega^2\right|^2$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and imaginary parts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alternating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$C_0-C_2+\dots$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$C_1-C_3+\dots$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their squares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$|1+i|^{2n}=2^n$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$a=1,b=2,c=1$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$1+8+1-6=4=2^2$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$(a-b)^2+(b-c)^2+(c-a)^2=1+1+0=2$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of a square on the Argand diagram taken in anticlockwise direction. Prove that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$z_1,z_2,z_3,z_4$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of a square on the Argand diagram taken in anticlockwise direction. Prove that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$2z_2=(1+i)z_1+(1-i)z_3$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$2z_4=(1-i)z_1+(1+i)z_3$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Rotation of a complex number (vertices of a square)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side is the previous side rotated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anticlockwise: 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side is the previous side rotated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anticlockwise: multiply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$e^{i\pi/2}=i$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In the anticlockwise square,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turned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length: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turned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anticlockwise: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In the anticlockwise square,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turned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same length: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$z_3-z_2=(z_2-z_1)e^{i\pi/2}=(z_2-z_1)i$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$z_3-z_2=iz_2-iz_1$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$z_2(1+i)=z_3+iz_1$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$z_2=\frac{z_3}{1+i}+\frac{iz_1}{1+i}=\frac{z_3(1-i)}2+\frac{iz_1(1-i)}{2}$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$i(1-i)=1+i$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$2z_2=(1-i)z_3+(1+i)z_1$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turned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anticlockwise: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$z_4-z_1=(z_2-z_1)i$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$z_4=iz_2+(1-i)z_1$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Opposite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 and parallel: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(2) in (1):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(ii).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Opposite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 and parallel: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$z_2-z_1=z_3-z_4$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$z_2=z_3-z_4+z_1$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(2)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$z_4=i(z_3-z_4+z_1)+(1-i)z_1$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$z_4(1+i)=iz_3+z_1$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$z_4=\frac{iz_3}{1+i}+\frac{z_1}{1+i}=\frac{(1+i)z_3}2+\frac{(1-i)z_1}2$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i{1+i}=\frac{1+i}2$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$\frac1{1+i}=\frac{1-i}2$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$2z_4=(1+i)z_3+(1-i)z_1$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(ii).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$\blacksquare$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about the centre: the diagonals bisect each other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about the centre: the diagonals bisect each other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$m=\frac{z_1+z_3}2$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$z_2-m=i(z_1-m)$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diagonals of a square bisect each other: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rotation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anticlockwise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(i).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diagonals of a square bisect each other: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$m=\frac{z_1+z_3}2=\frac{z_2+z_4}2$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anticlockwise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$z_2-m=i(z_1-m)$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$z_2=(1-i)m+iz_1$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$2z_2=(1-i)(z_1+z_3)+2iz_1=(1+i)z_1+(1-i)z_3$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(i).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rotated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$z_4-m=-i(z_1-m)$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$z_4=(1+i)m-iz_1$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$2z_4=(1+i)(z_1+z_3)-2iz_1=(1-i)z_1+(1+i)z_3$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anticlockwise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 diagonal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square, the other vertices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square (or parallelogram) opposite vertices have the same midpoint: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Rotation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anticlockwise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$w-c=i(z-c)$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$w-c=-i(z-c)$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$z_1,z_3$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square, the other vertices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$\frac{(1\pm i)z_1+(1\mp i)z_3}2$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 square (or parallelogram) opposite vertices have the same midpoint: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$z_1+z_3=z_2+z_4$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45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45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x+{}^nC_1\cos2x+{}^nC_2\cos3x+\dots+{}^nC_n\cos(n+1)x=2^n\cos^n\frac x2\cos\left(\frac{n+2}2\right)x$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x+{}^nC_1\sin2x+{}^nC_2\sin3x+\dots+{}^nC_n\sin(n+1)x=2^n\cos^n\frac x2\sin\left(\frac{n+2}2\right)x$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546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 Moivre's theorem, Binomial theorem: trigonometric sums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factor out the half-angle phase and read off real and imaginary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$1+e^{i\theta}=2\cos\frac\theta2\,e^{i\theta/2}$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factor out the half-angle phase and read off real and imaginary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(*).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$(1+x)^n=\sum_{k=0}^n{}^nC_kx^k$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$\left(1+e^{i\theta}\right)^n=\sum_k{}^nC_ke^{ik\theta}$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$e^{i\theta}\left(1+e^{i\theta}\right)^n=\sum_k{}^nC_ke^{i(k+1)\theta}=\sum_k{}^nC_k\cos(k+1)\theta+i\sum_k{}^nC_k\sin(k+1)\theta$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(*).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$1+e^{i\theta}=(1+\cos\theta)+i\sin\theta=2\cos^2\frac\theta2+2i\sin\frac\theta2\cos\frac\theta2=2\cos\frac\theta2\left(\cos\frac\theta2+i\sin\frac\theta2\right)$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 Moivre).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real and imaginary parts with (*)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real part gives (a), the imaginary part gives (b).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◼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$\left(1+e^{i\theta}\right)^n=2^n\cos^n\frac\theta2\left(\cos\frac\theta2+i\sin\frac\theta2\right)^n=2^n\cos^n\frac\theta2\,e^{in\theta/2}$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 Moivre).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$e^{i\theta}\left(1+e^{i\theta}\right)^n=2^n\cos^n\frac\theta2\,e^{i\theta\left(\frac n2+1\right)}=2^n\cos^n\frac\theta2\left[\cos\frac{(n+2)\theta}2+i\sin\frac{(n+2)\theta}2\right]$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real and imaginary parts with (*)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real part gives (a), the imaginary part gives (b).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$\blacksquare$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Proved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factor out the half-angle phase to get a real modulus.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Without the extra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Alternating version: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sum-to-product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$1+e^{i\theta}=2\cos\frac\theta2\,e^{i\theta/2}$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$1-e^{i\theta}=-2i\sin\frac\theta2\,e^{i\theta/2}$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factor out the half-angle phase to get a real modulus.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Without the extra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$\sum{}^nC_k\cos k\theta=2^n\cos^n\frac\theta2\cos\frac{n\theta}2$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$\sum{}^nC_k\sin k\theta=2^n\cos^n\frac\theta2\sin\frac{n\theta}2$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Alternating version: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$\sum(-1)^k{}^nC_k\cos k\theta=\left(2\sin\frac\theta2\right)^n\cos\frac{n(\theta-\pi)}2$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x+\cos2x=2\cos\frac x2\cos\frac{3x}2$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sum-to-product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cubic polynomial with real coefficients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$f(x)=ax^3+bx^2+cx+d$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cubic polynomial with real coefficients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$f(1+i)=5$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$a^2+b^2+c^2+d^2$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Conjugate roots of a polynomial with real coefficients, Relations between roots and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Real coefficients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the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third root is real and the imaginary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Real coefficients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$f(i)=0$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third root is real and the imaginary part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$f(1+i)=5$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coefficients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too; let the third root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real, as non-real roots occur in pairs).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real coefficients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too; let the third root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real, as non-real roots occur in pairs).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$f(x)=a(x-i)(x+i)(x-\alpha)=a(x^2+1)(x-\alpha)$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$f(1+i)=a\,(1+i+i)(1+i-i)(1+i-\alpha)=a(1+2i)(1+i-\alpha)=5$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$(1+2i)(1+i-\alpha)=1+i-\alpha+2i-2-2\alpha i=(-1-\alpha)+i(3-2\alpha)$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Real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 Imaginary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(1)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$a(-1-\alpha)+i\,a(3-2\alpha)=5$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Real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$a(1+\alpha)=-5$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 Imaginary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$a(3-2\alpha)=0$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(1)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$a\cdot\frac52=-5$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$f(x)=-2(x^2+1)\left(x-\frac32\right)=-2x^3+3x^2-2x+3$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$a=-2,\ b=3,\ c=-2,\ d=3$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$a^2+b^2+c^2+d^2=4+9+4+9=26$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Real and imaginary parts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two linear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Real and imaginary parts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$f(i)=0$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$f(1+i)=5$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two linear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coefficients,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$f(i)=-ai-b+ci+d=(d-b)+i(c-a)=0$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coefficients,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$f(x)=a(x^3+x)+b(x^2+1)$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$a^2+b^2+c^2+d^2=2(a^2+b^2)$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$(1+i)^2=2i$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$(1+i)^3=-2+2i$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$f(1+i)=a(-2+2i+1+i)+b(2i+1)=a(-1+3i)+b(1+2i)$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this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real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imaginary part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this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$-a+b=5$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imaginary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$3a+2b=0$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required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$2(4+9)=26$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polynomial vanishing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it vanishes at a non-real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coefficients,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splits into real and imaginary parts: for a cubic,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coefficients equal, odd coefficients equal).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cubic with a non-real root has exactly one real root (the third root is real).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polynomial vanishing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it vanishes at a non-real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$x^2-2\mathrm{Re}(\alpha)x+|\alpha|^2$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coefficients,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splits into real and imaginary parts: for a cubic,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coefficients equal, odd coefficients equal).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 cubic with a non-real root has exactly one real root (the third root is real).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33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particle starts to travel from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maximum.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particle moves through an angle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anticlockwise direction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reaches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comes down parallel to the imaginary axis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and reaches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complex number corresponding to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Argand plane.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334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particle starts to travel from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$C_1:|z-3-4i|=5$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maximum.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particle moves through an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anticlockwise direction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$|z-3-4i|=5$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reaches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comes down parallel to the imaginary axis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and reaches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complex number corresponding to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Argand plane.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74218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Argand plane and rotation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742180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$|z-z_0|=r$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Argand plane and rotation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origin lies on the circle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diametrically opposite to it; the angle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turned at the origin,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origin lies on the circle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diametrically opposite to it; the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turned at the origin,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passes through the origin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at the end of the diameter through the origin: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real axis,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passes through the origin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$|0-3-4i|=5$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largest at the end of the diameter through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$P=2(3+4i)=6+8i$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$|OP|=10$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real axis,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$\tan\alpha=\frac43$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particle goes anticlockwise until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turned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measured at the origin, which lies on the circle - the reading under which the printed answer arises).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particle goes anticlockwise until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turned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measured at the origin, which lies on the circle - the reading under which the printed answer arises).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$\tan(\alpha+\theta)=\frac{\frac43+\frac13}{1-\frac49}=\frac{5/3}{5/9}=3$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$(x-3)^2+(y-4)^2=25$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$(x^2-6x+9)+(9x^2-24x+16)=25$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$10x^2-30x=0$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 itself (not a new point);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Coming down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parallel to the imaginary axis: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 itself (not a new point);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$Q=3+9i$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Coming down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parallel to the imaginary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$R=3+9i-2i=3+7i$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$3+7i$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polar equation of a circle through the origin: a point at polar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polar equation of a circle through the origin: a point at polar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$|OQ|=10\cos(\phi-\alpha)$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direction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 at polar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in a semicircle).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diameter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$\sin\alpha=\frac45$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circle at polar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$|OQ|=10\cos(\phi-\alpha)$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OQP=90^\circ$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in a semicircle).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$\phi-\alpha=\theta$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$\cos\theta=\frac3{\sqrt{10}}$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$\sin\theta=\frac1{\sqrt{10}}$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$|OQ|=10\cdot\frac3{\sqrt{10}}=3\sqrt{10}$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$Q=3\sqrt{10}\,e^{i\alpha}e^{i\theta}=3\sqrt{10}\cdot\frac{3+4i}5\cdot\frac{3+i}{\sqrt{10}}=\frac35(3+4i)(3+i)$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$(3+4i)(3+i)=9+3i+12i-4=5+15i$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$Q=3+9i$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$R=Q-2i=3+7i$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$3+7i$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the origin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polar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farthest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Farthest and nearest points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Inscribed angle theorem: an angle at a point of the circle is half the central angle on the same arc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central angle of about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36.9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Unit complex numbers from Pythagorean triples: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 without square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through the origin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polar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$|z|=2|c|\cos(\arg z-\arg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 farthest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Farthest and nearest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$c\pm r\frac{c}{|c|}$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$|c|\pm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Inscribed angle theorem: an angle at a point of the circle is half the central angle on the same arc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central angle of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$36.9^\circ$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Unit complex numbers from Pythagorean triples: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$\frac{3+4i}5$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$\frac{3+i}{\sqrt{10}}$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multiply without square roots.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subHide m:val="off"/>
                                <m:supHide m:val="off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den>
                                    </m:f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11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nary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$\sum_{p=1}^{32}(3p+2)\left(\sum_{q=1}^{10}\left(\sin\frac{2q\pi}{11}-i\cos\frac{2q\pi}{11}\right)\right)^p$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roots of unity, Arithmetico-geometric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roots of unity sum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(without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inner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outer sum is a series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x-i\cos x=-ie^{ix}$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roots of unity sum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(without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inner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outer sum is a series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$i^p$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inner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G.P. formula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inner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$\sin\frac{2q\pi}{11}-i\cos\frac{2q\pi}{11}=-i\left(\cos\frac{2q\pi}{11}+i\sin\frac{2q\pi}{11}\right)=-ie^{2iq\pi/11}$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$\theta=\frac{2\pi}{11}$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inner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$-i\left(e^{i\theta}+e^{2i\theta}+\dots+e^{10i\theta}\right)$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G.P.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$\frac{e^{i\theta}\left(1-e^{10i\theta}\right)}{1-e^{i\theta}}=\frac{e^{i\theta}-e^{11i\theta}}{1-e^{i\theta}}=\frac{e^{i\theta}-1}{1-e^{i\theta}}=-1$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$e^{11i\theta}=1$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inner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$-i\cdot(-1)=i$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sum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(eight complete cycles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$\sum_{p=1}^{32}(3p+2)i^p=3\sum_{p=1}^{32}p\,i^p+2\sum_{p=1}^{32}i^p$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$\sum_{p=1}^{32}i^p=0$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(eight complete cycles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$i-1-i+1$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$S=i+2i^2+3i^3+\dots+32i^{32}$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$iS=i^2+2i^3+\dots+31i^{32}+32i^{33}$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$S(1-i)=\left(i+i^2+\dots+i^{32}\right)-32i^{33}=0-32i$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$S=\frac{-32i}{1-i}$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$S=\frac{-32i(1+i)}2=-16i+16=16(1-i)$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$=3\cdot16(1-i)+2\cdot0=48(1-i)$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$48(1-i)$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the inner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group the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each block of four contributes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the inner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group the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$p=4m+1,\dots,4m+4$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each block of four contributes the same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$6(1-i)$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inner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above), so we need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powers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Block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inner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above),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$\sum_{p=1}^{32}(3p+2)i^p$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powers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repeat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$i,-1,-i,1$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$p=4m+1,4m+2,4m+3,4m+4$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Block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$(12m+5)i-(12m+8)-(12m+11)i+(12m+14)=-6i+6$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block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blocks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block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$6(1-i)$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blocks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$p=1,\dots,32$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$8\cdot6(1-i)=48(1-i)$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$48(1-i)$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(arithmetico-geometric);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period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full block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x+i\sin x=e^{ix}$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x-i\cos x=-ie^{ix}$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x+i\cos x=ie^{-ix}$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$\sum_{q=1}^{n-1}e^{2\pi iq/n}=-1$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$\sum\cos\frac{2\pi q}n=-1$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$\sum\sin\frac{2\pi q}n=0$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p\,x^p$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$S-xS$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(arithmetico-geometric);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period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 full block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$\sum_{p=4m+1}^{4m+4}(3p+2)i^p=6(1-i)$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distinct complex numbers such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distinct complex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a{1-b}=\frac b{1-c}=\frac c{1-a}=k$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unity in a cyclic system of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distinctness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the second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$(k^2-k+1)(ak+a-k)=0$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distinctness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the second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a{1-b}=\frac b{1-c}=\frac c{1-a}=k$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$a=k-bk$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$b=k-kc$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$c=k-ak$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$a=k-k(k-kc)=k-k^2+k^2c$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$a=k-k^2+k^2(k-ak)=k-k^2+k^3-ak^3$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$a(k^3+1)=k(k^2-k+1)$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$a(k+1)(k^2-k+1)=k(k^2-k+1)$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$(k^2-k+1)(ak+a-k)=0$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Starting the elimination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 the same way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distinctness.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$k^2-k+1=0$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$ak+a-k=0$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 a{1-a}$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Starting the elimination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in the same way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$(k^2-k+1)(bk+b-k)=0$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$(k^2-k+1)(ck+c-k)=0$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$k^2-k+1\ne0$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$a(k+1)=b(k+1)=c(k+1)=k$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$a=b=c=\frac k{k+1}$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distinctness.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$k^2-k+1=0$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$k=\frac{1\pm i\sqrt3}2=-\omega^2$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$k=-\omega$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$k=-\omega^2$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(i.e.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$\frac{1\pm i\sqrt3}2$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equations are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coefficient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unique solution would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equations are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coefficient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$1+k^3$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unique solution would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system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determinant: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unique,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 (valid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contradicting distinctness;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inconsistent (adding the equations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system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$a+kb=k$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$b+kc=k$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$c+ka=k$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determinant: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$\begin{vmatrix}1&amp;k&amp;0\\0&amp;1&amp;k\\k&amp;0&amp;1\end{vmatrix}=1+k^3$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$1+k^3\ne0$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unique,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$a=b=c=\frac k{1+k}$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 (valid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contradicting distinctness;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inconsistent (adding the equations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values do occur: then the system has a line of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pairwise distinct,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$k^2-k+1=0$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values do occur: then the system has a line of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 k{1+k}+t$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 k{1+k}-\frac tk$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 k{1+k}+\frac t{k^2}$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 -\frac1k,\ \frac1{k^2}$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pairwise distinct,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distinct.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$k=-\omega$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$k=-\omega^2$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(i.e.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$\frac{1\pm i\sqrt3}2$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Cyclic systems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solved by composing three times, or -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- as a linear system with a circulant determinant,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Distinctness of the unknowns is typically used to discard the symmetric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(primitive sixth roots of unity),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Cyclic systems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$a=f(b)$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$b=f(c)$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solved by composing three times, or -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- as a linear system with a circulant determinant,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$1+k^3$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Distinctness of the unknowns is typically used to discard the symmetric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$k^2-k+1=0\iff k=e^{\pm i\pi/3}=-\omega^{2},-\omega$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(primitive sixth roots of unity),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fixed complex numbers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variable complex number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limits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locus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circle. Find also the centre and radius of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fixed complex numbers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variable complex number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$|z-\alpha|^2+|z-\beta|^2=k$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the limits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locus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circle. Find also the centre and radius of the circle.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point in the Argand plane: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$|w|^2=w\bar 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$z\bar z-\bar cz-c\bar z+|c|^2-r^2=0$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$|z-\alpha|^2+|z-\beta|^2=(z-\alpha)(\bar z-\bar\alpha)+(z-\beta)(\bar z-\bar\beta)=k$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$2z\bar z-(\bar\alpha+\bar\beta)z-(\alpha+\beta)\bar z+|\alpha|^2+|\beta|^2-k=0$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z-\frac{\bar\alpha+\bar\beta}2z-\frac{\alpha+\beta}2\bar z+\frac{|\alpha|^2+|\beta|^2-k}2=0$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z-\bar cz-c\bar z+|c|^2-r^2=0$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$c=\frac{\alpha+\beta}2$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</m:acc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genuine circle needs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gives the single point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$r^2=|c|^2-\frac{|\alpha|^2+|\beta|^2-k}2=\frac{|\alpha+\beta|^2-2|\alpha|^2-2|\beta|^2+2k}4$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$|\alpha+\beta|^2=|\alpha|^2+|\beta|^2+\alpha\bar\beta+\bar\alpha\beta$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$r^2=\frac{2k-\left(|\alpha|^2+|\beta|^2-\alpha\bar\beta-\bar\alpha\beta\right)}4=\frac{2k-|\alpha-\beta|^2}4$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genuine circle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$2k&gt;|\alpha-\beta|^2$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$k&gt;\frac12|\alpha-\beta|^2$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$=\frac12\sqrt{2k-|\alpha-\beta|^2}$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gives the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$\frac{\alpha+\beta}2$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centre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$k&gt;\frac12|\alpha-\beta|^2$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centre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$\frac{\alpha+\beta}2$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radius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$\frac12\sqrt{2k-|\alpha-\beta|^2}$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Apollonius' median theorem: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Apollonius' median theorem: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$PA^2+PB^2=2PM^2+\frac12AB^2$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midpoint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theorem (parallelogram law):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condition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$M=\frac{\alpha+\beta}2$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theorem (parallelogram law):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$|z-\alpha|^2+|z-\beta|^2=2\left|z-\frac{\alpha+\beta}2\right|^2+\frac12|\alpha-\beta|^2$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condition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$2\left|z-\frac{\alpha+\beta}2\right|^2=k-\frac12|\alpha-\beta|^2$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circle with centre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exists (positive radius)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equality it is a point, below it the locus is empty.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$\frac{\alpha+\beta}2$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$^2=\frac k2-\frac{|\alpha-\beta|^2}4=\frac{2k-|\alpha-\beta|^2}4$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exists (positive radius)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$k&gt;\frac12|\alpha-\beta|^2$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equality it is a point, below it the locus is empty.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centre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$k&gt;\frac12|\alpha-\beta|^2$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centre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$\frac{\alpha+\beta}2$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radius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$\frac12\sqrt{2k-|\alpha-\beta|^2}$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 median theorem: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about 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real) is 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Special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Pythagoras).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Apollonius median theorem: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$PA^2+PB^2=2PM^2+\frac12AB^2$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$PA^2+PB^2=k$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circle about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z+\bar az+a\bar z+b=0$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real) is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$\sqrt{|a|^2-b}$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$|a|^2&gt;b$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Special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$k=|\alpha-\beta|^2$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$\frac{|\alpha-\beta|}2$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$PA^2+PB^2=AB^2$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Pythagoras).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polygon whose vertices are the solutions (in the complex plane)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expressed in the simplest form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polygon whose vertices are the solutions (in the complex plane)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$x^7+x^6+x^5+x^4+x^3+x^2+x+1=0$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expressed in the simplest form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$\frac{a\sqrt b+c}d$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Roots of unity as vertices of a polygon and its area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roots are the 8th roots of unity 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regular octagon with one vertex missing.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$x^7+\dots+1=\frac{1-x^8}{1-x}$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roots are the 8th roots of unity except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regular octagon with one vertex missing.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8th roots of unity 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unit circle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spacing.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polygon has these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vertices; join the origin to each. Between consecutive vertices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triangles with central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these six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$x^7+x^6+\dots+x+1=\frac{1-x^8}{1-x}=0$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$x^8=1$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$x=e^{2ik\pi/8}$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$k=1,2,\dots,7$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8th roots of unity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 the unit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spacing.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polygon has these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vertices; join the origin to each. Between consecutive vertices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triangles with central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$\frac12\cdot1\cdot1\cdot\sin\frac\pi4=\frac1{2\sqrt2}$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these six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$6\cdot\frac1{2\sqrt2}=\frac3{\sqrt2}$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side joins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neighbours of the missing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central 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side joins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neighbours of the missing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central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$\frac12\cdot1\cdot1\cdot\sin\frac\pi2=\frac12$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$=\frac3{\sqrt2}+\frac12=\frac{3\sqrt2+1}2$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$a=3,\ b=2,\ c=1,\ 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Complement: regular octagon minus the corner triangle with vertices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Complement: regular octagon minus the corner triangle with vertices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$e^{-i\pi/4},\,1,\,e^{i\pi/4}$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regular octagon of circumradius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Removing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off the triangle with vertices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base (the chord between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height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regular octagon of circumradius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$8\cdot\frac12\sin\frac\pi4=2\sqrt2$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Removing the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off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base (the chord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$e^{\pm 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height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$1-\cos\frac\pi4=1-\frac{\sqrt2}2$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Polygon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$=\frac12\cdot\sqrt2\left(1-\frac{\sqrt2}2\right)=\frac{\sqrt2-1}2$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Polygon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$=2\sqrt2-\frac{\sqrt2-1}2=\frac{3\sqrt2+1}2$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$a+b+c+d=3+2+1+2=8$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roots are the non-trivial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roots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roots of unity form a regular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 of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(circumradius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polygon with one vertex removed is the full polygon minus the triangle on the two neighbours of that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$1+x+\dots+x^{n-1}=0\iff x^n=1,\ 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roots are the non-trivial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roots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roots of unity form a regular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-gon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n2\sin\frac{2\pi}n$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(circumradius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polygon with one vertex removed is the full polygon minus the triangle on the two neighbours of that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integers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integer,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positive integers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$N=(a+ib)^3-107i$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positive integer,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Real and imaginary parts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Integer solutions using prime factorisation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Real and imaginary parts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$(a+ib)^3$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Integer solutions using prime factorisation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real forces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prime.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real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$\mathrm{Im}=3a^2b-b^3-107=0$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$b(3a^2-b^2)=107$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prime.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107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(real) integer, so the imaginary part vanishes: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prime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$N=(a+ib)^3-107i=a^3+3a^2bi-3ab^2-b^3i-107i=\left(a^3-3ab^2\right)+i\left(3a^2b-b^3-107\right)$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(real) integer, so the imaginary part vanishes: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$3a^2b-b^3=107$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$b\left(3a^2-b^2\right)=107$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prime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$3a^2-b^2=107$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$3a^2-b^2=1$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11450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(digit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$3a^2=1+107^2=11450$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(digit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$3a^2=108$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$N=a^3-3ab^2=6^3-3\cdot6\cdot1^2=216-18=198$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198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real-integer condition makes the imaginary part zero and turns the problem into a product of two integers equal to a prime: test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Modulus 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50653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$(a+ib)^3=\left(a^3-3ab^2\right)+i\left(3a^2b-b^3\right)$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real-integer condition makes the imaginary part zero and turns the problem into a product of two integers equal to a prime: test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Modulus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$N^2+107^2=(a^2+b^2)^3$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$198^2+107^2=50653=37^3$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$37=6^2+1^2$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biquadratic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non-real roots, two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two with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biquadratic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$x^4+ax^3+bx^2+cx+d=0$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non-real roots, two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two with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Conjugate roots of a real polynomial, Relations between roots and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non-real sum means the two roots are not conjugates, so the other two roots are their conjugates;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non-real sum means the two roots are not conjugates, so the other two roots are their conjugates;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$\alpha\beta=\overline{13+i}$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polynomial is real with four non-real roots, so they form two conjugate pairs: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(non-real,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conjugates of each other); the other two roots are then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product is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polynomial is real with four non-real roots, so they form two conjugate pairs: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$\alpha,\beta,\bar\alpha,\bar\beta$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$\alpha+\beta=3+4i$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(non-real,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conjugates of each other); the other two roots are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$\bar\alpha,\bar\beta$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$\bar\alpha+\bar\beta=3-4i$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$\bar\alpha\bar\beta=13+i$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$\alpha\beta=13-i$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products of roots two at a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$b=\sum$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products of roots two at a time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$=\alpha\beta+\alpha\bar\alpha+\alpha\bar\beta+\beta\bar\alpha+\beta\bar\beta+\bar\alpha\bar\beta$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$b=\left(\alpha\beta+\bar\alpha\bar\beta\right)+\left(\alpha+\beta\right)\left(\bar\alpha+\bar\beta\right)$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$b=(13-i+13+i)+(3+4i)(3-4i)=26+(9+16)=51$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polynomial: non-real roots occur in conjugate pairs; if two roots have a non-real sum they cannot be conjugates of each other, so the remaining two are their conjugates.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factor form: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polynomial: non-real roots occur in conjugate pairs; if two roots have a non-real sum they cannot be conjugates of each other, so the remaining two are their conjugates.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$\alpha,\beta,\gamma,\delta$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$b=\alpha\beta+\gamma\delta+(\alpha+\beta)(\gamma+\delta)$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factor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$\left(x^2-sx+p\right)\left(x^2-\bar sx+\bar p\right)$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$s=3+4i$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$p=13-i$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$p+\bar p+|s|^2=26+25$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imaginary cube root of unity, find the number of ordered pairs of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imaginary cube root of unity, find the number of ordered pairs of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$|a\omega+b|=1$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Cube roots of unity and modulus, Integer solutions of a quadratic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integrality limits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$|a\omega+b|^2=a^2-ab+b^2=(a-b)^2+ab$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integrality limits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$(a-b)^2$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perfect square).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$|a\omega+b|=1\Rightarrow|a\omega+b|^2=(a\omega+b)(a\bar\omega+b)=1$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$a^2\omega\bar\omega+ab(\omega+\bar\omega)+b^2=1$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$\omega\bar\omega=1$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$\omega+\bar\omega=-1$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$a^2-ab+b^2=1$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$(a-b)^2+ab=1$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$m=(a-b)^2\ge0$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perfect square).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$(a+b)^2=(a-b)^2+4ab=4-3m\ge0$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all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$|a-b|=1$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$(0,1),(1,0),(0,-1),(-1,0)$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all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$2+4=6$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Eisenstein integer of norm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a unit, and there are exactly six units.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$a\omega+b$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Eisenstein integer of norm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$a^2-ab+b^2$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a unit, and there are exactly six units.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form a triangular lattice,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lattice each point has exactly six nearest neighbours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sixth roots of unity).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 each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$a\omega+b$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form a triangular lattice,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$|a\omega+b|^2=a^2-ab+b^2$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lattice each point has exactly six nearest neighbours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origin: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$\pm1,\ \pm\omega,\ \pm\omega^2$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sixth roots of unity).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Express each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$a\omega+b$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$\omega^2=-1-\omega$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$1\to(0,1)$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$-1\to(0,-1)$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$\omega\to(1,0)$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$-\omega\to(-1,0)$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$\omega^2=-1-\omega\to(-1,-1)$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$-\omega^2=1+\omega\to(1,1)$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(norm form of Eisenstein integers),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likewise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only nine pairs to test.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integer solutions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$|a+b\omega|^2=a^2-ab+b^2$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(norm form of Eisenstein integers),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$|a+b\omega+c\omega^2|^2=a^2+b^2+c^2-ab-bc-ca$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$a^2-ab+b^2=\left(a-\frac b2\right)^2+\frac34b^2=1$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$|b|\le\frac2{\sqrt3}$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$|b|\le1$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only nine pairs to test.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integer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$a^2-ab+b^2=n$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Comprehension Type (Paragraph Based Single Correct)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Q23 – Q30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+3 each (JEE Advanced default for paragraph)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Q25 has three correct options per the key; Q29-30 sit under a paragraph header but carry no passage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sets of complex numbers as defined below: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[JEE-2008]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in the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06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sets of complex numbers as defined below: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$A=\{z:\mathrm{Im}\,z\ge1\}$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$B=\{z:|z-2-i|=3\}$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$C=\{z:\mathrm{Re}\left((1-i)z\right)=\sqrt2\}$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[JEE-2008]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57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Loci in the Argand plane: half-plane, line and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circle; the line cuts the circle in two points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only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 circle; the line cuts the circle in two points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$\mathrm{Im}\,z\ge1$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only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closed half-plane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line and circle: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$\mathrm{Re}\left[(1-i)(x+iy)\right]=x+y=\sqrt2$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$(x-2)^2+(y-1)^2=9$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closed half-plane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line and circle: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$(y+2-\sqrt2)^2+(y-1)^2=9$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$y^2+(1-\sqrt2)y-(1+2\sqrt2)=0$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point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single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elements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$(1-\sqrt2)^2+4(1+2\sqrt2)=7+6\sqrt2&gt;0$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$y=\frac{(\sqrt2-1)\pm\sqrt{7+6\sqrt2}}2\approx2.18$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$-1.76$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$y\approx2.18\ge1$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point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$S\approx(-0.76,\,2.18)$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number of elements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geometrically: the line meets the circle in a chord that crosses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the circle, so exactly one end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geometrically: the line meets the circle in a chord that crosses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 the circle, so exactly one end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distance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cuts the circle in a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this point lies inside the circle, on the chord.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distance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$\frac{|2+1-\sqrt2|}{\sqrt2}=\frac{3-\sqrt2}{\sqrt2}\approx1.12&lt;3$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cuts the circle in a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$(\sqrt2-1,\,1)$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$2-(\sqrt2-1)=3-\sqrt2\approx1.59&lt;3$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centre: this point lies inside the circle, on the chord.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chord crosses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its interior: one endpoint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endpoint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chord crosses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its interior: one endpoint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endpoint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belongs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versus circle: compare the distance from the centre with the radius; two intersection points if the distance is smaller.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with an interior point on a horizontal line has its endpoints on opposite sides of it - this counts intersections with a half-plane without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$\mathrm{Re}\left[(1-i)z\right]=\sqrt2$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$\mathrm{Re}(\lambda z)=c$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versus circle: compare the distance from the centre with the radius; two intersection points if the distance is smaller.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with an interior point on a horizontal line has its endpoints on opposite sides of it - this counts intersections with a half-plane without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0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sets of complex numbers as defined below: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[JEE-2008]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0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sets of complex numbers as defined below: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$A=\{z:\mathrm{Im}\,z\ge1\}$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$B=\{z:|z-2-i|=3\}$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$C=\{z:\mathrm{Re}\left((1-i)z\right)=\sqrt2\}$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[JEE-2008]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$|z+1-i|^2+|z-5-i|^2$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75945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Loci in the Argand plane: circle and its diameter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ends of a diameter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right angle and Pythagoras applies.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$-1+i$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$5+i$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ends of a diameter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right angle and Pythagoras applies.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single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found in Q23; it lies on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a horizontal line through it: they are the ends of a diameter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single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found in Q23; it lies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$|z+1-i|$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$|z-5-i|$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$Q(5,1)$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a horizontal line through it: they are the ends of a diameter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in a semicircle).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Pythagoras,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PSQ=90^\circ$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 in a semicircle).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Pythagoras,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$|z+1-i|^2+|z-5-i|^2=PS^2+QS^2=PQ^2=6^2=36$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35 and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Parallelogram law: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Parallelogram law: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$z+1-i=(z-2-i)+3$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$z-5-i=(z-2-i)-3$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(parallelogram law).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$u=z-2-i$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$z+1-i=u+3$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$z-5-i=u-3$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$|u+3|^2+|u-3|^2=2|u|^2+2\cdot3^2$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(parallelogram law).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$=2\cdot9+2\cdot9=36$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35 and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Parallelogram law: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 + Pythagoras).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(median theorem); on this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Parallelogram law: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$|u+v|^2+|u-v|^2=2|u|^2+2|v|^2$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$XP^2+XQ^2=PQ^2$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(Thales + Pythagoras).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$XP^2+XQ^2=2XM^2+\frac12PQ^2$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(median theorem); on this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$18+18=36$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0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sets of complex numbers as defined below: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[JEE-2008]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satisfying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50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sets of complex numbers as defined below: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$A=\{z:\mathrm{Im}\,z\ge1\}$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$B=\{z:|z-2-i|=3\}$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$C=\{z:\mathrm{Re}\left((1-i)z\right)=\sqrt2\}$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[JEE-2008]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B\cap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point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$|w-2-i|&lt;3$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$|z|-|w|+3$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between: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75945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Modulus and triangle inequality for complex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'Lies between' holds for every option whose interval contains the whole range; find the exact range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'Lies between' holds for every option whose interval contains the whole range; find the exact range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$|z|=|S|$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$|w|\in[0,\sqrt5+3)$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this alone only supports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'Lies between' is true for every option whose interval contains the whole set of values, so we need the exact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$|z-w|&lt;6$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$\left||z|-|w|\right|\le|z-w|&lt;6$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$|z|-|w|\in(-6,6)$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$|z|-|w|+3\in(-3,9)$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this alone only supports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'Lies between' is true for every option whose interval contains the whole set of values, so we need the exact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$E=|z|-|w|+3$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supremum.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interval lies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not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values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options (B),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$(x-2)^2+(y-1)^2=9$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$x^2+y^2=4x+2y+4$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$|S|^2=3\sqrt2+5-\sqrt{7+6\sqrt2}\approx5.31$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$|S|\approx2.30$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 \sqrt5+3\right)$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$|0-2-i|=\sqrt5&lt;3$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$|2+i|+3=\sqrt5+3$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supremum.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$E=|S|-|w|+3$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$\left(|S|-\sqrt5,\ |S|+3\right]\approx(0.07,\ 5.30]$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interval lies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$(-6,6)$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not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$(-6,3)$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values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$5.30&gt;3$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options (B), (C) and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Estimate instead of solving: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traps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1.28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2.77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Estimate instead of solving: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$|S|^2=4\sqrt2+4-2y$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$y\in[1,4]$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traps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$|S|$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$1.28$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$2.77$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circle,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top of the circle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the circle,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y\le4$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top of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$x^2+y^2=4x+2y+4$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$|S|^2=4\sqrt2+4-2y$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$|S|^2\in[4\sqrt2-4,\ 4\sqrt2+2]\approx[1.66,\ 7.66]$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$1.28&lt;|S|&lt;2.77$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the intervals of (B), (C), (D);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$|w|\in[0,\ \sqrt5+3)$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$E=|S|-|w|+3\le|S|+3&lt;5.77&lt;6$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$E&gt;|S|-\sqrt5&gt;1.28-2.24&gt;-1$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$(-1,\ 5.77)$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the intervals of (B), (C), (D);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$E=|S|+3&gt;3$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'lies between' with overlapping intervals, find the exact range first; every option whose interval contains the range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disc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(not including)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starts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origin is inside the disc.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$\left||z|-|w|\right|\le|z-w|$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$|z-c|=r$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$\left||c|-r\right|\le|z|\le|c|+r$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'lies between' with overlapping intervals, find the exact range first; every option whose interval contains the range is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$|w-c|&lt;r$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$\max(0,|c|-r)$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(not including)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starts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origin is inside the disc.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0266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the series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add or subtract the equations obtained by putting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we substitute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add or manipulate the results. Similarly, if the suffixes differ by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we substitute the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th roots of unity and add.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0266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$(1+x)^n=C_0+C_1x+C_2x^2+\dots+C_nx^n$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the series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$C_0+C_1+C_2+\dots$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$C_0+C_2+C_4+C_6+\dots$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$C_1+C_3+C_5+\dots$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add or subtract the equations obtained by putting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$C_0+C_3+C_6+\dots$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$C_1+C_4+C_7+\dots$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$C_2+C_5+C_8+\dots$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we substitute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x=\omega,\ x=\omega^2$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add or manipulate the results. Similarly, if the suffixes differ by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we substitute the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th roots of unity and add.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$C_0+C_3+C_6+C_9+\dots=$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$\frac13\left[2^n-2\cos\frac{n\pi}3\right]$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$\frac13\left[2^n+2\cos\frac{n\pi}3\right]$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$\frac13\left[2^n-2\sin\frac{n\pi}3\right]$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$\frac13\left[2^n+2\sin\frac{n\pi}3\right]$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Cube roots of unity, Sums of binomial coefficients in steps of three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$x=1,\omega,\omega^2$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$1+\omega^r+\omega^{2r}$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$3\mid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$(1+x)^n=C_0+C_1x+C_2x^2+C_3x^3+\dots$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$2^n=C_0+C_1+C_2+C_3+\dots$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$(1+\omega)^n=C_0+C_1\omega+C_2\omega^2+C_3+\dots$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(1)+(2)+(3): the coefficient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otherwise;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$(1+\omega^2)^n=C_0+C_1\omega^2+C_2\omega^4+C_3\omega^6+\dots$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(1)+(2)+(3):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$1+\omega^r+\omega^{2r}$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$2^n+(1+\omega)^n+(1+\omega^2)^n=3\left(C_0+C_3+C_6+\dots\right)$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$1+\omega=-\omega^2=e^{i\pi/3}$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$1+\omega^2=-\omega=e^{-i\pi/3}$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$C_0+C_3+C_6+\dots=\frac{2^n+e^{in\pi/3}+e^{-in\pi/3}}3=\frac13\left[2^n+2\cos\frac{n\pi}3\right]$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$\frac13\left[2^n+2\cos\frac{n\pi}3\right]$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formula must hold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the series is just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eliminate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formula must hold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test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$n=1,2$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the series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$C_0=1$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eliminate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series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no;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no;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yes.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$C_0+C_3+\dots$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$\frac13(2-2\cos60^\circ)=\frac13$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$\frac13\left(2-2\sin60^\circ\right)\approx0.09$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$\frac13\left(2+2\sin60^\circ\right)\approx1.24$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$\frac13(2+2\cos60^\circ)=\frac13\cdot3=1$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yes.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(B)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yes (and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survives. (Option elimination - the derivation above proves it.)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(B)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$\frac13\left(4+2\cos120^\circ\right)=\frac13(4-1)=1=C_0$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yes (and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$\frac13(8-2)=2=C_0+C_3$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survives. (Option elimination - the derivation above proves it.)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$\frac13\left[2^n+2\cos\frac{n\pi}3\right]$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Roots-of-unity filter: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else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classes: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three sum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Roots-of-unity filter: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$\sum_{r\equiv s\,(\mathrm{mod}\ m)}C_r=\frac1m\sum_{j=0}^{m-1}\varepsilon^{-js}(1+\varepsilon^j)^n$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$\varepsilon=e^{2\pi i/m}$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$1+\omega^r+\omega^{2r}=3$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$3\mid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else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$1+\omega=e^{i\pi/3}$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$1+\omega^2=e^{-i\pi/3}$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$\cos\frac{n\pi}3$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classes: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$C_1+C_4+\dots=\frac13\left[2^n+2\cos\frac{(n-2)\pi}3\right]$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$C_2+C_5+\dots=\frac13\left[2^n+2\cos\frac{(n-4)\pi}3\right]$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three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0266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the series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add or subtract the equations obtained by putting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we substitute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add or manipulate the results. Similarly, if the suffixes differ by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we substitute the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th roots of unity and add.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0266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$(1+x)^n=C_0+C_1x+C_2x^2+\dots+C_nx^n$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the series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$C_0+C_1+C_2+\dots$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$C_0+C_2+C_4+C_6+\dots$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$C_1+C_3+C_5+\dots$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add or subtract the equations obtained by putting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$C_0+C_3+C_6+\dots$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$C_1+C_4+C_7+\dots$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$C_2+C_5+C_8+\dots$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we substitute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x=\omega,\ x=\omega^2$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add or manipulate the results. Similarly, if the suffixes differ by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we substitute the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th roots of unity and add.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$C_1+C_5+C_9+\dots=$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$\frac14\left[2^n-2^{n/2}\cdot2\cos\frac{n\pi}4\right]$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$\frac14\left[2^n+2^{n/2}\cdot2\cos\frac{n\pi}4\right]$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$\frac14\left[2^n-2^{n/2}\cdot2\sin\frac{n\pi}4\right]$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$\frac14\left[2^n+2^{n/2}\cdot2\sin\frac{n\pi}4\right]$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Fourth roots of unity, Sums of binomial coefficients in steps of four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weights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coefficient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$x=1,-1,i,-i$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weights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$1,-1,-i,i$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$r\equiv1\pmod4$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(2)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(4)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$x=1,-1,i,-i$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$(1+x)^n=\sum C_rx^r$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$2^n=C_0+C_1+C_2+\dots$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$0=C_0-C_1+C_2-C_3+\dots$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$(1+i)^n=C_0+iC_1-C_2-iC_3+C_4+iC_5-\dots$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(4)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$(1-i)^n=C_0-iC_1-C_2+iC_3+C_4-iC_5-\dots$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$(1)-(2)-i(3)+i(4)$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$1-(-1)^r-i\cdot i^r+i(-i)^r$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$r\equiv1\pmod4$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$4\left(C_1+C_5+C_9+\dots\right)=2^n-0-i(1+i)^n+i(1-i)^n=2^n-i\left[(1+i)^n-(1-i)^n\right]$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$1\pm i=\sqrt2e^{\pm 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$(1+i)^n-(1-i)^n=2^{n/2}\left(e^{in\pi/4}-e^{-in\pi/4}\right)=2^{n/2}\cdot2i\sin\frac{n\pi}4$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$4\left(C_1+C_5+\dots\right)=2^n-i\cdot2^{n/2}\cdot2i\sin\frac{n\pi}4=2^n+2^{n/2}\cdot2\sin\frac{n\pi}4$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$C_1+C_5+C_9+\dots=\frac14\left[2^n+2^{n/2}\cdot2\sin\frac{n\pi}4\right]$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$\frac14\left[2^n+2^{n/2}\cdot2\sin\frac{n\pi}4\right]$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substitutions eliminate three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small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substitutions eliminate three options.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no,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no; (B) and (D) both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$C_1+C_5+\dots=1$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$=C_1=2$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$2^{n/2}\cdot2\cdot\cos\frac\pi4=2^{n/2}\cdot2\cdot\sin\frac\pi4=\sqrt2\cdot2\cdot\frac{\sqrt2}2=2$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$\frac14(2-2)=0$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no; (B) and (D) both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$\frac14(2+2)=1$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yes. Only (D) survives.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$2^{n/2}\cdot2=4$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$\frac14(4+0)=1\ne2$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$\frac14(4+4)=2$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yes. Only (D) survives.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$\frac14\left[2^n+2^{n/2}\cdot2\sin\frac{n\pi}4\right]$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Filter for steps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classes: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Q27, Q28 they sum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Filter for steps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$\sum_{r\equiv s\,(4)}C_r=\frac14\sum_{j=0}^3i^{-js}(1+i^j)^n$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$(1+i)^n+(1-i)^n=2^{n/2}\cdot2\cos\frac{n\pi}4$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$(1+i)^n-(1-i)^n=2^{n/2}\cdot2i\sin\frac{n\pi}4$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classes: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$C_0+C_4+\dots=\frac14\left[2^n+2^{n/2}\cdot2\cos\frac{n\pi}4\right]$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$C_3+C_7+\dots=\frac14\left[2^n-2^{n/2}\cdot2\sin\frac{n\pi}4\right]$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Q27, Q28 they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$C_1=4=\frac14\cdot16$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0266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the series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add or subtract the equations obtained by putting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we substitute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add or manipulate the results. Similarly, if the suffixes differ by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we substitute the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th roots of unity and add.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0266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$(1+x)^n=C_0+C_1x+C_2x^2+\dots+C_nx^n$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the series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$C_0+C_1+C_2+\dots$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$C_0+C_2+C_4+C_6+\dots$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$C_1+C_3+C_5+\dots$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add or subtract the equations obtained by putting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For the sum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$C_0+C_3+C_6+\dots$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$C_1+C_4+C_7+\dots$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$C_2+C_5+C_8+\dots$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we substitute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x=\omega,\ x=\omega^2$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add or manipulate the results. Similarly, if the suffixes differ by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we substitute the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th roots of unity and add.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$C_2+C_6+C_{10}+\dots=$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$\frac14\left[2^n-2^{n/2}\cdot2\cos\frac{n\pi}4\right]$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$\frac14\left[2^n+2^{n/2}\cdot2\cos\frac{n\pi}4\right]$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$\frac14\left[2^n-2^{n/2}\cdot2\sin\frac{n\pi}4\right]$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$\frac14\left[2^n+2^{n/2}\cdot2\sin\frac{n\pi}4\right]$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Fourth roots of unity, Sums of binomial coefficients in steps of four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coefficient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$(1)-(2)+(3)-(4)$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$x=1,i,-1,-i$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$r\equiv2\pmod4$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(4)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$x=1,i,-1,-i$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$2^n=C_0+C_1+C_2+\dots$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$(1+i)^n=C_0+iC_1-C_2-iC_3+C_4+\dots$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$0=C_0-C_1+C_2-C_3+\dots$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(4)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$(1-i)^n=C_0-iC_1-C_2+iC_3+C_4-\dots$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$(1)-(2)+(3)-(4)$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$1-i^r+(-1)^r-(-i)^r$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$r\equiv2\pmod4$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$4\left(C_2+C_6+C_{10}+\dots\right)=2^n-(1+i)^n+0-(1-i)^n=2^n-\left[(1+i)^n+(1-i)^n\right]$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$(1+i)^n+(1-i)^n=2^{n/2}\left(e^{in\pi/4}+e^{-in\pi/4}\right)=2^{n/2}\cdot2\cos\frac{n\pi}4$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$C_2+C_6+C_{10}+\dots=\frac14\left[2^n-2^{n/2}\cdot2\cos\frac{n\pi}4\right]$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$\frac14\left[2^n-2^{n/2}\cdot2\cos\frac{n\pi}4\right]$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substitutions leave only (A).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small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substitutions leave only (A).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yes,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yes;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no,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$C_2+C_6+\dots=0$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$=C_2=1$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$2^{n/2}\cdot2\cos\frac\pi4=2^{n/2}\cdot2\sin\frac\pi4=2$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$\frac14(2-2)=0$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yes,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yes;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$\frac14(2+2)=1$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no,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yes; (C)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survives.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$2^{n/2}\cdot2=4$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$\frac14(4-0)=1$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yes; (C)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$\frac14(4-4)=0\ne1$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survives.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$\frac14\left[2^n-2^{n/2}\cdot2\cos\frac{n\pi}4\right]$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Filter for the class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sanity checks for such formulas: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four residue classes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sum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pattern: a class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Filter for the class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$r\equiv2\pmod4$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$\frac14\sum_{j=0}^3i^{-2j}(1+i^j)^n=\frac14\left[2^n-(1+i)^n+0-(1-i)^n\right]$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sanity checks for such formulas: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$C_2+C_6=6=\frac14\left(16+8\right)$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four residue classes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pattern: a class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$\frac1m\sum_j\varepsilon^{-js}(1+\varepsilon^j)^n$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$|1+\varepsilon^j|=2\left|\cos\frac{j\pi}m\right|$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$\cos\frac{n\pi}4$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cube root of unity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numbers: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$w\,(\ne1)$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cube root of unity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$(1+w)^7=A+Bw$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numbers: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$-1,\ 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Cube roots of unity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$1+w=-w^2$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$(1+w)^7=-w^{14}=-w^2=1+w$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over the reals,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$1+w+w^2=0$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$1+w=-w^2$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$(1+w)^7=(-w^2)^7=-w^{14}$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$w^{14}=w^{12}\cdot w^2=w^2$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$(1+w)^7=-w^2$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$-w^2=1+w$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$A+Bw=1+w$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over the reals,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1,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$(1+w)^2=w$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$(1+w)^6=w^3=1$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$(1+w)^7=1+w$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$(1+w)^2=1+2w+w^2=w+\left(1+w+w^2\right)=w$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$(1+w)^6=\left[(1+w)^2\right]^3=w^3=1$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$(1+w)^7=(1+w)^6(1+w)=1+w$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1,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indeed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primitive sixth root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(or rational) numbers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over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$1+w=-w^2$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$1+w^2=-w$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$(1+w)^2=w$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$(1+w)^6=1$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indeed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$1+w=e^{i\pi/3}$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primitive sixth root of unity.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$A+Bw=A'+B'w$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real (or rational) numbers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$B=B'$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independent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Reduce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$w^n=w^{n\bmod3}$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cube root of unity,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$\omega\,(\ne1)$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cube root of unity,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$\left|\begin{matrix}1&amp;1+i+\omega^2&amp;\omega^2\\1-i&amp;-1&amp;\omega^2-1\\-i&amp;-i+\omega-1&amp;-1\end{matrix}\right|=$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determinants: row and column operations, Cube roots of unity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adding row 3 to row 1 makes it identical to row 2.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adding row 3 to row 1 makes it identical to row 2.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given determinant,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simplify entries.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leaves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first entry: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second entry: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given determinant,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simplify entries.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R_1+R_3$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leaves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unchanged.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first entry: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$1+(-i)=1-i$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second entry: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$(1+i+\omega^2)+(-i+\omega-1)=\omega+\omega^2=-1$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third entry: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new first row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identical to the second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with two identical rows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 third entry: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$\omega^2+(-1)=\omega^2-1$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new first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$(1-i,\ -1,\ \omega^2-1)$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identical to the second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determinant with two identical rows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a linear dependence of rows or columns before expanding: 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 entries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changes a determinant; two equal rows (or proportional rows) make 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a linear dependence of rows or columns before expanding: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$R_1+R_3=R_2$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 entries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$\omega+\omega^2=-1$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$1+\omega^2=-\omega$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$R_i\to R_i\pm R_j$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changes a determinant; two equal rows (or proportional rows) make 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 the Column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Q31 – Q32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Assumed +3 each (JEE Advanced default for matching)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0291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statements given in Column I with the values given in Column II. [JEE-2011]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acc>
                      <m:accPr>
                        <m:chr m:val="̂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form a triangle, then the internal angle of the triangle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0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</m:nary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The maximum value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0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0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0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0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0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given by: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(q)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(r)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(s)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(t)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0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0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50291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0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Match the statements given in Column I with the values given in Column II. [JEE-2011]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a=\hat j+\sqrt3\hat k$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b=-\hat j+\sqrt3\hat k$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c=2\sqrt3\hat k$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form a triangle, then the internal angle of the triangle between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$\int_a^b\left(f(x)-3x\right)dx=a^2-b^2$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$f\left(\frac\pi6\right)$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(C) The value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$\frac{\pi^2}{\ln3}\int_{7/6}^{5/6}\sec(\pi x)\,dx$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(D) The maximum value of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$\left|\mathrm{Arg}\left(\frac1{1-z}\right)\right|$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$|z|=1,\ z\ne1$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is given by: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0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000">
                    <a:solidFill>
                      <a:srgbClr val="111827"/>
                    </a:solidFill>
                  </a:defRPr>
                </a:pP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(q)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(r)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(s)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000" b="0">
                    <a:solidFill>
                      <a:srgbClr val="111827"/>
                    </a:solidFill>
                    <a:latin typeface="Arial"/>
                  </a:rPr>
                  <a:t>   (t) </a:t>
                </a:r>
                <a:r>
                  <a:rPr lang="en-IN" sz="20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endParaRPr sz="20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Argument of a complex number on the unit circle, Triangle of vectors and definite integration (mixed statements)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part has one trap: the interior angle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the vector angle;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known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differentiate; reversed limits;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approaches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part has one trap: the interior angle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the vector angle;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$\int_a^bg$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known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differentiate; reversed limits;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$\left|\mathrm{Arg}\right|$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approaches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between the vectors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66360"/>
                <a:ext cx="10725912" cy="150875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b=-1+3=2$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a|=|\vec b|=2$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angle between the vectors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$\cos\theta=\frac24=\frac12$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sides taken head to tail; the interior angle between them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opposite the longest side. (A)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differentiating w.r.t.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c=\vec a+\vec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(lengths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$2,2,2\sqrt3$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sides taken head to tail; the interior angle between them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$\pi-\frac\pi3=\frac{2\pi}3$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opposite the longest side. (A)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$\int_a^bf(x)\,dx=\frac32\left(b^2-a^2\right)+a^2-b^2=\frac{b^2-a^2}2$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differentiating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$f\left(\frac\pi6\right)=\frac\pi6$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$\int\sec(\pi x)\,dx=\frac1\pi\ln\left|\sec\pi x+\tan\pi x\right|$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$\sec=-\frac2{\sqrt3}$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$\tan=-\frac1{\sqrt3}$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$\left|\sec+\tan\right|=\sqrt3$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$\sec=-\frac2{\sqrt3}$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perpendicular bisector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this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never attains it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supremum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$\int_{7/6}^{5/6}\sec\pi x\,dx=\frac1\pi\left[\ln\sqrt3-\ln\frac1{\sqrt3}\right]=\frac{\ln3}\pi$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$\frac{\pi^2}{\ln3}\cdot\frac{\ln3}\pi=\pi$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$u=\frac1{1-z}$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$z=1-\frac1u$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$\left|1-\frac1u\right|=1$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$|u-1|=|u|$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perpendicular bisector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$\mathrm{Re}\,u=\frac12$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this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$\mathrm{Arg}\,u$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$\left|\mathrm{Arg}\,u\right|$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never attains 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supremum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(A)–(q); (B)–(p); (C)–(s); (D)–(t)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quicker check for each part: cosine rule on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quicker check for each part: cosine rule on sides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$2,2,2\sqrt3$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after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$x=1+t$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$z=e^{i\theta}$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sides have lengths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cosine rule the angle between the two equal sides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head-to-tail confusion. (q)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Differentiate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(p)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 sides have lengths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a|=|\vec b|=2$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c|=2\sqrt3$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By the cosine rule the angle between the two equal sides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$\cos\gamma=\frac{4+4-12}{2\cdot2\cdot2}=-\frac12$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$\gamma=\frac{2\pi}3$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head-to-tail confusion. (q)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Differentiate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$\int_a^b(f(x)-3x)\,dx=a^2-b^2$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$f(b)-3b=-2b$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$f(b)=b$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$f\left(\frac\pi6\right)=\frac\pi6$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(p)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equals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integrand).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$\sec(\pi+\pi t)=-\sec\pi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$\int_{-1/6}^{1/6}\sec\pi t\,dt=2\int_0^{1/6}\sec\pi 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integrand).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$=\frac2\pi\ln\left(\sec\frac\pi6+\tan\frac\pi6\right)=\frac2\pi\ln\sqrt3=\frac{\ln3}\pi$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$\frac{\pi^2}{\ln3}\cdot\frac{\ln3}\pi=\pi$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argument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arbitrarily close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never reaches it: supremum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$z=e^{i\theta}$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$1-z=-2i\sin\frac\theta2\,e^{i\theta/2}$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$\frac1{1-z}=\frac12+\frac i2\cot\frac\theta2$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$\tan^{-1}\left(\cot\frac\theta2\right)=\frac\pi2-\frac\theta2\in\left(-\frac\pi2,\frac\pi2\right)$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$|\mathrm{Arg}|$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comes arbitrarily close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never reaches it: supremum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(A)–(q); (B)–(p); (C)–(s); (D)–(t)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 with side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(head to tail), the interior angle between those sides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the cosine rule on the side lengths to avoid sign confusion.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symmetric limits double the half-integral.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argument fills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'maximum'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supremum, not attained.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triangle with side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a,\vec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(head to tail), the interior angle between those sides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$\pi-\angle(\vec a,\vec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the cosine rule on the side lengths to avoid sign confusion.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$\int_a^bg\,dx=F(b)-F(a)$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$g(b)=F'(b)$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$\int\sec\theta\,d\theta=\ln|\sec\theta+\tan\theta|$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symmetric limits double the half-integral.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$\frac1{1-z}=\frac12+\frac i2\cot\frac\theta2$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argument fills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$(-\frac\pi2,\frac\pi2)$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'maximum'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supremum, not attained.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8480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Match the statements given in Column I with the intervals / unions of intervals given in Column II. [JEE-2011]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num>
                              <m:den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2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2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n-IN" sz="22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nor/>
                          </m:r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𝑖𝑠 𝑎 𝑐𝑜𝑚𝑝𝑙𝑒𝑥 𝑛𝑢𝑚𝑏𝑒𝑟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The domain of the function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2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2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2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2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2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2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2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2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2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2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2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2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2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2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2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then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type m:val="bar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increasing in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(p)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 (q)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 (r)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 (s)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 (t)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538480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Match the statements given in Column I with the intervals / unions of intervals given in Column II. [JEE-2011]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Column I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The set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$\left\{\mathrm{Re}\left(\frac{2iz}{1-z^2}\right):z\text{ is a complex number},\ |z|=1,\ z\ne\pm1\right\}$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The domain of the function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$f(x)=\sin^{-1}\left(\frac{8(3)^{x-2}}{1-3^{2(x-1)}}\right)$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$f(\theta)=\left|\begin{matrix}1&amp;\tan\theta&amp;1\\-\tan\theta&amp;1&amp;\tan\theta\\-1&amp;-\tan\theta&amp;1\end{matrix}\right|$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then the set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$\left\{f(\theta):0\le\theta&lt;\frac\pi2\right\}$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$f(x)=x^{3/2}(3x-10),\ x\ge0$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increasing in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Column II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(p)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$(-\infty,-1)\cup(1,\infty)$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 (q)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$(-\infty,0)\cup(0,\infty)$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 (r)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$[2,\infty)$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 (s)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$(-\infty,-1]\cup[1,\infty)$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  (t)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$(-\infty,0]\cup[2,\infty)$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 on the unit circle: real part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Domain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determinants and monotonicity (mixed statements)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List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Locus on the unit circle: real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$\frac{2iz}{1-z^2}$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determinants and monotonicity (mixed statements)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Four short computations: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unit circle; the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argument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Four short computations: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$\frac{2iz}{1-z^2}=-\frac1y$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unit circle;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argument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$\frac{8t}{9-t^2}$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$t=3^x$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$2\sec^2\theta$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$f'=\frac{15}2\sqrt x(x-2)$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605272"/>
                <a:ext cx="10725912" cy="106984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605272"/>
                <a:ext cx="10725912" cy="106984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$1-x^2=y^2$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$1-z^2=(1-x^2+y^2)-2ixy=2y^2-2ixy=2y(y-ix)$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$2iz=2(ix-y)=-2(y-ix)$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real,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the set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lower bound is automatic;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upper bound is automatic;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$\frac{2iz}{1-z^2}=\frac{-2(y-ix)}{2y(y-ix)}=-\frac1y$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real,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$0&lt;|y|\le1$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the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$(-\infty,-1]\cup[1,\infty)$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$-1\le\frac{8\cdot3^{x-2}}{1-3^{2(x-1)}}\le1$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$t=3^x&gt;0$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$3^{x-2}=\frac t9$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$3^{2(x-1)}=\frac{t^2}9$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$\frac{8t}{9-t^2}$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$9-t^2&gt;0$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lower bound is automatic;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$\frac{8t}{9-t^2}\le1\Rightarrow t^2+8t-9\le0\Rightarrow(t+9)(t-1)\le0\Rightarrow t\le1\Rightarrow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$9-t^2&lt;0$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upper bound is automatic;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$\frac{8t}{9-t^2}\ge-1\Rightarrow t^2-8t-9\ge0\Rightarrow(t-9)(t+1)\ge0\Rightarrow t\ge9\Rightarrow 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$(-\infty,0]\cup[2,\infty)$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row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Expand along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all 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R_1+R_3$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row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 0,\ 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Expand along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$f(\theta)=2\left|\begin{matrix}-\tan\theta&amp;1\\-1&amp;-\tan\theta\end{matrix}\right|=2\left(\tan^2\theta+1\right)=2\sec^2\theta$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all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$f(x)=3x^{5/2}-10x^{3/2}$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$f'(x)=\frac32\sqrt x\,(3x-10)+3x^{3/2}=\frac{15}2\sqrt x\,(x-2)$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(A)–(s); (B)–(t); (C)–(r); (D)–(r)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on the unit circle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 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argument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(A) on the unit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$\frac{z}{1-z^2}=\frac1{\bar z-z}$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(B)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$3^{x-1}=\tan\varphi$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argument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$\frac43\tan2\varphi$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covers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argument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z{1-z^2}=\frac1{1/z-z}=\frac1{\bar z-z}=\frac1{-2i\,\mathrm{Im}\,z}=\frac{i}{2\,\mathrm{Im}\,z}$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$\frac{2iz}{1-z^2}=2i\cdot\frac i{2\,\mathrm{Im}\,z}=-\frac1{\mathrm{Im}\,z}=-\frac1{\sin\theta}$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$0&lt;|\sin\theta|\le1$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covers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$(-\infty,-1]\cup[1,\infty)$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$u=3^{x-1}&gt;0$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$\frac{8u/3}{1-u^2}=\frac43\cdot\frac{2u}{1-u^2}$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$u=\tan\varphi$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$0&lt;\varphi&lt;\frac\pi2$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$\frac43\tan2\varphi$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(Parts (C) and (D) have no different method of comparable length: (C) is a direct expansion and (D) a derivative sign chart.)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$|\tan2\varphi|\le\frac34$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$\tan2\varphi=\frac34$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$\tan2\varphi=-\frac34$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$\frac{2\cdot3}{1-9}=-\frac34$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$|\tan2\varphi|\le\frac34$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$\tan\varphi\le\frac13$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$u\le\frac13$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$3^{x-1}\le3^{-1}\Rightarrow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$3^{x-1}\ge3\Rightarrow 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$(-\infty,0]\cup[2,\infty)$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(Parts (C) and (D) have no different method of comparable length: (C) is a direct expansion and (D) a derivative sign chart.)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(A)–(s); (B)–(t); (C)–(r); (D)–(r)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(real), so its real-part set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argument is the rational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result by the double-angle formula.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style functions, factor the derivative: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the monotonic intervals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$z\ne\pm1$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$\frac{2iz}{1-z^2}=-\frac1{\sin\theta}$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(real), so its real-part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$(-\infty,-1]\cup[1,\infty)$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argument is the rational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$\frac{8t}{9-t^2}$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$\frac{2u}{1-u^2}=\tan(2\tan^{-1}u)$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same result by the double-angle formula.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$\left|\begin{matrix}1&amp;t&amp;1\\-t&amp;1&amp;t\\-1&amp;-t&amp;1\end{matrix}\right|=2(1+t^2)$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$f(\theta)=2\sec^2\theta\in[2,\infty)$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$\theta\in[0,\frac\pi2)$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$f=x^p(\cdot)$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style functions, factor the 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$f'=\frac{15}2\sqrt x\,(x-2)$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shows the monotonic intervals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2.60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32 questions, 118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Complex Number C2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2.60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