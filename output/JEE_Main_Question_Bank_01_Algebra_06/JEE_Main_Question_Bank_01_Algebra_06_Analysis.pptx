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1.0</c:v>
                </c:pt>
                <c:pt idx="16">
                  <c:v>2.0</c:v>
                </c:pt>
                <c:pt idx="17">
                  <c:v>1.0</c:v>
                </c:pt>
                <c:pt idx="18">
                  <c:v>2.0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Step 'Hence 1 &lt;= k^2 &lt;= 30' in the PDF should read 3 &lt;= k^2 &lt;= 30 (15 &lt;= 5k^2 &lt;= 150). With 1 &lt;= k^2 the PDF's own list of k (5, 4, 3, 2) would also have to contain 1; the list and the count 8 are right, the printed inequality is wrong. The lower limit 15 is also garbled in the PDF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slips in the PDF: (1) after C2-&gt;C2-C3 the first entry of the second column is printed as x; it should be y (otherwise y cannot be taken out of C2). (2) In the last line the factor is printed (c-b-1); since y-z = c-b+1 (from b+y=c+z+1) it must be (c-b+1). With (c-b-1) the printed expression would give y(b-a), not the stated y(a-b). Final answer (C)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2(8+2) - 3(12-2) + 2(-3-2) = 32 - 30 - 10 = -8. The first term is 2*10 = 20, not 32, so the determinant is 20 - 30 - 10 = -20 (checked by computer). It is non-zero either way, so the conclusion (D)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coefficient matrix printed in the PDF has 2a+1 in the third entry of the second row, but the equation (and the printed value D = a(15a^2+31a+37)) uses a+1; with 2a+1 the determinant would be a(20a^2+36a+37). The matrix entry is corrected to a+1. The PDF also gives no working for D and for the sign of the quadratic; both are added. The answer (B)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expansion line 'A(theta) = (sin t + 2)(2 + 2d - sin t) - sin t + 2 + 2d' is not a correct expansion: the (sin t + 2)(2 + 2d - sin t) term must be followed by -d(2 sin t - d), and the printed tail '- sin t + 2 + 2d' does not occur. The correct expansion is given (it equals (d+2)^2 - sin^2 t, which is what the PDF states next). The values d = 1, -5 and the answer (B)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(3,1) entry of P^2 as 9 + 3x3 + 1, which equals 19; the correct value is 9 + 3x3 + 9 = 27 (row (9,3,1) times column (1,3,9)). It then jumps to P^5 without showing P^3, P^4; P^5 = [[1,0,0],[15,1,0],[135,15,1]] as printed is correct (checked by computer), so the answer 10 is unchanged. P^3 and P^4 are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slips in the PDF: (1) after R2-&gt;R2-R1 the second entry of row 2 is printed as -cos t - sin t; it should be -2cos t - sin t (the value used afterwards, (2cos t + sin t)^2, needs it). (2) The factor e^{-t} (from the columns) is dropped: the PDF ends with |A| = 5, the correct value is |A| = 5e^{-t} (checked by computer). Both do not change the answer (C).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06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Determinants and Matrices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$\Delta=\left|\begin{matrix}x-2&amp;2x-3&amp;3x-4\\2x-3&amp;3x-4&amp;4x-5\\3x-5&amp;5x-8&amp;10x-17\end{matrix}\right|=Ax^3+Bx^2+Cx+D$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and polynomial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and column operations remove most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entries, so the cubic can be read off after one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and column operations remove most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entries, so the cubic can be read off after one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R_3-3R_1$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$\Delta=\left|\begin{matrix}x-2&amp;2x-3&amp;3x-4\\1&amp;-x+2&amp;-2x+3\\1&amp;-x+1&amp;x-5\end{matrix}\right|$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C_2-2C_1$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C_3-3C_1$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$\Delta=\left|\begin{matrix}x-2&amp;1&amp;2\\1&amp;-x&amp;-2x\\1&amp;-x-1&amp;x-8\end{matrix}\right|$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$\Delta=(x-2)\left[-x(x-8)-2x(x+1)\right]-1\left[(x-8)+2x\right]+2\left[(-x-1)+x\right]$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brackets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brackets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$-3x^2+6x$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$\Delta=-3x^3+12x^2-12x-3x+8-2$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$-3x^3+12x^2-15x+6=Ax^3+Bx^2+Cx+D$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the leading coefficient,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cubic,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the leading coefficient,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$B+C=\Delta(1)-A-D$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1 and 2 both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the determinant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1 and 2 both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$D=\Delta(0)=\left|\begin{matrix}-2&amp;-3&amp;-4\\-3&amp;-4&amp;-5\\-5&amp;-8&amp;-17\end{matrix}\right|=6$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the determinant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$A=\left|\begin{matrix}1&amp;2&amp;3\\2&amp;3&amp;4\\3&amp;5&amp;10\end{matrix}\right|=10-16+3=-3$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$B+C=-A-D=3-6=-3$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determinant whose entries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term,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all coefficients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the determinant of the matrix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a multiple of one row (or column) from another does not change a determinant: use it to make entries constants, e.g.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row of linear terms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that two rows coincide at a special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get a coefficient sum without any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determinant whose entries are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constant term,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all coefficients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the determinant of the matrix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a multiple of one row (or column) from another does not change a determinant: use it to make entries constants,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row of linear terms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$1,\,-x+2,\,-2x+3$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that two rows coincide at a special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get a coefficient sum without any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integer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integer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$x-2y+5z=0$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$-2x+4y+z=0$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$-7x+14y+9z=0$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$15\le x^2+y^2+z^2\le150$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system: non-trivial integer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solutions form a line; the first two equations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solutions form a line; the first two equations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non-zero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(first) to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(the third equation is satisfied automatically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$D=1(36-14)+2(-18+7)+5(-28+28)=22-22+0=0$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non-zero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$x-2k+5z=0$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$-2x+4k+z=0$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(first) to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$(x,y,z)=(2k,k,0)$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(the third equation is satisfied automatically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$x^2+y^2+z^2=4k^2+k^2+0=5k^2$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$15\le 5k^2\le150$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 k^2\le30$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$k\in\{\pm2,\pm3,\pm4,\pm5\}$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$5&lt;15$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Two independent equations give the solution line as the cross product of their coefficient vectors; the third equation is a combination of them.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 product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row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adds no new condition: the solution set is exactly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$(-2\cdot1-5\cdot4,\;5\cdot(-2)-1\cdot1,\;1\cdot4-(-2)(-2))=(-22,-11,0)\parallel(2,1,0)$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$R_3=R_1+4R_2$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$1-8=-7$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$-2+16=14$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adds no new condition: the solution set is exactly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$t(2,1,0)$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points: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primitive vector),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$(2k,k,0)$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primitive vector),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$x^2+y^2+z^2=5k^2$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$15\le5k^2\le150\Rightarrow3\le k^2\le30\Rightarrow|k|\in\{2,3,4,5\}$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rank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solution set is the line through the origin along the cross product of any two independent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row is a combination of the others, e.g.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it carries no new information; finding that combination proves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on the line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primitive integer vector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remember the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rank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homogeneous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solution set is the line through the origin along the cross product of any two independent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row is a combination of the others,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$R_3=R_1+4R_2$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it carries no new information; finding that combination proves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$\mathbb{R}\,\mathbf{v}$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primitive integer vector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$k\mathbf{v}$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$|k\mathbf v|^2=k^2|\mathbf 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 k^2|\mathbf v|^2\le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remember the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minimum and the maximum values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minimum and the maximum values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$f:\left[\frac\pi4,\frac\pi2\right]\to\mathbb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$f(\theta)=\left|\begin{matrix}-\sin^2\theta&amp;-1-\sin^2\theta&amp;1\\-\cos^2\theta&amp;-1-\cos^2\theta&amp;1\\12&amp;10&amp;-2\end{matrix}\right|$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$(-4,0)$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determinants, Range of trigonometric functions (cos 2θ)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-terms in the second column and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$C_2\to C_2-C_1+C_3$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-terms in the second column and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entries of the new column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second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entries of the new column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$-1-\sin^2\theta+\sin^2\theta+1=0$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$-1-\cos^2\theta+\cos^2\theta+1=0$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$10-12-2=-4$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$f(\theta)=\left|\begin{matrix}-\sin^2\theta&amp;0&amp;1\\-\cos^2\theta&amp;0&amp;1\\12&amp;-4&amp;-2\end{matrix}\right|$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second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$f(\theta)=-(-4)\cdot\left|\begin{matrix}-\sin^2\theta&amp;1\\-\cos^2\theta&amp;1\end{matrix}\right|=4\left(\cos^2\theta-\sin^2\theta\right)=4\cos2\theta$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$\theta\in\left[\frac\pi4,\frac\pi2\right]$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$2\theta\in\left[\frac\pi2,\pi\right]$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$4\cos2\theta\in[-4,0]$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$(-4,0)$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a row proportional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factors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$\sin^2\theta+\cos^2\theta=1$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a row proportional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factors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new row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new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$(-\sin^2\theta+\cos^2\theta,\;-\sin^2\theta+\cos^2\theta,\;0)=\cos2\theta\,(1,1,0)$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$f=\cos2\theta\left|\begin{matrix}1&amp;1&amp;0\\-\cos^2\theta&amp;-1-\cos^2\theta&amp;1\\12&amp;10&amp;-2\end{matrix}\right|$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$1\left[(-1-\cos^2\theta)(-2)-10\right]-1\left[2\cos^2\theta-12\right]=(2\cos^2\theta-8)-(2\cos^2\theta-12)=4$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$f=4\cos2\theta$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$(-4,0)$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entries contain both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row or column difference like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them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common factor comes out of the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the interval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determinant has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-dependent parts: look for such a combination of columns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entries contain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row or column difference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them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common factor comes out of the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$\cos2\theta=\cos^2\theta-\sin^2\theta$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the interval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determinant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$|u,\;u\!-\!w\!+\!\text{const}\!\cdot\! e,\;w|$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-dependent parts: look for such a combination of columns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distinct real numbers,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$a+x=b+y=c+z+1$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distinct real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$\left|\begin{matrix}x&amp;a+y&amp;x+a\\y&amp;b+y&amp;y+b\\z&amp;c+y&amp;z+c\end{matrix}\right|$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$y(a-c)$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(row and column operations)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Column operations make the second column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out; the two given equalities then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Column operations make the second column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$(y,y,y)$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out; the two given equalities then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column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$\Delta=\left|\begin{matrix}x&amp;a+y&amp;a\\y&amp;b+y&amp;b\\z&amp;c+y&amp;c\end{matrix}\right|$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$(y,y,y)$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$\Delta=\left|\begin{matrix}x&amp;y&amp;a\\y&amp;y&amp;b\\z&amp;y&amp;c\end{matrix}\right|$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$\Delta=y\left|\begin{matrix}x&amp;1&amp;a\\y&amp;1&amp;b\\z&amp;1&amp;c\end{matrix}\right|$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$\Delta=y\left|\begin{matrix}x-y&amp;0&amp;a-b\\y-z&amp;0&amp;b-c\\z&amp;1&amp;c\end{matrix}\right|$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second column (the only non-zero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second column (the only non-zero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$\Delta=-y\left[(x-y)(b-c)-(y-z)(a-b)\right]$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$a+x=b+y$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$b+y=c+z+1$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$y-z=c-b+1$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$\Delta=-y\left[(b-a)(b-c)-(c-b+1)(a-b)\right]=-y(b-a)\left[(b-c)+(c-b+1)\right]=-y(b-a)$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$\Delta=y(a-b)$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$y(a-b)$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result is an identity, so test the options with one admissible set of numbers.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six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and distinct.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give: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$a+x=b+y=5$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$c+z+1=5$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six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$1,2,5,4,3,-1$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and distinct.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$\left|\begin{matrix}4&amp;4&amp;5\\3&amp;5&amp;5\\-1&amp;8&amp;4\end{matrix}\right|=4(20-40)-4(12+5)+5(24+5)=-80-68+145=-3$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give: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$y(b-a)=3$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$y(a-b)=-3$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$y(a-c)=-12$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$y(a-b)=-3$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$y(a-b)$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 multiple of one column to another leaves a determinant unchanged; use it to create repeated entries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factor the common value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constraint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best used at the end, to replace differences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identity-type MCQ, substituting one admissible numerical set and checking the options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fast, reliable check; make sure the chosen numbers satisfy every condition of the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 multiple of one column to another leaves a determinant unchanged; use it to create repeated entries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$(y,y,y)$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factor the common value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constraint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$a+x=b+y$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best used at the end, to replace differences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identity-type MCQ, substituting one admissible numerical set and checking the options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fast, reliable check; make sure the chosen numbers satisfy every condition of the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$x+3y+k^2z=0$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$3x+y+3z=0$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 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 with non-zero solution (determinant = 0)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non-zero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two equations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non-zero solution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two equations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$y/z$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non-zero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non-zero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$D=\left|\begin{matrix}1&amp;1&amp;3\\1&amp;3&amp;k^2\\3&amp;1&amp;3\end{matrix}\right|=0$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$1(9-k^2)-(3-3k^2)+3(1-9)=0$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$9-k^2-3+3k^2-24=0\Rightarrow2k^2-18=0\Rightarrow k^2=9$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$x+3y+9z=0$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$3x+y+3z=0$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(2) is satisfied).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(2) is satisfied).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 yz=0-3=-3$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Equations 1 and 3 do not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them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without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Equations 1 and 3 do not contain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them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$y/z$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without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solution is trivial; a non-zero solution therefore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$(3x+y+3z)-(x+y+3z)=2x=0$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solution is trivial; a non-zero solution therefore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(Consistency: equation 2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(Consistency: equation 2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$3y+k^2z=-9z+k^2z=0$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such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 yz=-3$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computing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two equations that do not contain the parameter: combining them can fix the unknowns without finding the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always has the zero solution; non-zero solutions exist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unknowns), and then only ratios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determined.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asked for a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end, always check that the denominator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cannot be zero for a non-trivial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two equations that do not contain the parameter: combining them can fix the unknowns without finding the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always has the zero solution; non-zero solutions exist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of unknowns), and then only ratios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$y/z$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determined.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asked for a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$y:z$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end, always check that the denominator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cannot be zero for a non-trivial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minimum and maximum values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minimum and maximum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$\left|\begin{matrix}\cos^2x&amp;1+\sin^2x&amp;\sin2x\\1+\cos^2x&amp;\sin^2x&amp;\sin2x\\\cos^2x&amp;\sin^2x&amp;1+\sin2x\end{matrix}\right|$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determinants, Range of trigonometric functions (sin 2x)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create two rows of constants, leaving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$R_2-R_1$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$R_3-R_1$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create two rows of constants,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$-2-\sin2x$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$R_2-R_1=(1,\,-1,\,0)$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$R_3-R_1=(0,\,-1,\,1)$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$D=\left|\begin{matrix}\cos^2x&amp;1+\sin^2x&amp;\sin2x\\1&amp;-1&amp;0\\0&amp;-1&amp;1\end{matrix}\right|$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$D=\cos^2x(-1-0)-(1+\sin^2x)(1-0)+\sin2x(-1-0)$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$D=-\cos^2x-1-\sin^2x-\sin2x=-2-\sin2x$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$-1\le\sin2x\le1$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 D\le-1$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instead: the first two rows become the constant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instead: the first two rows become the constant rows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$(1,0,-1)$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$(\cos^2x-\cos^2x,\;1+\sin^2x-\sin^2x,\;\sin2x-1-\sin2x)=(0,1,-1)$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$(1+\cos^2x-\cos^2x,\;0,\;\sin2x-1-\sin2x)=(1,0,-1)$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$D=\left|\begin{matrix}0&amp;1&amp;-1\\1&amp;0&amp;-1\\\cos^2x&amp;\sin^2x&amp;1+\sin2x\end{matrix}\right|=-1\left[(1+\sin2x)+\cos^2x\right]-1\left[\sin^2x\right]$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$D=-(1+\sin2x+\cos^2x+\sin^2x)=-2-\sin2x\in[-3,-1]$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$(-3,-1)$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Differences of rows that share most entries reduce a determinant to a few unit entries; try the differences with every row and keep the pair that gives the most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determinant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extreme values come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finish by checking that the extremes are really attained in the allowed domain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unrestricted, so both are attained).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Differences of rows that share most entries reduce a determinant to a few unit entries; try the differences with every row and keep the pair that gives the most constants.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determinant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$a\pm\sin2x$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extreme values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$p+q\sin\phi$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$[p-|q|,p+|q|]$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finish by checking that the extremes are really attained in the allowed domain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unrestricted, so both are attained).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non-zero solutions,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$(\lambda-1)x+(3\lambda+1)y+2\lambda 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$(\lambda-1)x+(4\lambda-2)y+(\lambda+3)z=0$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$2x+(3\lambda+1)y+3(\lambda-1)z=0$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non-zero solutions,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system: non-zero solutions and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Non-zero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the work.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Non-zero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splits the work.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non-zero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row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the remaining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non-zero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$D=\left|\begin{matrix}\lambda-1&amp;3\lambda+1&amp;2\lambda\\\lambda-1&amp;4\lambda-2&amp;\lambda+3\\2&amp;3\lambda+1&amp;3\lambda-3\end{matrix}\right|=0$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$(0,\,-\lambda+3,\,\lambda-3)$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$(\lambda-3)\left|\begin{matrix}0&amp;-1&amp;1\\\lambda-1&amp;4\lambda-2&amp;\lambda+3\\2&amp;3\lambda+1&amp;3\lambda-3\end{matrix}\right|=0$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the remaining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$\left|\begin{matrix}0&amp;0&amp;1\\\lambda-1&amp;5\lambda+1&amp;\lambda+3\\2&amp;6\lambda-2&amp;3\lambda-3\end{matrix}\right|=0$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distinct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$(\lambda-1)(6\lambda-2)-2(5\lambda+1)=0$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$6\lambda^2-8\lambda+2-10\lambda-2=0\Rightarrow\lambda^2-3\lambda=0\Rightarrow\lambda=0,3$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distinct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system: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reduces the problem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it as a system: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reduces the problem to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equation 2 from equation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equations 1 and 2 become identical,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rank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non-zero solutions exist.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Equations 2 and 3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equation 2 from 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$(3-\lambda)y+(\lambda-3)z=0$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$(\lambda-3)(z-y)=0$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equations 1 and 2 become identical,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$2x+10y+6z=0$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rank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non-zero solutions exist.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Equations 2 and 3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$(\lambda-1)x+(5\lambda+1)y=0$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$2x+(6\lambda-2)y=0$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have a non-zero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all three equations. The distinct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have a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$(\lambda-1)(6\lambda-2)-2(5\lambda+1)=6\lambda^2-18\lambda=0$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all three equations. The distinct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rows of a coefficient matrix differ by a multiple of a vector with a parameter factor, e.g.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that value for the trivial reason that two rows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distinct roots asked for is cleaner by factorisation: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distinct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 not add the repeated root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system with a parameter, split into the case that makes a row combination vanish and the generic case, and check the special values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rows of a coefficient matrix differ by a multiple of a vector with a parameter factor,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$R_1-R_2=(\lambda-3)(0,-1,1)$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at that value for the trivial reason that two rows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distinct roots asked for is cleaner by factorisation: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$D=6\lambda(\lambda-3)^2$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distinct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 not add the repeated root twice).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system with a parameter, split into the case that makes a row combination vanish and the generic case, and check the special values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statements: (A) The system has a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The system has a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The system has a unique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The system has no solution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(E) The system has infinitely many solutions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statements 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(C) and (D)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(A) and (E)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(B) and (E)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(A) and (D) only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93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$x-y+kz=-2$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$ky+4z=6$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statements: (A) The system has a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$k\ne2,\,k\ne-2$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The system has a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The system has a unique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The system has no solution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(E) The system has infinitely many solutions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statements 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(C) and (D)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(A) and (E)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(B) and (E)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(A) and (D) only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linear systems: unique, no and infinitely many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the unique case from the special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there is no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$D=4-k^2$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the unique case from the special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$D_x\ne0$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there is no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$D=\left|\begin{matrix}1&amp;-2&amp;0\\1&amp;-1&amp;k\\0&amp;k&amp;4\end{matrix}\right|=4-k^2=(2-k)(2+k)$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$D_x=\left|\begin{matrix}1&amp;-2&amp;0\\-2&amp;-1&amp;k\\6&amp;k&amp;4\end{matrix}\right|=-(k+10)(k+2)$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a unique solution,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Statements (B), (C) and (E) are false: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solution is not unique,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unique (not infinite), so (E)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no solution;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has infinitely many solutions, which also shows (B) is false.)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and (D) are the true statements: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a unique solution,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Statements (B), (C) and (E) are false: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solution is not unique,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unique (not infinite), so (E)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$D_x=-(12)(4)\ne0$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no solution;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has infinitely many solutions, which also shows (B) is false.)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and (D) are the true statements: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(A) and (D) only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two equations to get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three cases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two equations to get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system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three cases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into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third equation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coefficient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non-zero: unique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a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Substituting into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$1+2y-y+kz=-2$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$y+kz=-3$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third equation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$y+kz=-3$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$ky+4z=6$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coefficient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non-zero: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a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the first, so no solution: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equation, so infinitely many solutions. Thus (B) and (C) are false, and (E) is false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not infinite).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True statements: (A) and (D),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$2y+4z=6$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the first, so no solution: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$-2y+4z=6$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equation, so infinitely many solutions. Thus (B) and (C) are false, and (E) is false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not infinite).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True statements: (A) and (D),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(A) and (D) only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a unique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reduce the augmented matrix: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zero does not by itself prove infinitely many solutions, check the rank.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special values the system may have no solution at one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infinitely many at the other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test each value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statements involving a parameter, elimination of one variable gives a smaller system in which the cases show up as a single factor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has a unique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$D_x,D_y,D_z$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reduce the augmented matrix: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zero does not by itself prove infinitely many solutions, check the rank.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special values the system may have no solution at one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infinitely many at the other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test each value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statements involving a parameter, elimination of one variable gives a smaller system in which the cases show up as a single factor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following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Has infinitely many solutions (B) Has a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Does not have any solution (D) Has a unique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a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Does not have any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Has a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following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$2x+3y+2z=9$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$3x+2y+2z=9$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Has infinitely many solutions (B) Has a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$\alpha+\beta^2+\gamma^2=12$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Does not have any solution (D) Has a unique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a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$\alpha+\beta^2+\gamma^2=12$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Does not have any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Has a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Unique solution of a linear system (determinant test)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438144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non-zero coefficient determinant means exactly one solution, which rules out (A), (B)'s extra solution and (C).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$\Delta=\left|\begin{matrix}2&amp;3&amp;2\\3&amp;2&amp;2\\1&amp;-1&amp;4\end{matrix}\right|=2(8+2)-3(12-2)+2(-3-2)$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$\Delta=20-30-10=-20$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a unique solution: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(Solving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also false.)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a unique solution: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(Solving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$(\alpha,\beta,\gamma)=(1,1,2)$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$\alpha+\beta^2+\gamma^2=1+1+4=6\ne12$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also false.)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Has a unique solution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by elimination: subtracting the first two equations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solution drops 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by elimination: subtracting the first two equations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solution drops 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Eq.1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Eq.2: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Eq.1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Eq.3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unique solution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Eq.2: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fails; the solution is unique, so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Eq.1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Eq.2: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Eq.1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$5x+2z=9$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Eq.3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$x-x+4z=8$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unique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Eq.2: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$\alpha+\beta^2+\gamma^2=1+1+4=6\ne12$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fails; the solution is unique, so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Has a unique solution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right-hand side does not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asked only whether a solution exists and is unique, 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stop; for statements that quote a particular solution, find the solution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determinant: expand along a row with small entries and recompute with a different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$\iff\det 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right-hand side does not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asked only whether a solution exists and is unique,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stop; for statements that quote a particular solution, find the solution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determinant: expand along a row with small entries and recompute with a different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Then the system of equations: (A) has no solution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has infinite number of solutions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has a unique solution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has a unique solution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no solution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infinite number of solutions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has a unique solution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has a unique solution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$x+2y-3z=a$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$2x+6y-11z=b$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$x-2y+7z=c$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Then the system of equations: (A) has no solution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has infinite number of solutions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$5a=2b+c$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has a unique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$5a=2b+c$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has a unique solution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has no solution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infinite number of solutions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$5a=2b+c$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has a unique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$5a=2b+c$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has a unique solution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linear systems: infinitely many solutions (Cramer's rule)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rules out (D); the three numerators share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vanish together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rules out (D); the three numerators share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$5a-2b-c$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vanish together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$5a=2b+c$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$D=\left|\begin{matrix}1&amp;2&amp;-3\\2&amp;6&amp;-11\\1&amp;-2&amp;7\end{matrix}\right|=1(42-22)-2(14+11)-3(-4-6)=20-50+30=0$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$D_x=\left|\begin{matrix}a&amp;2&amp;-3\\b&amp;6&amp;-11\\c&amp;-2&amp;7\end{matrix}\right|=a(42-22)-b(14-6)+c(-22+18)=20a-8b-4c=4\,(5a-2b-c)$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$D_y=\left|\begin{matrix}1&amp;a&amp;-3\\2&amp;b&amp;-11\\1&amp;c&amp;7\end{matrix}\right|=-5\,(5a-2b-c)$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$D_z=\left|\begin{matrix}1&amp;2&amp;a\\2&amp;6&amp;b\\1&amp;-2&amp;c\end{matrix}\right|=-2\,(5a-2b-c)$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has infinitely many solutions (it is consistent, since the rank of the coefficient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 So the system never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system has infinitely many solutions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$5a-2b-c=0$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has infinitely many solutions (it is consistent, since the rank of the coefficient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$5a-2b-c\ne0$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 So the system never has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system has infinitely many solutions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$5a=2b+c$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has infinite number of solutions when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has infinite number of solutions when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$5a=2b+c$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Gaussian elimination: the third row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consistency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Gaussian elimination: the third row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$0=c+2b-5a$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consistency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R_2-2R_1$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$2y-5z=b-2a$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$-4y+10z=c-a$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R_3+2R_2$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$0=c-a+2b-4a=2b+c-5a$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consistent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only two independent equations remain in three unknowns,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solution; a unique solution never occurs. Hence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$5a=2b+c$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only two independent equations remain in three unknowns,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free: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$5a\ne2b+c$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solution; a unique solution never occurs. Hence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has infinite number of solutions when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has infinite number of solutions when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$5a=2b+c$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singular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iff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the null vector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NOT automatic that it has infinitely many (rank may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inconsistency): confirm by row reduction.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multiples of the same consistency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a sign that the rows are dependent.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singular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the null vector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$(-5,2,1)A=\mathbf0$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$-5a+2b+c=0$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no solution;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NOT automatic that it has infinitely many (rank may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inconsistency): confirm by row reduction.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$D_x,D_y,D_z$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multiples of the same consistency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$5a-2b-c$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a sign that the rows are dependent.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real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the system of equations (in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the system of equations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u+\beta v+\gamma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u+\gamma v+\alpha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 u+\alpha v+\beta 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 and circulant-type determinant, Relations between roots and coefficients of a cubic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the circulant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the circulant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$-(\alpha^3+\beta^3+\gamma^3-3\alpha\beta\gamma)$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only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$\alpha=\beta=\gamma$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requires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$\left|\begin{matrix}\alpha&amp;\beta&amp;\gamma\\\beta&amp;\gamma&amp;\alpha\\\gamma&amp;\alpha&amp;\beta\end{matrix}\right|=0$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$3\alpha\beta\gamma-\left(\alpha^3+\beta^3+\gamma^3\right)=0$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$\alpha^3+\beta^3+\gamma^3=3\alpha\beta\gamma$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$\alpha^3+\beta^3+\gamma^3-3\alpha\beta\gamma=\frac12(\alpha+\beta+\gamma)\left[(\alpha-\beta)^2+(\beta-\gamma)^2+(\gamma-\alpha)^2\right]$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roots are real, so each square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roots are real, so each square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$\alpha\beta+\beta\gamma+\gamma\alpha=3\alpha^2=b$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$\frac{a^2}{b}=\frac{9\alpha^2}{3\alpha^2}=3$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circulant determinant through Vieta's relations: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circulant determinant through Vieta's relations: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$a(a^2-3b)$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$a^2=3b$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$\det=3\alpha\beta\gamma-(\alpha^3+\beta^3+\gamma^3)=-(\alpha+\beta+\gamma)\left[\alpha^2+\beta^2+\gamma^2-\alpha\beta-\beta\gamma-\gamma\alpha\right]$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$\alpha^2+\beta^2+\gamma^2=a^2-2b$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$(a^2-2b)-b=a^2-3b$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$\det=a\left(a^2-3b\right)$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$\frac{a^2}{b}=3$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circulant determinant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real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Vieta route works even for non-real roots, while 'all equal' needs the roots to be real: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cubic need not be a perfect cube,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forced.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circulant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$\left|\begin{smallmatrix}\alpha&amp;\beta&amp;\gamma\\\beta&amp;\gamma&amp;\alpha\\\gamma&amp;\alpha&amp;\beta\end{smallmatrix}\right|=-(\alpha^3+\beta^3+\gamma^3-3\alpha\beta\gamma)=-(\alpha+\beta+\gamma)(\alpha^2+\beta^2+\gamma^2-\alpha\beta-\beta\gamma-\gamma\alpha)$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real numbers).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$\sum\alpha\beta=b$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$\sum\alpha^2-\sum\alpha\beta=a^2-3b$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$\alpha^3+\beta^3+\gamma^3-3\alpha\beta\gamma=-a(a^2-3b)$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Vieta route works even for non-real roots, while 'all equal' needs the roots to be real: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cubic need not be a perfect cube,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forced.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sets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and infinitely many solutions.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respectively the sets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R-\{0\}$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$ax+2ay-3az=1$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$(2a+1)x+(2a+3)y+(a+1)z=2$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$(3a+5)x+(a+5)y+(a+2)z=3$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and infinitely many solutions.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$n(S_2)=2$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$S_1=\mathbb R-\{0\}$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$S_2=\phi$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$n(S_1)=2$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$S_2=\mathbb R-\{0\}$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Unique and infinitely many solutions of a linear system, Sign of a quadratic expression (discriminant)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quadratic factor has negative discriminant,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$D=a\,(15a^2+31a+37)$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quadratic factor has negative discriminant,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unique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infinitely many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consistency).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unique solution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infinitely many solutions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consistency).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clear the first column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second and third rows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coefficient, so it is positive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$D=\left|\begin{matrix}a&amp;2a&amp;-3a\\2a+1&amp;2a+3&amp;a+1\\3a+5&amp;a+5&amp;a+2\end{matrix}\right|$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clear the first column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$R_2-(2a+1)R_1'$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$R_3-(3a+5)R_1'$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second and third rows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$(0,\,1-2a,\,7a+4)$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$(0,\,-5a-5,\,10a+17)$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$D=a\left[(1-2a)(10a+17)+(5a+5)(7a+4)\right]=a\left[(-20a^2-24a+17)+(35a^2+55a+20)\right]$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$D=a\left(15a^2+31a+37\right)$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$15a^2+31a+37$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$31^2-4\cdot15\cdot37=961-2220=-1259&lt;0$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coefficient, so it is positive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system has a unique solution for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R-\{0\}$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system has a unique solution for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$S_1=\mathbb R-\{0\}$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$S_1=\mathbb R-\{0\}$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$S_2=\phi$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first row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adding the other two columns into the third column puts a zero at the top.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first row sums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adding the other two columns into the third column puts a zero at the top.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sums: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determinant is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$a+2a-3a=0$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$(2a+1)+(2a+3)+(a+1)=5a+5$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$(3a+5)+(a+5)+(a+2)=5a+12$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C_3+C_1+C_2$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$(0,\;5a+5,\;5a+12)^T$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determinant is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$D=-(5a+5)\left[a(a+5)-2a(3a+5)\right]+(5a+12)\left[a(2a+3)-2a(2a+1)\right]$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(completing the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 always,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$-5a(a+1)$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$a(1-2a)$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$D=25a(a+1)^2+a(5a+12)(1-2a)=a\left[25a^2+50a+25-10a^2-19a+12\right]$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$D=a(15a^2+31a+37)$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$15a^2+31a+37=15\left(a+\tfrac{31}{30}\right)^2+37-\tfrac{961}{60}&gt;0$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(completing the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unique solution always,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$S_1=\mathbb R-\{0\}$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$S_1=\mathbb R-\{0\}$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$S_2=\phi$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column (or row) sum trick: if the entries of one row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replace a column by the sum of all columns to create a zero entry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this to show a determinant never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options, decide first whether the determinant can vanish at all: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admissible parameter values, then the set for 'infinitely many solutions' is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column (or row) sum trick: if the entries of one row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replace a column by the sum of all columns to create a zero entry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$pa^2+qa+r$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$q^2-4pr&lt;0$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this to show a determinant never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options, decide first whether the determinant can vanish at all: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admissible parameter values, then the set for 'infinitely many solutions' is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arithmetic progression for a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determinant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$\log_{10}(4^x-2)$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$\log_{10}\left(4^x+\frac{18}5\right)$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arithmetic progression for a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$\left|\begin{matrix}2\left(x-\frac12\right)&amp;x-1&amp;x^2\\1&amp;0&amp;x\\x&amp;1&amp;0\end{matrix}\right|$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evaluation, Logarithmic equations and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A.P. condition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admissible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A.P. condition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$(4^x-2)^2=10\cdot4^x+36$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admissible root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terms are in A.P.,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terms are in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$2\log_{10}\left(4^x-2\right)=1+\log_{10}\left(4^x+\frac{18}5\right)$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$\log_{10}\left(4^x-2\right)^2=\log_{10}\left[10\left(4^x+\frac{18}5\right)\right]$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$\left(4^x-2\right)^2=10\cdot4^x+36$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$(y-2)^2=10y+36\Rightarrow y^2-4y+4=10y+36\Rightarrow y^2-14y-32=0$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$(y-16)(y+2)=0$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$4^x=16$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$2\left(2-\tfrac12\right)=3$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$\left|\begin{matrix}3&amp;1&amp;4\\1&amp;0&amp;2\\2&amp;1&amp;0\end{matrix}\right|$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$=3(0-2)-1(0-4)+4(1-0)=-6+4+4=2$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determinant symbolically first: it factorises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answer is read off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 numerical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determinant symbolically first: it factorises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answer is read off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a numerical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expansion.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condition again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$(2x-1)(0\cdot0-x\cdot1)-(x-1)(1\cdot0-x\cdot x)+x^2(1\cdot1-0\cdot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$=-x(2x-1)+x^2(x-1)+x^2=x^3-2x^2+x=x(x-1)^2$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condition again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$y=4^x=16$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$x(x-1)^2=2\cdot1^2=2$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logarithms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hold).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becomes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reject the roots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those making the log arguments non-positive.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determinant has entries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you must evaluate it at one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either evaluate directly or expand symbolically; checking both ways guards against arithmetic slips.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$2q=p+r$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logarithms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$2\log_{10}u=1+\log_{10}v$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$u^2=10v$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hold).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becomes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reject the roots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those making the log arguments non-positive.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determinant has entries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you must evaluate it at one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either evaluate directly or expand symbolically; checking both ways guards against arithmetic slips.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$A=\begin{bmatrix}2&amp;b&amp;1\\b&amp;b^2+1&amp;b\\1&amp;b&amp;2\end{bmatrix}$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$\frac{\det(A)}{b}$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of a 3×3 matrix, AM-GM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AM-GM gives the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A=b^2+3$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$\frac{\det A}b=b+\frac3b$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AM-GM gives the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A=2\left[2(b^2+1)-b^2\right]-b\left[2b-b\right]+1\left[b^2-(b^2+1)\right]$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$=2(b^2+2)-b\cdot b+1\cdot(-1)=2b^2+4-b^2-1$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A=b^2+3$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$y=\frac{\det A}{b}=b+\frac3b$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$\frac{b+\frac3b}{2}\ge\sqrt{b\cdot\frac3b}=\sqrt3$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$b+\frac3b\ge2\sqrt3$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$A=I+vv^{T}$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$v=(1,b,1)^T$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$\det(I+vv^T)=1+v^Tv$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$vv^T=\begin{bmatrix}1&amp;b&amp;1\\b&amp;b^2&amp;b\\1&amp;b&amp;1\end{bmatrix}$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$I+vv^T=\begin{bmatrix}2&amp;b&amp;1\\b&amp;b^2+1&amp;b\\1&amp;b&amp;2\end{bmatrix}=A$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$\det(I+vv^T)=1+v^Tv=1+(1+b^2+1)=b^2+3$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$f(b)=\frac{\det A}{b}=b+\frac3b$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$f'(b)=1-\frac3{b^2}=0\Rightarrow b=\sqrt3$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$f''(b)=\frac6{b^3}&gt;0$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$f(\sqrt3)=\sqrt3+\sqrt3=2\sqrt3$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Recognise a matrix as 'identity plus a rank-one matrix' whenever off-diagonal entries are products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needs the terms to be positive and the product to be a constant; check both before using it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$\det(I+uv^T)=1+v^Tu$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$A=I+vv^T$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$1+|v|^2$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Recognise a matrix as 'identity plus a rank-one matrix' whenever off-diagonal entries are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$v_iv_j$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 kt\ge2\sqrt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needs the terms to be positive and the product to be a constant; check both before using it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$b\cdot\frac3b=3$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$A=\begin{bmatrix}-2&amp;4+d&amp;(\sin\theta)-2\\1&amp;(\sin\theta)+2&amp;d\\5&amp;(2\sin\theta)-d&amp;(-\sin\theta)+2+2d\end{bmatrix}$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$2(\sqrt2+2)$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$2(\sqrt2+1)$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determinants, Maximum and minimum values of trigonometric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collapses the determinant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$R_1+R_3-2R_2=(1,0,0)$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collapses the determinant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$(d+2)^2-\sin^2\theta$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entry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third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R_1+R_3-2R_2$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$-2+5-2=1$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$(4+d)+(2\sin\theta-d)-2(\sin\theta+2)=0$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third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$(\sin\theta-2)+(-\sin\theta+2+2d)-2d=0$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A=\left|\begin{matrix}1&amp;0&amp;0\\1&amp;\sin\theta+2&amp;d\\5&amp;2\sin\theta-d&amp;-\sin\theta+2+2d\end{matrix}\right|$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A=(\sin\theta+2)(-\sin\theta+2+2d)-d(2\sin\theta-d)$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$(\sin\theta+2)(2+2d-\sin\theta)=2d\sin\theta-\sin^2\theta+4+4d$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$-d(2\sin\theta-d)=-2d\sin\theta+d^2$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among the options: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A=d^2+4d+4-\sin^2\theta=(d+2)^2-\sin^2\theta$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$(d+2)^2-1$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$(d+2)^2-1=8\Rightarrow(d+2)^2=9\Rightarrow d+2=\pm3\Rightarrow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among the options: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the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-dependent columns and use multilinearity, then read the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the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-dependent columns and use multilinearity, then read the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Multilinearity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$C_2=C_2^0+s\,u$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$C_3=C_3^0+s\,w$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$u=(0,1,2)^T$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$w=(1,0,-1)^T$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$C_2^0=(4+d,\,2,\,-d)^T$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$C_3^0=(-2,\,d,\,2+2d)^T$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$C_1=(-2,1,5)^T$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Multilinearity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A=\det[C_1,C_2^0,C_3^0]+s\left(\det[C_1,u,C_3^0]+\det[C_1,C_2^0,w]\right)+s^2\det[C_1,u,w]$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$\det[C_1,u,w]=\left|\begin{matrix}-2&amp;0&amp;1\\1&amp;1&amp;0\\5&amp;2&amp;-1\end{matrix}\right|=-1$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$\det[C_1,u,C_3^0]=2$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$\det[C_1,C_2^0,w]=-2$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$\det[C_1,C_2^0,C_3^0]=d^2+4d+4$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listed: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A=(d+2)^2+0\cdot s-s^2=(d+2)^2-\sin^2\theta$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$(d+2)^2-1=8$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$d+2=\pm3$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listed: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entry of a determinant is linear in a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determinant is a polynomial of degree at most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-dependent columns (or rows); its coefficients can be found column by column by multilinearity.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minimise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equation for the parameter usually gives two values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options decide which one is asked for.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combination of rows such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produces a unit vector: the entries are often built so that a second difference cancels.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entry of a determinant is linear in a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determinant is a polynomial of degree at most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-dependent columns (or rows); its coefficients can be found column by column by multilinearity.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minimise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equation for the parameter usually gives two values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options decide which one is asked for.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combination of rows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$R_1+R_3-2R_2$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produces a unit vector: the entries are often built so that a second difference cancels.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$P=\begin{bmatrix}1&amp;0&amp;0\\3&amp;1&amp;0\\9&amp;3&amp;1\end{bmatrix}$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$Q=[q_{ij}]$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$Q-P^5=I_3$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$\frac{q_{21}+q_{31}}{q_{32}}$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lower-triangular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pattern is regular)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$P^2,P^3,\dots,P^5$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pattern is regular)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$Q=I_3+P^5$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$P^2=\begin{bmatrix}1&amp;0&amp;0\\3+3&amp;1&amp;0\\9+9+9&amp;3+3&amp;1\end{bmatrix}=\begin{bmatrix}1&amp;0&amp;0\\6&amp;1&amp;0\\27&amp;6&amp;1\end{bmatrix}$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$P^3=P^2P=\begin{bmatrix}1&amp;0&amp;0\\9&amp;1&amp;0\\54&amp;9&amp;1\end{bmatrix}$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$P^4=\begin{bmatrix}1&amp;0&amp;0\\12&amp;1&amp;0\\90&amp;12&amp;1\end{bmatrix}$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$P^5=\begin{bmatrix}1&amp;0&amp;0\\15&amp;1&amp;0\\135&amp;15&amp;1\end{bmatrix}$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$Q-P^5=I_3$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$Q=I_3+P^5$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$Q=\begin{bmatrix}2&amp;0&amp;0\\15&amp;2&amp;0\\135&amp;15&amp;2\end{bmatrix}$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$q_{21}=15$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$q_{31}=135$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$q_{32}=15$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$\frac{q_{21}+q_{31}}{q_{32}}=\frac{15+135}{15}=10$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nilpotent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the binomial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$P=I+N$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nilpotent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the binomial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$N=\begin{bmatrix}0&amp;0&amp;0\\3&amp;0&amp;0\\9&amp;3&amp;0\end{bmatrix}$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$N^2=\begin{bmatrix}0&amp;0&amp;0\\0&amp;0&amp;0\\9&amp;0&amp;0\end{bmatrix}$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$P^5=I+5N+\binom52N^2=I+5N+10N^2$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$(2,1)=5\cdot3=15$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$(3,2)=5\cdot3=15$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$(3,1)=5\cdot9+10\cdot9=135$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$Q=I+P^5$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$q_{21}=15$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$q_{31}=135$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$q_{32}=15$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$\frac{15+135}{15}=10$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triangular matrices are nilpotent: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lower-triangular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lower-triangular matrix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on the diagonal has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powers keep the shape and the first subdiagonal grows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$N^k=O$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$P^n=\sum_{j&lt;k}\binom njN^j$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$P^n=\begin{bmatrix}1&amp;0&amp;0\\3n&amp;1&amp;0\\\frac{9n(n+1)}{2}&amp;3n&amp;1\end{bmatrix}$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triangular matrices are nilpotent: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$m\times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lower-triangular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$N^m=O$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lower-triangular matrix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on the diagonal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powers keep the shape and the first subdiagonal grows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invertible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not invertible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invertible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invertible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$A=\begin{bmatrix}e^t&amp;e^{-t}\cos t&amp;e^{-t}\sin t\\e^t&amp;-e^{-t}\cos t-e^{-t}\sin t&amp;-e^{-t}\sin t+e^{-t}\cos t\\e^t&amp;2e^{-t}\sin t&amp;-2e^{-t}\cos t\end{bmatrix}$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invertible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not invertible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invertible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invertible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Invertibility of a matrix (non-zero determinant)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three columns; the remaining determinant turns out to be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three columns; the remaining determinant turns out to be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each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$C_2,C_3$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$|A|=e^{-t}\left|\begin{matrix}1&amp;\cos t&amp;\sin t\\1&amp;-\cos t-\sin t&amp;-\sin t+\cos t\\1&amp;2\sin t&amp;-2\cos t\end{matrix}\right|$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$|A|=e^{-t}\left|\begin{matrix}1&amp;\cos t&amp;\sin t\\0&amp;-2\cos t-\sin t&amp;-2\sin t+\cos t\\0&amp;2\sin t-\cos t&amp;-2\cos t-\sin t\end{matrix}\right|$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$|A|=e^{-t}\left[(2\cos t+\sin t)^2+(2\sin t-\cos t)^2\right]$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$(2\cos t+\sin t)^2+(2\sin t-\cos t)^2=4\cos^2t+4\sin t\cos t+\sin^2t+4\sin^2t-4\sin t\cos t+\cos^2t=5$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$|A|=5e^{-t}\ne0$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invertible for all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invertible for all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$t\in\mathbb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rows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three functions,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Wronskian and Abel's identity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rows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$f,f',f''$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three functions,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Wronskian and Abel's identity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$W(t)=W(0)e^{-t}$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the first row gives the second row, and differentiating the second gives the third (e.g.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Wronskian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solutions of the equation with characteristic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$f_2=e^{-t}\cos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$f_3=e^{-t}\sin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Differentiating the first row gives the second row, and differentiating the second gives the third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$f_3''=-2e^{-t}\cos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A=W(t)$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Wronskian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$f_1,f_2,f_3$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solutions of the equation with characteristic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$1,\,-1\pm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$(r-1)(r^2+2r+2)=r^3+r^2-2$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$y'''+y''-2y=0$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Abel's identity: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𝑐𝑜𝑒𝑓𝑓𝑖𝑐𝑖𝑒𝑛𝑡 𝑜𝑓 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Abel's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$W'=-(\text{coefficient of }y'')\,W=-W$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$W(t)=W(0)e^{-t}$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$W(0)=\left|\begin{matrix}1&amp;1&amp;0\\1&amp;-1&amp;1\\1&amp;0&amp;-2\end{matrix}\right|=1(2-0)-1(-2-1)+0=5$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A=5e^{-t}\ne0$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invertible for all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invertible for all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$t\in\mathbb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matrix is invertible iff its determinant is non-zero; for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 whether the determinant is a non-zero constant times a never-vanishing factor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Wronskian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fundamental set of solutions has a Wronskian that never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column pattern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signal to think Wronskian.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matrix is invertible iff its determinant is non-zero; for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 whether the determinant is a non-zero constant times a never-vanishing factor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Wronskian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$y'''+py''+qy'+ry=0$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$W(t)=W(0)\,e^{-pt}$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fundamental set of solutions has a Wronskian that never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column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$(f,f',f'')^T$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$f=e^{\lambda t},\,e^{-t}\cos t,\,e^{-t}\sin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signal to think Wronskian.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$A=\begin{pmatrix}\cos\alpha&amp;-\sin\alpha\\\sin\alpha&amp;\cos\alpha\end{pmatrix}$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$(\alpha\in\mathbb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$A^{32}=\begin{pmatrix}0&amp;-1\\1&amp;0\end{pmatrix}$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rotation matrix, General solution of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rotation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rotation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$\cos32\alpha=0$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$\sin32\alpha=1$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rotation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$A^2=\begin{pmatrix}\cos\alpha&amp;-\sin\alpha\\\sin\alpha&amp;\cos\alpha\end{pmatrix}^2=\begin{pmatrix}\cos2\alpha&amp;-\sin2\alpha\\\sin2\alpha&amp;\cos2\alpha\end{pmatrix}$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$A^4=A^2\cdot A^2=\begin{pmatrix}\cos4\alpha&amp;-\sin4\alpha\\\sin4\alpha&amp;\cos4\alpha\end{pmatrix}$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rotation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$A^{32}=A^{16}A^{16}=\begin{pmatrix}\cos32\alpha&amp;-\sin32\alpha\\\sin32\alpha&amp;\cos32\alpha\end{pmatrix}=\begin{pmatrix}0&amp;-1\\1&amp;0\end{pmatrix}$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$\sin32\alpha=1$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$32\alpha=2n\pi+\frac\pi2\Rightarrow\alpha=\frac{n\pi}{16}+\frac\pi{64}$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$\frac\pi{64}$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Identify the matrix with the complex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powers become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target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Identify the matrix with the complex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$e^{i\alpha}$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powers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$e^{in\alpha}$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target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multiplication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respects products.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$\begin{pmatrix}\cos\alpha&amp;-\sin\alpha\\\sin\alpha&amp;\cos\alpha\end{pmatrix}$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multiplication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respects products.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$e^{32i\alpha}$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$\begin{pmatrix}0&amp;-1\\1&amp;0\end{pmatrix}$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$i=e^{i\pi/2}$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$e^{32i\alpha}=e^{i\pi/2}\Rightarrow32\alpha=\frac\pi2+2n\pi\Rightarrow\alpha=\frac\pi{64}+\frac{n\pi}{16}$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$e^{2\pi i}=1$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$\frac\pi{64}$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matrix identities become complex-number identities.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order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$R(\alpha)=\begin{pmatrix}\cos\alpha&amp;-\sin\alpha\\\sin\alpha&amp;\cos\alpha\end{pmatrix}$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$R(\alpha)R(\beta)=R(\alpha+\beta)$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$R(\alpha)^n=R(n\alpha)$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$R(\alpha)\leftrightarrow e^{i\alpha}$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matrix identities become complex-number identities.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$R(\pi/2)=\begin{pmatrix}0&amp;-1\\1&amp;0\end{pmatrix}$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$R(\pi)=-I$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$R(2\pi)=I$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$n\alpha\in2\pi\mathbb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A.P.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A.P.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$A=\begin{bmatrix}1&amp;1&amp;1\\2&amp;b&amp;c\\4&amp;b^2&amp;c^2\end{bmatrix}$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$\det(A)\in[2,16]$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$(2+2^{3/4},4)$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$[3,2+2^{3/4}]$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$[4,6]$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of Vandermonde type, Arithmetic progression and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Vandermonde determinant;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Vandermonde determinant; with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$2d^3$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$|A|=\left|\begin{matrix}1&amp;1&amp;1\\2&amp;b&amp;c\\4&amp;b^2&amp;c^2\end{matrix}\right|$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$|A|=\left|\begin{matrix}1&amp;0&amp;0\\2&amp;b-2&amp;c-2\\4&amp;(b-2)(b+2)&amp;(c-2)(c+2)\end{matrix}\right|=(b-2)(c-2)(c-b)$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$b-2=c-b=d$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$c-2=2d$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$|A|=d\cdot2d\cdot d=2d^3$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$|A|\in[2,16]\Rightarrow1\le d^3\le8\Rightarrow1\le d\le2$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$4\le2d+2\le6$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 c\le6$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$[4,6]$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the Vandermonde determinant of 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quote its product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the Vandermonde determinant of the numbers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quote its product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Vandermonde determinant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three differences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cube function is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$(x_1,x_2,x_3)$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$(x_1^2,x_2^2,x_3^2)$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$(x_1,x_2,x_3)=(2,b,c)$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Vandermonde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$\prod_{i&lt;j}(x_j-x_i)=(b-2)(c-2)(c-b)$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$2,\,2+d,\,2+2d$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three differences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$d,\,2d,\,d$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A=2d^3$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$2\le2d^3\le16\Rightarrow1\le d\le2$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cube function is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$c=2+2d\in[4,6]$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$[4,6]$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vanishes iff two of the numbers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numbers in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Vandermonde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its sign is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an interval condition on the determinant translates to an interval condition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taking cube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$\left|\begin{smallmatrix}1&amp;1&amp;1\\x&amp;y&amp;z\\x^2&amp;y^2&amp;z^2\end{smallmatrix}\right|=(y-x)(z-x)(z-y)$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vanishes iff two of the numbers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numbers in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Vandermonde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$d,2d,d$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its sign is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$d\mapsto2d^3$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an interval condition on the determinant translates to an interval condition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taking cube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inverse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$\begin{bmatrix}1&amp;1\\0&amp;1\end{bmatrix}\cdot\begin{bmatrix}1&amp;2\\0&amp;1\end{bmatrix}\cdot\begin{bmatrix}1&amp;3\\0&amp;1\end{bmatrix}\cdots\begin{bmatrix}1&amp;n-1\\0&amp;1\end{bmatrix}=\begin{bmatrix}1&amp;78\\0&amp;1\end{bmatrix}$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$\begin{bmatrix}1&amp;n\\0&amp;1\end{bmatrix}$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$\begin{bmatrix}1&amp;0\\13&amp;1\end{bmatrix}$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$\begin{bmatrix}1&amp;-13\\0&amp;1\end{bmatrix}$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$\begin{bmatrix}1&amp;-12\\0&amp;1\end{bmatrix}$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$\begin{bmatrix}1&amp;0\\12&amp;1\end{bmatrix}$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and inverse of unipotent matrices, Sum of first n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adds the upper-right entries.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$\begin{bmatrix}1&amp;p\\0&amp;1\end{bmatrix}\begin{bmatrix}1&amp;q\\0&amp;1\end{bmatrix}=\begin{bmatrix}1&amp;p+q\\0&amp;1\end{bmatrix}$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adds the upper-right entries.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of the matrices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$\begin{bmatrix}1&amp;p\\0&amp;1\end{bmatrix}\begin{bmatrix}1&amp;q\\0&amp;1\end{bmatrix}=\begin{bmatrix}1&amp;p+q\\0&amp;1\end{bmatrix}$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of the matrices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$\begin{bmatrix}1&amp;1+2+3+\cdots+(n-1)\\0&amp;1\end{bmatrix}$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number of factors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$\begin{bmatrix}1&amp;1+2+\cdots+(n-1)\\0&amp;1\end{bmatrix}=\begin{bmatrix}1&amp;78\\0&amp;1\end{bmatrix}$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$\frac{(n-1)n}{2}=78\Rightarrow n^2-n-156=0\Rightarrow(n-13)(n+12)=0$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number of factors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$\begin{bmatrix}1&amp;13\\0&amp;1\end{bmatrix}$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$\begin{bmatrix}1&amp;-13\\0&amp;1\end{bmatrix}$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$\begin{bmatrix}1&amp;13\\0&amp;1\end{bmatrix}\begin{bmatrix}1&amp;-13\\0&amp;1\end{bmatrix}=\begin{bmatrix}1&amp;0\\0&amp;1\end{bmatrix}$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rgbClr val="15803D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$\begin{bmatrix}1&amp;-13\\0&amp;1\end{bmatrix}$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commute with each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idea for lower-triangular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also add their off-diagonal entries.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$U(p)=\begin{bmatrix}1&amp;p\\0&amp;1\end{bmatrix}$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$U(p)U(q)=U(p+q)$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$U(p)^{-1}=U(-p)$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$U(p)^n=U(np)$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commute with each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$1+2+\cdots+m=\frac{m(m+1)}2$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$78=\frac{12\cdot13}2$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$\frac{(n-1)n}2=78$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$n(n-1)=156=13\cdot12$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idea for lower-triangular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$\begin{bmatrix}1&amp;0\\p&amp;1\end{bmatrix}$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they also add their off-diagonal entries.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06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