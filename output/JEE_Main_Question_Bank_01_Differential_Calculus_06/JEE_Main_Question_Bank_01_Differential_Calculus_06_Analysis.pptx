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2.0</c:v>
                </c:pt>
                <c:pt idx="1">
                  <c:v>1.0</c:v>
                </c:pt>
                <c:pt idx="2">
                  <c:v>2.0</c:v>
                </c:pt>
                <c:pt idx="3">
                  <c:v>2.0</c:v>
                </c:pt>
                <c:pt idx="4">
                  <c:v>2.0</c:v>
                </c:pt>
                <c:pt idx="5">
                  <c:v>1.0</c:v>
                </c:pt>
                <c:pt idx="6">
                  <c:v>2.0</c:v>
                </c:pt>
                <c:pt idx="7">
                  <c:v>3.0</c:v>
                </c:pt>
                <c:pt idx="8">
                  <c:v>3.0</c:v>
                </c:pt>
                <c:pt idx="9">
                  <c:v>2.0</c:v>
                </c:pt>
                <c:pt idx="10">
                  <c:v>3.0</c:v>
                </c:pt>
                <c:pt idx="11">
                  <c:v>2.0</c:v>
                </c:pt>
                <c:pt idx="12">
                  <c:v>2.0</c:v>
                </c:pt>
                <c:pt idx="13">
                  <c:v>2.0</c:v>
                </c:pt>
                <c:pt idx="14">
                  <c:v>2.0</c:v>
                </c:pt>
                <c:pt idx="15">
                  <c:v>2.0</c:v>
                </c:pt>
                <c:pt idx="16">
                  <c:v>3.0</c:v>
                </c:pt>
                <c:pt idx="17">
                  <c:v>2.0</c:v>
                </c:pt>
                <c:pt idx="18">
                  <c:v>2.0</c:v>
                </c:pt>
                <c:pt idx="19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PDF's first line for $b$ writes $(1-\cos x)(\sqrt2+\sqrt{1+\cos x})$ in the numerator instead of $\sin^2x(\sqrt2+\sqrt{1+\cos x})$, which drops the factor $(1+\cos x)$ that the next line uses; the PDF's line for $a$ is also cut off at the page edge. Corrected using $\sin^2x=(1-\cos x)(1+\cos x)$. Answer (C)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writes $\alpha_t+\beta_t=\frac{(t+2)^{1/6}-1}{(t+2)^{1/7}-1}$ and $a+b=\frac76$, omitting the minus sign of Vieta's sum of roots ($-\frac BA$). The correct value is $a+b=-\frac76$; because the answer squares it, $72(a+b)^2=98$ is unchanged. A check that the limits $a,b$ exist (limiting quadratic $6x^2+7x+2=0$) was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restarts the sum at $r=1$ (writes $\sum_{r=1}^n$ after the printed $\sum_{r=0}^n$), so its telescoping gives $f(x)=\tan\frac x2$. With the printed lower limit $r=0$ the correct value is $f(x)=\tan x$. The final answer $1$ is unchanged, because the limit equals $1$ whenever $f(x)\to0$ and $f(x)\ne x$.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only sketches the squeeze for the first sum and then jumps to $P^2+P-572\ge0$; it never shows that the second sum contributes $\sum_{k=1}^9k^2=285$, which is where the $572=2\cdot286$ comes from. The missing steps were supplied and the quadratic inequality justified. Answer $24$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PDF's last lines read $2\left(\ldots\right)^2\left(\frac4{\sqrt{17}-1}\right)^2=\frac{68}{9-\sqrt{17}}=17\left(9+\sqrt{17}\right)$: the constant $32$ has become $2$ and the equality $\frac{68}{9-\sqrt{17}}=17(9+\sqrt{17})$ is false ($13.9$ versus $223.1$). The correct chain keeps $32$: $32\cdot\frac{17}4\cdot\frac8{9-\sqrt{17}}=\frac{1088}{9-\sqrt{17}}=17(9+\sqrt{17})$. Final answer $170$ unchanged (checked numerically: the limit is $223.09=153+17\sqrt{17}$).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writes the consistency condition as $m^2-3x+2=0$ (the variable should be $m$) and does not show $\Delta_x$. Corrected to $m^2-3m+2=0$ and $\Delta_x=2m^2-6m+4$ added. Roots $m=1,2$ and the answer $440$ are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writes 'f(x) &lt; 0 $\Rightarrow$ f(x) is decreasing'; it should be $f'(x)&lt;0$ (the derivative is negative, $f$ itself is positive). Corrected. Answer (A)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01 — Differential Calculus 06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Limits, Continuity and 3D Geometry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Q06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JEE Advanced default assumed: +4 per question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e>
                            </m:rad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$a=\lim_{x\to0}\frac{\sqrt{1+\sqrt{1+x^4}}-\sqrt2}{x^4}$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$b=\lim_{x\to0}\frac{\sin^2x}{\sqrt2-\sqrt{1+\cos 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Limits by rationalising surds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Rationalise each surd difference; the vanishing factor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cancels and only surds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remain.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Rationalise each surd difference; the vanishing factor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$1-\cos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cancels and only surds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remain.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e>
                            </m:rad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Multiply by the conjugate: the numerator becomes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</m:e>
                                </m:rad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Rationalise again: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</m:e>
                                </m:rad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$a=\lim_{x\to0}\frac{\sqrt{1+\sqrt{1+x^4}}-\sqrt2}{x^4}$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Multiply by the conjugate: the numerator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$\left(1+\sqrt{1+x^4}\right)-2=\sqrt{1+x^4}-1$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$a=\lim\frac{\sqrt{1+x^4}-1}{x^4\left(\sqrt{1+\sqrt{1+x^4}}+\sqrt2\right)}$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Rationalise again: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$\sqrt{1+x^4}-1=\frac{x^4}{\sqrt{1+x^4}+1}$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$a=\lim\frac{1}{\left(\sqrt{1+\sqrt{1+x^4}}+\sqrt2\right)\left(\sqrt{1+x^4}+1\right)}$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$a=\frac1{\left(\sqrt2+\sqrt2\right)(1+1)}=\frac1{4\sqrt2}$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Multiply numerator and denominator by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denominator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$b=\lim\frac{\sin^2x}{\sqrt2-\sqrt{1+\cos 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Multiply numerator and denominator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$\sqrt2+\sqrt{1+\cos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denominator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$2-(1+\cos x)=1-\cos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$\sin^2x=(1-\cos x)(1+\cos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$b=\lim(1+\cos x)\left(\sqrt2+\sqrt{1+\cos x}\right)$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$b=2\left(\sqrt2+\sqrt2\right)=4\sqrt2$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$ab^3=\frac1{4\sqrt2}\times\left(4\sqrt2\right)^3=\left(4\sqrt2\right)^2=32$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32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Expand the surds with the binomial series; only the first non-constant term matters.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rad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numerator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$\sqrt{1+x^4}=1+\frac{x^4}2+\dots$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$1+\sqrt{1+x^4}=2\left(1+\frac{x^4}4+\dots\right)$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$\sqrt{1+\sqrt{1+x^4}}=\sqrt2\left(1+\frac{x^4}8+\dots\right)$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numerator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$\approx\frac{\sqrt2}8x^4$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$a=\frac{\sqrt2}8=\frac1{4\sqrt2}$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$u=1-\cos x\approx\frac{x^2}2$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$\sqrt{1+\cos x}=\sqrt{2-u}=\sqrt2\left(1-\frac u4+\dots\right)$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while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$\sqrt2-\sqrt{1+\cos x}\approx\frac{\sqrt2}4u\approx\frac{\sqrt2}8x^2$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$\sin^2x\approx 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$b=\frac8{\sqrt2}=4\sqrt2$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$ab^3=\frac{\sqrt2}8\cdot128\sqrt2=32$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32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small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removes a vanishing surd difference.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nested surds simply repeat this step (here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rad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Spot the pattern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two limits are reciprocal-like,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$\sqrt{A+h}-\sqrt A\approx\frac h{2\sqrt 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small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p-\sqrt q=\frac{p-q}{\sqrt p+\sqrt 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removes a vanishing surd difference.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$\lim_{x\to0}\frac{\sqrt{1+x^n}-1}{x^n}=\frac12$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nested surds simply repeat this step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$\sqrt{1+\sqrt{1+x^4}}-\sqrt2\approx\frac{\sqrt2}8x^4$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$\lim_{x\to0}\frac{\sin^2x}{1-\cos x}=2$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$\sin^2x=(1-\cos x)(1+\cos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$1+\cos x\to2$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Spot the pattern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$a=\frac1{4\sqrt2}$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$b=4\sqrt2$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two limits are reciprocal-like,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$ab^3=b^2=32$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does not exist   (B) is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is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is equal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$\lim_{x\to0}\frac{e^{2|\sin x|}-2|\sin x|-1}{x^2}=$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does not exist   (B) is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is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is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318255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Limits of exponential expressions with modulus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expression is even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work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expression is even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work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$x\to0^+$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$|\sin x|=\sin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leaves the expression unchanged (it is an even function), so LHL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RHL; it is enough to find the RHL.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RHL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of the form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L'Hôpital's rule: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leaves the expression unchanged (it is an even function), so LHL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RHL; it is enough to find the RHL.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$|\sin x|=\sin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RHL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$=\lim\frac{e^{2\sin x}-2\sin x-1}{x^2}$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L'Hôpital's rule: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$\lim\frac{e^{2\sin x}(2\cos x)-2\cos x}{2x}$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 the numerator: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it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three factors tend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 the numerator: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$=\lim\frac{\left(e^{2\sin x}-1\right)\cos x}{x}$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it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$\lim\left(\frac{e^{2\sin x}-1}{2\sin x}\right)\left(\frac{2\sin x}{x}\right)\cos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three factors tend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$1\times2\times1=2$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is equal to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Series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only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matters,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hides the modulus.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Series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$e^y-y-1$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$y=2|\sin x|$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matters,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$y^2=4\sin^2x$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hides the modulus.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numerator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either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numerator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modulus never has to be handled.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$y=2|\sin x|\to0$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numerator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$e^y-y-1$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$e^y-y-1=\frac{y^2}2+\frac{y^3}6+\dots=\frac{y^2}2\left(1+O(y)\right)$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$y^2=4\sin^2x$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either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numerator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$2\sin^2x\left(1+O(|x|)\right)$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modulus never has to be handled.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$2\left(\frac{\sin x}x\right)^2\left(1+O(|x|)\right)\to2$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is equal to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(numerically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0.5017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0.01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more generally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enters only through even powers here, so the function is even and the two-sided limit exists as soon as the one-sided limit does.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limits,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first: it halves the work.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form: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$\lim_{y\to0}\frac{e^y-1-y}{y^2}=\frac12$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(numerically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$0.5017$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$y=0.01$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more generally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$e^y=1+y+\frac{y^2}2+\frac{y^3}6+\dots$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$|\sin 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enters only through even powers here, so the function is even and the two-sided limit exists as soon as the one-sided limit does.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$f(x)=\frac{g(|x|)}{x^2}$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limits,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$f(-x)=f(x)$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first: it halves the work.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form: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$\lim_{x\to0}\frac{e^{k|\sin x|}-k|\sin x|-1}{x^2}=\frac{k^2}2$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strictly increasing function such that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(where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greatest integer function):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 R\to(0,\infty)$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strictly increasing function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$\lim_{x\to\infty}\frac{f(7x)}{f(x)}=1$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$\lim_{x\to\infty}\left[\frac{f(5x)}{f(x)}-1\right]$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(where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$[\cdot]$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greatest integer function):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8142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Limits and the squeeze theorem, Monotonic functions and the greatest integer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Monotonicity sandwiches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 tends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above.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Monotonicity sandwiches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$\frac{f(5x)}{f(x)}$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between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$\frac{f(7x)}{f(x)}\to1$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 tends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above.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right-hand side tends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by the squeeze theorem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 stays above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tends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$x&lt;5x&lt;7x$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$f(x)&lt;f(5x)&lt;f(7x)$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$1&lt;\frac{f(5x)}{f(x)}&lt;\frac{f(7x)}{f(x)}$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right-hand side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by the squeeze theorem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$\frac{f(5x)}{f(x)}\to1$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 stays above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for large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greatest integer of a number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 (Even if the brackets were ordinary brackets the value would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for large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$0&lt;\frac{f(5x)}{f(x)}-1&lt;1$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greatest integer of a number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$\lim_{x\to\infty}\left[\frac{f(5x)}{f(x)}-1\right]=0$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 (Even if the brackets were ordinary brackets the value would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squeezing; larger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chaining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Such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called slowly varying, e.g.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Example: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side of approach decides a floor: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monotonicity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fixes the side 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$\frac{f(7x)}{f(x)}\to1$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$\frac{f(cx)}{f(x)}\to1$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$c\in[1,7]$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squeezing; larger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chaining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$\frac{f(49x)}{f(x)}=\frac{f(49x)}{f(7x)}\cdot\frac{f(7x)}{f(x)}$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Such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called slowly varying,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Example: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$\frac{f(5x)}{f(x)}=1+\frac{\ln5}{\ln x}\to1^+$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side of approach decides a floor: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$[\,1^+-1\,]=0$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$[\,1^--1\,]=-1$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monotonicity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$f(5x)&gt;f(x)$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fixes the side 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 𝑖𝑠 𝑒𝑣𝑒𝑛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 𝑖𝑠 𝑜𝑑𝑑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for some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less than or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169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$f(x)=\begin{cases}x-1,&amp;x\text{ is even}\\2x,&amp;x\text{ is odd}\end{cases}$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for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$f(f(f(a)))=21$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 a^-}\left\{\frac{|x|^3}{a}-\left[\frac xa\right]\right\}$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less than or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$169$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Composition of piecewise-defined functions, Limits involving the greatest integer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Peel the three layers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outside using parity, then note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just to the left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Peel the three layers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outside using parity, then note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$\left[\frac xa\right]=0$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just to the left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an odd number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(even), the input of the outer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even: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even: it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(the other 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odd, a contradiction).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$f(f(f(a)))=21$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an odd number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(even), the input of the outer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even: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$f(f(a))-1=21$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$f(f(a))=22$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even: 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(the other 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$f(a)-1=22$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odd, a contradiction).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$2f(a)=22$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even (an odd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even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even (an odd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even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$a-1=11$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$x\to12^-$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$\frac{|x|^3}{12}\to\frac{12^3}{12}=144$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$0&lt;\frac x{12}&lt;1$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 x{12}\right]=0$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$144-0=144$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144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Run the map forward for each parity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only one parity can end at the odd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Run the map forward for each parity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only one parity can end at the odd number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(odd),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(even),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even, as assumed.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(even),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(odd),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 even number, 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only possibility, and the limit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before.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$f(a)=a-1$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(odd),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$f(f(a))=2(a-1)$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(even),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$f(f(f(a)))=2(a-1)-1=2a-3$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$2a-3=21$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even, as assumed.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(even),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$f(f(a))=2a-1$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(odd),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$f(f(f(a)))=2(2a-1)=4a-2$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 even number, 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only possibility, and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$144-0=144$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before.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144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parity-defined map, follow the parity forward: here even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(via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odd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 (via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parities alternate along the iterates.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three steps an even start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(odd) while an odd start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(even): an odd target forces an even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the floor term needs one-sided care, 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Brute-force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only natural number below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parity-defined map, follow the parity forward: here 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(via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odd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 (via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parities alternate along the iterates.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three steps an even start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(odd) while an odd start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(even): an odd target forces an 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 a^-}\left[\frac xa\right]=0$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 a^+}\left[\frac xa\right]=1$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the floor term needs one-sided care,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$\frac{x^3}a$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Brute-force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only natural number below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$f(f(f(a)))=21$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921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positive consecutive terms of an arithmetic progression.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its common difference, then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rad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921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$a_1,a_2,a_3,\dots,a_n$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positive consecutive terms of an arithmetic progression.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its common difference,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$\lim_{n\to\infty}\sqrt{\frac dn}\left(\frac1{\sqrt{a_1}+\sqrt{a_2}}+\frac1{\sqrt{a_2}+\sqrt{a_3}}+\dots+\frac1{\sqrt{a_{n-1}}+\sqrt{a_n}}\right)$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 d}$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 of a sum by telescoping, with surds and an arithmetic progression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Rationalise each term using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sum telescopes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Rationalise each term using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$a_{k+1}-a_k=d$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sum telescopes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$\frac{\sqrt{a_n}-\sqrt{a_1}}d$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Rationalise each term: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rad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Rationalise each term: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$\frac1{\sqrt{a_k}+\sqrt{a_{k+1}}}=\frac{\sqrt{a_{k+1}}-\sqrt{a_k}}{a_{k+1}-a_k}=\frac{\sqrt{a_{k+1}}-\sqrt{a_k}}d$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telescopes: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rad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rad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rad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becomes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equals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inside the root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tends to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telescopes: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$\frac1d\left[\left(\sqrt{a_2}-\sqrt{a_1}\right)+\left(\sqrt{a_3}-\sqrt{a_2}\right)+\dots+\left(\sqrt{a_n}-\sqrt{a_{n-1}}\right)\right]=\frac{\sqrt{a_n}-\sqrt{a_1}}d$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$\sqrt{\frac dn}\cdot\frac{\sqrt{a_n}-\sqrt{a_1}}d$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$a_n=a_1+(n-1)d$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$\frac{\sqrt{a_1+(n-1)d}-\sqrt{a_1}}{\sqrt n\sqrt 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inside the root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$\sqrt{\frac{a_1}{nd}+1-\frac1n}-\sqrt{\frac{a_1}{nd}}$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$\sqrt{0+1-0}-0=1$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large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sum is then a Riemann sum for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rad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large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$a_k\approx kd$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sum is then a Riemann sum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$\int_0^1\frac{dt}{2\sqrt 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large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fixed number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negligible next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rad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rad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$a_k=a_1+(k-1)d\approx kd$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large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fixed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$a_1-d$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negligible next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$\frac1{\sqrt{a_k}+\sqrt{a_{k+1}}}\approx\frac1{2\sqrt{kd}}$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$\approx\sqrt{\frac dn}\sum_{k=1}^{n-1}\frac1{2\sqrt{kd}}=\frac1n\sum_{k=1}^{n-1}\frac1{2\sqrt{k/n}}$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a Riemann sum for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rad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rad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convergent improper integral).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Same answer,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(Numerical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0.9918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a Riemann sum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$\int_0^1\frac{dt}{2\sqrt t}=\left[\sqrt t\right]_0^1=1$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convergent improper integral).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Same answer,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(Numerical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$n=10^4$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$0.9918$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AP with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rad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rad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rad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(Riemann sum of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by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rad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starting term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never affects the limit.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AP with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$\sum_{k=1}^{n-1}\frac1{\sqrt{a_k}+\sqrt{a_{k+1}}}=\frac{\sqrt{a_n}-\sqrt{a_1}}d$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$\sum_{k=1}^{n-1}\frac1{a_ka_{k+1}}=\frac1d\left(\frac1{a_1}-\frac1{a_n}\right)$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$\sum_{k=1}^n\frac1{\sqrt k}\sim2\sqrt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 n}\sum_{k=1}^n\frac1{\sqrt k}\to2$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(Riemann sum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$\int_0^1t^{-1/2}dt$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$\sqrt{a_1+(n-1)d}$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d\sqrt{1+O(1/n)}$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starting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never affects the limit.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105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sup>
                            </m:sSup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den>
                                </m:f>
                              </m:sup>
                            </m:sSup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105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$\lim_{n\to\infty}\left\{\left(2^{\frac12}-2^{\frac13}\right)\left(2^{\frac12}-2^{\frac15}\right)\cdots\left(2^{\frac12}-2^{\frac1{2n+1}}\right)\right\}$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19295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 of a product using the sandwich theorem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factors increase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all lie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product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them is squeezed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factors increase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all lie between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$\sqrt2-1&lt;1$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product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them is squeezed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product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factors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exponents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grows, so the factors increase: the smallest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largest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All factors are positive.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Sandwich: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den>
                                </m:f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product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$2^{\frac12}-2^{\frac1{2k+1}}$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$k=1,2,\dots,n$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exponents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$\frac1{2k+1}$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grows, so the factors increase: the smallest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$2^{\frac12}-2^{\frac13}$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largest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$2^{\frac12}-2^{\frac1{2n+1}}$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All factors are positive.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Sandwich: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$\left(2^{\frac12}-2^{\frac13}\right)^n\le P_n\le\left(2^{\frac12}-2^{\frac1{2n+1}}\right)^n$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bases lie strictly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left one is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0.154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right one is less than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den>
                                </m:f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is at most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sandwich theorem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bases lie strictly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left one is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$0.154$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right one is less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$2^{\frac12}-1\approx0.414$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$2^{\frac1{2n+1}}&gt;1$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$\lim\left(2^{\frac12}-2^{\frac13}\right)^n=0$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$\lim\left(2^{\frac12}-2^{\frac1{2n+1}}\right)^n=0$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is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$\left(\sqrt2-1\right)^n$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sandwich theorem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$P_n\to0$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logarithms: every factor is at most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logarithms: every factor is at most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$\sqrt2-1&lt;1$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$\ln P_n\to-\infty$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every factor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 (C). (Numerically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5.6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$2^{\frac1{2k+1}}&gt;1$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every factor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$0&lt;2^{\frac12}-2^{\frac1{2k+1}}&lt;\sqrt2-1&lt;1$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P_n=\sum_{k=1}^n\ln\left(2^{\frac12}-2^{\frac1{2k+1}}\right)&lt;n\ln\left(\sqrt2-1\right)$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$\ln\left(\sqrt2-1\right)&lt;0$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P_n\to-\infty$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$P_n\to0$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 (C). (Numerically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$P_{10}\approx1.0\times10^{-5}$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$P_{100}\approx5.6\times10^{-41}$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every factor lies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a product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factors is at most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same holds if the factors tend to a limit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infinite 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have a non-zero limit only when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convergent); 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to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every factor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$(0,r]$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a product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factors is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$r^n\to0$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same holds if the factors tend to a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infinite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 a_k$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have a non-zero limit only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$a_k\to1$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$\sum|a_k-1|$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convergent);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$a_k\to\sqrt2-1\ne1$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$c^{1/m}$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$c^{1/2}-c^{1/m}$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c-1$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Q07 – Q12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JEE Advanced default assumed: +4 per question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091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 of the equation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den>
                            </m:f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den>
                            </m:f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091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$\beta_t$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$\left((t+2)^{\frac17}-1\right)x^2+\left((t+2)^{\frac16}-1\right)x+\left((t+2)^{\frac1{21}}-1\right)=0$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$\lim_{t\to-1^+}\alpha_t=a$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$\lim_{t\to-1^+}\beta_t=b$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$72(a+b)^2$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1792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Roots of a quadratic equation, Limits of algebraic expressions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Only the sum of the roots is needed: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Only the sum of the roots is needed: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$\alpha_t+\beta_t=-\frac BA$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$\frac{u^{1/6}-1}{u^{1/7}-1}\to\frac76$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$u=t+2\to1$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Vieta,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den>
                            </m:f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of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𝑐𝑜𝑒𝑓𝑓. 𝑜𝑓 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𝑐𝑜𝑒𝑓𝑓. 𝑜𝑓 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Vieta,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$\alpha_t+\beta_t=-\frac{(t+2)^{\frac16}-1}{(t+2)^{\frac17}-1}$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of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$=-\frac{\text{coeff. of }x}{\text{coeff. of }x^2}$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$u=t+2\to1^+$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$\lim_{u\to1}\frac{u^m-1}{u-1}=m$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$\lim\frac{u^{1/6}-1}{u^{1/7}-1}=\frac{1/6}{1/7}=\frac76$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$\lim_{t\to-1^+}(\alpha_t+\beta_t)=-\frac76$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that the limits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exist: the product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limiting equation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real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that the limits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exist: the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$\alpha_t\beta_t=\frac{u^{1/21}-1}{u^{1/7}-1}\to\frac{1/21}{1/7}=\frac13$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limiting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$x^2+\frac76x+\frac13=0$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$6x^2+7x+2=0$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real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$a+b=-\frac76$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$72(a+b)^2=72\cdot\frac{49}{36}=98$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98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42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all three exponents become integers, then divide the equation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$s=(t+2)^{\frac1{42}}$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all three exponents become integers, then divide the equation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42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coefficients become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the equation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coefficients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$s=(t+2)^{\frac1{42}}\to1^+$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coefficients become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$s^6-1$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$s^7-1$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the equation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$s-1\ne0$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$\left(s^5+s^4+\dots+1\right)x^2+\left(s^6+s^5+\dots+1\right)x+(s+1)=0$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coefficients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coefficients tend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limiting equation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roots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(roots vary continuously because the leading coefficient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 (Numerical check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1.000001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0.66667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0.50000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coefficients tend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limiting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$6x^2+7x+2=0$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(roots vary continuously because the leading coefficient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$a+b=-\frac12-\frac23=-\frac76$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$72(a+b)^2=98$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 (Numerical check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$t+2=1.000001$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$-0.66667$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$-0.50000$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98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all coefficients of an equation vanish in the limit, divide out the common vanishing factor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take the limit of the remaining coefficients.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 depend continuously on the coefficients as long as the leading coefficient does not tend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limits of the roots are the roots of the limiting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Vieta: sum of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Forgetting the minus sign is a common slip that a squared final answer (as here) can hide.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$\lim_{u\to1}\frac{u^m-1}{u-1}=m$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$\lim_{u\to1}\frac{u^p-1}{u^q-1}=\frac 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all coefficients of an equation vanish in the limit, divide out the common vanishing factor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take the limit of the remaining coefficients.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 depend continuously on the coefficients as long as the leading coefficient does not tend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limits of the roots are the roots of the limiting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Vieta: sum of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$=-\frac 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 ca$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Forgetting the minus sign is a common slip that a squared final answer (as here) can hide.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d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$f(x)=\lim_{n\to\infty}\sum_{r=0}^{n}\frac{\tan\left(\frac x{2^{r+1}}\right)+\tan^3\left(\frac x{2^{r+1}}\right)}{1-\tan^2\left(\frac x{2^{r+1}}\right)}$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$\lim_{x\to0}\frac{e^x-e^{f(x)}}{x-f(x)}$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57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Trigonometric identity and telescoping infinite sum, Limits of exponential expressions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sum telescopes.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$\frac{\tan\theta+\tan^3\theta}{1-\tan^2\theta}=\frac{\tan\theta}{\cos2\theta}=\tan2\theta-\tan\theta$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sum telescopes.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Each term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term equals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term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term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 x{2^{r+1}}$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Each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$\frac{\tan\theta+\tan^3\theta}{1-\tan^2\theta}=\frac{\tan\theta\left(1+\tan^2\theta\right)}{1-\tan^2\theta}$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$1+\tan^2\theta=\sec^2\theta$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$1-\tan^2\theta=\frac{\cos2\theta}{\cos^2\theta}$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term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$\frac{\tan\theta}{\cos2\theta}=\frac{\sin\theta}{\cos\theta\cos2\theta}$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$\sin\theta=\sin(2\theta-\theta)=\sin2\theta\cos\theta-\cos2\theta\sin\theta$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$\frac{\sin2\theta\cos\theta-\cos2\theta\sin\theta}{\cos\theta\cos2\theta}=\tan2\theta-\tan\theta$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$2\theta=\frac x{2^r}$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 x{2^r}-\tan\frac x{2^{r+1}}$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Summing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limit is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Write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(Equivalently,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quotient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 The limit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Summing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$r=0,1,\dots,n$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$\left(\tan x-\tan\frac x2\right)+\left(\tan\frac x2-\tan\frac x4\right)+\dots+\left(\tan\frac x{2^n}-\tan\frac x{2^{n+1}}\right)=\tan x-\tan\frac x{2^{n+1}}$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 x{2^{n+1}}\to0$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$\lim_{x\to0}\frac{e^x-e^{\tan x}}{x-\tan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$e^x-e^{\tan x}=e^{\tan x}\left(e^{x-\tan x}-1\right)$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$x-\tan 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$\frac{e^{x-\tan x}-1}{x-\tan x}\to1$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$e^{\tan x}\to1$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(Equivalently,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$e^s\approx1+s$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quotient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$\frac{x-\tan x}{x-\tan x}=1$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Mean Value Theorem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quotient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some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matters.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Mean Value Theorem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quotient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some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between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$f(x)\to0$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matters.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telescoping above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small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function is odd).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Mean Value Theorem applied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interval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telescoping above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$f(x)\ne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small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x&gt;x$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function is odd).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Mean Value Theorem applied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interval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$\frac{e^x-e^{f(x)}}{x-f(x)}=e^{c_x}$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tend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quotient tends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tend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quotient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Companion telescoper: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an infinite telescoping sum the leftover tail term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keep track of where the index starts.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(Mean Value Theorem),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$\frac{\tan\theta+\tan^3\theta}{1-\tan^2\theta}=\tan\theta\cdot\frac{\sec^2\theta}{1-\tan^2\theta}=\frac{\tan\theta}{\cos2\theta}=\tan2\theta-\tan\theta$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Companion telescoper: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$\tan\theta=\cot\theta-2\cot2\theta$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$\sum_{r=1}^n\frac1{2^r}\tan\frac x{2^r}=\frac1{2^n}\cot\frac x{2^n}-\cot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an infinite telescoping sum the leftover tail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 x{2^{n+1}}\to0$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keep track of where the index starts.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$\lim_{u,v\to L}\frac{e^u-e^v}{u-v}=e^L$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(Mean Value Theorem),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$e^u-e^v=e^v\left(e^{u-v}-1\right)$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greatest integer less than or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least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["/>
                                <m:sepChr m:val=""/>
                                <m:endChr m:val="]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begChr m:val="["/>
                                <m:sepChr m:val=""/>
                                <m:endChr m:val="]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begChr m:val="["/>
                                <m:sepChr m:val=""/>
                                <m:endChr m:val="]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["/>
                                <m:sepChr m:val=""/>
                                <m:endChr m:val="]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begChr m:val="["/>
                                <m:sepChr m:val=""/>
                                <m:endChr m:val="]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begChr m:val="["/>
                                <m:sepChr m:val=""/>
                                <m:endChr m:val="]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9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d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greatest integer less than or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least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$\lim_{x\to0^+}\left(x\left(\left[\frac1x\right]+\left[\frac2x\right]+\dots+\left[\frac px\right]\right)-x^2\left(\left[\frac1{x^2}\right]+\left[\frac{2^2}{x^2}\right]+\dots+\left[\frac{9^2}{x^2}\right]\right)\right)\ge1$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57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Limits involving the greatest integer function, Quadratic inequalities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each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limit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$y-1&lt;[y]\le 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each term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$x\left[\frac kx\right]\to 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limit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$\frac{p(p+1)}2-\sum_{k=1}^9k^2$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floor in the sums.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sum,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Adding,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this term tends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$y-1&lt;[y]\le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floor in the sums.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sum,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$k=1,\dots,p$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kx-1&lt;\left[\frac kx\right]\le\frac kx$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Adding,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$\frac{p(p+1)}{2x}-p&lt;\sum_{k=1}^p\left[\frac kx\right]\le\frac{p(p+1)}{2x}$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$\frac{p(p+1)}2-px&lt;x\sum_{k=1}^p\left[\frac kx\right]\le\frac{p(p+1)}2$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this term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$\frac{p(p+1)}2$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sum,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Multiply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add: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tends to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limit equals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limit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reads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sum,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$k=1,\dots,9$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$\frac{k^2}{x^2}-1&lt;\left[\frac{k^2}{x^2}\right]\le\frac{k^2}{x^2}$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add: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k^2-9x^2&lt;x^2\sum\left[\frac{k^2}{x^2}\right]\le\sum 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$\sum_{k=1}^9k^2=\frac{9\cdot10\cdot19}6=285$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limit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$\frac{p(p+1)}2-285$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$\frac{p(p+1)}2\ge286$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$p^2+p-572\ge0$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572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2289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47.84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23.42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24.42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23.42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natural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least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$p=\frac{-1\pm\sqrt{1+4\cdot572}}2=\frac{-1\pm\sqrt{2289}}2\approx\frac{-1\pm47.84}2$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$p\approx23.42$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$p\approx-24.42$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$p\ge23.42$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natural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least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$276-285=-9&lt;1$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$300-285=15\ge1$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Evaluate each term separately: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add the finitely many limits.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Evaluate each term separately: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$\lim_{x\to0^+}x\left[\frac cx\right]=c$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add the finitely many limits.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Likewise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$\left[y\right]=y-\{y\}$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$0\le\{y\}&lt;1$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$x\left[\frac kx\right]=k-x\left\{\frac kx\right\}\to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x\{\cdot\}&lt;x$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Likewise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$x^2\left[\frac{k^2}{x^2}\right]=k^2-x^2\left\{\frac{k^2}{x^2}\right\}\to 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sums are finite, so the limit of the sum is the sum of the limits: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23.42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 (Numerical check: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expression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sums are finite, so the limit of the sum is the sum of the limits: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$\sum_{k=1}^pk-\sum_{k=1}^9k^2=\frac{p(p+1)}2-285$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$\frac{p(p+1)}2-285\ge1$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$p\ge23.42$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 (Numerical check: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$x=10^{-4}$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expression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error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below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finite sum of limits is the limit of the sum, so floor-sums collapse to ordinary sums: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find the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solve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round the positive root up.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$\lim_{x\to0^+}x\left[\frac cx\right]=c$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$\lim_{x\to0^+}x^2\left[\frac c{x^2}\right]=c$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error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$x\{\cdot\}$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below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finite sum of limits is the limit of the sum, so floor-sums collapse to ordinary sums: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$\sum_{k=1}^pk=\frac{p(p+1)}2$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$\sum_{k=1}^nk^2=\frac{n(n+1)(2n+1)}6$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$\lim_{x\to\infty}\frac{[x]}x=1$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$\lim_{x\to0^+}x\left[\frac1x\right]=1$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find the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$\frac{p(p+1)}2\ge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solve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$p^2+p-2N=0$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round the positive root up.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$\lim_{x\to1}\frac{(5x+1)^{\frac13}-(x+5)^{\frac13}}{(2x+3)^{\frac12}-(x+4)^{\frac12}}=\frac{m\sqrt5}{n(2n)^{\frac23}}$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$\gcd(m,n)=1$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$8m+12n$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474212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Limits by L'Hôpital's rule (derivative form)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numerator and denominator vanish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(all four bases equal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the limit is the ratio of derivatives there.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numerator and denominator vanish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(all four bases equal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the limit is the ratio of derivatives there.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numerator and denominator are 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form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use L'Hôpital's rule.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sup>
                        </m:sSup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sup>
                        </m:sSup>
                      </m:num>
                      <m:den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$5x+1=x+5=6$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$2x+3=x+4=5$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numerator and denominator are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form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use L'Hôpital's rule.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$\ell=\lim\frac{\frac13\cdot5(5x+1)^{-\frac23}-\frac13(x+5)^{-\frac23}}{\frac12\cdot2(2x+3)^{-\frac12}-\frac12(x+4)^{-\frac12}}$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$\ell=\frac{\left(\frac53-\frac13\right)6^{-\frac23}}{\left(1-\frac12\right)5^{-\frac12}}$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Simplify: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sup>
                        </m:sSup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taking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denominator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Simplify: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$\ell=\frac{\frac43\cdot6^{-\frac23}}{\frac12\cdot5^{-\frac12}}=\frac83\cdot\frac{5^{\frac12}}{6^{\frac23}}=\frac{8\sqrt5}{3\cdot6^{\frac23}}$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$\frac{m\sqrt5}{n(2n)^{\frac23}}$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taking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$(2n)^{\frac23}=6^{\frac23}$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$3\cdot6^{\frac23}$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$\gcd(8,3)=1$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$8m+12n=64+36=100$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100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linearise each power with the binomial approximation.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$x=1+h$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linearise each power with the binomial approximation.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$x=1+h$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$5x+1=6+5h$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$x+5=6+h$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$2x+3=5+2h$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$x+4=5+h$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$(6+5h)^{\frac13}-(6+h)^{\frac13}\approx6^{\frac13}\left[\left(1+\frac{5h}{18}\right)-\left(1+\frac h{18}\right)\right]=\frac{2\cdot6^{\frac13}}9h$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ratio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 same value,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$(5+2h)^{\frac12}-(5+h)^{\frac12}\approx\sqrt5\left[\left(1+\frac h5\right)-\left(1+\frac h{10}\right)\right]=\frac{\sqrt5}{10}h$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ratio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$\frac{2\cdot6^{\frac13}}9\cdot\frac{10}{\sqrt5}=\frac{4\sqrt5\cdot6^{\frac13}}9=\frac{8\sqrt5}{3\cdot6^{\frac23}}$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$6^{\frac13}=\frac{6}{6^{\frac23}}$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 same value,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$8m+12n=100$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100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two such powers with the same base value differ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(L'Hôpital, or the definition of the derivative).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read off integers from a form such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match the irrational parts first: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shows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check: the quotient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1.80587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equal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$(a+h)^r\approx a^r\left(1+\frac{rh}a\right)$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two such powers with the same base value differ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$\approx ra^{r-1}(h_1-h_2)$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$g(c)=h(c)=0$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$h'(c)\ne0$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 c}\frac{g(x)}{h(x)}=\frac{g'(c)}{h'(c)}$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(L'Hôpital, or the definition of the derivative).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read off integers from a form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$\frac{m\sqrt5}{n(2n)^{2/3}}$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match the irrational parts first: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$6^{2/3}$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$2n=6$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check: the quotient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$x=1+10^{-8}$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$1.80587$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$\frac{8\sqrt5}{3\cdot6^{2/3}}$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root of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root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$2x^2+x-2=0$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$\lim_{x\to\frac1a}\frac{16\left(1-\cos\left(2+x-2x^2\right)\right)}{(1-ax)^2}=\alpha+\beta\sqrt{17}$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$\alpha,\beta\in\mathbb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73633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Roots of a quadratic equation, Limits involving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73633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Roots of a quadratic equation, Limits involving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$1-\cos$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vanishes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the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$2+x-2x^2$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vanishes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$x=\frac1a$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$1-\cos\theta=2\sin^2\frac\theta2\approx\frac{\theta^2}2$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the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$x-\frac1a$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other root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factor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expression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$2x^2+x-2=0$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$x=\frac{-1\pm\sqrt{17}}4$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$a=\frac{\sqrt{17}-1}4$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other root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$-\frac{\sqrt{17}+1}4$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$2+\frac1a-\frac2{a^2}=\frac{2a^2+a-2}{a^2}=0$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$\theta=2+x-2x^2$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$\left(x-\frac1a\right)$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$2+x-2x^2=-2\left(x-\frac1a\right)\left(x+\frac4{\sqrt{17}+1}\right)$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$1-\cos\theta=2\sin^2\frac\theta2$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$(1-ax)^2=a^2\left(x-\frac1a\right)^2$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$\frac{32\sin^2\left(\frac\theta2\right)}{a^2\left(x-\frac1a\right)^2}$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expression tends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17</m:t>
                                    </m:r>
                                  </m:e>
                                </m:rad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136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$\frac\theta2=-\left(x-\frac1a\right)\left(x+\frac4{\sqrt{17}+1}\right)\to0$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$\sin\frac\theta2\sim\frac\theta2$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expression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$\frac{32}{a^2}\left(x+\frac4{\sqrt{17}+1}\right)^2$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$x=\frac1a=\frac4{\sqrt{17}-1}$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$\frac1a+\frac4{\sqrt{17}+1}=\frac4{\sqrt{17}-1}+\frac4{\sqrt{17}+1}=\frac{4\cdot2\sqrt{17}}{16}=\frac{\sqrt{17}}2$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$\frac{32}{a^2}\cdot\frac{17}4=\frac{136}{a^2}$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17</m:t>
                                    </m:r>
                                  </m:e>
                                </m:rad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$\frac1{a^2}=\left(\frac{\sqrt{17}+1}4\right)^2=\frac{18+2\sqrt{17}}{16}=\frac{9+\sqrt{17}}8$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$17\left(9+\sqrt{17}\right)=153+17\sqrt{17}$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$\alpha=153$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$\alpha+\beta=170$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170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function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$\theta(x)=2+x-2x^2$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function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$\theta\left(\frac1a\right)=0$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$1-\cos\theta\approx\frac12\theta'\left(\frac1a\right)^2\left(x-\frac1a\right)^2$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limit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$\theta(x)=2+x-2x^2$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$\theta\left(\frac1a\right)=0$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$2a^2+a-2=0$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$\theta'(x)=1-4x$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$\theta\approx\theta'\left(\frac1a\right)\left(x-\frac1a\right)$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$1-\cos\theta\approx\frac{\theta^2}2$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$(1-ax)^2=a^2\left(x-\frac1a\right)^2$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$\frac{16\cdot\frac12\,\theta'\left(\frac1a\right)^2}{a^2}=\frac{8\,\theta'\left(\frac1a\right)^2}{a^2}$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square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limit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136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$\frac1a=\frac{\sqrt{17}+1}4$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$\theta'\left(\frac1a\right)=1-\left(\sqrt{17}+1\right)=-\sqrt{17}$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square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$\frac{136}{a^2}=17\left(9+\sqrt{17}\right)$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$\alpha+\beta=153+17=170$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170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quadratic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product of the roots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reciprocal of the positive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minus the other root; 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no surd arithmetic is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integers by rationalising: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1088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1088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</m:e>
                            </m:rad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$g(c)=0$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 c}\frac{1-\cos g(x)}{(x-c)^2}=\frac{g'(c)^2}2$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quadratic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$2x^2+x-2=0$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product of the roots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reciprocal of the positive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minus the other root;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$2x^2-x-2=0$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$2a^2+a-2=0$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$\frac1a-a=\frac12$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$\left(\frac1a+a\right)^2=\frac14+4=\frac{17}4$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no surd arithmetic is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$\alpha+\beta\sqrt{17}$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integers by rationalising: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$\frac{1088}{9-\sqrt{17}}=\frac{1088\left(9+\sqrt{17}\right)}{64}=17\left(9+\sqrt{17}\right)$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tan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rad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rad>
                              </m:sup>
                            </m:sSup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the quadratic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$\alpha=\lim_{x\to0^+}\left(\frac{e^{\sqrt{\tan x}}-e^{\sqrt x}}{\sqrt{\tan x}-\sqrt x}\right)$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$\beta=\lim_{x\to0}(1+\sin x)^{\frac12\cot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the quadratic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$ax^2+bx-\sqrt e=0$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$12\log_e(a+b)$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736339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Exponential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limits, Quadratic equation (sum and product of roots)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736339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Exponential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limits, Quadratic equation (sum and product of roots)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Evaluate the two limits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then read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product and sum of the roots.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Evaluate the two limits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$\beta=\sqrt e$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then read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product and sum of the roots.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tan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rad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rad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(factor out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of the form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s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sup>
                            </m:sSup>
                          </m:e>
                        </m:d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$\alpha=\lim\frac{e^{\sqrt x}\left(e^{\sqrt{\tan x}-\sqrt x}-1\right)}{\sqrt{\tan x}-\sqrt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(factor 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$e^{\sqrt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$\sqrt{\tan x}-\sqrt 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$\frac{e^u-1}u\to1$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$e^{\sqrt x}\to1$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$\beta=\lim\left[(1+\sin x)^{\frac1{\sin x}}\right]^{\frac12\sin x\cot x}=e^{\lim\frac12\cos x}=e^{\frac12}=\sqrt 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roots: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while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equals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roots: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roots: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$\alpha\beta=\sqrt 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while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$ax^2+bx-\sqrt e=0$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$\frac{-\sqrt e}a$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$\frac{-\sqrt e}a=\sqrt 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roots: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$\alpha+\beta=1+\sqrt e=-\frac ba=b$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$b=1+\sqrt 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$a+b=-1+1+\sqrt e=\sqrt e=e^{\frac12}$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$12\log_e(a+b)=12\cdot\frac12=6$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Mean Value Theorem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logarithm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factored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the quadratic.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Mean Value Theorem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logarithm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factored form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$a(x-1)(x-\sqrt e)$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the quadratic.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by the Mean Value Theorem 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quotient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them; both tend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by the Mean Value Theorem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$\sqrt{\tan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quotient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$e^{c_x}$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them; both tend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$\alpha=e^0=1$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$\ln\beta=\lim\frac12\cot x\ln(1+\sin x)=\frac12\lim\cos x\cdot\frac{\ln(1+\sin x)}{\sin x}=\frac12\cdot1\cdot1$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$\beta=\sqrt 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$ax^2+bx-\sqrt e=a(x-1)(x-\sqrt e)$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Constant term: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Coefficient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Constant term: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$a\sqrt e=-\sqrt 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$b=-a\left(1+\sqrt e\right)=1+\sqrt 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$a+b=\sqrt 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$12\ln\sqrt e=6$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(Mean Value Theorem); also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two engines behind most such limits.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Quadratic from its roots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compare the constant term to fix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$\lim_{u,v\to L}\frac{e^u-e^v}{u-v}=e^L$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(Mean Value Theorem);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$e^u-e^v=e^v\left(e^{u-v}-1\right)$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 f^g=e^{\lim g(f-1)}$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$g(f-1)=\frac12\cot x\sin x=\frac12\cos x\to\frac12$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$\lim_{t\to0}\frac{\ln(1+t)}t=1$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$\lim_{t\to0}\frac{e^t-1}t=1$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two engines behind most such limits.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Quadratic from its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$r_1,r_2$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$ax^2+bx+c=a(x-r_1)(x-r_2)$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compare the constant term to fix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$b=-a(r_1+r_2)$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Q13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JEE Advanced default assumed: +4 per question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continuous function satisfying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 R\to\mathbb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continuous function satisfying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$f(2x)-f(x)=x$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$\lim_{n\to\infty}\left\{f(x)-f\left(\frac x{2^n}\right)\right\}=G(x)$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$\sum_{r=1}^{10}G\left(r^2\right)$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$540$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61968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Continuity and functional equations, Sum of squares of natural numbers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Halve the argument repeatedly and add: the differences telescope, and continuity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replaces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Halve the argument repeatedly and add: the differences telescope, and continuity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replaces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$f\left(\frac x{2^n}\right)$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Replacing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Replacing again: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so on up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this chain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middle terms cancel: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$f(2x)-f(x)=x$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Replacing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$f(x)-f\left(\frac x2\right)=\frac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Replacing again: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 x2\right)-f\left(\frac x{2^2}\right)=\frac x{2^2}$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so on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 x{2^{n-1}}\right)-f\left(\frac x{2^n}\right)=\frac x{2^n}$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this chain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$f(2x)-f(x)=x$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middle terms cancel: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$f(2x)-f\left(\frac x{2^n}\right)=x\left(1+\frac12+\frac1{2^2}+\dots+\frac1{2^n}\right)$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By continuity,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By continuity,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 x{2^n}\right)\to f(0)=1$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$f(2x)-1=x\cdot\frac1{1-\frac12}=2x$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$f(2x)=2x+1$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$G(x)=\lim\left\{f(x)-f\left(\frac x{2^n}\right)\right\}=f(x)-f(0)=x+1-1=x$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$G\left(r^2\right)=r^2$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$\sum_{r=1}^{10}G\left(r^2\right)=1^2+2^2+\dots+10^2$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$=\frac{n(n+1)(2n+1)}6$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$\frac{10\cdot11\cdot21}6=5\cdot77=385$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385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Guess the linear solution, then prove it is the only continuous one by studying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Guess the linear solution, then prove it is the only continuous one by studying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$g(x)=f(x)-x-1$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satisfies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$g(2x)=g(x)$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Uniqueness: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$f(x)=cx+d$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$f(2x)-f(x)=cx=x$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Uniqueness: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$g(x)=f(x)-x-1$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$g(2x)-g(x)=\left[f(2x)-f(x)\right]-x=0$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$g(2x)=g(x)$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$g(x)=g\left(\frac x{2^n}\right)\to g(0)=0$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$g\equiv0$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$G(x)=f(x)-f(0)=x$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$\sum_{r=1}^{10}r^2=385$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385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the series converges;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Homogeneous case: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the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(repeat halving).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Standard sums: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$f(2x)-f(x)=h(x)$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$f(x)=f(0)+\sum_{k\ge1}h\left(\frac x{2^k}\right)$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the series converges;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$f(x)=f(0)+x$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Homogeneous case: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$g(2x)=g(x)$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the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(repeat halving).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Standard sums: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$\sum_{r=1}^nr=\frac{n(n+1)}2$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r^2=\frac{n(n+1)(2n+1)}6$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r^3=\left(\frac{n(n+1)}2\right)^2$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foot of the perpendicular from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line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acc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acc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intersect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foot of the perpendicular from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$L:\frac{x-1}1=\frac{y+1}{-1}=\frac{z-2}2$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r=\left(-\hat i+\hat j-2\hat k\right)+\lambda\left(\hat i-\hat j+\hat k\right)$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intersect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$2(PQ)^2$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$29$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8142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Foot of perpendicular and intersection of lines in 3D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a general 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impose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equate coordinates with the second line to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a general point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impose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$\overrightarrow{AP}\perp$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equate coordinates with the second line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direction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general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second line has general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Equate with a 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$A=(1,2,2)$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$\frac{x-1}1=\frac{y+1}{-1}=\frac{z-2}2=\mu$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d=(1,-1,2)$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general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$P(\mu+1,\,-\mu-1,\,2\mu+2)$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$\overrightarrow{AP}=(\mu,\,-\mu-3,\,2\mu)$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$\overrightarrow{AP}\cdot\vec 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$\mu+(\mu+3)+4\mu=0$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$6\mu+3=0$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$P=\left(\frac12,-\frac12,1\right)$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second line has general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$(-1+\lambda,\,1-\lambda,\,-2+\lambda)$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Equate with a 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$\mu+1=-1+\lambda$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$\;-\mu-1=1-\lambda$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$\;2\mu+2=-2+\lambda$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Substituting in the third: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second equation is then satisfied).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$\mu=\lambda-2$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Substituting in the third: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$2(\lambda-2)+2=-2+\lambda$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second equation is then satisfied).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$Q=(-1,\,1,\,-2)$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$PQ^2=\left(\frac12+1\right)^2+\left(-\frac12-1\right)^2+(1+2)^2=\frac94+\frac94+9=\frac{54}4$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$2(PQ)^2=2\cdot\frac{54}4=27$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27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right-angled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component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never has to be found.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$\triangle APQ$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right-angled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component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$\overrightarrow{AQ}$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along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never has to be found.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intersection of the two lines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projection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$Q=(-1,1,-2)$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intersection of the two lines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$AP\perp 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$Q\in 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projection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d=(1,-1,2)$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$\overrightarrow{AQ}=(-2,-1,-4)$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$\overrightarrow{AQ}\cdot\vec d=-2+1-8=-9$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d|^2=6$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$PQ=\frac{|-9|}{\sqrt6}$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$PQ^2=\frac{81}6=\frac{27}2$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$2(PQ)^2=27$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27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Foot of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direction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line,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</m:acc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acc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13.5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intersect two lines, equate coordinates: solve two of the three equations and verify the third.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Foot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$P=B+\frac{(A-B)\cdot\vec d}{|\vec d|^2}\vec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line,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$PQ=\frac{\left|\overrightarrow{AQ}\cdot\vec d\right|}{|\vec d|}$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$AQ^2=AP^2+PQ^2$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$21=7.5+13.5$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intersect two lines, equate coordinates: solve two of the three equations and verify the third.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straight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 through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be perpendicular to the lines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-plane at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distance between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straight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$P(2,-1,3)$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be perpendicular to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$\frac{x-1}2=\frac{y+1}1=\frac{z-3}{-2}$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$\frac{x-3}1=\frac{y-2}3=\frac{z+2}4$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-plane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distance between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$\sqrt{10}$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9115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 perpendicular to two lines and its intersection with a coordinate plane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direction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cross product of the two direction vectors;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where 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-coordinate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direction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cross product of the two direction vectors;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where its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-coordinate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acc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direction ratios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general point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$=(2,1,-2)\times(1,3,4)=\left|\begin{matrix}\hat i&amp;\hat j&amp;\hat k\\2&amp;1&amp;-2\\1&amp;3&amp;4\end{matrix}\right|=10\hat i-10\hat j+5\hat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$5\left(2\hat i-2\hat j+\hat k\right)$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direction ratios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$(2,-2,1)$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$L:\frac{x-2}2=\frac{y+1}{-2}=\frac{z-3}1=\lambda$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general 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$Q(2\lambda+2,\,-2\lambda-1,\,\lambda+3)$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-plane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-plane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$2\lambda+2=0$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$Q=(0,1,2)$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$PQ=\sqrt{(2-0)^2+(-1-1)^2+(3-2)^2}=\sqrt{4+4+1}=3$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direction cosines: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units from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-plane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an angle with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whose cosine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direction cosines: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units from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-plane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an angle with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whose cosine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$\frac23$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Direction ratios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length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direction cosines are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Moving a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-coordinate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Direction ratios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$(2,-2,1)$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$\sqrt{4+4+1}=3$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direction cosines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$\left(\frac23,-\frac23,\frac13\right)$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Moving a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-coordinate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 magnitude)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$\frac23s=2$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 magnitude)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direction perpendicular to two lines is the cross product of their direction vectors; scale out common factors.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meets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-planes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respectively: solve for the parameter, then substitute.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Moving along a line to change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-coordinate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length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-direction cosine.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integer quadruples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 often in such questions.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direction perpendicular to two lines is the cross product of their direction vectors; scale out common factors.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meets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-planes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respectively: solve for the parameter, then substitute.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Moving along a line to change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-coordinate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$\frac{|\Delta|}{|l|}$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-direction cosine.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$(2,-2,1)$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$4+4+1=9$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integer quadruples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$(1,2,2,3)$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$(2,3,6,7)$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 often in such questions.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 the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the equations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infinitely many solutions. Then the value of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β</m:t>
                                </m:r>
                              </m:sup>
                            </m:sSup>
                          </m:e>
                        </m:d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$\alpha\ne\beta$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 the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the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$x+2y+4z=m$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$x+4y+10z=m^2$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infinitely many solutions.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$\sum_{n=1}^{10}\left(n^\alpha+n^\beta\right)$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$3410$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$560$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Consistency of a system of linear equations, Sum of powers of natural numbers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here, so infinitely many solutions need consistency: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gives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$\Delta=0$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here, so infinitely many solutions need consistency: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$\Delta_x=0$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gives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determinant: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infinitely many solutions we need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rows are not proportional, so the rank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the system is consistent).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determinant: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$\Delta=\left|\begin{matrix}1&amp;1&amp;1\\1&amp;2&amp;4\\1&amp;4&amp;10\end{matrix}\right|=1(20-16)-1(10-4)+1(4-2)$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$\Delta=4-6+2=0$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infinitely many solutions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$\Delta_x=\Delta_y=\Delta_z=0$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rows are not proportional, so the rank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the system is consistent).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$\Delta_x=\left|\begin{matrix}1&amp;1&amp;1\\m&amp;2&amp;4\\m^2&amp;4&amp;10\end{matrix}\right|=4-\left(10m-4m^2\right)+\left(4m-2m^2\right)=2m^2-6m+4$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Setting it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β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Setting it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$m^2-3m+2=0$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$\sum_{n=1}^{10}\left(n^\alpha+n^\beta\right)=\sum n+\sum n^2=\frac{10\cdot11}2+\frac{10\cdot11\cdot21}6$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$=55+385=440$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440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Eliminate: the third equation is a combination of the first two, so the right-hand sides must obey the same combination.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 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system is consistent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two independent equations in three unknowns give infinitely many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$E_2-E_1$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$y+3z=m-1$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$\;E_3-E_1$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$3y+9z=m^2-1$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$(E_3-E_1)-3(E_2-E_1)$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$0=m^2-1-3(m-1)=m^2-3m+2$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system is consistent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two independent equations in three unknowns give infinitely many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$55+385=440$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440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Spot the row relation: 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right-hand sides must satisfy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avoids computing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system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either no solution or infinitely many; it is the second case iff it is consistent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rank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Spot the row relation: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$R_3=3R_2-2R_1$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right-hand sides must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$m^2=3m-2\cdot1$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avoids computing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$\Delta_x,\Delta_y,\Delta_z$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system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either no solution or infinitely many; it is the second case iff it is consistent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$\operatorname{rank}A=\operatorname{rank}[A|b]&lt;3$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$\sum_{n=1}^Nn=\frac{N(N+1)}2$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n^2=\frac{N(N+1)(2N+1)}6$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given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less than or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number of points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continuous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$f:[-1,2]\to\mathbb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given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$f(x)=2x^2+x+\left[x^2\right]-[x]$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less than or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number of points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continuous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Continuity of functions involving the greatest integer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List the points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integer, then compare one-sided limits and the value at each (only one side at the end-points).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List the points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integer, then compare one-sided limits and the value at each (only one side at the end-points).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break only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integer. Doubtful points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near these points,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part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discontinuous part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crosses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discontinuous at both.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$\left[x^2\right]$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break only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integer. Doubtful points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$x=-1,0,1,\sqrt2,\sqrt3,2$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near these points,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$f=\left(2x^2+x-[x]\right)+\left[x^2\right]$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part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discontinuous part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crosses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discontinuous at both.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(left end-point, only the right limit matters):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RHL: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discontinuous.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LHL: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discontinuous.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LHL (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RHL (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All equal: continuous.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(left end-point, only the right limit matters):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$f(-1)=2-1-(-1)+1=3$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RHL: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$x\to-1^+$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$x^2\to1^-$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$\left[x^2\right]=0$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$2-1+1+0=2\ne3$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discontinuous.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LHL: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$\left[x^2\right]=0$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$0+0+0-(-1)=1$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discontinuous.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LHL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$\left[x^2\right]=0$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$f(1)=2+1+1-1=3$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RHL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$\left[x^2\right]=1$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$2+1+1-1=3$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All equal: continuous.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 end-point): LHL: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continuous.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points of discontinuity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four points,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 end-point): LHL: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$x\to2^-$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$\left[x^2\right]=3$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$8+2+3-1=12$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$f(2)=8+2+4-2=12$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continuous.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points of discontinuity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$-1,\,0,\,\sqrt2,\,\sqrt3$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four points,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 jump: tabulate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each interval and compare the values around each breakpoint.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$h(x)=\left[x^2\right]-[x]$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 jump: tabulate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each interval and compare the values around each breakpoint.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polynomial part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exactly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polynomial part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exactly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$h(x)=\left[x^2\right]-[x]$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$1-(-1)=2$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$0-(-1)=1$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$[1,\sqrt2)$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$[\sqrt2,\sqrt3)$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$[\sqrt3,2)$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at the breakpoints: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vs right-hand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(jump);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(jump);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jump, both floors rise together);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(jump);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(jump);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jump).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Four discontinuities. Same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at the breakpoints: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vs right-hand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(jump);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(jump);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jump, both floors rise together);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(jump);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$1\to2$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(jump);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jump).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Four discontinuities. Same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discontinuous only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an integer value: solve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list the candidates first.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difference of floors such as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cancel jumps: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rise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 jump;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above),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drops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an end-point of the domain only the one-sided limit has to match the value.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 an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right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from the left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above or below, decide the side from the monotonicity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(increasing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decreasing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$[g(x)]$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discontinuous only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an integer value: solve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list the candidates first.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difference of floors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$\left[x^2\right]-[x]$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cancel jumps: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rise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 jump;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above),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drops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an end-point of the domain only the one-sided limit has to match the value.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 an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right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from the left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$[x^2]$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$x^2\to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above or below, decide the side from the monotonicity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(increasing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decreasing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tan</m:t>
                                  </m:r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tan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e>
                                          <m: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p>
                                          <m: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sSup>
                                        <m:e>
                                          <m: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rad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</m:rad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 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rad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continuous function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$f(x)=\begin{cases}\frac{\tan\left((a+1)x\right)+b\tan x}x,&amp;x&lt;0\\3,&amp;x=0\\\frac{\sqrt{ax+b^2x^2}-\sqrt{ax}}{b\sqrt a\,x\sqrt x},&amp;x&gt;0\end{cases}$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continuous function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8142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Continuity at a point of a piecewise function, Limits of surds and tangent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Continuity gives two equations: the right limit fixes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left limit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Continuity gives two equations: the right limit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 ba$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left limit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$a+b$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side: multiply by the conjugate: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</m:e>
                        </m: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rad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Cancel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rad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rad>
                          </m:e>
                        </m: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$\lim_{x\to0^+}f=\lim_{x\to0^-}f=f(0)=3$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side: multiply by the conjugate: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$\frac{\left(ax+b^2x^2\right)-ax}{b\sqrt a\,x^{\frac32}\left(\sqrt{ax+b^2x^2}+\sqrt{ax}\right)}=\frac{b^2x^2}{b\sqrt a\,x^{\frac32}\cdot\sqrt x\left(\sqrt{a+b^2x}+\sqrt a\right)}$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Cancel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$\frac{b}{\sqrt a\left(\sqrt{a+b^2x}+\sqrt a\right)}\to\frac b{\sqrt a\cdot2\sqrt a}=\frac b{2a}$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b{2a}=3$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ba=6$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$\;\dots(1)$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side: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 and 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positive, as required).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side: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$\frac{\tan((a+1)x)+b\tan x}x=(a+1)\frac{\tan((a+1)x)}{(a+1)x}+b\frac{\tan x}x\to a+1+b$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$a+1+b=3$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$\;\dots(2)$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 and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$a+6a=2$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$b=\frac{12}7$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positive, as required).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ba=6$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Linearise instead of rationalising: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Linearise instead of rationalising: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$\sqrt{1+u}\approx1+\frac u2$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$u=\frac{b^2x}a$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numerator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dividing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$\sqrt{ax+b^2x^2}=\sqrt{ax}\sqrt{1+\frac{b^2x}a}\approx\sqrt{ax}\left(1+\frac{b^2x}{2a}\right)$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numerator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$\approx\sqrt{ax}\cdot\frac{b^2x}{2a}$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dividing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$b\sqrt a\,x\sqrt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$\frac{b^2\sqrt a\,x\sqrt x}{2a\,b\sqrt a\,x\sqrt x}=\frac b{2a}$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t\approx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$\frac{(a+1)x+bx}x=a+1+b$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b{2a}=3$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ba=6$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of a piecewise function at the junction: set LHL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RHL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value; each equality is one equation, which usually fixes the unknown parameters.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small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verify that the solved parameters satisfy the stated conditions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of a piecewise function at the junction: set LHL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RHL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value; each equality is one equation, which usually fixes the unknown parameters.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$\lim_{x\to0}\frac{\tan kx}x=k$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$\sqrt{A^2+h}-A\approx\frac h{2A}$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small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verify that the solved parameters satisfy the stated conditions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e>
                                          <m: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d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d>
                                    <m:dPr>
                                      <m:begChr m:val="|"/>
                                      <m:sepChr m:val=""/>
                                      <m:endChr m:val="|"/>
                                      <m:grow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e>
                                          <m: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e>
                                  </m:d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f>
                                    <m:fPr>
                                      <m:type m:val="bar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num>
                                    <m:den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[</m:t>
                                      </m:r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]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less than or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set of all ordered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number of elements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Infinitely many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$f(x)=\begin{cases}\frac{a\left(7x-12-x^2\right)}{b\left|x^2-7x+12\right|},&amp;x&lt;3\\2^{\frac{\sin(x-3)}{x-[x]}},&amp;x&gt;3\\b,&amp;x=3\end{cases}$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less than or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set of all ordered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number of elements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Infinitely many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Continuity at a point with modulus and greatest integer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Resolve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its sign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note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just to the right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Resolve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$|x^2-7x+12|$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its sign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$x&lt;3$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note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$x-[x]=x-3$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just to the right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requires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requires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$f\left(3^-\right)=f\left(3^+\right)=f(3)$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close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$7x-12-x^2=-(x-3)(x-4)$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$x^2-7x+12=(x-3)(x-4)&gt;0$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$\left|x^2-7x+12\right|=(x-3)(x-4)$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$f(x)=\frac{-a(x-3)(x-4)}{b(x-3)(x-4)}=-\frac 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$f\left(3^-\right)=-\frac 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close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$x-[x]=x-3$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$f(x)=2^{\frac{\sin(x-3)}{x-3}}$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$f\left(3^+\right)=2^1=2$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Equating: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Exactly one ordered pair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 ab=2=b$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Exactly one ordered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$(a,b)=(-4,2)$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Just above an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just below: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Remove a modulus by the sign of the inside near the point: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positive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negative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cancel common vanishing factors before taking limits.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solutions of a continuity condition: compare the number of independent equations with the number of unknowns (two equations, two unknowns here, hence one pair).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Just above an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$x-[x]=x-n\to0^+$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just below: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$x-[x]\to1^-$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Remove a modulus by the sign of the inside near the point: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$(x-3)(x-4)$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positive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negative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$\lim_{t\to0}\frac{\sin t}t=1$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cancel common vanishing factors before taking limits.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solutions of a continuity condition: compare the number of independent equations with the number of unknowns (two equations, two unknowns here, hence one pair).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068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 𝑎𝑛𝑑 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but not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and differentiable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continuous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neither continuous nor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068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$f:(0,2)\to\mathbb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 x2+\frac2x$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$g(x)=\begin{cases}\min\{f(t)\},&amp;0&lt;t\le x\text{ and }0&lt;x\le1\\\frac32+x,&amp;1&lt;x&lt;2\end{cases}$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but not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and differentiable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$x\in(0,2)$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continuous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$x\in(0,2)$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neither continuous nor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Continuity and differentiability of a function defined through a minimum, Monotonicity of a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decreasing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running minimum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itself; then compare values and one-sided slopes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decreasing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running minimum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itself; then compare values and one-sided slopes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 x2+\frac2x$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$f'(x)=\frac12-\frac2{x^2}=\frac{x^2-4}{2x^2}$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$x^2-4&lt;0$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decreasing, the minimum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attained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(and, each piece being continuous, on all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decreasing, the minimum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$0&lt;t\le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attained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$\min\{f(t)\}=f(x)$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$g(x)=\frac32+x$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$g(1)=f(1)=\frac12+\frac21=\frac52$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$g\left(1^+\right)=\frac32+1=\frac52$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(and, each piece being continuous, on all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one-sided derivatives differ,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continuous but not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$g'(x)=f'(x)$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$g'\left(1^-\right)=f'(1)=\frac{1-4}2=-\frac32$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$g'\left(1^+\right)=1$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one-sided derivatives differ,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continuous but not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Show monotonicity algebraically: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Show monotonicity algebraically: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$0&lt;s&lt;t&lt;2$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$f(s)-f(t)=\frac{(t-s)(4-st)}{2st}&gt;0$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positive,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derivative needed).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$0&lt;s&lt;t&lt;2$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$f(s)-f(t)=\frac{s-t}2+\frac2s-\frac2t=\frac{s-t}2+\frac{2(t-s)}{st}=\frac{(t-s)(4-st)}{2st}$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$st&lt;4$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positive,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derivative needed).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slope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right piece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Values agree (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but slopes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corner. Continuous, not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slope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$s=1-h$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$f(1)-f(1-h)=-\frac{h(3+h)}{2(1-h)}$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$\frac{f(1)-f(1-h)}h\to-\frac32$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right piece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Values agree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but slopes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$-\frac32\ne1$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corner. Continuous, not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decreasing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increasing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minimum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infimum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running minimum of a continuous function is continuous.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AM-GM: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function is strictly decreasing toward its minimum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right end.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 values but different one-sided derivatives at a point means a corner: continuous, not differentiable.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pieces joining at a point have equal values, continuity is automatic; derivatives need separate comparison.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decreasing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$\min_{0&lt;t\le x}f(t)=f(x)$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increasing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minimum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infimum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running minimum of a continuous function is continuous.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AM-GM: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x2+\frac2x\ge2$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function is strictly decreasing toward its minimum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right end.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 values but different one-sided derivatives at a point means a corner: continuous, not differentiable.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pieces joining at a point have equal values, continuity is automatic; derivatives need separate comparison.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2.10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2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14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4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80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01 Limits, Continuity and 3D Geometry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2.10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