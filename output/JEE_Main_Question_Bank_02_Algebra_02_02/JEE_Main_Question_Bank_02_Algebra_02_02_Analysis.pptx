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1.0</c:v>
                </c:pt>
                <c:pt idx="1">
                  <c:v>2.0</c:v>
                </c:pt>
                <c:pt idx="2">
                  <c:v>2.0</c:v>
                </c:pt>
                <c:pt idx="3">
                  <c:v>2.0</c:v>
                </c:pt>
                <c:pt idx="4">
                  <c:v>2.0</c:v>
                </c:pt>
                <c:pt idx="5">
                  <c:v>1.0</c:v>
                </c:pt>
                <c:pt idx="6">
                  <c:v>1.0</c:v>
                </c:pt>
                <c:pt idx="7">
                  <c:v>2.0</c:v>
                </c:pt>
                <c:pt idx="8">
                  <c:v>1.0</c:v>
                </c:pt>
                <c:pt idx="9">
                  <c:v>2.0</c:v>
                </c:pt>
                <c:pt idx="10">
                  <c:v>3.0</c:v>
                </c:pt>
                <c:pt idx="11">
                  <c:v>3.0</c:v>
                </c:pt>
                <c:pt idx="12">
                  <c:v>2.0</c:v>
                </c:pt>
                <c:pt idx="13">
                  <c:v>3.0</c:v>
                </c:pt>
                <c:pt idx="14">
                  <c:v>1.0</c:v>
                </c:pt>
                <c:pt idx="15">
                  <c:v>2.0</c:v>
                </c:pt>
                <c:pt idx="16">
                  <c:v>2.0</c:v>
                </c:pt>
                <c:pt idx="17">
                  <c:v>1.0</c:v>
                </c:pt>
                <c:pt idx="18">
                  <c:v>1.0</c:v>
                </c:pt>
                <c:pt idx="19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numerator as $P(B)=\left(\frac14\right)^4$; it is $\left(\frac12\right)^4=\frac1{16}$ (each child is a girl with probability $\frac12$). The PDF's later lines ($\frac{1}{16-1-4}$) already use $\frac1{16}$, so the answer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only states the ellipse and the answer. The substitution $z=4e^{i\theta}$ that gives the ellipse, and the reason the axes ($\frac{17}{4}&gt;4&gt;\frac{15}{4}$) force exactly 4 crossings, were missing; added. The answer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$1016=0+(n-1)\times8\Rightarrow10=8n\Rightarrow n=128$; the middle line is wrong. Correct: $n-1=\frac{1016}{8}=127$, $n=128$. (The PDF also lists the first condition as $r=0,\dots,1016$; it is really the even $r$, which does not change the common set.)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stops at 'minimum $|z|=2\sqrt2$' and never compares the options or states the maximum; the last two steps (maximum 4, comparison of $\sqrt7$ with $\sqrt8$) were added.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Typos in the PDF: it writes $P(x\ge1)\ge\frac9{19}$ (should be $\frac9{10}$) and $1-P(x=1)$ (should be $1-P(x=0)$, the complement of 'at least one'). The following line ($1-{}^nC_0(\frac12)^n\ge\frac9{10}$) and the answer are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combined-class equation with $350^2$ on the left although $350$ is the variance (a typo; the quadratic $\alpha^2-40\alpha+300=0$ it reaches is right). It then rejects $\alpha=30$ as 'not possible' and computes only $500$, which contradicts its own key (B, D). $\alpha=30$ gives $\sigma_B=0$, which is admissible, and $\sigma_A^2+\sigma_B^2=900$; so both (B) and (D) are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ends at '${}^{2r+4}C_{r+1}=2$: Data Inconsistent' without saying why this is impossible; the reason (${}^NC_j=2$ only when $N=2$, but $2r+4\ge4$) was added. The 'Bonus' key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stops at '$y_1y_2=-x_1^2\Rightarrow$ opposite sign' without noting that $x_1\neq0$ (needed for the strict sign) and without showing that B and C actually occur; both points were added.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'(from (1) and (2)) $2\alpha+1=5$'; subtracting (1) from (2) gives $2\alpha+1=-5$ (so $\alpha=-3$). The PDF's next line $\alpha=-3$ and $b=6$ are right, so the answer is unchanged. It also never evaluates the options;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second case as $\frac{1-i}{1+i}=\frac{(1-i)^2}{1-i^2}=i$; it equals $-i$ (since $(1-i)^2=-2i$). Its next line '$\frac\alpha\beta=\pm i$' is consistent with $-i$, so the answer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jumps from the divisibility condition to the triples '(1, 2, 9), (0, 5, 7)' and a count of $3!\times3!+3!\times2\times2$ without showing why the two sums must both be 12 or why the second case is $3!\times2\times2$; these steps were added. The count 60 is right (brute force over all permutations gives 60).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02 Algebra 02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Questions 1–20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Q10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for a correct answer (assumed) · no negative marking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Assume that each born child is equally likely to be a boy or a girl. If two families have two children each, then the conditional probability that all children are girls given that at least two are girls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Assume that each born child is equally likely to be a boy or a girl. If two families have two children each, then the conditional probability that all children are girls given that at least two are girls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$\frac{1}{17}$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Conditional probability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All four girls lies inside "at least two girls",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All four girls lies inside "at least two girls",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$P(B\mid A)=\frac{P(B)}{P(A)}$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at least two of the four children are girls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all four children are girls.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at least two of the four children are girls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all four children are girls.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$P(B\mid A)=\frac{P(B\cap A)}{P(A)}=\frac{P(B)}{P(A)}$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$B\subset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$P(B)=\left(\frac12\right)^4=\frac1{16}$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$P(A)=1-{}^4C_0\left(\frac12\right)^4-{}^4C_1\left(\frac12\right)^4=1-\frac1{16}-\frac4{16}=\frac{11}{16}$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$P(B\mid A)=\frac{1/16}{11/16}=\frac{1}{16-1-4}=\frac1{11}$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$\frac{1}{11}$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Count equally likely outcomes directly in the reduced sample space: "at least two girls" leaves 11 outcomes.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children give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equally likely boy/girl strings.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strings with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girls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children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$2^4=16$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equally likely boy/girl strings.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strings with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girls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$\binom4k$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$1,4,6,4,1$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$k=0,\dots,4$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at least two girls, the possible strings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complement or probability formula needed).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one of them (all four girls) is favourable, so the probability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at least two girls, the possible strings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$6+4+1=11$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complement or probability formula needed).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one of them (all four girls) is favourable, so the probability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$\frac{1}{11}$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equally likely outcomes this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families with two children each are four independent children: the number of girls is Binomial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counts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"at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" count directly or by complement, whichever has fewer terms.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$B\subseteq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$P(B\mid A)=\frac{P(B)}{P(A)}$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equally likely outcomes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$\frac{n(B)}{n(A)}$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families with two children each are four independent children: the number of girls is Binomial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$\left(4,\frac12\right)$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counts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$1,4,6,4,1$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"at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" count directly or by complement, whichever has fewer terms.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${}^{n-1}C_r=(k^2-8)\,{}^nC_{r+1}$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$2\sqrt2&lt;k\le3$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$2\sqrt3&lt;k&lt;3\sqrt3$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$2\sqrt3&lt;k\le3\sqrt2$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$2\sqrt2&lt;k&lt;2\sqrt3$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binomial coefficients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identity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condition into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identity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${}^nC_{r+1}=\frac{n}{r+1}\,{}^{n-1}C_r$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condition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$k^2-8=\frac{r+1}{n}\in(0,1]$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${}^nC_{r+1}=\frac{n}{r+1}\,{}^{n-1}C_r$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${}^{n-1}C_r=(k^2-8)\frac{n}{r+1}\,{}^{n-1}C_r$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${}^{n-1}C_r\neq0$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r\le 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$k^2-8=\frac{r+1}{n}$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r+1\le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$0&lt;\frac{r+1}{n}\le1$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$0&lt;k^2-8\le1$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among the options, which list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is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$8&lt;k^2\le9$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$2\sqrt2&lt;k\le3$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$-3\le k&lt;-2\sqrt2$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among the options, which list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is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$2\sqrt2&lt;k\le3$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chance that a fixed person is on a random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-member committee.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$\frac{{}^{n-1}C_r}{{}^nC_{r+1}}$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chance that a fixed person is on a random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$(r+1)$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-member committee.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counts the committees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people chosen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people.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committees that contain one fixed person are counted by choosing the other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members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people: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every person is on the same fraction of committees, namely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counts the committees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people chosen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people.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committees that contain one fixed person are counted by choosing the other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members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people: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${}^{n-1}C_r$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every person is on the same fraction of committees, namely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$\frac{r+1}{n}$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$\frac{{}^{n-1}C_r}{{}^nC_{r+1}}=\frac{r+1}{n}$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says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fraction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$k^2-8=\frac{r+1}{n}$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fraction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$0&lt;\frac{r+1}{n}\le1$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$r+1=n$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$8&lt;k^2\le9$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$2\sqrt2&lt;k\le3$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$2\sqrt2&lt;k\le3$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Absorption identity: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Double counting: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number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-subsets containing a fixed element, so its share of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ratio is 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the half-open interval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Absorption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${}^nC_{r+1}=\frac{n}{r+1}\,{}^{n-1}C_r$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$r\,{}^nC_r=n\,{}^{n-1}C_{r-1}$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$n=5,r=2$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${}^4C_2=6$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${}^5C_3=10$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$\frac35=\frac{r+1}{n}$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Double counting: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${}^{n-1}C_r$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-subsets containing a fixed element, so its share of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$\frac{r+1}{n}$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r\le 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ratio is 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the half-open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$0&lt;\cdot\le1$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a circle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 constants, then which of the following condition is correct 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$a|z|^2+\bar\alpha z+\alpha\bar z+d=0$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a circle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 constants, then which of the following condition is correct 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$a,d\in\mathbb{R}^+$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$|\alpha|^2-ad\neq0$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$|\alpha|^2-ad&gt;0$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$a\in\mathbb{R}-\{0\}$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$|\alpha|^2-ad\ge0$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$a\in\mathbb{R}$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 of a circle in complex form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two middle terms combine into the real expression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$\alpha=p+iq$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two middle terms combine into the real expression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$2px+2qy$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the equation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the equation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$a|z|^2+\alpha\bar z+\bar\alpha z+d=0$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$\alpha=p+iq$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dividing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is a real circle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$\alpha\bar z+\bar\alpha z=(p+iq)(x-iy)+(p-iq)(x+iy)=2px+2qy$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$a(x^2+y^2)+2px+2qy+d=0$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$x^2+y^2+\frac{2p}{a}x+\frac{2q}{a}y+\frac 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is a real circle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$g^2+f^2-c&gt;0$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$\frac{p^2}{a^2}+\frac{q^2}{a^2}-\frac da&gt;0$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$p^2+q^2&gt;ad$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$|\alpha|^2-ad&gt;0$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$|\alpha|^2-ad&gt;0$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$a\in\mathbb{R}-\{0\}$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 in complex form: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 in complex form: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$\left|z+\frac\alpha a\right|^2=\frac{|\alpha|^2-ad}{a^2}$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</m:acc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equation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$|z|^2+\frac{\bar\alpha}{a}z+\frac{\alpha}{a}\bar z+\frac 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$\left(z+\frac\alpha a\right)\left(\bar z+\frac{\bar\alpha}a\right)=|z|^2+\frac{\bar\alpha}az+\frac\alpha a\bar z+\frac{|\alpha|^2}{a^2}$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$\left|z+\frac\alpha a\right|^2=\frac{|\alpha|^2}{a^2}-\frac 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locus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circle needs radius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Option (C)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locus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$-\frac\alpha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$\frac{|\alpha|^2-ad}{a^2}$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circle needs radius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$|\alpha|^2-ad&gt;0$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Option (C)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$|\alpha|^2-ad&gt;0$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$a\in\mathbb{R}-\{0\}$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circle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point-circle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locus;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straight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$a|z|^2+\bar\alpha z+\alpha\bar z+d=0$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$-\frac\alpha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$\frac{\sqrt{|\alpha|^2-ad}}{|a|}$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$a=1,\alpha=0,d=-4$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$|\alpha|^2-ad=0$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point-circle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locus;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straight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$|z|^2-\bar cz-c\bar z+|c|^2-r^2=0$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curve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the locus of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curve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curves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4 points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curve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curve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curves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2 points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$z\in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$C_1:|z|=4$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the locus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$z+\frac1z$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4 points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2 points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 of z + 1/z in complex numbers, Intersection of an ellipse and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an ellipse with semi-axes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$z=4e^{i\theta}$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$z+\frac1z$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an ellipse with semi-axes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$\frac{17}{4}$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$\frac{15}{4}$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call it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call 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semi-axes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(along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(along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-axis): the ellipse sticks out of the circle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lies inside it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$z=4e^{i\theta}$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$z+\frac1z=4e^{i\theta}+\frac14e^{-i\theta}=\frac{17}{4}\cos\theta+i\,\frac{15}{4}\sin\theta$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$\frac{x^2}{\left(\frac{17}{4}\right)^2}+\frac{y^2}{\left(\frac{15}{4}\right)^2}=1$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semi-axes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$\frac{17}{4}&gt;4$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(along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$\frac{15}{4}&lt;4$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(along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-axis): the ellipse sticks out of the circle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lies inside it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curves cross; by symmetry in both axes the crossing points come in a set of four, and the figure shows 4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4 points.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curves cross; by symmetry in both axes the crossing points come in a set of four, and the figure shows 4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4 points.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the curves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intersect at 4 points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the curves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intersect at 4 points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depends only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count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which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$|z+\frac1z|^2=16+\frac1{16}+2\cos2\theta$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depends only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count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which it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$z=4e^{i\theta}$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$w=z+\frac1z=4e^{i\theta}+\frac14e^{-i\theta}$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$|w|^2=\left(4e^{i\theta}+\frac14e^{-i\theta}\right)\left(4e^{-i\theta}+\frac14e^{i\theta}\right)=16+\frac1{16}+2\cos2\theta$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$|w|=4$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$2\cos2\theta=-\frac1{16}$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$\cos2\theta=-\frac1{32}$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2 solutions per turn, i.e. 4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different points of the ellipse, so there are 4 intersection points. Option (A)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$[0,4\pi)$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$\cos2\theta=-\frac1{32}$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2 solutions per turn, i.e. 4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different points of the ellipse, so there are 4 intersection points. Option (A)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the curves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intersect at 4 points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the curves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intersect at 4 points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 ellipse with semi-axes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degenerates to the segment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these ellipses have the same foci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the centre of an ellipse with semi-axes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it in 4 points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touches it at 2 points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misses it otherwise.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$|z|=r\neq1$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$z+\frac1z=\left(r+\frac1r\right)\cos\theta+i\left(r-\frac1r\right)\sin\theta$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 ellipse with semi-axes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$r\pm\frac1r$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$\frac{17}4,\frac{15}4$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degenerates to the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these ellipses have the same foci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$\left(r+\frac1r\right)^2-\left(r-\frac1r\right)^2=4$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the centre of an ellipse with semi-axes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it in 4 points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$b&lt;\rho&lt;a$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touches it at 2 points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misses it otherwise.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 y+1 &amp; \alpha &amp; \beta \\ \alpha &amp; y+\beta &amp; 1 \\ \beta &amp; 1 &amp; y+\alpha 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$y(y^2-1)$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$y^3-1$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$y(y^2-3)$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determinants, Cube roots of unity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Adding all columns makes the first column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Adding all columns makes the first column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$y,y,y$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$1+\omega+\omega^2=0$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determinant is the same for the other order).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rows and columns in the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determinant) the determinant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Operate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every entry of the new first column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$\omega,\omega^2$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determinant is the same for the other order).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rows and columns in the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$3,2,1$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determinant) 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 y+\omega &amp; 1 &amp; \omega^2 \\ 1 &amp; y+\omega^2 &amp; \omega \\ \omega^2 &amp; \omega &amp; 1+y 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Operate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$C_1\to C_1+C_2+C_3$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every entry of the new first column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$y+1+\omega+\omega^2=y$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$y\left|\begin{matrix} 1 &amp; 1 &amp; \omega^2 \\ 1 &amp; y+\omega^2 &amp; \omega \\ 1 &amp; \omega &amp; 1+y 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Operate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column: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bracket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determinant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Operate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$R_3\to R_3-R_1$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$y\left|\begin{matrix} 1 &amp; 1 &amp; \omega^2 \\ 0 &amp; y+\omega^2-1 &amp; \omega-\omega^2 \\ 0 &amp; \omega-1 &amp; 1+y-\omega^2 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$y\left\{(y+\omega^2-1)(1+y-\omega^2)-\omega(\omega-1)(1-\omega)\right\}$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$=y\left(y^2-(\omega^2-1)^2\right)+y\omega(\omega-1)^2$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$(\omega^2-1)^2=(\omega-1)^2(\omega+1)^2$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$=y^3+y(\omega-1)^2\left\{\omega-(\omega+1)^2\right\}$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$(\omega+1)^2=(-\omega^2)^2=\omega^4=\omega$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$y^3$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matrix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rank-one matrix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matrix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$yI+vv^T$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$v=(1,\omega,\omega^2)^T$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rank-one matrix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$v^Tv=0$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matrix of rank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eigenvalues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$yI+N$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$N=\begin{pmatrix}1&amp;\omega&amp;\omega^2\\ \omega&amp;\omega^2&amp;1\\ \omega^2&amp;1&amp;\omega\end{pmatrix}$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$(i,j)$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$\omega^{i+j-2}$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$N=vv^T$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$v=(1,\omega,\omega^2)^T$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matrix of rank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$vv^T$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eigenvalues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$v^Tv,0,0$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$\det(yI+vv^T)=y^2\left(y+v^Tv\right)$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determinant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$v^Tv=1+\omega^2+\omega^4=1+\omega^2+\omega=0$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$y^3$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column vector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conjugation, so it also holds for complex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Entries of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Hankel pattern) signal a rank-one matrix; if every row (column) has the same sum, add all columns to pull out a common factor.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$\det(yI_n+vv^T)=y^{n-1}\left(y+v^Tv\right)$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column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conjugation, so it also holds for complex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$v=(1,1)^T$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$\left|\begin{matrix}y+1&amp;1\\1&amp;y+1\end{matrix}\right|=y(y+2)$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Entries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$\omega^{i+j}$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Hankel pattern) signal a rank-one matrix; if every row (column) has the same sum, add all columns to pull out a common factor.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$1+\omega+\omega^2=0$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$(1+\omega)^2=\omega$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both the mean and the standard deviation of 50 observations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 to 16, then the mean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both the mean and the standard deviation of 50 observations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$x_1,x_2,\dots,x_{50}$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 to 16, then the mean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$(x_1-4)^2,(x_2-4)^2,\dots,(x_{50}-4)^2$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$525$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Mean and standard deviation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expand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x_i^2$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$\sigma^2=\frac{\sum x_i^2}{50}-\bar 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expand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$\sum(x_i-4)^2$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standard deviation is 16: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x=\frac{x_1+x_2+\dots+x_{50}}{50}=16$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x_i=800$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standard deviation is 16: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$16^2=\frac{x_1^2+x_2^2+\dots+x_{50}^2}{50}-16^2$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x_i^2=2(16)^2\,50$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$=\frac{(x_1-4)^2+\dots+(x_{50}-4)^2}{50}=\frac{\sum x_i^2-8\sum x_i+16\cdot50}{50}$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$=\frac{16^2(100)+4^2(50)-8(16\times50)}{50}$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$=16^2(2)+16-8(16)=512+16-128=400$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$400$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shift leaves the variance unchanged, so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mean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= variance + mean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shift leaves the variance unchanged, so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$t=x-4$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mean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= variance + mean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mean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Shifting does not change the spread, so the standard deviation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still 16 and its variance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data, mean of squares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(mean)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mean of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$t_i=x_i-4$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mean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$16-4=12$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Shifting does not change the spread, so the standard deviation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still 16 and its variance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data, mean of squares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(mean)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mean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$t_i^2=256+12^2=256+144=400$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$400$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smallest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of squares: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ba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mean and SD are equal,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ba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deviation is unchanged by a shift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multiplied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$(x-a)^2=\sigma^2+(\bar x-a)^2$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smallest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$a=\bar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$256+144=400$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of squares: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$\overline{x^2}=\sigma^2+\bar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mean and SD are equal,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$\overline{x^2}=2\bar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deviation is unchanged by a shift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multiplied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 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integral terms in the expansion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integral terms in the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$\left(5^{\frac12}+7^{\frac18}\right)^{1016}$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27984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theorem: integral terms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exponents must be integers; the condition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-part is automatic.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exponents must be integers; the condition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$7^{r/8}$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$8\mid 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-part is automatic.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term: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1016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1016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an integer,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 non-negative integer: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an integer,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an integer: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$T_{r+1}={}^{1016}C_r\,5^{\frac{1016-r}{2}}\,7^{\frac r8}$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$5^{\frac{1016-r}{2}}$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an integer,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$\frac{1016-r}{2}$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 non-negative integer: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$r=0,2,4,\dots,1016$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$7^{\frac r8}$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an integer,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r8$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an integer: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$r=0,8,16,\dots,1016$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form an A.P. with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last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$0,8,16,\dots,1016$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form an A.P. with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last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$1016=0+(n-1)\times8$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$n-1=127$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 perfect powers,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both are found by a congruence (CRT) and counted as an A.P.: the number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sepChr m:val=""/>
                        <m:endChr m:val="⌋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condition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implied: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$\left(a^{1/p}+b^{1/q}\right)^n$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 perfect powers,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$T_{r+1}={}^nC_r\,a^{(n-r)/p}\,b^{r/q}$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$p\mid(n-r)$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$q\mid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both are found by a congruence (CRT) and counted as an A.P.: the 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$r\in[0,n]$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$r\equiv c\pmod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$\left\lfloor\frac{n-c}{m}\right\rfloor+1$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$q=8\mid1016$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condition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implied: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$\frac{1016}{8}+1=128$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complex number satisfying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be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complex number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$|\mathrm{Re}(z)|+|\mathrm{Im}(z)|=4$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be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$\sqrt{\frac{17}{2}}$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$\sqrt7$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Modulus of a complex number on |Re z| + |Im z| = 4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square;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least at the midpoints of its sides, where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$|x|+|y|=4$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square;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least at the midpoints of its sides, where it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 with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of the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$|z|=\sqrt{x^2+y^2}$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$\mathrm{Im}(z)=y$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$|x|+|y|=4$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$(0,\pm4)$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of the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$\frac{4}{\sqrt2}=2\sqrt2=\sqrt8$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is at a vertex,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is at a vertex,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$|z|=4=\sqrt{16}$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$\sqrt8\le|z|\le4$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$\sqrt{10},\ \sqrt8,\ \sqrt{\frac{17}2}$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$[\sqrt8,4]$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$\sqrt7&lt;\sqrt8$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bound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AM-GM.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$x^2+y^2=(|x|+|y|)^2-2|x||y|$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bound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$|x||y|$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AM-GM.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AM-GM,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every value in between occurs.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Squares of the options: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out of range. Option (D)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$|z|^2=x^2+y^2=(|x|+|y|)^2-2|x||y|=16-2|x||y|$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AM-GM,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$0\le|x||y|\le\left(\frac{|x|+|y|}{2}\right)^2=4$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$8\le|z|^2\le16$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$2\sqrt2\le|z|\le4$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every value in between occurs.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Squares of the options: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$10,\ 8,\ \frac{17}{2},\ 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$7&lt;8$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out of range. Option (D)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 with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minimum is attained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trades the given sum against the product, which AM-GM bounds.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 segment,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convex so its maximum is at an end point (a vertex) and its minimum at the foot of the perpendicular.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$|x|+|y|=k$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 k,0),(0,\pm 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$\frac{k}{\sqrt2}\le|z|\le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minimum is attained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$(\pm\frac k2,\pm\frac k2)$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$x^2+y^2=(|x|+|y|)^2-2|x||y|$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trades the given sum against the product, which AM-GM bounds.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 segment,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convex so its maximum is at an end point (a vertex) and its minimum at the foot of the perpendicular.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number of times one has to toss a fair coin so that the probability of observing at least one head is at least 90%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number of times one has to toss a fair coin so that the probability of observing at least one head is at least 90%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distribution: at least one success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"At least one head" is the complement of "no head":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"At least one head" is the complement of "no head":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$1-\frac1{2^n}\ge\frac9{10}$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heads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tosses.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$p=P(H)=\frac12$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$q=1-p=\frac12$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heads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tosses.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$P(X\ge1)\ge\frac9{10}$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$P(X\ge1)=1-P(X=0)$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$1-{}^nC_0\left(\frac12\right)^n\ge\frac9{10}$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$\frac1{2^n}\le1-\frac9{10}$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$\frac1{2^n}\le\frac1{10}$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$2^n\ge10$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$2^3=8&lt;10\le16=2^4$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$n_{\min}=4$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least one success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independent trials: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smallest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probability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Fair coin: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𝑎𝑡 𝑙𝑒𝑎𝑠𝑡 𝑜𝑛𝑒 ℎ𝑒𝑎𝑑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87.5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93.75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Useful powers: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tosses.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least one success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independent trials: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$1-(1-p)^n$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smallest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$n\ge\frac{\ln(1-P)}{\ln(1-p)}$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$\frac{\ln0.1}{\ln0.5}\approx3.32$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Fair coin: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$P(\text{at least one head})=1-2^{-n}=50\%,\ 75\%,\ 87.5\%,\ 93.75\%$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$n=1,2,3,4$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Useful powers: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$2^{10}=1024\approx10^3$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$2^{-n}\le10^{-k}$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$3.3k$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tosses.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probabilities of three events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given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interval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probabilities of three events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$P(A)=0.6$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$P(B)=0.4$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$P(C)=0.5$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$P(A\cup B)=0.8$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$P(A\cap C)=0.3$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$P(A\cap B\cap C)=0.2$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$P(B\cap C)=\beta$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$P(A\cup B\cup C)=\alpha$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$0.85\le\alpha\le0.95$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interval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$[0.25,\,0.35]$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$[0.36,\,0.40]$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$[0.20,\,0.25]$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$[0.35,\,0.36]$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959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Addition theorem of probability for three events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the three-event union formula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$P(A\cap 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$P(A\cup 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the three-event union formula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$\alpha=1.2-\beta$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$P(A)=0.6,\ P(B)=0.4,\ P(C)=0.5,\ P(A\cup B)=0.8,\ P(A\cap C)=0.3,\ P(A\cap B\cap C)=0.2,\ P(B\cap C)=\beta,\ P(A\cup B\cup C)=\alpha,\ 0.85\le\alpha\le0.95$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$P(A\cup B)=P(A)+P(B)-P(A\cap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$0.8=0.6+0.4-P(A\cap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$P(A\cap B)=0.2$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$P(A\cup B\cup C)=P(A)+P(B)+P(C)-P(A\cap B)-P(B\cap C)-P(C\cap A)+P(A\cap B\cap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$\alpha=0.6+0.4+0.5-0.2-\beta-0.3+0.2=1.2-\beta$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$\beta=1.2-\alpha$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$0.85\le\alpha\le0.95$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$0.25\le\beta\le0.35$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0.25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0.35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$[0.25,\,0.35]$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Fill the seven Venn regions from the data; every region must be non-negative, which also bounds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Fill the seven Venn regions from the data; every region must be non-negative, which also bounds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$P(A\cap B)=0.6+0.4-0.8=0.2$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$P(A\cap B\cap C)=0.2$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$0.3-0.2=0.1$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$B\cap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$\beta-0.2$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$=0.6-0-0.1-0.2=0.3$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$=0.4-0-(\beta-0.2)-0.2=0.4-\beta$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$=0.5-0.1-(\beta-0.2)-0.2=0.4-\beta$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seven regions: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(non-negativity of regions only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consistent). Option (A)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seven regions: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$0.3+(0.4-\beta)+(0.4-\beta)+0+0.1+(\beta-0.2)+0.2=1.2-\beta=\alpha$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$0.85\le1.2-\beta\le0.95\Rightarrow0.25\le\beta\le0.35$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(non-negativity of regions only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$0.2\le\beta\le0.4$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consistent). Option (A)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0.25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0.35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$[0.25,\,0.35]$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Venn-region method: start from the triple intersection and work outwards; non-negativity of every region gives feasibility bounds.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decreasing linear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an interval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reflected into an interval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$P(A\cup B\cup C)=\sum P(\cdot)-\sum P(\cdot\cap\cdot)+P(A\cap B\cap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Venn-region method: start from the triple intersection and work outwards; non-negativity of every region gives feasibility bounds.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decreasing linear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$\alpha=1.2-\beta$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an interval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reflected into an interval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One or more than one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(assumed) · no negative marking assumed (answer key lists B, 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mean and standard deviation of marks of class A of 100 students be respectively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mean and standard deviation of marks of class B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be respectively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mean and variance of the marks of the combined class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are respectively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variance of classes A and B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mean and standard deviation of marks of class A of 100 students be respectively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 (&gt;0)$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mean and standard deviation of marks of class B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be respectively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mean and variance of the marks of the combined class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are respectively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variance of classes A and B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95952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Mean and variance of a combined group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combined mean, then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each class and for the combined class.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combined mean,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x^2=N(\sigma^2+\bar x^2)$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each class and for the combined class.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Class A: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Class B: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Combined: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variance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size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Combined mean: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Class A: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Class B: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Combined: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Class A: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$n_1=100$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Class B: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$n_2=n$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Combined: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size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Combined mean: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$\frac{100\times40+55n}{100+n}=50$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$4000+55n=5000+50n$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Class 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$\frac{\sum x_i^2}{100}-40^2=\alpha^2$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x_i^2=100\left(1600+\alpha^2\right)$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Class B: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$\frac{\sum y_i^2}{200}-55^2=(30-\alpha)^2$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y_i^2=200\left[3025+(30-\alpha)^2\right]$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$\frac{\sum x_i^2+\sum y_i^2}{300}-50^2=350$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1600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3025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solving,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marks of B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This is allowed since a standard deviation may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within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+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Then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values are possible, so the answer is (B) and (D), as the key says.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$\frac{\left(1600+\alpha^2\right)\times100+\left[3025+(30-\alpha)^2\right]\times200}{300}-2500=350$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solving,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$\alpha^2-40\alpha+300=0$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$\sigma_A^2+\sigma_B^2=10^2+20^2=500$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$\sigma_B=30-\alpha=0$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marks of B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This is allowed since a standard deviation may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within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+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$\sigma_A^2+\sigma_B^2=30^2+0=900$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values are possible, so the answer is (B) and (D), as the key says.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(B, D) 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500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900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(B, D) 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$500$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$900$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Combined variance = average of (variance + deviation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over the groups (within + between).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Combined variance = average of (variance + deviation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over the groups (within + between).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Deviations of the class means from the combined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mean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Combined variance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105000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Deviations of the class means from the combined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$d_1=40-50=-10$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$d_2=55-50=5$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mean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Combined 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$=\frac{n_1\left(\sigma_1^2+d_1^2\right)+n_2\left(\sigma_2^2+d_2^2\right)}{n_1+n_2}$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$350=\frac{100\left(\alpha^2+100\right)+200\left((30-\alpha)^2+25\right)}{300}$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$105000=100\alpha^2+10000+200\left(900-60\alpha+\alpha^2\right)+5000$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12000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90000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Sums of variances: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Options (B) and (D)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$300\alpha^2-12000\alpha+90000=0$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$\alpha^2-40\alpha+300=0$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Sums of variances: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$10^2+20^2=500$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$30^2+0^2=900$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Options (B) and (D)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(B, D) 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500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900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(B, D) 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$500$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$900$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Combined variance: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groups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variance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Combined mean is the size-weighted mean of the group means;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group.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 not discard a boundary value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unless the question says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the 'one or more correct' possibility when a quadratic has two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Combined variance: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$\sigma^2=\frac{n_1\left(\sigma_1^2+d_1^2\right)+n_2\left(\sigma_2^2+d_2^2\right)}{n_1+n_2}$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$d_i=\bar x_i-\bar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groups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$\sigma_i=0$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$d_i=\mp1$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variance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Combined mean is the size-weighted mean of the group means;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x^2=N\left(\sigma^2+\bar x^2\right)$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group.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 not discard a boundary value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unless the question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the 'one or more correct' possibility when a quadratic has two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Q12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for a correct answer (assumed) · no negative marking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coefficients of three consecutive terms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binomial expansion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a G.P.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all possible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sum of all rational terms in the binomial expansion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deg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g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deg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g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coefficients of three consecutive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$T_{r+2}$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binomial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a G.P.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all possible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sum of all rational terms in the binomial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$\left(\sqrt[4]{3}+\sqrt[3]{4}\right)^{12}$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$299$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959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theorem: coefficients in G.P. and rational terms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G.P. condition collapses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and rational terms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G.P. condition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$13=0$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and rational terms need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$12\mid 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G.P.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G.P.: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$T_r,T_{r+1},T_{r+2}$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${}^{12}C_{r-1},{}^{12}C_r,{}^{12}C_{r+1}$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G.P.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$\left({}^{12}C_r\right)^2={}^{12}C_{r-1}\cdot{}^{12}C_{r+1}$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$\left(\frac{12!}{(12-r)!\,r!}\right)^2=\frac{12!}{(12-r+1)!\,(r-1)!}\cdot\frac{12!}{(12-r-1)!\,(r+1)!}$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Cancelling: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possible.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deg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g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deg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g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general term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Cancelling: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$\frac1{r(12-r)}=\frac1{(12-r+1)(r+1)}$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$(13-r)(r+1)=r(12-r)$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$13r+13-r^2-r=12r-r^2$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possible.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$\left(\sqrt[4]{3}+\sqrt[3]{4}\right)^{12}$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general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${}^{12}C_r\,3^{\frac{12-r}{4}}\,4^{\frac r3}$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rational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rational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$4\mid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$3\mid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$T_1={}^{12}C_0\,3^{\frac{12-0}{4}}\,4^0=3^3=27$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$T_{13}={}^{12}C_{12}\,3^0\,4^{\frac{12}{3}}=4^4=256$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$q=27+256=283$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$p+q=0+283=283$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283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$283$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Consecutive coefficients are in G.P. only if their two ratios are equal: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Consecutive coefficients are in G.P. only if their two ratios are equal: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$\frac{n-r+1}{r}=\frac{n-r}{r+1}$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G.P. means equal ratios: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(For general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three consecutive binomial coefficients are never in G.P.)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${}^{12}C_r\big/{}^{12}C_{r-1}=\frac{13-r}{r}$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${}^{12}C_{r+1}\big/{}^{12}C_r=\frac{12-r}{r+1}$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G.P. means equal ratios: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$\frac{13-r}{r}=\frac{12-r}{r+1}$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$(13-r)(r+1)=r(12-r)$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(For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three consecutive binomial coefficients are never in G.P.)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rational only if both exponents are integers (distinct primes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terms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$4^{\frac r3}=2^{\frac{2r}3}$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$3^{\frac{12-r}4}2^{\frac{2r}{3}}$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rational only if both exponents are integers (distinct primes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$4\mid(12-r)$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$3\mid2r$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$4\mid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$3\mid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$r=0,12$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$3^3=27$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$4^4=256$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$q=283$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$p+q=283$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283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$283$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of consecutive coefficients: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Three consecutive coefficients are never in G.P.; they are in A.P.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coprime non-powers, the rational terms are those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product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rational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rational only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 (unique factorisation).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of consecutive coefficients: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${}^nC_r\big/{}^nC_{r-1}=\frac{n-r+1}{r}$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Three consecutive coefficients are never in G.P.; they are in A.P.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$(n-2r)^2=n+2$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$n=7,r=2$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$7,21,35$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$\left(a^{1/p}+b^{1/q}\right)^n$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coprime non-powers, the rational terms are those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$p\mid(n-r)$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$q\mid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$3^x2^y$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rational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rational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 (unique factorisation).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coefficients of four consecutive terms in the expansion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$2-p,\ p,\ 2-\alpha,\ 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coefficients of four consecutive terms in the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$p^2-\alpha^2+6\alpha+2p$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coefficients: consecutive coefficients and Pascal's rule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Pascal's rule turns the sums of adjacent coefficients into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cannot both hold.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Pascal's rule turns the sums of adjacent coefficients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${}^{n+1}C_{r+1}=2$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${}^{n+1}C_{r+3}=2$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cannot both hold.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coefficients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 and (2):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indices differ).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coefficients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${}^nC_r,\ {}^nC_{r+1},\ {}^nC_{r+2},\ {}^nC_{r+3}$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$2-p,\ p,\ 2-\alpha,\ 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${}^nC_r+{}^nC_{r+1}=2\Rightarrow{}^{n+1}C_{r+1}=2$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${}^nC_{r+2}+{}^nC_{r+3}=2\Rightarrow{}^{n+1}C_{r+3}=2$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${}^{n+1}C_{r+1}={}^{n+1}C_{r+3}\Rightarrow(r+1)+(r+3)=n+1$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indices differ).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(1) reads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exist: the data are inconsistent and the question is a Bonus.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$n=2r+3$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(1)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${}^{2r+4}C_{r+1}=2$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${}^NC_j=2$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$N=2r+4\ge4$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exist: the data are inconsistent and the question is a Bonus.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Bonus (the data are inconsistent, so no option is correct)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One equation is enough: a sum of two adjacent entries of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One equation is enough: a sum of two adjacent entries of row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${}^{n+1}C_{r+1}$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at least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$n+1\ge4$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Four consecutive terms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equal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index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strictly inside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Contradiction, so no such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 and the question is a Bonus (same conclusion).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Four consecutive terms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$r+3\le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${}^nC_r+{}^nC_{r+1}={}^{n+1}C_{r+1}$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$(2-p)+p=2$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index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r+1\le n-2$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strictly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j\le 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${}^NC_j\ge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$N=n+1\ge4$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${}^{n+1}C_{r+1}\ge4&gt;2$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Contradiction, so no such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 and the question is a Bonus (same conclusion).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Bonus (the data are inconsistent, so no option is correct)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Pascal's rule: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sum of two adjacent entries of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entry of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Interior entries of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When no option fits, test whether the data are consistent before computing further.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Pascal's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${}^nC_r+{}^nC_{r+1}={}^{n+1}C_{r+1}$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sum of two adjacent entries of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entry of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Interior entries of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${}^NC_j\ge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$j=1,N-1$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${}^NC_j=2$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$5,10,10,5$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${}^NC_a={}^NC_b\Rightarrow 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When no option fits, test whether the data are consistent before computing further.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coefficients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in the expansion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the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$x^7,x^5,x^3$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in the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$\left(x+\sqrt{x^3-1}\right)^5+\left(x-\sqrt{x^3-1}\right)^5$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the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u+\beta v=18$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 u+\delta v=20$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$u+v$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expansion: coefficients of required powers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Odd powers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cancel, leaving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Odd powers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$\sqrt{x^3-1}$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cancel, leaving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$2\left({}^5C_0x^5+{}^5C_2x^3(x^3-1)+{}^5C_4x(x^3-1)^2\right)$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same terms but the odd powers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carry a minus sign, so they cancel in the sum.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$\left(x+\sqrt{x^3-1}\right)^5={}^5C_0x^5+{}^5C_1x^4\sqrt{x^3-1}+{}^5C_2x^3\left(x^3-1\right)+\dots$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$\left(x-\sqrt{x^3-1}\right)^5$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same terms but the odd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$\sqrt{x^3-1}$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carry a minus sign, so they cancel in the sum.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$=2\left({}^5C_0x^5+{}^5C_2x^3\left(x^3-1\right)+{}^5C_4x\left(x^3-1\right)^2\right)$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$=2\left(x^5+10\left(x^6-x^3\right)+5x\left(x^6+1-2x^3\right)\right)=10x^7+20x^6+2x^5-20x^4-20x^3+10x$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$\gamma=-20$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u+\beta v=18$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$10u+2v=18\Rightarrow5u+v=9$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\gamma u+\delta v=20$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$-20u+10v=20\Rightarrow-2u+v=2$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$7u=7$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$u+v=5$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$p=a+b$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$q=a-b$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$p^5+q^5=e_1^5-5e_1^3e_2+5e_1e_2^2$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$e_1=2x$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$e_2=pq=1+x^2-x^3$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$b=\sqrt{x^3-1}$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$pq=x^2-\left(x^3-1\right)=1+x^2-x^3$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$p^5+q^5=e_1^5-5e_1^3e_2+5e_1e_2^2=32x^5-40x^3\left(1+x^2-x^3\right)+10x\left(1+x^2-x^3\right)^2$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$-40x^3\left(1+x^2-x^3\right)=-40x^3-40x^5+40x^6$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$10x\left(1+2x^2-2x^3+x^4-2x^5+x^6\right)=10x+20x^3-20x^4+10x^5-20x^6+10x^7$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$32-40+10=2$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$-40+20=-20$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$20x^6-20x^4$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$\alpha=10,\beta=2,\gamma=-20,\delta=10$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$u+v=5$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only even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odd ones);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polynomial, the result is a polynomial.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sums: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system, first divide out common factors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eliminating.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$(a+b)^n+(a-b)^n$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only even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$(a+b)^n-(a-b)^n$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odd ones);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polynomial, the result is a polynomial.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sums: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$p^3+q^3=e_1^3-3e_1e_2$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$p^5+q^5=e_1^5-5e_1^3e_2+5e_1e_2^2$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$e_1=p+q$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$e_2=pq$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$p=1,q=2$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$33=243-270+60$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system, first divide out common factors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$10u+2v=18\to5u+v=9$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eliminating.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cards are drawn successively with replacement from a well-shuffled deck of 52 cards.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random variable of number of aces obtained in the two drawn cards.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cards are drawn successively with replacement from a well-shuffled deck of 52 cards.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random variable of number of aces obtained in the two drawn cards.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$P(X=1)+P(X=2)$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$\frac{24}{169}$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$\frac{25}{169}$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$\frac{52}{169}$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$\frac{49}{169}$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Probability of independent draws with replacement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Draws with replacement are independent, so add the cases ace then non-ace, non-ace then ace, and ace then ace.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Method 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(Ace)(not Ace) or (not Ace)(Ace);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(Ace)(Ace).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Method 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(Ace)(not Ace) or (not Ace)(Ace);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(Ace)(Ace).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$P(X=1)=\frac4{52}\times\frac{48}{52}\times2=\frac{24}{169}$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$P(X=2)=\frac4{52}\times\frac4{52}=\frac1{169}$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Method II (binomial distribution,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again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$P(X=1)+P(X=2)=\frac{24}{169}+\frac1{169}=\frac{25}{169}$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Method II (binomial distribution,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$p=\frac4{52}=\frac1{13}$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$P(X=r)={}^2C_r\,p^r(1-p)^{2-r}$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$P(X=1)=2\cdot\frac1{13}\cdot\frac{12}{13}=\frac{24}{169}$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$P(X=2)=\frac1{169}$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again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$\frac{25}{169}$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$\frac{25}{169}$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complement: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𝑛𝑜 𝑎𝑐𝑒 𝑖𝑛 𝑒𝑖𝑡ℎ𝑒𝑟 𝑑𝑟𝑎𝑤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complement: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$P(X=1)+P(X=2)=P(X\ge1)=1-P(\text{no ace in either draw})$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only the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draws are independent (with replacement):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only the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$P(X=1)+P(X=2)=1-P(X=0)$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draws are independent (with replacement):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$P(X=0)=\left(\frac{48}{52}\right)^2=\left(\frac{12}{13}\right)^2=\frac{144}{169}$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$1-\frac{144}{169}=\frac{25}{169}$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$\frac{25}{169}$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replacement the trials are independent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𝐵𝑖𝑛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two trials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'At least one'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complement.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replacement the trials are independent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$X\sim\text{Bin}(n,p)$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$P(X\ge1)=1-(1-p)^n$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two trials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$1-q^2=p(1+q)$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$\frac1{13}\cdot\frac{25}{13}=\frac{25}{169}$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$P(X=0),P(X=1),P(X=2)=\frac{144}{169},\frac{24}{169},\frac1{169}$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'At least one'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complement.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1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two non-zero complex numbers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are possible?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 and C   (B) B and D   (C) A and B   (D) A and C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1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two non-zero complex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$\mathrm{Re}(z_1z_2)=0$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$\mathrm{Re}(z_1+z_2)=0$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are possible?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$\mathrm{Im}(z_1)&gt;0$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$\mathrm{Im}(z_2)&gt;0$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$\mathrm{Im}(z_1)&lt;0$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$\mathrm{Im}(z_2)&gt;0$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$\mathrm{Im}(z_1)&gt;0$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$\mathrm{Im}(z_2)&lt;0$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$\mathrm{Im}(z_1)&lt;0$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$\mathrm{Im}(z_2)&lt;0$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 and C   (B) B and D   (C) A and B   (D) A and C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Real and imaginary parts of sum and product of complex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imaginary parts have opposite signs.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$x_2=-x_1$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$y_1y_2=-x_1^2&lt;0$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imaginary parts have opposite signs.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$z_1=x_1+iy_1$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$z_2=x_2+iy_2$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$\mathrm{Re}(z_1z_2)=0$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$x_1x_2-y_1y_2=0$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$\mathrm{Re}(z_1+z_2)=0$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$x_1+x_2=0$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(i):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making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zero, which is excluded. 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opposite signs: B and C are possible, A and D are not.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 and C do occur: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 and the swapped pair (B).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$x_2=-x_1$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$x_1^2+y_1y_2=0$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$y_1y_2=-x_1^2$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$y_1y_2=0$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zero, which is excluded.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$y_1y_2&lt;0$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$\mathrm{Im}(z_1)$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$\mathrm{Im}(z_2)$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opposite signs: B and C are possible, A and D are not.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 and C do occur: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$z_1=1+i,\ z_2=-1-i$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 and the swapped pair (B).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B and C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real and non-zero;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forced to have the sign opposite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$\mathrm{Re}(z_1z_2)=0$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$z_2=\frac{is}{z_1}$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real and non-zero;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$\mathrm{Im}\,z_2$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forced to have the sign opposite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$\mathrm{Im}\,z_1$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 and non-zero: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b>
                          <m:e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else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 and non-zero: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$z_1z_2=is$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$z_2=\frac{is}{z_1}=\frac{is\,\bar z_1}{|z_1|^2}=\frac{sy_1+isx_1}{|z_1|^2}$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$x_2=\frac{sy_1}{|z_1|^2}$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$y_2=\frac{sx_1}{|z_1|^2}$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$\mathrm{Re}(z_1+z_2)=0$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$x_1+\frac{sy_1}{|z_1|^2}=0$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$s=-\frac{x_1|z_1|^2}{y_1}$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else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negative because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(otherwise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imaginary parts have opposite signs: B and C. Option (A) (same answer). Check: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$y_2=\frac{sx_1}{|z_1|^2}=-\frac{x_1^2}{y_1}$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$y_1y_2=-x_1^2$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negative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(otherwise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$y_2=0,x_2=0$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imaginary parts have opposite signs: B and C. Option (A) (same answer).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$z_1=1+i$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$z_2=-1-i$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B and C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purely imaginary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non-zero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Example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Pattern: turn each 'real/imaginary part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condition into one real equation and combine; a square term then fixes a sign.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$\mathrm{Re}(w)=0\iff w=-\bar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purely imaginary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non-zero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$\mathrm{Re}(z_1+z_2)=0$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$\mathrm{Re}(z_1z_2)=0$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$y_1y_2=-x_1^2&lt;0$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Example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$z_1=1+i,z_2=-1-i$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Pattern: turn each 'real/imaginary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condition into one real equation and combine; a square term then fixes a sign.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conjugate complex roots and they satisfy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$x^2+bx+45=0$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conjugate complex roots and they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$|z+1|=2\sqrt{10}$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$b^2+b=72$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$b^2-b=30$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$b^2+b=12$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$b^2-b=42$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Quadratic equation with conjugate complex roots and modulus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roots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subtracting the product and the modulus conditions removes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roots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$\alpha\pm i\beta$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subtracting the product and the modulus conditions removes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roots: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$z=\alpha\pm i\beta$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$x^2+bx+45=0$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$2\alpha=-b$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$|z+1|=2\sqrt{10}$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$|\alpha\pm i\beta+1|=2\sqrt{10}$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$(\alpha+1)^2+\beta^2=40$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roots are indeed complex).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options give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$2\alpha+1=-5$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$b=-2\alpha=6$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$\beta^2=45-9=36&gt;0$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roots are indeed complex).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$b^2-b=36-6=30$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options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$b^2+b=42$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$b^2-b\neq42$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$b^2-b=30$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Vieta.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$|z+1|^2=(z+1)(\bar z+1)=z\bar z+(z+\bar z)+1$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$z\bar z=45$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$z+\bar z=-b$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Vieta.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Vieta: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confirms complex roots). Option (B)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Vieta: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$z\bar z=45$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$z+\bar z=-b$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$|z+1|^2=(z+1)(\bar z+1)=z\bar z+(z+\bar z)+1=45-b+1=46-b$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$|z+1|^2=\left(2\sqrt{10}\right)^2=40$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$46-b=40$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$b^2-b=30$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$36-180&lt;0$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confirms complex roots). Option (B)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$b^2-b=30$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conjugate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product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symmetric condition on conjugate roots can be written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solved by Vieta, avoiding the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$|z+c|^2=|z|^2+2c\,\mathrm{Re}(z)+c^2$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conjugate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product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$2\mathrm{Re}(z)$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$b^2&lt;4c$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 b2\pm i\frac{\sqrt{4c-b^2}}{2}$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$|z|^2=c$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$b=6,c=45$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$z=-3\pm6i$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$|z+1|^2=4+36=40$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symmetric condition on conjugate roots can be written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$z+\bar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solved by Vieta, avoiding the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066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person throws two fair dice. He wins Rs. 15 for throwing a doublet (same numbers on the two dice), wins Rs. 12 when the throw results in the sum of 9, and loses Rs. 6 for any other outcome on the throw. Then the expected gain/loss (in Rs.) of the person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loss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gain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gain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loss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066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person throws two fair dice. He wins Rs. 15 for throwing a doublet (same numbers on the two dice), wins Rs. 12 when the throw results in the sum of 9, and loses Rs. 6 for any other outcome on the throw. Then the expected gain/loss (in Rs.) of the person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loss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gain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gain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loss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915407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Probability distribution and expected value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Sort the 36 outcomes by payoff (6 doublets, 4 sums of 9, 26 others) and compute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Sort the 36 outcomes by payoff (6 doublets, 4 sums of 9, 26 others) and compute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xP(x)$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rupees gained; there are 36 equally likely outcomes.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(favourable: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(favourable: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rupees gained; there are 36 equally likely outcomes.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$P(X=15)=\frac6{36}=\frac16$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(favourable: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$(1,1),(2,2),(3,3),(4,4),(5,5),(6,6)$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$P(X=12)=\frac4{36}=\frac19$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(favourable: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$(6,3),(5,4),(4,5),(3,6)$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$P(X=-6)=\frac{26}{36}=\frac{13}{18}$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expected result is a loss of Rs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$X\cdot P(X)$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$15\cdot\frac16=\frac52$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12\cdot\frac19=\frac43$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-6\cdot\frac{13}{18}=-\frac{13}{3}$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$E(X)=\sum X\cdot P(X)=\frac52+\frac43-\frac{13}{3}=-\frac12$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expected result is a loss of 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loss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loss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payoff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𝑑𝑜𝑢𝑏𝑙𝑒𝑡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𝑠𝑢𝑚 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linearity of expectation.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payoff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$-6+21\cdot[\text{doublet}]+18\cdot[\text{sum }9]$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linearity of expectation.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outcome carries a base loss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doublet adds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(to make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 sum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(to make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two events are mutually exclusive (sum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a doublet has an even sum).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𝑑𝑜𝑢𝑏𝑙𝑒𝑡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𝑠𝑢𝑚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outcome carries a base loss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doublet adds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(to make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 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(to make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two events are mutually exclusive (sum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a doublet has an even sum).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$E=-6+21\,P(\text{doublet})+18\,P(\text{sum}=9)$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loss of Rs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$=-6+21\cdot\frac16+18\cdot\frac19=-6+3.5+2=-\frac12$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loss of 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loss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loss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payoff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𝑏𝑎𝑠𝑒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(linearity), whether or not the events overlap.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dice: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𝑠𝑢𝑚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doublets have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probabilities add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payoff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$+\sum c_i[E_i]$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$E=\text{base}+\sum c_iP(E_i)$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(linearity), whether or not the events overlap.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dice: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$P(\text{sum}=s)=\frac{6-|s-7|}{36}$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doublets have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probabilities add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$\frac16+\frac19+\frac{13}{18}=1$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the least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the least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$\left(\frac\alpha\beta\right)^n=1$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Roots of a quadratic equation and powers of i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$\frac\alpha\beta=\pm 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$i^n=1$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$4\mid 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264664"/>
                <a:ext cx="10725912" cy="441045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Or, with the roots the other way round,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264664"/>
                <a:ext cx="10725912" cy="441045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$\frac{2\pm\sqrt{-4}}{2}=1\pm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$\frac\alpha\beta=\frac{1+i}{1-i}=\frac{(1+i)^2}{1-i^2}=\frac{2i}{2}=i$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Or, with the roots the other way round,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$\frac\alpha\beta=\frac{1-i}{1+i}=\frac{(1-i)^2}{1-i^2}=\frac{-2i}{2}=-i$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minimum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$\frac\alpha\beta=\pm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$\left(\frac\alpha\beta\right)^n=(\pm i)^n=1$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minimum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$\alpha+\beta=2$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$\alpha\beta=2$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$t=\frac\alpha\beta$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$t+\frac1t=\frac{\alpha^2+\beta^2}{\alpha\beta}=0$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need to find the roots).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 holds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$\alpha^2+\beta^2=(\alpha+\beta)^2-2\alpha\beta=4-4=0$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$t+\frac1t=\frac{\alpha^2+\beta^2}{\alpha\beta}=0$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$t=\pm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need to find the roots).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$t=\pm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 holds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ratio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ratio of two conjugate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unit complex number.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cycle with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$x^2-px+q=0$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$\frac\alpha\beta+\frac\beta\alpha=\frac{p^2-2q}{q}$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$\frac{4-4}{2}=0$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$1\pm i=\sqrt2e^{\pm i\pi/4}$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ratio of two conjugate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$re^{\pm i\varphi}$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$e^{\pm2i\varphi}$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unit complex number.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cycle with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$i^n=1\iff4\mid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6 digit numbers that can be formed using the digits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are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 digit is repeated,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6 digit numbers that can be formed using the digits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$0,1,2,5,7$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are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 digit is repeated,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 numbers with a divisibility condition (rule of 11)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Divisibility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the odd-place and even-place digit sums to be equal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each), giving the triples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Divisibility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the odd-place and even-place digit sums to be equal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each), giving the triples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$\{1,2,9\}$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$\{0,5,7\}$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number be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each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once (digit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sums add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their difference is even: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difference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a triple with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impossible, so both sums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triples with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number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$a_1a_2a_3a_4a_5a_6$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each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$0,1,2,5,7,9$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once (digit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$(a_1+a_3+a_5)-(a_2+a_4+a_6)=11K$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sums add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their difference is even: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difference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a triple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impossible, so both sums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triples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$(0,5,7)$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odd places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even places: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 (no leading zero).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odd places: the first digit cannot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choices, the other two odd places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the even places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$\{1,2,9\}$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odd places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$\{0,5,7\}$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even places: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$3!\times3!=36$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 (no leading zero).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$\{0,5,7\}$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odd places: the first digit cannot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choices, the other two odd places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the even places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$3!\times2\times2=24$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$=3!\times3!+3!\times2\times2=36+24=60$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arrangements that are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(leading zero allowed), then use symmetry: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sits in each place equally often.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arrangements that are multiples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(leading zero allowed), then use symmetry: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sits in each place equally often.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Ignoring the leading-zero rule, the odd-place and even-place sums are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one group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other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which group takes the odd places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 and arrange each group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Ignoring the leading-zero rule, the odd-place and even-place sums are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one group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$\{1,2,9\}$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other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$\{0,5,7\}$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which group takes the odd places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 and arrange each group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$2\times3!\times3!=72$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each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a group of three places and takes each of them equally often, so over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arrangements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each of the six places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Numbers with leading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Valid six-digit numbers: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each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a group of three places and takes each of them equally often, so over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arrangements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each of the six places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Numbers with leading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Valid six-digit numbers: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$72-12=60$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Divisibility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(sum of digits in odd places)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in even places)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digit total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two sums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Leading-zero cases are often counted as 'the zero fixed in the first place';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first in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arrangements, so valid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method (equal alternating sums) solves any 'divisible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distinct digits' count.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Divisibility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(sum of digits in odd places)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in even places)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$\equiv0\pmod{11}$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digit total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two sums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$\frac{T\pm D}2$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$D\equiv0\pmod{11}$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Leading-zero cases are often counted as 'the zero fixed in the first place';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first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arrangements, so valid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$=\frac56\cdot72=60$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method (equal alternating sums) solves any 'divisible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distinct digits' count.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1.85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7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9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02 Algebra 02 Questions 1–20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1.85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