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Sheet1!$A$2:$A$32</c:f>
              <c:strCache>
                <c:ptCount val="31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2.0</c:v>
                </c:pt>
                <c:pt idx="7">
                  <c:v>1.0</c:v>
                </c:pt>
                <c:pt idx="8">
                  <c:v>2.0</c:v>
                </c:pt>
                <c:pt idx="9">
                  <c:v>3.0</c:v>
                </c:pt>
                <c:pt idx="10">
                  <c:v>3.0</c:v>
                </c:pt>
                <c:pt idx="11">
                  <c:v>2.0</c:v>
                </c:pt>
                <c:pt idx="12">
                  <c:v>4.0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4.0</c:v>
                </c:pt>
                <c:pt idx="17">
                  <c:v>4.0</c:v>
                </c:pt>
                <c:pt idx="18">
                  <c:v>4.0</c:v>
                </c:pt>
                <c:pt idx="19">
                  <c:v>3.0</c:v>
                </c:pt>
                <c:pt idx="20">
                  <c:v>2.0</c:v>
                </c:pt>
                <c:pt idx="21">
                  <c:v>1.0</c:v>
                </c:pt>
                <c:pt idx="22">
                  <c:v>2.0</c:v>
                </c:pt>
                <c:pt idx="23">
                  <c:v>2.0</c:v>
                </c:pt>
                <c:pt idx="24">
                  <c:v>3.0</c:v>
                </c:pt>
                <c:pt idx="25">
                  <c:v>2.0</c:v>
                </c:pt>
                <c:pt idx="26">
                  <c:v>1.0</c:v>
                </c:pt>
                <c:pt idx="27">
                  <c:v>2.0</c:v>
                </c:pt>
                <c:pt idx="28">
                  <c:v>2.0</c:v>
                </c:pt>
                <c:pt idx="29">
                  <c:v>4.0</c:v>
                </c:pt>
                <c:pt idx="30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piecewise definitions of f and g beyond pi/2 are not needed; the working itself is correct. The question is ill-posed as stated: for real a, b, c the representation a*pi^3+b*pi^2+c is not unique (it is unique only for rational a, b, c, since pi is transcendental), and the true real minimum of |a|+|b|+|c| would be Area/pi^3 = 0.0253. The key 1 assumes rational a, b, c; this is stated in the last-but-one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applies L'Hopital directly to 2*Integral/t^3 after rewriting the ratio as 2*Int/(t^3) without justifying t*sin t^2 ~ t^3 (it silently replaces the denominator t*sin t^2 by t^3). Added the factor t^2/sin t^2 -&gt; 1 so the step is valid. Answer 2/3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omits the case 0&lt;a&lt;=1/2: the region then contains the vertical asymptote x=1/2 of y=1/(2x-1), so its area is infinite and no value of a arises. Added this step; the PDF's other cases and its answer a=8 or (2/5)(6-sqrt21) are correct (checked numerically: areas 0.58158 for both values).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differentiates sqrt(m^2-4m+4c) as (2m-4)/sqrt(...) instead of (2m-4)/(2 sqrt(...)) - a factor-2 slip that does not change the root m=2. Replaced by the cleaner route A = D^(3/2)/6, dA/dm = (m-2)sqrt(D)/2. The values m=2, c=10 and the answer 104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after alpha = pi/3 and never works out the second part of the question (the ratio 2:sqrt3 appears only in the answer key). The part above y=1 and the part below y=1 were computed and checked numerically (U=1.0000, L=0.8660).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is wrong: its expression 'A = sqrt(1-a^2) - arcsin a + pi/4' gives A(0)=1+pi/4 (should be 1-pi/4) and its derivative gives a=-1/2, outside [0,1], whereas its own answer key says a=1/2. Correct area function: A(a)=(1-a)sqrt(1-a^2)+arcsin a-pi/4 (checked numerically at a=0,.25,.5,.75,1); A'(a)=a(2a-1)/sqrt(1-a^2). The key (a=1/2 min; a=0 local max 1-pi/4; a=1 max pi/4)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'(alpha - f^-1(alpha^2)) 2alpha = alpha^2/2' straight after the integral equation. That line is the derivative with respect to alpha of the integral equation, not the equation itself; the differentiation step was missing and is now stated. Answer (16/9)x^2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dy/dx = 2/(3(x/2)^(1/3)) (a factor 2 too large; the correct derivative is 1/(3(x/2)^(1/3)), but it is not used) and its final decimal as 2.266; (2*31.62-2)/27 = 2.268. Option (B) 2.27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applies L'Hopital in h to (e^x f(h)+e^h f(x)-f(x))/h and gets e^x f'(h)+e^h f(x); that needs the limit of f'(h) as h-&gt;0, i.e. continuity of f' at 0, which is not given (only existence of f'(0)). Replaced by splitting into e^x(f(h)-f(0))/h + f(x)(e^h-1)/h, which uses only f'(0). Result f'(x)=e^x+f(x) and f=xe^x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part (B) the PDF's antiderivative has 11/4 x^2 instead of 11/2 x^2 (the integral of 11x). Its printed values 9/4, 1/4, 1/4 are the correct ones for 11/2 x^2, so the final 11/4 is right; the antiderivative is corrected here and G(0..3) listed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omissions in the PDF's working (all key letters and numbers are right): in (C) the lower limit (sin x)^cos x -&gt; 0 as x -&gt; 0+ is not evaluated; in (D) the PDF ends with y &lt;= 2 ln 4 and never states why this answers 'cannot exceed' option S = 2 ln 6 (2 ln 4 &lt; 2 ln 6; the true value is f(6) = 2.5068). Both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Area Under Curve (Exercise C-II)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C2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/ Integer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subjective / integer)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a parabola and a straight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Between two curves the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𝑢𝑝𝑝𝑒𝑟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𝑙𝑜𝑤𝑒𝑟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their intersection abscissae.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Between two curves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$\int(\text{upper}-\text{lower})\,dx$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their intersection abscissae.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opens downwards,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limits,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lies above the line,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opens downwards,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limits,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$-x=2x-x^2\Rightarrow x^2-3x=0\Rightarrow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lies above the line,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$A=\int_0^3\left[(2x-x^2)-(-x)\right]dx$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$A=\int_0^3(3x-x^2)\,dx$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$A=\left[\frac{3x^2}{2}-\frac{x^3}{3}\right]_0^3=\frac{27}{2}-9=\frac{9}{2}$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parabola–chord area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integrating.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parabola–chord area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$\frac{|a|}{6}(\beta-\alpha)^3$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integrating.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of the two curves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quadratic with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a parabola and a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integral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of the two curves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$(2x-x^2)-(-x)=-x^2+3x=-x(x-3)$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quadratic with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a parabola and a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$\frac{|a|}{6}(\beta-\alpha)^3$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$-|a|(x-\alpha)(x-\beta)$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$A=\frac{1}{6}(3-0)^3=\frac{27}{6}=\frac{9}{2}$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cutting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holds for two parabolas with equal leading coefficients, or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replaced by the difference of the leading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abscissae come from equating the two functions; always decide which curve is on top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cutting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$\frac{|a|}{6}(\beta-\alpha)^3$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holds for two parabolas with equal leading coefficients, or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replaced by the difference of the leading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abscissae come from equating the two functions; always decide which curve is on top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$A=\frac{27}{6}=\frac{9}{2}$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area enclosed by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normal drawn to it with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area enclosed by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normal drawn to it with gradient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 parabola with a given slope, Area bounded by a parabola and a straight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normal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a point where the tangent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normal of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a point where the tangent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$2x_1=1$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the parabola: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$m=-\frac{1}{2x_1}$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$x_1=\frac{-1}{2m}=\frac{1}{2}$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$y_1=1+x_1^2=1+\frac{1}{4}=\frac{5}{4}$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$\left(\frac{1}{2},\frac{5}{4}\right)$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$y-\frac{5}{4}=-\left(x-\frac{1}{2}\right)$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$x+y=\frac{7}{4}$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$1+x^2=-x+\frac{7}{4}\Rightarrow 4x^2+4x-3=0\Rightarrow x=-\frac{3}{2}$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lies above the parabola between these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lies above the parabola between these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$A=\int_{-3/2}^{1/2}\left[\left(\frac{7}{4}-x\right)-(1+x^2)\right]dx=\int_{-3/2}^{1/2}\left(\frac{3}{4}-x-x^2\right)dx$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$A=\left[\frac{3x}{4}-\frac{x^2}{2}-\frac{x^3}{3}\right]_{-3/2}^{1/2}=\left(\frac{3}{8}-\frac{1}{8}-\frac{1}{24}\right)-\left(-\frac{9}{8}-\frac{9}{8}+\frac{9}{8}\right)=\frac{5}{24}+\frac{9}{8}$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$A=\frac{5}{24}+\frac{27}{24}=\frac{32}{24}=\frac{4}{3}$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$\frac{4}{3}$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parabola and the normal.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$\frac{|a|}{6}(\beta-\alpha)^3$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parabola and the normal.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leading coefficient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𝑙𝑖𝑛𝑒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𝑝𝑎𝑟𝑎𝑏𝑜𝑙𝑎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$x+y=\frac{7}{4}$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$x^2+x-\frac{3}{4}=0$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$4x^2+4x-3=0$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leading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$(\text{line})-(\text{parabola})=-x^2-x+\frac{3}{4}$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$A=\frac{1}{6}\cdot 2^3=\frac{8}{6}=\frac{4}{3}$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$\frac{4}{3}$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of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means tangent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cut by any chord,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– no antiderivative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chord meets the parabola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chord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means tangent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$-\frac{1}{m_n}$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$2ax+b=-\frac{1}{m_n}$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cut by any chord,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$A=\frac{|a|}{6}(\beta-\alpha)^3$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– no antiderivative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chord meets the parabola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chord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$(\frac12,\frac54)$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curve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slope of the tangent at any point to the curve is reciprocal of the ordinate of the point. If the area bounded by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expressed as a rational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their lowest form), then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curve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slope of the tangent at any point to the curve is reciprocal of the ordinate of the point. If the area bounded by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expressed as a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their lowest form), then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and solution of a differential equation (variables separable), Area bounded by a parabola and a straight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 is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$=\frac{1}{y}$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$y\,dy=dx$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 is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slope of the tangent is the reciprocal of the ordinate: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slope of the tangent is the reciprocal of the ordinate: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$\frac{y^2}{2}=x+k$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$\frac{4}{2}=2+k$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$A=2\int_0^2\sqrt{2x}\,dx$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$A=2\sqrt{2}\cdot\frac{2}{3}\left[x^{3/2}\right]_0^2=\frac{4\sqrt{2}}{3}\cdot 2\sqrt{2}=\frac{16}{3}$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$\frac{p}{q}=\frac{16}{3}$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$\gcd(16,3)=1$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Archimedes: a parabolic segment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𝑏𝑎𝑠𝑒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ℎ𝑒𝑖𝑔ℎ𝑡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Archimedes: a parabolic segment has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$\frac{2}{3}\times\text{base}\times\text{height}$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chord perpendicular to the axis of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has endpoints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length (base)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chord perpendicular to the axis of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has endpoints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$(2,\pm2)$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length (base)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parabolic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parabolic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$=\frac{2}{3}\times4\times2=\frac{16}{3}$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$p+q=16+3=19$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area of a parabolic segment cut by a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𝑐ℎ𝑜𝑟𝑑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𝑝𝑒𝑟𝑝𝑒𝑛𝑑𝑖𝑐𝑢𝑙𝑎𝑟 𝑑𝑖𝑠𝑡𝑎𝑛𝑐𝑒 𝑓𝑟𝑜𝑚 𝑡ℎ𝑒 𝑣𝑒𝑟𝑡𝑒𝑥 𝑡𝑜 𝑡ℎ𝑒 𝑐ℎ𝑜𝑟𝑑, 𝑚𝑒𝑎𝑠𝑢𝑟𝑒𝑑 𝑎𝑙𝑜𝑛𝑔 𝑡ℎ𝑒 𝑎𝑥𝑖𝑠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chord is perpendicular to the axis;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of the inscribed triangle on the chord with the farthest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give parabolas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(subtangent/subnormal constants).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the latus-rectum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area of a parabolic segment cut by a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$=\frac{2}{3}\times(\text{chord})\times(\text{perpendicular distance from the vertex to the chord, measured along the axis})$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chord is perpendicular to the axis;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$\frac{4}{3}\times$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of the inscribed triangle on the chord with the farthest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$\frac{dy}{dx}=\frac{k}{y}$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give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$y^2=2kx+c$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(subtangent/subnormal constants).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the latus-rectum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$\frac{8}{3}a^2$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$\frac23\cdot2\cdot\frac12=\frac23$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line created by rotating the tangent line to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an angle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other intersection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enclosed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line created by rotating the tangent line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other intersection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enclosed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$\frac{a_1}{a_2}$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$(a_1+a_2)$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Slope of a rotated tangent (angle between lines), Area bounded by a parabola and a chord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the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$-\frac{\pi}{4}$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the inclination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$m=\tan\left(\theta-\frac{\pi}{4}\right)=\frac{\tan\theta-1}{1+\tan\theta}$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rotated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product of roots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root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$\frac{dy}{dx}\Big|_{A(1,1)}=2x=2$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rotated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$\phi=\theta-\frac{\pi}{4}$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$m_l=\tan\phi=\frac{\tan\theta-1}{1+\tan\theta}=\frac{2-1}{1+2}=\frac{1}{3}$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$y-1=\frac{1}{3}(x-1)$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$3x^2=x+2\Rightarrow 3x^2-x-2=0$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product of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$x_1x_2=-\frac{2}{3}$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above the parabola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(coprime)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above the parabola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$A=\int_{-2/3}^{1}\left(\frac{x+2}{3}-x^2\right)dx=\frac{1}{3}\int_{-2/3}^{1}(x+2-3x^2)\,dx=\frac{1}{3}\left[\frac{x^2}{2}+2x-x^3\right]_{-2/3}^{1}$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$\frac{1}{2}+2-1=\frac{3}{2}$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$\frac{2}{9}-\frac{4}{3}+\frac{8}{27}=\frac{6-36+8}{27}=-\frac{22}{27}$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$A=\frac{1}{3}\left[\frac{3}{2}+\frac{22}{27}\right]=\frac{1}{3}\cdot\frac{81+44}{54}=\frac{125}{162}$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$a_2=162$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(coprime)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$a_1+a_2=287$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$287$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tangent's direction vector using complex numbers, then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tangent's direction vector using complex numbers,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$\frac{|a|}{6}(\beta-\alpha)^3$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Rotating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new direction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by Vieta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Rotating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$e^{-i\pi/4}\propto(1-i)$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$(1+2i)(1-i)=1-i+2i-2i^2=3+i$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new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$y=1+\frac{x-1}{3}$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by Vieta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a parabola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a parabola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$\frac{1}{6}(\beta-\alpha)^3=\frac{1}{6}\left(\frac{5}{3}\right)^3=\frac{125}{162}$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$a_1+a_2=125+162=287$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$287$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(anticlockwise) gives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and a chord through a point of the parabola, the other root follows from Vieta: sum or product of the roots of the quadratic, no need to solve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meeting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(anticlockwise) gives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$\frac{m+\tan\delta}{1-m\tan\delta}$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$\frac{m-1}{1+m}$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and a chord through a point of the parabola, the other root follows from Vieta: sum or product of the roots of the quadratic, no need to solve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meeting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$\frac{(\beta-\alpha)^3}{6}$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area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[Note: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area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$x=3y-y^2$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$|[a]|$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[Note: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parabolas and straight lines (equal-area condition),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second area first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the first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second area first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the first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$\frac{(1-a)^3}{6}$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$(1-a)^3=8$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parabola is to the right of the line):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$x=3y-y^2$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$3y-y^2=3-y\Rightarrow y^2-4y+3=0\Rightarrow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parabola is to the right of the line):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$A=\int_1^3\left[(3y-y^2)-(3-y)\right]dy=\int_1^3(4y-y^2-3)\,dy$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$A=\left[2y^2-\frac{y^3}{3}-3y\right]_1^3=(18-9-9)-\left(2-\frac{1}{3}-3\right)=0+\frac{4}{3}=\frac{4}{3}$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$x-x^2=ax\Rightarrow x(x+a-1)=0$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these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areas: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these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$A=\int_0^{1-a}\left[(x-x^2)-ax\right]dx=\int_0^{1-a}\left[(1-a)x-x^2\right]dx=\frac{(1-a)^3}{2}-\frac{(1-a)^3}{3}=\frac{(1-a)^3}{6}$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areas: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$\frac{(1-a)^3}{6}=\frac{4}{3}\Rightarrow(1-a)^3=8\Rightarrow 1-a=2\Rightarrow 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$[a]=[-1]=-1$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$|[a]|=1$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both regions (the second one in the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$\frac{|a|}{6}(\beta-\alpha)^3$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both regions (the second one in the variable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2: in the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2: in the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$(3y-y^2)-(3-y)=-y^2+4y-3=-(y-1)(y-3)$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$A_2=\frac{1}{6}\cdot2^3=\frac{4}{3}$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$f-g=-x^2+(1-a)x=-x(x-(1-a))$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$A_1=\frac{(1-a)^3}{6}$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$A_1=A_2\Rightarrow(1-a)^3=8\Rightarrow 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$|[a]|=1$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curve is a parabola with axis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integrate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in either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under the arch.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data of the question: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guarantees the line lies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where the bounded area is larger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curve is a parabola with axis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integrate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$\frac{|a|}{6}(\beta-\alpha)^3$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in either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$=\frac{(1-a)^3}{6}$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under the arch.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data of the question: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guarantees the line lies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where the bounded area is larger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minimum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$f(x)=\left(\cos^{-1}|\cos x|\right)^2$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$g(x)=\cos^{-1}|\cos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$a\pi^3+b\pi^2+c$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$(|a|+|b|+|c|)$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Graph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(inverse trigonometric functions), Area between curves with a symmetric, periodic region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$\cos^{-1}|\cos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(inverse trigonometric functions), Area between curves with a symmetric, periodic region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$\cos^{-1}|\cos x|=x$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cross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functions are even, so the region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x|=\cos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functions are even, so the region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$x^2&gt;x$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$=2\left[\int_0^1(x-x^2)\,dx+\int_1^{\pi/2}(x^2-x)\,dx\right]$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and doubling: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$\int_0^1(x-x^2)dx=\frac{1}{2}-\frac{1}{3}=\frac{1}{6}$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$\int_1^{\pi/2}(x^2-x)dx=\left(\frac{\pi^3}{24}-\frac{\pi^2}{8}\right)-\left(\frac{1}{3}-\frac{1}{2}\right)=\frac{\pi^3}{24}-\frac{\pi^2}{8}+\frac{1}{6}$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and doubling: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$2\left[\frac{\pi^3}{24}-\frac{\pi^2}{8}+\frac{1}{3}\right]=\frac{\pi^3}{12}-\frac{\pi^2}{4}+\frac{2}{3}$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$a\pi^3+b\pi^2+c$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$|a|+|b|+|c|=\frac{1}{12}+\frac{1}{4}+\frac{2}{3}=\frac{1+3+8}{12}=1$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even,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-periodic 'triangle wave'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Sketch before integrating: curves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 order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split the integral at the crossing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like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meant with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(unique representation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transcendental).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x)=|x|$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$\cos^{-1}|\cos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-periodic 'triangle wave'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$\left[\frac{\pi}{2},\pi\right]$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Sketch before integrating: curves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 order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split the integral at the crossing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like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$a\pi^3+b\pi^2+c$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meant with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(unique representation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transcendental).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also the equations of the pair of tangents from the origin on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compute the area enclosed by the curve and the pair of tangents.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$f(x+1)=f(x)+2x+1$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also the equations of the pair of tangents from the origin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compute the area enclosed by the curve and the pair of tangents.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Polynomial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Tangents from a point and area between a curve and its tangents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Polynomial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$f(x+1)-f(x)=2x+1$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Tangents from a point and area between a curve and its tangents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Differencing a polynomial lowers its degree by one,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quadratic, and the tangents from the origin touch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Differencing a polynomial lowers its degree by one,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quadratic, and the tangents from the origin touch the parabola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 twice,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polynomial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 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$f(x+1)=f(x)+2x+1$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 twice,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$f''(x+1)=f''(x)$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$f(x)=\frac{ax^2}{2}+bx+c$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$f(x+1)-f(x)=\left[\frac{a}{2}(x+1)^2+b(x+1)+c\right]-\left[\frac{ax^2}{2}+bx+c\right]=ax+\frac{a}{2}+b$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must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comparing coefficients,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tangency needs a double root, i.e. discriminant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must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comparing coefficients,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$\frac{a}{2}+b=1\Rightarrow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$x^2-mx+1=0$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tangency needs a double root, i.e.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(touching the parabola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(touching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$A=2\int_0^1\left[(x^2+1)-2x\right]dx=2\int_0^1(x-1)^2dx=2\cdot\frac{1}{3}=\frac{2}{3}$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tangents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$f(x)=x^2+1$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tangents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$y=\pm2x$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area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$=\frac{2}{3}$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periodic polynomial, hence constant; use points of contact for the tangents.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periodic polynomial, hence constant; use points of contact for the tangents.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(infinitely many points),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$(x+1)^2-x^2=2x+1$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$g(x+1)=g(x)$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$g(x+1)=g(x)$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(infinitely many points),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$g\equiv g(0)=f(0)=1$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$y-(t^2+1)=2t(x-t)$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$-(t^2+1)=-2t^2$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between the curve and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half is the mirror image.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between the curve and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$\int_0^1(x-1)^2dx=\frac{1}{3}$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half is the mirror image.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$=2\cdot\frac{1}{3}=\frac{2}{3}$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tangents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$f(x)=x^2+1$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tangents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$y=\pm2x$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area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$=\frac{2}{3}$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a constant, and the degree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an external point to a parabola: use the double-root condition (discriminant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the point of contact.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and its tangent, from the point of contact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any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$g(x+1)=g(x)$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$f(x+1)-f(x)=p(x)$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a constant, and the degree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 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an external point to a parabola: use the double-root condition (discriminant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the point of contact.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and its tangent, from the point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$\frac{|a|}{3}|x_1-x_0|^3$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shows two regions in the first quadrant: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under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shows two regions in the first quadrant: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under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$P(t,\sin 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$M(t,0)$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$\lim_{t\to0}\frac{A(t)}{B(t)}$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a curve and area of a triangle, Limits: L'Hôpital's rule with an integral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ratio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numerator and denominator (the numerator by the Leibniz rule).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ratio is of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$\frac{0}{0}$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numerator and denominator (the numerator by the Leibniz rule).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</m:nary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</m:nary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write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</m:nary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$A(t)=\int_0^t\sin x^2\,dx$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$B(t)=\frac{1}{2}\times t\times\sin 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$PM=\sin 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$\lim_{t\to0}\frac{A(t)}{B(t)}=\lim_{t\to0}\frac{\int_0^t\sin x^2dx}{\frac{1}{2}t\sin t^2}=\lim_{t\to0}\frac{2\int_0^t\sin x^2dx}{t\sin 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$t\sin t^2\sim 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$\frac{0}{0}$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write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$\frac{2\int_0^t\sin x^2dx}{t^3}\cdot\frac{t^3}{t\sin 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$\frac{t^3}{t\sin t^2}=\frac{t^2}{\sin t^2}\to1$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L'Hôpital's rule (DLH)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</m:nary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derivative of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L'Hôpital's rule (DLH)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$\frac{2\int_0^t\sin x^2dx}{t^3}$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derivative of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$\lim_{t\to0}\frac{2\sin t^2}{3t^2}=\frac{2}{3}\lim_{t\to0}\frac{\sin t^2}{t^2}=\frac{2}{3}$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its Maclaurin series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leading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its Maclaurin series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$x^2-\frac{x^6}{6}+\dots$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leading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x^2=x^2-\frac{x^6}{6}+\cdots$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$A(t)=\frac{t^3}{3}-\frac{t^7}{42}+\cdots$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$B(t)=\frac{1}{2}t\sin t^2=\frac{1}{2}t\left(t^2-\frac{t^6}{6}+\cdots\right)=\frac{t^3}{2}-\frac{t^7}{12}+\cdots$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$\frac{A(t)}{B(t)}=\frac{\frac{1}{3}-\frac{t^4}{42}+\cdots}{\frac{1}{2}-\frac{t^4}{12}+\cdots}\to\frac{1/3}{1/2}=\frac{2}{3}$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leading term, so compare leading powers instead of applying L'Hôpital repeatedly.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nary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triangle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$\int_0^t h(x)\,dx\approx\int_0^t h_0\,x^k\,dx$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$h\sim h_0x^k$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leading term, so compare leading powers instead of applying L'Hôpital repeatedly.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$\frac{d}{dt}\int_0^t h(x)dx=h(t)$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$\lim_{t\to0}\frac{\int_0^th}{t^{k+1}}=\frac{h_0}{k+1}$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$h\sim h_0x^k$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$h=\sin x^2\sim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$A\sim\frac{t^3}{3}$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triangle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$B\sim\frac{t^3}{2}$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quadrant. If the area bounded by the curve,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tangent line to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$1^{st}$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quadrant. If the area bounded by the curve,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tangent line to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between the curve,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tangent, Maxima and minima of the area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between the curve,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tangent, Maxima and minima of the area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triangle cut off by the tangent: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maximise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$\int_0^1x^ndx$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triangle cut off by the tangent: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$A(n)=\frac{n-1}{2n(n+1)}$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maximise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shaded area is the area under the curve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triangle bounded by the tangent,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$y=x^n\Rightarrow\frac{dy}{dx}=nx^{n-1}$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$m_T=n$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$y-1=n(x-1)$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$y=nx-n+1$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$\left(\frac{n-1}{n},0\right)$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shaded area is the area under the curve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triangle bounded by the tangent,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$A=\int_0^1x^n\,dx-\frac{1}{2}\left(1-\frac{n-1}{n}\right)\times1$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maximum put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derivative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it is a maximum).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$A=\frac{1}{n+1}-\frac{1}{2}\cdot\frac{1}{n}=\frac{1}{n+1}-\frac{1}{2n}=\frac{2n-(n+1)}{2n(n+1)}=\frac{n-1}{2n(n+1)}$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maximum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$\frac{dA}{dn}=0$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$\frac{d}{dn}\left[\frac{n-1}{2(n^2+n)}\right]=\frac{(n^2+n)-(n-1)(2n+1)}{2(n^2+n)^2}$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$n^2+n-(2n^2-n-1)=-n^2+2n+1$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$-n^2+2n+1=0$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$n^2-2n-1=0$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$n=\frac{2\pm\sqrt{4+4}}{2}=1\pm\sqrt{2}$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$n=1+\sqrt{2}$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derivative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it is a maximum).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$n=\sqrt{2}+1$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AM–GM on the denominator – no differentiation.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$u=n-1&gt;0$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AM–GM on the denominator – no differentiation.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$A=\frac{n-1}{2n(n+1)}$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$u=n-1&gt;0$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$n(n+1)=(u+1)(u+2)=u^2+3u+2$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$A=\frac{u}{2(u^2+3u+2)}=\frac{1}{2\left(u+\frac{2}{u}+3\right)}$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AM–GM,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AM–GM,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$u+\frac{2}{u}\ge2\sqrt{2}$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$u=\frac{2}{u}$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$n=1+\sqrt{2}$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$\frac{1}{2(3+2\sqrt{2})}=\frac{3-2\sqrt2}{2}$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$n=\sqrt{2}+1$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to the convex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between curve, tangent and axis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directly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optimising a rational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AM–GM: the optimum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convex curve a tangent lies below it, so the region between curve and tangent is easy to describe as 'upper curve minus tangent'.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to the convex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between curve, tangent and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$\frac{n-1}{2n(n+1)}$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directly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$\frac13-\frac14=\frac1{12}$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optimising a rational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$\frac{u}{(u+p)(u+q)}$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$\frac{1}{u+\frac{pq}{u}+p+q}$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AM–GM: the optimum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convex curve a tangent lies below it, so the region between curve and tangent is easy to describe as 'upper curve minus tangent'.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adjacent figure, graphs of two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given.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area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calculate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adjacent figure, graphs of two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given.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$A(a,f(a))$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area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$A_1=1-\sin a+(a-1)\cos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determine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calculate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Differentiation of an integral (Leibniz rule) and integration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Differentiation of an integral (Leibniz rule) and integration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it: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$A_1(a)=\int_0^a(\sin x-f(x))dx$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it: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a-f(a)=A_1'(a)$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figure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figure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x\ge 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$A_1=\int_0^a\left(\sin x-f(x)\right)dx$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(Newton–Leibniz):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 such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–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first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$A_1=1-\sin a+(a-1)\cos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$\int_0^a\sin x\,dx=[-\cos x]_0^a=1-\cos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 a+(a-1)\cos a=1-\cos a-\int_0^af(x)dx$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$\int_0^af(x)\,dx=1-\cos a-1+\sin a-(a-1)\cos a=\sin a-a\cos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(Newton–Leibniz):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$f(a)=\cos a-\left[a(-\sin a)+\cos a\right]=\cos a+a\sin a-\cos a=a\sin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 such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–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first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$A_1=1-\sin1+(1-1)\cos1=1-\sin1$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$A_2=\int_1^\pi(x\sin x-\sin x)\,dx=\int_1^\pi(x-1)\sin x\,dx=\left[-(x-1)\cos x\right]_1^\pi+\int_1^\pi\cos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$A_2=-(\pi-1)\cos\pi+0+\sin\pi-\sin1=(\pi-1)-\sin1=\pi-1-\sin1$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$A_3=\int_\pi^{2\pi}\left|x\sin x-\sin x\right|dx=-\int_\pi^{2\pi}(x-1)\sin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$=\left[(x-1)\cos x\right]_\pi^{2\pi}-\int_\pi^{2\pi}\cos x\,dx=(2\pi-1)+(\pi-1)-0=3\pi-2$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$f(x)=x\sin 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$A_1=1-\sin1$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$A_2=\pi-1-\sin1$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$A_3=3\pi-2$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given expression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– no need to evaluate the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given expression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$A_1'(a)=\sin a-f(a)$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– no need to evaluate the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fundamental theorem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given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$A_1(a)=\int_0^a(\sin x-f(x))dx$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fundamental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$A_1'(a)=\sin a-f(a)$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$A_1(a)=1-\sin a+(a-1)\cos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$A_1'(a)=-\cos a+\cos a-(a-1)\sin a=\sin a-a\sin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a-f(a)=\sin a-a\sin a\Rightarrow f(a)=a\sin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antiderivative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x=\sin x\Rightarrow(x-1)\sin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$A_1=1-\sin1$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antiderivative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$F(x)=\int(x-1)\sin x\,dx=\sin x-(x-1)\cos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$A_2=F(\pi)-F(1)=(\pi-1)-\sin1$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$A_3=-[F(2\pi)-F(\pi)]=-[-(2\pi-1)-(\pi-1)]=3\pi-2$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$f(x)=x\sin 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$A_1=1-\sin1$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$A_2=\pi-1-\sin1$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$A_3=3\pi-2$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information about an area as a function of the variable endpoint determines the integrand by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parts); use one antiderivative for all three areas to avoid repeated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absolute values region by region: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$A(a)=\int_0^a h(x)dx$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$A'(a)=h(a)$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information about an area as a function of the variable endpoint determines the integrand by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$\int(x-1)\sin x\,dx=\sin x-(x-1)\cos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parts); use one antiderivative for all three areas to avoid repeated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absolute values region by region: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two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(i) At what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reciprocal of the area of the figure bounded by the curves,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itself? (ii) At what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figure bounded by these curves,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two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$y=\frac{1}{4(x-1)}$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(i) At what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$(a&gt;2)$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reciprocal of the area of the figure bounded by the curves,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itself? (ii) At what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$(1&lt;b&lt;2)$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figure bounded by these curves,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$1-\frac{1}{b}$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17924"/>
                <a:ext cx="10725912" cy="21945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logarithmic integrals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17924"/>
                <a:ext cx="10725912" cy="21945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$y=\frac{1}{4(x-1)}$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logarithmic integrals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curves touch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curves touch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$\frac{1}{4(x-1)}\ge\frac{1}{x^2}$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$\int\left(\frac{1}{4(x-1)}-\frac{1}{x^2}\right)dx$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intersection: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double root – the curves touch).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Moreover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curve on both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$\frac{1}{x^2}=\frac{1}{4(x-1)}\Rightarrow x^2-4x+4=0\Rightarrow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double root – the curves touch).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$\frac{1}{4(x-1)}-\frac{1}{x^2}=\frac{(x-2)^2}{4x^2(x-1)}\ge0$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$y=\frac{1}{4(x-1)}$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curve on both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$A=\int_2^a\left(\frac{1}{4(x-1)}-\frac{1}{x^2}\right)dx=\left[\frac{1}{4}\ln(x-1)+\frac{1}{x}\right]_2^a=\frac{1}{4}\ln(a-1)+\frac{1}{a}-\frac{1}{2}$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'reciprocal of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'reciprocal of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$\frac{1}{4}\ln(a-1)+\frac{1}{a}-\frac{1}{2}=\frac{1}{a}$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$\ln(a-1)=2$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$a-1=e^2$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$a=1+e^2$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$1&lt;b&lt;2$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$A=\int_b^2\left(\frac{1}{4(x-1)}-\frac{1}{x^2}\right)dx=\left[\frac{1}{4}\ln(x-1)+\frac{1}{x}\right]_b^2=\frac{1}{2}-\frac{1}{b}-\frac{1}{4}\ln(b-1)$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$A=1-\frac{1}{b}$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$\frac{1}{2}-\frac{1}{b}-\frac{1}{4}\ln(b-1)=1-\frac{1}{b}$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$-\frac{1}{4}\ln(b-1)=\frac{1}{2}$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$\ln(b-1)=-2$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$b=1+e^{-2}$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$a=1+e^2$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$b=1+e^{-2}$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that touch (double root) have a perfect square as their difference, so the sign of the integrand never changes – no case-work on the side of the touching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equations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that touch (double root) have a perfect square as their difference, so the sign of the integrand never changes – no case-work on the side of the touching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$\int\frac{dx}{4(x-1)}=\frac{1}{4}\ln|x-1|$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$\frac{1}{4}\ln(t)=k$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$t=e^{4k}$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$h(a)=A(a)-\frac1a$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$h'(a)=\frac{1}{4(a-1)}&gt;0$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$a=1+e^2$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vertical line through the maximum point of the curve is independent of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$y=\frac{\ln x-c}{x}$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vertical line through the maximum point of the curve is independent of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maximum point, Maxima of a function by differentiation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$y=\frac{\ln x-c}{x}$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maximum point, Maxima of a function by differentiation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has its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meets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$x=e^c$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has its maximum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$x=e^{1+c}$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$\frac{\ln x-c}{x}dx=(\ln x-c)\,d(\ln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so this is the maximum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$y=\frac{\ln x-c}{x}=0\Rightarrow\ln 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$\frac{dy}{dx}=\frac{1-(\ln x-c)}{x^2}=0\Rightarrow\ln x=1+c$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$x=e^{1+c}$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so this is the maximum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$x=e^{1+c}$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$A=\int_{e^c}^{e^{1+c}}\frac{\ln x-c}{x}\,dx$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Antiderivative: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does not contain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Antiderivative: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$\int\frac{\ln x-c}{x}dx=\frac{(\ln x-c)^2}{2}$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 x-c$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$A=\left[\frac{(\ln x-c)^2}{2}\right]_{e^c}^{e^{1+c}}=\frac{1^2}{2}-\frac{0^2}{2}=\frac{1}{2}$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does not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Area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$=\frac{1}{2}$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independent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variable: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whole problem into one with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variable: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$u=\ln x-c$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whole problem into one with no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meets the 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$u=\ln x-c$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$x=e^{c+u}$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$\frac{dx}{x}=du$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$y\,dx=\frac{u}{x}\,dx=u\,du$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$\frac{dy}{dx}=\frac{1-u}{x^2}=0$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– the integrand and limits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involve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$A=\int_{u=0}^{u=1}u\,du=\frac{1}{2}$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– the integrand and limits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involve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Area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$=\frac{1}{2}$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independent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a horizontal shift in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-scale.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multiplicative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horizontal stretch)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unchanged: this explains why the area does 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$\int\frac{g(\ln x)}{x}dx$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g(t)\,dt$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a horizontal shift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-scale.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multiplicative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e^{c}x$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horizontal stretch)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y\,\frac{dx}{x}$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unchanged: this explains why the area does not depend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what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figure bounded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what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figure bounded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$y=\frac{1}{2x-1}$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$\ln\frac{4}{\sqrt{5}}$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74212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the hyperbolas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case analysis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74212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the hyperbolas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$y=\frac{1}{2x-1}$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case analysis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curves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an asymptote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split into cases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infinite area).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curves cross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$y=\frac{1}{2x-1}$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an asymptote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split into cases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$a&gt;2$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$1&lt;a&lt;2$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$\frac{1}{2}&lt;a&lt;1$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$a&lt;\frac{1}{2}$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infinite area).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$\frac{1}{x}=\frac{1}{2x-1}\Rightarrow x=2x-1\Rightarrow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$2x-1&gt;x$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$\frac{1}{x}&gt;\frac{1}{2x-1}$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$\frac{1}{2x-1}&gt;\frac{1}{x}$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$A=\int_2^a\left(\frac{1}{x}-\frac{1}{2x-1}\right)dx=\left[\ln x-\frac{1}{2}\ln(2x-1)\right]_2^a=\ln\frac{a}{2}-\frac{1}{2}\ln\frac{2a-1}{3}$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$A=\ln\frac{4}{\sqrt5}$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$\frac{1}{2}\ln\frac{2a-1}{3}=\ln\frac{a}{2}\cdot\frac{\sqrt5}{4}$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$\frac{2a-1}{3}=\frac{5a^2}{64}$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$15a^2-128a+64=0$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this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discriminant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 in this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$(15a-8)(a-8)=0\Rightarrow a=\frac{8}{15}$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$1&lt;a&lt;2$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$A=\int_a^2\left(\frac{1}{x}-\frac{1}{2x-1}\right)dx=\frac{1}{2}\ln\frac{2a-1}{3}-\ln\frac{a}{2}$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$\ln\frac{4}{\sqrt5}$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$\frac{4a^2}{5}=\frac{2a-1}{3}$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$12a^2-10a+5=0$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discriminant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$100-240&lt;0$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 in this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$A=\int_a^1\left(\frac{1}{2x-1}-\frac{1}{x}\right)dx+\int_1^2\left(\frac{1}{x}-\frac{1}{2x-1}\right)dx=\frac{1}{2}\ln\frac{a^2}{2a-1}+\frac{1}{2}\ln\frac{4}{3}$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$\frac{1}{2}\ln\frac{16}{5}$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$\frac{a^2}{2a-1}\cdot\frac{4}{3}=\frac{16}{5}$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$5a^2=12(2a-1)$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$5a^2-24a+12=0$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576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contains the asymptote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area is infinite (not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$a=\frac{24\pm\sqrt{576-240}}{10}=\frac{12\pm2\sqrt{21}}{5}=\frac{2}{5}\left(6\pm\sqrt{21}\right)$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$\frac{2}{5}\left(6-\sqrt{21}\right)\approx0.567$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$0&lt;a\le\frac{1}{2}$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contains the asymptote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area is infinite (not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$\ln\frac{4}{\sqrt{5}}$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$a=\frac{2}{5}\left(6-\sqrt{21}\right)$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$a=\frac{2}{5}\left(6-\sqrt{21}\right)$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Introduce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Introduce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$G(x)=\ln x-\frac{1}{2}\ln(2x-1)=\frac{1}{2}\ln\frac{x^2}{2x-1}$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target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$x^2-(2x-1)=(x-1)^2\ge0$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$G(x)=\frac{1}{2}\ln\frac{x^2}{2x-1}\ge0$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$G(2)=\frac{1}{2}\ln\frac{4}{3}$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target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$\ln\frac{4}{\sqrt5}=\frac{1}{2}\ln\frac{16}{5}$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rejected).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impossible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$|G(a)-G(2)|$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$G(a)=G(2)+\frac{1}{2}\ln\frac{16}{5}=\frac{1}{2}\ln\frac{64}{15}$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$15a^2=64(2a-1)\Rightarrow 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$\frac{8}{15}&lt;1$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rejected).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$G(a)=G(2)-\frac{1}{2}\ln\frac{16}{5}=\frac{1}{2}\ln\frac{5}{12}&lt;0$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impossible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crosses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$G(a)+G(2)$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$G(a)=\frac{1}{2}\ln\frac{16}{5}-\frac{1}{2}\ln\frac{4}{3}=\frac{1}{2}\ln\frac{12}{5}$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$5a^2=12(2a-1)$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$a=\frac{2}{5}\left(6-\sqrt{21}\right)$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infinite.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infinite.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$\frac{2}{5}\left(6-\sqrt{21}\right)$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$a=\frac{2}{5}\left(6-\sqrt{21}\right)$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integrating between two curves check their intersections and asymptotes inside the interval; a vertical asymptote between the limits makes the area infinite.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antiderivative of the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equalities of areas then reduce to quadratics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exponentiating.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(AM–GM /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shows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quick way to discard impossible cases.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integrating between two curves check their intersections and asymptotes inside the interval; a vertical asymptote between the limits makes the area infinite.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$y=\frac{1}{px-q}$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antiderivative of the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x-\frac{1}{p}\ln(px-q)$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equalities of areas then reduce to quadratics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exponentiating.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$\frac{x^2}{2x-1}\ge1$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(AM–GM /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$\ln\frac{x^2}{2x-1}\ge0$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quick way to discard impossible cases.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two points on it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minimum area bounded by the line segments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two points on it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$A(\alpha,f(\alpha))$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$B\left(-\frac{1}{\alpha},f\left(-\frac{1}{\alpha}\right)\right)$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minimum area bounded by the line segments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17924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chords from the origin and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Minimisation using derivatives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17924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chords from the origin and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Minimisation using derivatives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two triangles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is exactly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$=\int_{-1/\alpha}^{\alpha}f\,dx$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two triangles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$\tan^{-1}\alpha+\tan^{-1}\frac{1}{\alpha}=\frac{\pi}{2}$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under the curve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$f(\alpha)=\frac{1}{1+\alpha^2}$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$f\left(-\frac{1}{\alpha}\right)=\frac{1}{1+\frac{1}{\alpha^2}}=\frac{\alpha^2}{1+\alpha^2}$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under the curve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$x=-\frac{1}{\alpha}$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$A=\int_{-1/\alpha}^{\alpha}\frac{dx}{1+x^2}-\frac{1}{2}\cdot\frac{1}{\alpha}\cdot\frac{\alpha^2}{1+\alpha^2}-\frac{1}{2}\cdot\alpha\cdot\frac{1}{1+\alpha^2}$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$A=\left[\tan^{-1}x\right]_{-1/\alpha}^{\alpha}-\frac{1}{2}\frac{\alpha}{1+\alpha^2}-\frac{1}{2}\frac{\alpha}{1+\alpha^2}=\tan^{-1}\alpha+\tan^{-1}\frac{1}{\alpha}-\frac{\alpha}{1+\alpha^2}$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$\tan^{-1}\alpha+\cot^{-1}\alpha=\frac{\pi}{2}$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$A=\frac{\pi}{2}-\frac{\alpha}{1+\alpha^2}$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it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$\frac{dA}{d\alpha}=-\frac{(1+\alpha^2)-2\alpha^2}{(1+\alpha^2)^2}=-\frac{1-\alpha^2}{(1+\alpha^2)^2}$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it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$\frac{dA}{d\alpha}&lt;0$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$A_{\min}=\frac{\pi}{2}-\frac{1}{2}=\frac{\pi-1}{2}$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$\frac{\pi-1}{2}$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– no calculus.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$\frac{\alpha}{1+\alpha^2}=\frac{1}{2}\sin2\theta\le\frac{1}{2}$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– no calculus.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$\frac{\alpha}{1+\alpha^2}=\frac{\tan\theta}{\sec^2\theta}=\sin\theta\cos\theta=\frac{1}{2}\sin2\theta$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$A=\frac{\pi}{2}-\frac{1}{2}\sin2\theta$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$A_{\min}=\frac{\pi}{2}-\frac{1}{2}=\frac{\pi-1}{2}$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$\frac{\pi-1}{2}$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chosen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(AM–GM,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curve and chords from a point = area under the curve minus triangles; avoid integrating the straight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$\tan^{-1}x+\tan^{-1}\frac{1}{x}=\frac{\pi}{2}$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chosen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$\frac{t}{1+t^2}\le\frac{1}{2}$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(AM–GM,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$1+t^2\ge2t$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curve and chords from a point = area under the curve minus triangles; avoid integrating the straight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constant number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least area of the figure given by the line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gradient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constant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least area of the figure given by the line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gradient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$(c^2+m^2)$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variable line through a fixed point, Minimisation using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minimise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chord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$\frac{(x_2-x_1)^3}{6}=\frac{\left(m^2-4m+4c\right)^{3/2}}{6}$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minimise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$m^2-4m+4c$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(It is real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the parabola.)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$y-c=m(x-1)$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$x^2-mx+m-c=0$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$x_1x_2=m-c$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$(x_2-x_1)^2=m^2-4(m-c)=m^2-4m+4c$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$x_2-x_1=\sqrt{m^2-4m+4c}$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(It is real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the parabola.)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$A=\int_{x_1}^{x_2}\left(mx+c-m-x^2\right)dx=\frac{m}{2}(x_2^2-x_1^2)+(c-m)(x_2-x_1)-\frac{1}{3}(x_2^3-x_1^3)$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$(x_2-x_1)$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$A=(x_2-x_1)\left[\frac{m}{2}(x_1+x_2)+(c-m)-\frac{1}{3}\left(x_1^2+x_1x_2+x_2^2\right)\right]$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$x_1^2+x_1x_2+x_2^2=(x_1+x_2)^2-x_1x_2=m^2-m+c$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$A=\sqrt{m^2-4m+4c}\left[\frac{m^2}{2}+c-m-\frac{m^2-m+c}{3}\right]=\sqrt{m^2-4m+4c}\left(\frac{m^2}{6}-\frac{2m}{3}+\frac{2c}{3}\right)$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$\frac{m^2}{6}-\frac{2m}{3}+\frac{2c}{3}=\frac{m^2-4m+4c}{6}$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$A=\frac{(m^2-4m+4c)^{3/2}}{6}$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minimum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distinct intersection points), the only critical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rises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minimum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$\frac{dA}{dm}=0$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$\frac{dA}{dm}=\frac{1}{6}\cdot\frac{3}{2}\sqrt{D}\,(2m-4)=\frac{(m-2)\sqrt{D}}{2}$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distinct intersection points), the only critical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rises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$A_{\min}=\sqrt{4c-4}\left(\frac{4}{6}-\frac{4}{3}+\frac{2c}{3}\right)=2\sqrt{c-1}\cdot\frac{2(c-1)}{3}=\frac{4}{3}(c-1)^{3/2}$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$\frac{4}{3}(c-1)^{3/2}=36\Rightarrow(c-1)^{3/2}=27\Rightarrow c-1=9\Rightarrow c=10$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$c^2+m^2=100+4=104$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𝑑𝑖𝑠𝑐𝑟𝑖𝑚𝑖𝑛𝑎𝑛𝑡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complete the square – no differentiation.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$A=\frac{(\text{discriminant})^{3/2}}{6}$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complete the square – no differentiation.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meeting it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meeting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$A=\frac{(x_2-x_1)^3}{6}=\frac{D^{3/2}}{6}$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$D=m^2-4m+4c$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$D=(m-2)^2+4(c-1)\ge4(c-1)$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$A_{\min}=\frac{(4(c-1))^{3/2}}{6}=\frac{8(c-1)^{3/2}}{6}=\frac{4}{3}(c-1)^{3/2}=36$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$(c-1)^{3/2}=27$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$c^2+m^2=100+4=104$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Minimising an area that is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minimising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the parameter, complete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meaning: the least-area chord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slope of the tangent at the point of the parabola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$A=\frac{\left(m^2+4k\right)^{3/2}}{6}$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$k=c-m$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Minimising an area that is a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the parameter, complete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meaning: the least-area chord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slope of the tangent at the point of the parabola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deduce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$y=(\tan 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$A_n+A_{n-2}=\frac{1}{n-1}$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deduce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$\frac{1}{2n+2}&lt;A_n&lt;\frac{1}{2n-2}$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Reduction formula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bounds from monotonicity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Reduction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$\int\tan^nx\,dx$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bounds from monotonicity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exact derivative,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$\tan^n x+\tan^{n-2}x=\tan^{n-2}x\sec^2x$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exact derivative,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$0&lt;\tan x&lt;1$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integrating,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$A_n=\int_0^{\pi/4}(\tan x)^n\,dx$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$A_n+A_{n-2}=\int_0^{\pi/4}\left[(\tan x)^n+(\tan x)^{n-2}\right]dx$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 x)^n+(\tan x)^{n-2}=(\tan x)^{n-2}\left(\tan^2x+1\right)=(\tan x)^{n-2}\sec^2x$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$dt=\sec^2x\,dx$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$A_n+A_{n-2}=\int_0^1t^{n-2}dt=\left[\frac{t^{n-1}}{n-1}\right]_0^1=\frac{1}{n-1}$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$0&lt;\tan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 x)^{n+2}&lt;(\tan x)^n&lt;(\tan x)^{n-2}$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$A_{n+2}&lt;A_n&lt;A_{n-2}$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bound: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bound: applying the identity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place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bound: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$2A_n&lt;A_n+A_{n-2}=\frac{1}{n-1}$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$A_n&lt;\frac{1}{2n-2}$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bound: applying the identity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place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$A_{n+2}+A_n=\frac{1}{n+1}$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$A_{n+2}&lt;A_n$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$2A_n&gt;\frac{1}{n+1}$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$A_n&gt;\frac{1}{2n+2}$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$\frac{1}{2n+2}&lt;A_n&lt;\frac{1}{2n-2}$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$A_n+A_{n-2}=\frac{1}{n-1}$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$\frac{1}{2n+2}&lt;A_n&lt;\frac{1}{2n-2}$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$A_n=\int_0^1\frac{t^n}{1+t^2}dt$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$2t\le1+t^2\le2$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Recurrence: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$A_n=\int_0^1\frac{t^n}{1+t^2}dt$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Recurrence: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$A_n+A_{n-2}=\int_0^1\frac{t^{n}+t^{n-2}}{1+t^2}dt=\int_0^1t^{n-2}dt=\frac{1}{n-1}$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$1+t^2&lt;2$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$\frac{t^n}{1+t^2}&gt;\frac{t^n}{2}$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$A_n&gt;\frac{1}{2}\int_0^1t^ndt=\frac{1}{2n+2}$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(AM–GM),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strict inequality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– even slightly stronger than required.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$1+t^2\ge2t$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(AM–GM),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$\frac{t^n}{1+t^2}\le\frac{t^{n-1}}{2}$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strict inequality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$A_n&lt;\frac{1}{2}\int_0^1t^{n-1}dt=\frac{1}{2n}$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$\frac{1}{2n+2}&lt;A_n&lt;\frac{1}{2n}&lt;\frac{1}{2n-2}$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– even slightly stronger than required.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$A_n+A_{n-2}=\frac{1}{n-1}$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$\frac{1}{2n+2}&lt;A_n&lt;\frac{1}{2n-2}$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standard reduction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0.3466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0.1534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sequence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decreasing and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trapped between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quick two-sided bounds for such integrals.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$\int_0^{\pi/4}\tan^nx\,dx$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standard reduction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$I_n+I_{n-2}=\frac{1}{n-1}$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$I_1=\frac{\ln2}{2}\approx0.3466$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$I_3=\frac{1}{2}-\frac{\ln2}{2}\approx0.1534$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decreasing and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$A_n+A_{n-2}=f(n)$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trapped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$\frac{f(n+2)}{2}$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$\frac{f(n)}{2}$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$\frac{1}{2}\le\frac{1}{1+t^2}\le1$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$\frac{1}{1+t^2}\le\frac{1}{2t}$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quick two-sided bounds for such integrals.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two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area of the figure bounded by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that of the figure bounded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this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ratio in which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the figure bounded by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two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$C_1:y=1+\cos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$C_2:y=1+\cos(x-\alpha)$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area of the figure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that of the figure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this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ratio in which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the figure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703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shifted cosine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703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shifted cosine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$y=1+\cos(x-\alpha)$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part is the area above and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region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x=\cos(x-\alpha)$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$x=\frac{\alpha}{2}$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part is the area above and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region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sign is impossible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 bounded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 bounded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x=\cos(x-\alpha)\Rightarrow x=\pm(x-\alpha)$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sign is impossible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x\le\frac{\alpha}{2}$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$A_1=\int_0^{\alpha/2}\left[\cos x-\cos(x-\alpha)\right]dx$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$A_2=\int_{\pi/2+\alpha}^{\pi}\left[-\cos(x-\alpha)\right]dx$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part,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figure bounded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$A_1=\left[\sin x-\sin(x-\alpha)\right]_0^{\alpha/2}=\sin\frac{\alpha}{2}+\sin\frac{\alpha}{2}-\sin\alpha=2\sin\frac{\alpha}{2}-\sin\alpha$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$A_2=-\left[\sin(x-\alpha)\right]_{\pi/2+\alpha}^{\pi}=-\left[\sin(\pi-\alpha)-1\right]=1-\sin\alpha$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$A_1=A_2\Rightarrow2\sin\frac{\alpha}{2}=1\Rightarrow\frac{\alpha}{2}=\frac{\pi}{6}\Rightarrow\alpha=\frac{\pi}{3}$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part,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figure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$C_1,C_2,x=\pi$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$\left[\frac{\pi}{6},\pi\right]$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$U=\int_{\pi/6}^{5\pi/6}\cos\left(x-\frac{\pi}{3}\right)dx-\int_{\pi/6}^{\pi/2}\cos x\,dx=\left[\sin\left(x-\frac{\pi}{3}\right)\right]_{\pi/6}^{5\pi/6}-\left[\sin x\right]_{\pi/6}^{\pi/2}=\left(1+\frac{1}{2}\right)-\left(1-\frac{1}{2}\right)=1$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$L=\int_{\pi/2}^{5\pi/6}(-\cos x)dx+\int_{5\pi/6}^{\pi}\left[\cos\left(x-\frac{\pi}{3}\right)-\cos x\right]dx=\frac{1}{2}+\left(\frac{\sqrt3}{2}-\frac{1}{2}\right)=\frac{\sqrt{3}}{2}$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$U:L=1:\frac{\sqrt{3}}{2}=2:\sqrt{3}$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$\alpha=\frac{\pi}{3}$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ratio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$=2:\sqrt{3}$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two shifted cosines cross midway between their maxima in phase.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Areas between cosines integrate to sines: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track of which curve is above on each sub-interval.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of the figure 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numerically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x=\cos(x-\alpha)$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two shifted cosines cross midway between their maxima in phase.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Areas between cosines integrate to sines: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$\int\left[\cos x-\cos(x-\alpha)\right]dx=\sin x-\sin(x-\alpha)$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track of which curve is above on each sub-interval.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of the figure 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$U+L=1+\frac{\sqrt3}{2}$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$=1.866$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what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the area of the figure bounded by the graph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straight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 minimum and for what values it is at a maximum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also the maximum and the minimum areas.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what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the area of the figure bounded by the graph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straight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 minimum and for what values it is at a maximum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also the maximum and the minimum areas.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Maxima and minima of an area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Maxima and minima of an area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split the area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$f(x)\ge f(a)$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$f(x)\le f(a)$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split the area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$A(a)=\int_0^a\left[f(x)-f(a)\right]dx+\int_a^1\left[f(a)-f(x)\right]dx$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$A(a)=\int_0^af\,dx-\int_a^1f\,dx-af(a)+(1-a)f(a)=2\int_0^af\,dx-\frac{\pi}{4}+(1-2a)f(a)$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$\int_0^1f\,dx=\frac{\pi}{4}$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$\int_0^a\sqrt{1-x^2}\,dx=\frac{1}{2}\left[a\sqrt{1-a^2}+\sin^{-1}a\right]$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$A(a)=a\sqrt{1-a^2}+\sin^{-1}a-\frac{\pi}{4}+(1-2a)\sqrt{1-a^2}=(1-a)\sqrt{1-a^2}+\sin^{-1}a-\frac{\pi}{4}$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$\frac{dA}{da}=-\sqrt{1-a^2}-\frac{a(1-a)}{\sqrt{1-a^2}}+\frac{1}{\sqrt{1-a^2}}=\frac{-(1-a^2)-a+a^2+1}{\sqrt{1-a^2}}=\frac{a(2a-1)}{\sqrt{1-a^2}}$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$a(2a-1)&lt;0$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$A\left(\frac{1}{2}\right)=\frac{1}{2}\cdot\frac{\sqrt{3}}{2}+\frac{\pi}{6}-\frac{\pi}{4}=\frac{\sqrt{3}}{4}-\frac{\pi}{12}=\frac{3\sqrt{3}-\pi}{12}$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local maximum at the boundary)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greatest value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the local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$A(0)=1-\frac{\pi}{4}\approx0.215$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local maximum at the boundary)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$A(1)=\frac{\pi}{4}\approx0.785$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greatest value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$\frac{3\sqrt{3}-\pi}{12}$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the local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Minimum 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local maximum 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maximum value 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Minimum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$a=\frac{1}{2}$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$A=\frac{3\sqrt{3}-\pi}{12}$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local maximum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$A=1-\frac{\pi}{4}$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maximum value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$A=\frac{\pi}{4}$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under the integral sign: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evaluating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under the integral sign: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$A'(a)=f'(a)\,(1-2a)$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evaluating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limits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does the integrand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$A(a)=\int_0^a\left[f(x)-f(a)\right]dx+\int_a^1\left[f(a)-f(x)\right]dx$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limits depend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does the integrand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$A'(a)=\left[f(a)-f(a)\right]-\left[f(a)-f(a)\right]+\int_0^a\left(-f'(a)\right)dx+\int_a^1f'(a)\,dx=f'(a)\left[-a+(1-a)\right]=f'(a)(1-2a)$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$f'(a)=\frac{-a}{\sqrt{1-a^2}}$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$A'(a)=\frac{-a(1-2a)}{\sqrt{1-a^2}}=\frac{a(2a-1)}{\sqrt{1-a^2}}$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sign pattern as before: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comparing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sign pattern as before: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comparing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$A(0)=1-\frac{\pi}{4}$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$A(1)=\frac{\pi}{4}$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$A\left(\frac{1}{2}\right)=\frac{3\sqrt{3}-\pi}{12}$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Minimum 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local maximum 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maximum value 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Minimum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$a=\frac{1}{2}$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$A=\frac{3\sqrt{3}-\pi}{12}$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local maximum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$A=1-\frac{\pi}{4}$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maximum value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$A=\frac{\pi}{4}$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monotone decreasing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interior critical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'mean-value' point when the line splits the interval into equal halves).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closed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for every decreasing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always compare end-point values with the interior critical value; the absolute maximum here is at an end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monotone decreasing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$A'(a)=f'(a)(1-2a)$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interior critical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'mean-value' point when the line splits the interval into equal halves).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closed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$A(a)=2\int_0^af-\int_0^1f+(1-2a)f(a)$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for every decreasing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always compare end-point values with the interior critical value; the absolute maximum here is at an end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33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curves passing through the origin as shown in the figure.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said to 'bisect the area' of the region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for each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shaded regions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shown in the figure have equal areas. Determine the upper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given that the bisecting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the lower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33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curves passing through the origin as shown in the figure.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said to 'bisect the area' of the region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for each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shaded regions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shown in the figure have equal areas. Determine the upper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given that the bisecting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the lower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bisecting curve (equal-area condition for every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Differentiation of an area function and inverse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bisecting curve (equal-area condition for every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Differentiation of an area function and inverse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(vertical strips,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(horizontal strips,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equating the areas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differentiating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$P(\alpha,\alpha^2)$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region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(vertical strips,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(horizontal strips,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equating the areas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647944"/>
                <a:ext cx="10725912" cy="1027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(read along horizontal strips).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647944"/>
                <a:ext cx="10725912" cy="1027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$(\alpha,\alpha^2)$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(read along horizontal strips).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 rule; the upper limit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$\int_0^{\alpha^2}\left(C-C_2\right)dy=\int_0^{\alpha}\left(C-C_1\right)dx$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$\int_0^{\alpha^2}\left(\sqrt{y}-f^{-1}(y)\right)dy=\int_0^{\alpha}\left(x^2-\frac{x^2}{2}\right)dx=\frac{\alpha^3}{6}$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 rule; the upper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$\left(\alpha-f^{-1}(\alpha^2)\right)\cdot2\alpha=\frac{\alpha^2}{2}$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$\alpha-f^{-1}(\alpha^2)=\frac{\alpha}{4}$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$f^{-1}(\alpha^2)=\frac{3}{4}\alpha$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$f\left(\frac{3\alpha}{4}\right)=\alpha^2$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upper curve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lies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$x=\frac{3}{4}\alpha$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$\alpha=\frac{4x}{3}$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$f(x)=\alpha^2=\frac{16}{9}x^2$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upper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$C_2:y=\frac{16}{9}x^2$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lies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$C_2:\ y=\frac{16}{9}x^2$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scaling symmetry: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mapped to itself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compute both areas.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scaling symmetry: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mapped to itself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$(x,y)\to(\lambda x,\lambda^2y)$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$C_2:y=kx^2$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compute both areas.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given curves are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power law is consistent with the scaling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under which both areas scale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given curves are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$C_2:y=kx^2$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power law is consistent with the scaling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$y\to\lambda^2y$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under which both areas scale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$B=\int_0^\alpha\left(x^2-\frac{x^2}{2}\right)dx=\frac{\alpha^3}{6}$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$A=\int_0^{\alpha^2}\left(\sqrt{y}-\sqrt{y/k}\right)dy=\left(1-\frac{1}{\sqrt k}\right)\frac{2}{3}\left(\alpha^2\right)^{3/2}=\frac{2}{3}\left(1-\frac{1}{\sqrt{k}}\right)\alpha^3$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main method shows the solution is unique,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$\frac{2}{3}\left(1-\frac{1}{\sqrt{k}}\right)=\frac{1}{6}\Rightarrow1-\frac{1}{\sqrt{k}}=\frac{1}{4}\Rightarrow\sqrt{k}=\frac{4}{3}\Rightarrow k=\frac{16}{9}$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main method shows the solution is unique,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$C_2:y=\frac{16}{9}x^2$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$C_2:\ y=\frac{16}{9}x^2$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'Equal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conditions on areas are solved by differentiating with respect to the moving parameter: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Regions bounded by a curve on one side and horizontal lines are best integrated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inverse function); regions between graphs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(scaling-invariant) configurations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power-law answers; trying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functional equation into one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'Equal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conditions on areas are solved by differentiating with respect to the moving parameter: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$\frac{d}{d\alpha}\int_0^{g(\alpha)}h=h(g(\alpha))\,g'(\alpha)$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Regions bounded by a curve on one side and horizontal lines are best integrated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inverse function); regions between graphs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(scaling-invariant) configurations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power-law answers; trying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functional equation into one equation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area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ordinates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$f(x)=\int_0^xe^t\left(\ln\sec t-\sec^2t\right)dt$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$g(x)=-2e^x\tan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area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between two curves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$e^x\left[g(x)+g'(x)\right]$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between two curves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resp.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$\ln\sec t-\sec^2t=(\ln\sec t+\tan t)-(\tan t+\sec^2t)$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bracket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$h+h'$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$h=\ln\sec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resp.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$h=\tan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e^t(h+h')dt=e^th$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sec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bracket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$f(x)=\int_0^xe^t\left(\ln\sec t-\sec^2t\right)dt=\int_0^x\left[e^t\left(\ln\sec t+\tan t\right)-e^t\left(\tan t+\sec^2t\right)\right]dt$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$\frac{d}{dt}\ln\sec t=\tan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$\frac{d}{dt}\tan t=\sec^2t$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bracket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e^t(h+h')dt=e^th$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$f(x)=\left[e^t\ln\sec t-e^t\tan t\right]_0^x=e^x\left(\ln\sec x-\tan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two curves: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(again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two curves: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$f(x)-g(x)=e^x(\ln\sec x-\tan x)+2e^x\tan x=e^x(\ln\sec x+\tan 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$A=\int_0^{\pi/3}\left(f-g\right)dx$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e^x\left(\ln\sec x+\tan x\right)dx=e^x\ln\sec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$e^x(h+h')$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$h=\ln\sec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$A=\left[e^x\ln\sec x\right]_0^{\pi/3}=e^{\pi/3}\ln\sec\frac{\pi}{3}-0=e^{\pi/3}\ln2$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$e^{\pi/3}\ln2$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the integrand into groups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pairs: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a negative function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adds its modulus: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e^x\left[h(x)+h'(x)\right]dx=e^xh(x)+C$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the integrand into groups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$(\ln\sec x,\tan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 x,\sec^2x)$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$(\frac{1}{x},-\frac{1}{x^2})$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x,\cos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a negative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adds its modulus: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$f-g=f+2e^x\tan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and strictly increasing function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area enclosed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ordinate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and strictly increasing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$f^3(x)=\int_0^xtf^2(t)\,dt$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area enclosed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ordinate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an integral equation (Leibniz rule), Area under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$f^3(x)=\int_0^xtf^2(t)dt$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$f^2(x)\ne0$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$3f'(x)=x$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 rule):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$f^3(0)=0$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 rule):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$3f^2(x)f'(x)=xf^2(x)$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$f^2(x)\ne0$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$f'(x)=\frac{x}{3}$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$f(x)=\frac{x^2}{6}+C$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$f^3=\frac{x^6}{216}$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$\int_0^xt\cdot\frac{t^4}{36}dt=\frac{x^6}{216}$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$=\int_0^3\frac{x^2}{6}\,dx=\left[\frac{x^3}{18}\right]_0^3=\frac{27}{18}=\frac{3}{2}$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Power-law ansatz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balance the powers and coefficients on the two sides (uniqueness comes from the differentiation argument).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Power-law ansatz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$f=kx^p$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balance the powers and coefficients on the two sides (uniqueness comes from the differentiation argument).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powers: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Equal coefficients: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$f(x)=kx^p$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$f^3=k^3x^{3p}$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$\int_0^xt\cdot k^2t^{2p}dt=\frac{k^2x^{2p+2}}{2p+2}$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powers: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$3p=2p+2\Rightarrow 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Equal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$k^3=\frac{k^2}{6}\Rightarrow k=\frac{1}{6}$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equation; the differentiation argument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shows it is the only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equation; the differentiation argument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$3f'=x$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shows it is the only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$=\int_0^3\frac{x^2}{6}dx=\frac{3}{2}$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differentiate to get a first-order ODE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initial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'strictly increasing' ensures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cancelling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legitimate (otherwise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another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$f^n(x)=\int_0^xh(t,f(t))dt$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differentiate to get a first-order ODE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initial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'strictly increasing' ensures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legitimate (otherwise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another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$\frac{cb^3}{3}$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$\frac{1}{6}\cdot\frac{27}{3}=\frac{3}{2}$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Comprehension Type (Paragraph Based Single Correct)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Q22 – Q28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paragraph)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527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 At a point on a curve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to exist,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exist and we may be able to find the curve's length by expressing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applying the following analogue of Eq. (i): the length of a smooth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527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$L=\int_a^b\sqrt{1+\left(\frac{dy}{dx}\right)^2}\,dx=\int_a^b\sqrt{1+\left(f'(x)\right)^2}\,dx$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 At a point on a curve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to exist,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exist and we may be able to find the curve's length by expressing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applying the following analogue of Eq. (i): the length of a smooth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 y\le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$L=\int_c^d\sqrt{1+\left(\frac{dx}{dy}\right)^2}\,dy=\int_c^d\sqrt{1+\left(g'(y)\right)^2}\,dy$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$y=\frac{4\sqrt{2}}{3}x^{3/2}-1$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Length of a curve (arc length formula)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integrates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$\frac{dy}{dx}=2\sqrt{2}\,x^{1/2}$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$1+\left(\frac{dy}{dx}\right)^2=1+8x$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integrates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$y=\frac{4\sqrt{2}}{3}x^{3/2}-1\Rightarrow\frac{dy}{dx}=\frac{4\sqrt{2}}{3}\cdot\frac{3}{2}x^{1/2}=2\sqrt{2}\,x^{1/2}$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$1+\left(\frac{dy}{dx}\right)^2=1+8x$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$L=\int_0^1\sqrt{1+8x}\,dx$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$L=\frac{2}{3}\cdot\frac{(1+8x)^{3/2}}{8}\Big|_0^1=\frac{2}{3}\cdot\frac{27}{8}-\frac{1}{12}$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$L=\frac{27}{12}-\frac{1}{12}=\frac{26}{12}=\frac{13}{6}$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(semicubical parabola)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arc length is always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the length).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 length is invariant under vertical shifts: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(semicubical parabola)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$1+y'^2=1+\frac{9k^2}{4}x$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arc length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$\frac{8}{27k^2}\left[\left(1+\frac{9k^2}{4}x\right)^{3/2}-1\right]$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$k^2=\frac{32}{9}$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$\frac{8}{27\cdot\frac{32}{9}}\left[27-1\right]=\frac{8}{96}\cdot26=\frac{13}{6}$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the length).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 length is invariant under vertical shifts: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430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 At a point on a curve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to exist,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exist and we may be able to find the curve's length by expressing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applying the following analogue of Eq. (i): the length of a smooth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430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$L=\int_a^b\sqrt{1+\left(\frac{dy}{dx}\right)^2}\,dx=\int_a^b\sqrt{1+\left(f'(x)\right)^2}\,dx$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 At a point on a curve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to exist,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exist and we may be able to find the curve's length by expressing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applying the following analogue of Eq. (i): the length of a smooth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 y\le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$L=\int_c^d\sqrt{1+\left(\frac{dx}{dy}\right)^2}\,dy=\int_c^d\sqrt{1+\left(g'(y)\right)^2}\,dy$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$y=\left(\frac{x}{2}\right)^{2/3}$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Length of a curve (arc length formula,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Length of a curve (arc length formula,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formula (ii)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$\frac{dy}{dx}\to\infty$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$x=2y^{3/2}$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formula (ii)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defined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$y=\left(\frac{x}{2}\right)^{2/3}$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$\frac{dy}{dx}=\frac{1}{3\left(\frac{x}{2}\right)^{1/3}}$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defined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31.62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 option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$x=0\to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$x=2\to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$\frac{dx}{dy}=3y^{1/2}$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$L=\int_0^1\sqrt{1+9y}\,dy=\frac{2}{3}\cdot\frac{(1+9y)^{3/2}}{9}\Big|_0^1$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$L=\frac{2}{27}\left(10^{3/2}-1\right)=\frac{2\times31.62-2}{27}\approx2.268$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 option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2.27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$2.27$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curve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no derivative ever blows up.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curve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$x=2t^3$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t\le1$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no derivative ever blows up.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$\left(\frac{x}{2}\right)^{2/3}=\left(t^3\right)^{2/3}=t^2=y$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$\frac{dx}{dt}=6t^2$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$ds=\sqrt{36t^4+4t^2}\,dt=2t\sqrt{9t^2+1}\,dt$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31.623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$L=\int_0^12t\sqrt{9t^2+1}\,dt=\frac{1}{9}\cdot\frac{2}{3}\left(9t^2+1\right)^{3/2}\Big|_0^1=\frac{2}{27}\left(10^{3/2}-1\right)$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$L\approx\frac{2(31.623-1)}{27}\approx2.268$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2.27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$2.27$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 length of a parametric curve: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avoids singular derivatives at cusps.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infinite at an end point, swap the roles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(formula (ii)).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semicubical parabola with a cusp at the origin; the parametrisation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natural way to handle the cusp.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 length of a parametric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$L=\int\sqrt{\left(\frac{dx}{dt}\right)^2+\left(\frac{dy}{dt}\right)^2}dt$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avoids singular derivatives at cusps.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infinite at an end point, swap the roles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(formula (ii)).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$y^3=\frac{x^2}{4}$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semicubical parabola with a cusp at the origin; the parametrisation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natural way to handle the cusp.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2462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 At a point on a curve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to exist,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exist and we may be able to find the curve's length by expressing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applying the following analogue of Eq. (i): the length of a smooth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2462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$L=\int_a^b\sqrt{1+\left(\frac{dy}{dx}\right)^2}\,dx=\int_a^b\sqrt{1+\left(f'(x)\right)^2}\,dx$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 At a point on a curve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to exist,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exist and we may be able to find the curve's length by expressing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applying the following analogue of Eq. (i): the length of a smooth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 y\le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$L=\int_c^d\sqrt{1+\left(\frac{dx}{dy}\right)^2}\,dy=\int_c^d\sqrt{1+\left(g'(y)\right)^2}\,dy$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$y=\frac{1}{3}\left(x^2+2\right)^{3/2}$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Length of a curve (arc length formula, perfect square under the root)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perfect square, so the root disappears.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$1+y'^2=1+x^2(x^2+2)=(x^2+1)^2$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perfect square, so the root disappears.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$y=\frac{1}{3}\left(x^2+2\right)^{3/2}\Rightarrow\frac{dy}{dx}=\frac{1}{3}\cdot\frac{3}{2}\left(x^2+2\right)^{1/2}\cdot2x=x\sqrt{x^2+2}$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$1+\left(\frac{dy}{dx}\right)^2=1+x^2\left(x^2+2\right)=x^4+2x^2+1=\left(x^2+1\right)^2$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$L=\int_0^3\sqrt{\left(x^2+1\right)^2}\,dx=\int_0^3\left(x^2+1\right)dx$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$L=\left[\frac{x^3}{3}+x\right]_0^3=9+3=12$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a perfect square: curves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numerically: Simpson 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reproduces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integrand is exactly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Arc-length integrals with nice answers usually come from such perfect squares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a perfect square: curves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$y'=\frac{u^2-1}{2u}$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$1+y'^2=\left(\frac{u^2+1}{2u}\right)^2$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numerically: Simpson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$\sqrt{1+x^2(x^2+2)}$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reproduces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integrand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Arc-length integrals with nice answers usually come from such perfect squares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$y=\frac{x^3}{3}+\frac{1}{4x}$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maximum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minimum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maximum and minimum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maximum nor minimum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$f(x+y)=e^xf(y)+e^yf(x)$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maximum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minimum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maximum and minimum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maximum nor minimum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(differentiability), Maxima and minima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$f(x+y)=e^xf(y)+e^yf(x)$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(differentiability), Maxima and minima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functional equation and use the definition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this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x,\ y=h$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functional equation and use the definition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$f'(x)=e^x+f(x)$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definition,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definition,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$f'(x)=\lim_{h\to0}\frac{f(x+h)-f(x)}{h}=\lim_{h\to0}\frac{e^xf(h)+e^hf(x)-f(x)}{h}$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$\frac{e^xf(h)+e^hf(x)-f(x)}{h}=e^x\cdot\frac{f(h)-f(0)}{h}+f(x)\cdot\frac{e^h-1}{h}\to e^xf'(0)+f(x)$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$f'(x)=e^x+f(x)$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$\frac{dy}{dx}-y=e^x$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with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$\frac{d}{dx}\left(ye^{-x}\right)=1\Rightarrow ye^{-x}=x+c$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$y=(x+c)e^x$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is no maximum,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only once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minimum only: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$f'(x)=e^x(x+1)=0$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is no maximum,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only once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minimum only: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minimum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additive, hence linear (Cauchy),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$e^{x+y}$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$g(x)=f(x)e^{-x}$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additive, hence linear (Cauchy),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$f(x)=kxe^x$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equation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(product of differentiable functions) and additive,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$\frac{f(x+y)}{e^{x+y}}=\frac{f(y)}{e^y}+\frac{f(x)}{e^x}$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$g(x+y)=g(x)+g(y)$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(product of differentiable functions) and additive,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$g(x+y)=g(x)+g(y)$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$g'(x)=g'(0)$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a minimum and no maximum –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$g'(0)=f'(0)-f(0)=1-0=1$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$f'(x)=e^x(x+1)$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a minimum and no maximum –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minimum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additive: functional equations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weights are linearised by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additive function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$f(x+y)=e^xf(y)+e^yf(x)\iff\frac{f}{e^{x}}$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additive: functional equations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weights are linearised by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additive function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$g(x)=g'(0)x$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$f(x)=f'(0)\,xe^x$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$f^{(n)}(x)=(x+n)e^x$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264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264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$f(x+y)=e^xf(y)+e^yf(x)$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$\left(-\frac{1}{e},1\right)$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$\left[-\frac{1}{e},\infty\right)$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351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function using extrema (continuous function)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only turning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global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only turning 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$f=xe^x$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global minimum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$f(-1)=-\frac{1}{e}$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$f(x)\to\infty$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previous part,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previous part,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$f'(x)=e^x(x+1)$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$f_{\min}=f(-1)=-\frac{1}{e}$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it takes every value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it takes every value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$\left[-\frac{1}{e},\infty\right)$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$\left[-\frac{1}{e},\infty\right)$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–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$xe^x\ge-\frac{1}{e}$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$e^t\ge1+t$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–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$xe^x\ge0&gt;-\frac{1}{e}$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$xe^x=-ue^{-u}$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$ue^{-u}\le\frac{1}{e}\iff e^{u-1}\ge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$e^t\ge1+t$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attains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unbounded above, so by the intermediate value theorem 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$xe^x\ge-\frac{1}{e}$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attains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unbounded above, so by the intermediate value theorem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$\left[-\frac{1}{e},\infty\right)$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$\left[-\frac{1}{e},\infty\right)$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a continuous function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half-lines determined by the extrema and the behaviour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(tangent-line inequality)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bounds.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structure of the Lambert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solutions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a continuous function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$[\min,\max]$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half-lines determined by the extrema and the behaviour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$e^t\ge1+t$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(tangent-line inequality)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e^{x}\ge-\frac1e$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x\le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bounds.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structure of the Lambert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solutions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$-\frac1e&lt;y&lt;0$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35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 existent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35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$f(x+y)=e^xf(y)+e^yf(x)$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 existent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43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at infinity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(indeterminate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43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at infinity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(indeterminate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$\infty/\infty$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L'Hôpital's rule: exponentials beat polynomials.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$xe^x=\frac{x}{e^{-x}}$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L'Hôpital's rule: exponentials beat polynomials.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L'Hôpital's rule: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$\lim_{x\to-\infty}f(x)=\lim_{x\to-\infty}xe^x=\lim_{x\to-\infty}\frac{x}{e^{-x}}$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$\frac{-\infty}{\infty}$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L'Hôpital's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$\lim_{x\to-\infty}\frac{1}{-e^{-x}}$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already very close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below). Hence the answer is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$\frac{1}{-e^{-x}}\to0$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$f(-10)=-10e^{-10}\approx-4.5\times10^{-4}$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already very close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below). Hence the answer is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squeeze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squeeze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$e^u&gt;\frac{u^2}{2}$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squeeze theorem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$u=-x\to+\infty$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$f(x)=xe^x=-ue^{-u}=-\frac{u}{e^u}$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$e^u=1+u+\frac{u^2}{2}+\cdots&gt;\frac{u^2}{2}$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$0&lt;\frac{u}{e^u}&lt;\frac{2}{u}$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$\frac{2}{u}\to0$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squeeze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$\frac{u}{e^u}\to0$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exponential outgrows every polynomial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a horizontal asymptote on the left (this is why the area in the next part is finite).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turn limits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limits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$\lim_{x\to\infty}\frac{x^n}{e^x}=0$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exponential outgrows every polynomial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$e^x&gt;\frac{x^{n+1}}{(n+1)!}$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a horizontal asymptote on the left (this is why the area in the next part is finite).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turn limits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limits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44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44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$f(x+y)=e^xf(y)+e^yf(x)$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536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under a curve with an improper integral (to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536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under a curve with an improper integral (to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below the axis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tends to the axis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rises without bound, so the bounded region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below the axis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tends to the axis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rises without bound, so the bounded region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and unbounded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approaches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(previous part). The only bounded region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and unbounded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approaches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(previous part). The only bounded region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$=\int_{-\infty}^0\left|xe^x\right|dx=-\int_{-\infty}^0xe^x\,dx$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xe^xdx=e^x(x-1)$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$-\left[e^x(x-1)\right]_{-\infty}^0=-\left(e^0(0-1)-0\right)$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$e^x(x-1)\to0$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recognise the Gamma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recognise the Gamma integral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$\int_0^\infty ue^{-u}du=\Gamma(2)$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$\int_{-\infty}^0\left|xe^x\right|dx=\int_0^\infty ue^{-u}\,du$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$\int_0^\infty u^{n}e^{-u}du=\Gamma(n+1)=n!$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$1!=1$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– the Gamma function;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unbounded curve can still have a finite bounded region when it has an asymptote on the other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by differentiating: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$\int_0^\infty x^ne^{-x}dx=n!$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– the Gamma function;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$\int_0^\infty xe^{-x}dx=1$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unbounded curve can still have a finite bounded region when it has an asymptote on the other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xe^xdx=(x-1)e^x$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by differentiating: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$e^x(x-1)+e^x=xe^x$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 the Column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Q29 – Q31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matching)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area between the parabolas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Area bounded by the curve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-axis lying between the ordinates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area cut off the parabola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by the straight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 sq. units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 area of the region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area between the parabolas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$x^2=8ay$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Area bounded by the curve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$y=(x-1)(x-2)(x-3)$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-axis lying between the ordinates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area cut off the parabola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by the straight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$2y=3x+12$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 sq. units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 area of the region satisfying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$|x|+|y|\le\sqrt{\pi}$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$\frac{32}{3}a^2$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$\frac{11}{4}$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parabolas, a cubic and a modulus region (standard cases)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part is a standard area: (A) area between parabolas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(B) split a cubic at its roots, (C) chord of a parabola, (D) a square of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part is a standard area: (A) area between parabolas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$=\frac{16}{3}ab$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(B) split a cubic at its roots, (C) chord of a parabola, (D) a square of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$2\sqrt{\pi}$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parabolas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enclose the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$4b=8a$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enclose 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$\frac{16}{3}ab=\frac{16}{3}\cdot a\cdot2a=\frac{32}{3}a^2$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cubic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antiderivative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cubic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$y=(x-1)(x-2)(x-3)=x^3-6x^2+11x-6$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$A=-\int_0^1y\,dx+\int_1^2y\,dx-\int_2^3y\,dx$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antiderivative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$G(x)=\frac{x^4}{4}-2x^3+\frac{11}{2}x^2-6x$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$G(1)=-\frac{9}{4}$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$G(3)=-\frac{9}{4}$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$A=\left|G(1)-G(0)\right|+\left|G(2)-G(1)\right|+\left|G(3)-G(2)\right|=\frac{9}{4}+\frac{1}{4}+\frac{1}{4}=\frac{11}{4}$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$2y=3x+12$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$3x^2=6x+24\Rightarrow x^2-2x-8=0\Rightarrow 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side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– R, (B) – S, (C) – P, (D) –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$A=\int_{-2}^4\left(\frac{3x+12}{2}-\frac{3x^2}{4}\right)dx=\left[\frac{3x^2}{4}+6x-\frac{x^3}{4}\right]_{-2}^4=20-(-7)=27$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$|x|+|y|\le\sqrt{\pi}$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$(\pm\sqrt{\pi},0)$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$(0,\pm\sqrt{\pi})$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$\sqrt{2\pi}\times\sqrt{2\pi}=2\pi$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– R, (B) – S, (C) – P, (D) –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– R, (B) – S, (C) – P, (D) – Q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direct integration, (B)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odd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(C)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(D) diagonals of a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direct integration, (B) shift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odd cubic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$t^3-t$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(C)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$\frac{|a|}{6}(\beta-\alpha)^3$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(D) diagonals of a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parabolas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parabolas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$b^3=256a^3$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$A=\int_0^b\left(2\sqrt{a}\sqrt{x}-\frac{x^2}{8a}\right)dx=\frac{4}{3}\sqrt{a}\,b^{3/2}-\frac{b^3}{24a}=\frac{64}{3}a^2-\frac{32}{3}a^2=\frac{32}{3}a^2$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$(x-1)(x-2)(x-3)=(t+1)t(t-1)=t^3-t$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$t\in[-2,1]$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$\int_{-1}^1\left|t^3-t\right|dt=2\int_0^1(t-t^3)dt=2\cdot\frac{1}{4}=\frac{1}{2}$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difference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with both diagonals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matching is (A) – R, (B) – S, (C) – P, (D) –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$\left|t^3-t\right|=t^3-t$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$\int_1^2(t^3-t)dt=\left(4-2\right)-\left(\frac{1}{4}-\frac{1}{2}\right)=\frac{9}{4}$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$=\frac{1}{2}+\frac{9}{4}=\frac{11}{4}$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$2y=3x+12$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$\frac{3x+12}{2}-\frac{3x^2}{4}$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$A=\frac{3/4}{6}\cdot6^3=27$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$|x|+|y|\le\sqrt{\pi}$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with both diagonals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$=\frac{d^2}{2}=\frac{4\pi}{2}=2\pi$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matching is (A) – R, (B) – S, (C) – P, (D) –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– R, (B) – S, (C) – P, (D) – Q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equally spaced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odd function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lobe between consecutive roots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$\frac{16}{3}ab$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$\frac{16}{3}a^2$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equally spaced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$2-1,2,2+1$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odd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lobe between consecutive roots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$\int_0^1(t-t^3)dt=\frac14$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$\max(|x|,|y|)\le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$|x|+|y|\le\sqrt\pi$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cosine of the angle between the curves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at their point of intersection on the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The area bounded by the curves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A continuous function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then the maximum value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cannot exceed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cosine of the angle between the curves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$y=3^{x-1}\ln 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$y=x^x-1$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at their point of intersection on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The area bounded by the curves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$x=-4y^2$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$(x-1)=-5y^2$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value of the integral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$\int_0^{\pi/2}(\sin x)^{\cos x}\left(\cos x\cot x-\ln(\sin x)^{\sin x}\right)dx$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A continuous function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$f:[1,6]\to[0,\infty)$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such that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$f'(x)=\frac{2}{x+f(x)}$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then the maximum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cannot exceed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$2\ln6$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parabolas, angle between curves, Integral of an exact derivative and a differential-equation bound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(C) is the exact 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follows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or by solving the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(C) is the exact derivative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 x)^{\cos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follows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$f'\le\frac{2}{x}$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or by solving the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curves meet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curves meet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$3^0\ln1=0$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$y_1'=\frac{3^{x-1}}{x}+3^{x-1}\ln3\ln x\Rightarrow m_1=1$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$y_2'=x^x(1+\ln x)\Rightarrow m_2=1$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slopes mean the angle between the curves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–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curves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area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–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exactly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slopes mean the angle between the curves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–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$x-1=-5y^2$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$-4y^2-1=-5y^2\Rightarrow 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$\int_{-1}^1\left(x_2-x_1\right)dy$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$x_2=1-5y^2$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$A=\int_{-1}^1\left[1-5y^2+4y^2\right]dy=\int_{-1}^1(1-y^2)dy=2\left[y-\frac{y^3}{3}\right]_0^1=\frac{4}{3}$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–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$\frac{d}{dx}(\sin x)^{\cos x}=(\sin x)^{\cos x}\left[\cos x\cot x-\sin x\ln\sin 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$\ln(\sin x)^{\sin x}=\sin x\ln\sin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$\frac{d}{dx}\left[(\sin x)^{\cos 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is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(C) –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$\left[(\sin x)^{\cos x}\right]_0^{\pi/2}=1^0-\lim_{x\to0^+}(\sin x)^{\cos x}=1-0=1$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(C) –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$f'(x)=\frac{2}{x+f(x)}&gt;0$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$\frac{dt}{dx}=1+\frac{2}{t}$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$\frac{t\,dt}{t+2}=dx$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$\int\left(1-\frac{2}{t+2}\right)dt=\int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$t-2\ln(t+2)=x+C\Rightarrow y-2\ln(x+y+2)=C$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$y=2\ln\frac{x+y+2}{3}$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$y=2\ln\frac{8+y}{3}$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$8+y=3e^{y/2}$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$y&lt;e^{y/2}$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$e^{y/2}-y$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$2-2\ln2&gt;0$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$3e^{y/2}=8+y&lt;8+e^{y/2}$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$e^{y/2}&lt;4$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$f(6)&lt;2\ln4$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exceed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3.584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none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valid bound, so (D) –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– Q, (B) – R, (C) – Q, (D) –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$2\ln4&lt;2\ln6$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exceed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$f(6)\approx2.507&lt;3.584$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none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valid bound, so (D) –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– Q, (B) – R, (C) – Q, (D) –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– Q, (B) – R, (C) – Q, (D) – 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(D):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 Other parts as in the main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(D):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$f'(x)=\frac{2}{x+f(x)}\le\frac{2}{x}$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$2\ln6$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 Other parts as in the main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(B), (C): as in the main solution – (A) equal slopes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(B), (C): as in the main solution – (A) equal slopes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$\int_{-1}^1(1-y^2)dy=\frac{4}{3}$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$\frac{d}{dx}(\sin x)^{\cos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$x+f(x)\ge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$0&lt;f'(x)=\frac{2}{x+f(x)}\le\frac{2}{x}$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its maximum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cannot exceed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options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valid bounds: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3.6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3.6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9.6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4.6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– S, and the matching is (A) – Q, (B) – R, (C) – Q, (D) –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$f(6)-f(1)\le\int_1^6\frac{2}{x}dx=2\ln6$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$f(6)\le2\ln6$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its maximum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cannot exceed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options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valid bounds: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$f\le2\ln x\le3.6$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$f'\ge\frac{2}{x+3.6}$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$f(6)\ge\int_1^6\frac{2}{x+3.6}dx=2\ln\frac{9.6}{4.6}\approx1.47&gt;\frac{4}{3}$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– S, and the matching is (A) – Q, (B) – R, (C) – Q, (D) –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– Q, (B) – R, (C) – Q, (D) – 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integrand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recognised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Differential inequalities: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gets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bounding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avoids solving the ODE.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meet with equal slopes touch each other: the angle between them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$F=u^v$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$F'=u^v\left[v'\ln u+\frac{vu'}{u}\right]$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integrand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x)^{\cos x}\left(\cos x\cot x-\sin x\ln\sin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recognised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Differential inequalities: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gets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$f(b)-f(a)\le\int_a^bg$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bounding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$f'=\frac{2}{x+f}$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avoids solving the ODE.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meet with equal slopes touch each other: the angle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$x=1-5y^2$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$x=p-ay^2$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$x=p'-a'y^2$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$\int(\Delta p-\Delta a\,y^2)dy$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$\int_{-1}^1(1-y^2)dy=\frac{4}{3}$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Area of region formed by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denotes the greatest integer function,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Area of region formed by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If the area of region formed by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If the area of region formed by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(T)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Area of region formed by points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$[x]=[y]$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x,y\le10$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denotes the greatest integer function,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Area of region formed by points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$\max(|x|,|y|)\le1$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If the area of region formed by points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$|y+x|\le1$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$|y-x|\le1$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$2x^2+2y^2\ge1$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$k-\frac{\pi}{2}$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If the area of region formed by points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 x^2+y^2\le2(|x|+|y|)$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(T)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regions with greatest integer function, modulus and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Draw each region: (A) ten unit squares along the diagonal, (B)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(C) a square minus an inscribed circle, (D) four semicircular lobes minus circle segments.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Draw each region: (A) ten unit squares along the diagonal, (B) a square of 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(C) a square minus an inscribed circle, (D) four semicircular lobes minus circle segments.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ten unit squares on the diagonal.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–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$[x]=[y]=k$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 x&lt;k+1$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 y&lt;k+1$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$k=0,1,\dots,9$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ten unit squares on the diagonal.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$=10\times1=10$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–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square with sides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–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a square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the disc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touches the four sides of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–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four semicircles of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sides of the square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$\max(|x|,|y|)\le1$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square with sides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–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$|y+x|\le1$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$|y-x|\le1$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a square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$x^2+y^2\ge\frac{1}{2}$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the disc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touches the four sides of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$=A_1-A_2=2-\frac{\pi}{2}=k-\frac{\pi}{2}$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–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$x^2+y^2=2(|x|+|y|)$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four semicircles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sides of the square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Lobes outside the square: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square; the four circular segments outside the square have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lobes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segments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–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– S, (B) – Q, (C) – P, (D) –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Lobes outside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$A_3=4\times\frac{\pi}{2}(\sqrt2)^2=4\pi$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square; the four circular segments outside the square have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lobes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segments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$=4\pi-(4\pi-8)=8$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–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– S, (B) – Q, (C) – P, (D) –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– S, (B) – Q, (C) – P, (D) – Q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(D) in polar coordinates: the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circle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(D) in polar coordinates: the curve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$r=2(|\cos\theta|+|\sin\theta|)$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circle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(B), (C): as in the main solution – ten unit squares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square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inscribed disc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 polar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curve and the region is the ring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this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in the four quadrants,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(B), (C): as in the main solution – ten unit squares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$|x|,|y|\le1$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square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inscribed disc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 polar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$x^2+y^2=2(|x|+|y|)$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$r=2(|\cos\theta|+|\sin\theta|)\ge2$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curve and the region is the ring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this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in the four quadrants,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$A=4\int_0^{\pi/2}\frac{1}{2}\left[4(\cos\theta+\sin\theta)^2-4\right]d\theta=4\int_0^{\pi/2}2\sin2\theta\,d\theta$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– S, (B) – Q, (C) – P, (D) –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$\int_0^{\pi/2}2\sin2\theta\,d\theta=2$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– S, (B) – Q, (C) – P, (D) –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– S, (B) – Q, (C) – P, (D) – Q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unit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first square rotated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four circles of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restricted to their own quadrant; total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form the area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unit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$[k,k+1)^2$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x,y\le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$\max(|x|,|y|)\le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$|y+x|\le1,|y-x|\le1$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first square rotated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$x^2+y^2\le2(|x|+|y|)$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four circles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restricted to their own quadrant; 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form the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$r_1(\theta)$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$r_2(\theta)$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$\frac{1}{2}\int\left(r_2^2-r_1^2\right)d\theta$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2.58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31 questions, 114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Area Under Curve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2.58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