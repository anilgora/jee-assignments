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Sheet1!$A$2:$A$27</c:f>
              <c:strCache>
                <c:ptCount val="2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3.0</c:v>
                </c:pt>
                <c:pt idx="23">
                  <c:v>2.0</c:v>
                </c:pt>
                <c:pt idx="24">
                  <c:v>3.0</c:v>
                </c:pt>
                <c:pt idx="25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Printed key says 'Drop' (the exponent was typeset as a fraction, so the question as printed is ambiguous); read as $e^{\cot6x/\cot4x}$ the answer is 10 (B). The PDF line $\lim\frac{4\cos4x}{6\cos6x}=e^{2/3}$ also loses the factor $\frac{\cos6x}{\cos4x}$; the ratio $\frac{4\cos4x}{6\cos6x}$ alone is $-\frac23$. Both factors are now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'f(x) &lt; 0 $\Rightarrow$ f(x) is decreasing'; it must read f'(x) &lt; 0 (f itself is positive). Corrected to f'(x) &lt;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rewritten form of $f$ drops the constant in the middle piece (it writes $ax^2$ for $-2&lt;x&lt;2$ instead of $ax^2+2b$); its later continuity equation $4a+2b=\frac12$ already uses $ax^2+2b$, so only the display was wrong.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Continuity &amp; Differentiability (JEE Main Sheet)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$f(x)=\begin{cases}x^2\sin\frac{1}{x}, &amp; x\neq0\\ 0,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quotient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$\frac{f(h)-f(0)}{h}=h\sin\frac1h\to0$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$f'(x)=2x\sin\frac1x-\cos\frac1x$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$\text{LHD}=\lim_{h\to0^+}\frac{f(0-h)-f(0)}{-h}=\lim_{h\to0^+}\frac{-h^2\sin(1/h)}{-h}=\lim_{h\to0}\frac{\sin(1/h)}{1/h}=0$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$\text{RHD}=\lim_{h\to0^+}\frac{f(0+h)-f(0)}{h}=\lim_{h\to0^+}\frac{h^2\sin(1/h)}{h}=\lim_{h\to0^+}\frac{\sin(1/h)}{1/h}=0$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oscillating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(and differentiable)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$f'(x)=2x\sin\frac1x-\cos\frac1x$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$2x\sin\frac1x\to0$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oscillating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(and differentiable)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theorem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sequences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theorem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sequences tending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squeeze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$f(x)\to0=f(0)$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squeeze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$\left|\frac{f(h)-f(0)}{h}\right|=\left|h\sin\frac1h\right|\le|h|\to0$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$f'(x)=2x\sin\frac1x-\cos\frac1x$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limits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$x_n=\frac{1}{2n\pi}\to0$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$\sin\frac1{x_n}=0$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$\cos\frac1{x_n}=1$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$f'(x_n)=-1$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$y_n=\frac{1}{(2n+1)\pi}\to0$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$\sin\frac1{y_n}=0$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$\cos\frac1{y_n}=-1$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$f'(y_n)=1$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limits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 example of a function that is differentiable everywhere but whose derivative is not continuous: differentiable does not imply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Squeeze tool: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instead of computing one-sided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holds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$f(x)=x^n\sin\frac1x$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 example of a function that is differentiable everywhere but whose derivative is not continuous: differentiable does not 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Squeeze tool: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$|g(x)|\le|x|^n$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$\frac{g(x)}{x}\to0$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instead of computing one-sided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holds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$f(x)=\begin{cases}(1+|\cos x|)^{\frac{\lambda}{|\cos x|}}, &amp; 0&lt;x&lt;\frac{\pi}{2}\\ \mu, &amp; x=\frac{\pi}{2}\\ e^{\cot6x/\cot4x}, &amp; \frac{\pi}{2}&lt;x&lt;\pi\end{cases}$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$9\lambda+6\log_e\mu+\mu^6-e^{6\lambda}$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$2e^4+8$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 using limits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 using limits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both one-sided limits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both one-sided limits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$f\left(\frac\pi2\right)=\mu$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$e^{\cot6x/\cot4x}\to e^{2/3}$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L'Hopital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$\lim_{x\to\frac\pi2^-}f(x)=f\left(\frac\pi2\right)=\lim_{x\to\frac\pi2^+}f(x)$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$\lim_{x\to\frac\pi2^+}e^{\cot6x/\cot4x}=e^{L}$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$L=\lim_{x\to\frac\pi2}\frac{\sin4x}{\sin6x}\cdot\frac{\cos6x}{\cos4x}$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L'Hopital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$\frac{\sin4x}{\sin6x}\to\frac{4\cos4x}{6\cos6x}=\frac{4(1)}{6(-1)}=-\frac23$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$\frac{\cos6x}{\cos4x}\to\frac{-1}{1}=-1$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$L=\left(-\frac23\right)(-1)=\frac23$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$\lim_{x\to\frac\pi2^+}f(x)=e^{2/3}$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$\lim_{x\to\frac\pi2^-}(1+|\cos x|)^{\lambda/|\cos x|}=e^{\lambda}$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$\mu=e^{\lambda}=e^{2/3}$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$9\lambda+6\ln\mu+\mu^6-e^{6\lambda}=9\left(\frac23\right)+6\left(\frac23\right)+e^4-e^4=6+4=10$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every limit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collapse the final expression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every limit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$\mu=e^\lambda$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collapse the final expression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continuity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$u=|\cos x|\to0$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$(1+u)^{\lambda/u}\to e^\lambda$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continuity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$\cot6x=\cot(3\pi+6t)=\cot6t$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$\cot4x=\cot(2\pi+4t)=\cot4t$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$\frac{\cot6t}{\cot4t}=\frac{\tan4t}{\tan6t}\to\frac46=\frac23$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$\mu=e^{\lambda}=e^{2/3}$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$\ln\mu=\lambda$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$\mu^6=e^{6\lambda}$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$9\lambda+6\ln\mu+\mu^6-e^{6\lambda}=9\lambda+6\lambda=15\lambda$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$15\lambda=15\cdot\frac23=10$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blows up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continuity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expressions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at once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a point with different formulas on the two sides: set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RHL; each side usually fixes one unknown.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$\lim_{u\to0}(1+u)^{k/u}=e^k$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$\lim_{x\to\frac\pi2}\frac{\tan mx}{\tan nx}=\frac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mx\sim m\left(x-\frac\pi2\right)$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blows up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continuity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$\mu=e^\lambda$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at once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a point with different formulas on the two sides: set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$=f(a)=$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RHL; each side usually fixes one unknown.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6875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$5f(x+y)=f(x)\cdot 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$\sum_{n=0}^{5}f(n)$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$6875$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a geometric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a geometric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whose ratio follows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$f(x+1)=\frac{f(1)}{5}f(x)$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whose ratio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$f(3)=320$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$5f(0)=f(0)^2$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$5f(x+1)=f(x)f(1)$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$\frac{f(x+1)}{f(x)}=\frac{f(1)}{5}$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$\frac{f(1)}{f(0)}\cdot\frac{f(2)}{f(1)}\cdot\frac{f(3)}{f(2)}=\left(\frac{f(1)}{5}\right)^3$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$\frac{320}{5}=\frac{f(1)^3}{5^3}$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$f(1)^3=8000$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GP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$5f(x+1)=20f(x)$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$\sum_{n=0}^{5}f(n)=5+5\cdot4+5\cdot4^2+5\cdot4^3+5\cdot4^4+5\cdot4^5$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GP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$=\frac{5\left(4^6-1\right)}{4-1}=\frac{5\cdot4095}{3}=6825$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6825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Cauchy's exponential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 f5$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Cauchy's exponential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$f(x)=5a^x$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differentiable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$g(x)=\frac{f(x)}5&gt;0$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differentiable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$f(3)=5a^3=320\Rightarrow a^3=64\Rightarrow 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GP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$f(n)=5\cdot4^n$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GP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$=5\cdot\frac{4^6-1}{4-1}=\frac{5\cdot4095}{3}=6825$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6825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multiplicative; a positive continuous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do this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an exponential function at equally spaced points form a GP: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$f(x+y)=\frac{f(x)f(y)}{c}$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multiplicative; a positive continuous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do this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an exponential function at equally spaced points form a GP: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$\sum_{n=0}^{N}f(0)r^n=f(0)\frac{r^{N+1}-1}{r-1}$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$f(n)=5\cdot4^n$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$f(0)+\dots+f(5)=6825$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that satisfies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that satisfies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$|f(-2)|$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Additive-type functional equation solved using differentiability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$f'(x+y)=f'(x)$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partially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partially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$f'(x+y)=f'(x)$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$f'(y)=f'(0)=2$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$f(y)=2y+c$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$|f(-2)|=|-4+1|=3$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and a differentiable additive function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$g=f-1$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and a differentiable additive function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$g(x+y)=f(x+y)-1=f(x)+f(y)-2=g(x)+g(y)$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$k=g'(0)$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$|f(-2)|=|-4+1|=3$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differentiable (or just continuous)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functional equation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constant: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differentiable (or just continuous)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functional equation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$f(x+y)=\ldots f(x)\ldots$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$f'(x+y)=f'(x)$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constant: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$f(x)=\left[x^2-x\right]+\left|-x+[x]\right|$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involving the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one-sided limits at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$|[x]-x|=\{x\}$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$f=[x(x-1)]+\{x\}$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one-sided limits at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$|-x+[x]|=x-[x]=\{x\}$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$f(x)=[x(x-1)]+\{x\}$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$f(0)=[0]+0=0$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$f(0^+)=-1+0=-1\neq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small positive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well.)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 negative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small positive number,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$f(0^-)=0+1=1$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well.)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$f(1^+)=0+0=0$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 negative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$f(1^-)=f(1)=f(1^+)=0$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signed jumps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exactly where the jumps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signed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$[x(x-1)]$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exactly where the jumps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and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jump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and right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positive to negative (crosses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downward),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another 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$f=[g]+\{x\}$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and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jump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and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positive to negative (crosses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downward),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another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jump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negative to positive (crosses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cancels the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jump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$-1-1=-2\neq0$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negative to positive (crosses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cancels the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$f(1^-)=-1+1=0=f(1)=f(1^+)$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simplify before testing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an integer: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through it,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it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 (right-continuous,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a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jumps; the sum is continuous at a point iff the jumps cancel (and the value matches). Instance: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$|x-[x]|=x-[x]=\{x\}$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simplify before testing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an integer: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through it,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it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 (right-continuous,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jumps; the sum is continuous at a point iff the jumps cancel (and the value matches). Instance: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functions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everywhere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differentiable everywhere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everywhere but not differentiable exactly at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functions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$f(x)=\begin{cases}x+1, &amp; x&lt;0\\ |x-1|,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$g(x)=\begin{cases}x+1, &amp; x&lt;0\\ 1,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everywhere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differentiable everywhere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everywhere but not differentiable exactly at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Composite of piecewise functions: continuity and differentiability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decide which piece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applies; the join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decide which piece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applies; the join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(removing the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$f(x)=\begin{cases}x+1, &amp; x&lt;0\\ 1-x, &amp; 0\le x&lt;1\\ x-1, &amp; 1\le x\end{cases}$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(removing the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$g(x)=\begin{cases}x+1, &amp; x&lt;0\\ 1,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happens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differentiable everywhere else: exactly one point of non-differentiability,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$g(f(x))=f(x)+1$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happens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$g(f(x))=\begin{cases}x+2, &amp; x&lt;-1\\ 1, &amp; x\ge-1\end{cases}$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differentiable everywhere else: exactly one point of non-differentiability,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$g(t)=1+\min(t,0)$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f=1+\min(f,0)$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$g(t)=1+t=1+\min(t,0)$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$g(t)=1=1+\min(t,0)$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$g(t)=1+\min(t,0)$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f)(x)=1+\min(f(x),0)$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$f(0^-)=1=|0-1|=f(0)$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hidden too,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point of non-differentiability,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hidden too,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point of non-differentiability,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a piecewise function that is linear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constant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is non-differentiable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nonzero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side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no corner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composites of piecewise functions: find the set where the inner function lies in each piece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$g(t)=1+\min(t,0)$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a piecewise function that is linear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constant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is non-differentiable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nonzero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side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no corner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composites of piecewise functions: find the set where the inner function lies in each piece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$f(x)=\max\{1+x+[x],\,2+x,\,x+2[x]\}$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of functions involving the greatest integer function: continuity and differentiability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the largest,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breaks the pattern.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the largest,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breaks the pattern.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$f(x)=\max\{x+1,\,x+2,\,x\}=x+2$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$f(x)=\max\{x+2,\,x+2,\,x+2\}=x+2$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$f(2)=\max\{5,\,4,\,6\}=6$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$f(x)=\begin{cases}x+2, &amp; 0\le x&lt;2\\ 6, &amp; x=2\end{cases}$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$f(2^-)=4\neq6=f(2)$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$(m+n)^2+2=1+2=3$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the common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three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corrections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the common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three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corrections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$2([x]-1)$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$1+x+[x]=(x+2)+([x]-1)$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$\;2+x=(x+2)+0$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$\;x+2[x]=(x+2)+2([x]-1)$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$f(x)=x+2+\max\{k,\,0,\,2k\}$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$k=[x]-1$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$\max\{1,0,2\}=2$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and differentiable;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and differentiable;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$(m+n)^2+2=3$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common part before comparing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 is continuous inside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trouble can occur only at integers and at the closed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closed right endpoint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left limit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classic discontinuity trap.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continuity but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differentiability, exactly as the question asks.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$\max\{a+p,\,a+q,\,a+r\}=a+\max\{p,q,r\}$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common part before comparing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 is continuous inside each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trouble can occur only at integers and at the closed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closed right endpoint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left limit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classic discontinuity trap.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continuity but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differentiability, exactly as the question asks.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$f(x)=[a+13\sin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Non-differentiability of the greatest integer of a sine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$[a+13\sin x]=a+[13\sin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$[p\sin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points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be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step function, non-differentiable exactly where it jumps.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$f(x)=a+[13\sin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be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$13\sin x\in(0,13]$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step function, non-differentiable exactly where it jumps.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points of non-differentiability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points of non-differentiability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$2(13)-1=25$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Sweep horizontal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 the hump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crossing is a jump, and the peak gives one extra spike.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Sweep horizontal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 the hump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$y=13\sin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crossing is a jump, and the peak gives one extra spike.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value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hump rising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about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$f(x)=a+[13\sin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$[13\sin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value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$13\sin x\in(0,13]$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$k=1,2,\dots,13$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$y=13\sin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hump rising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about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hump at two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the greatest integer jumps.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hump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sides: one more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constant, and a discontinuous point is not differentiable.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hump at two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the greatest integer jumps.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hump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$[13\sin x]=13$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sides: one more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constant, and a discontinuous point is not differentiable.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non-differentiability: levels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crossed twice and level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touched once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peak value is not an integer,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spike: the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 integer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function by that integer and changes no continuity or differentiability property.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greatest-integer function is locally constant (hence differentiable) wherever it is continuous, so count only its jump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non-differentiability: levels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crossed twice and level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touched once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peak value is not an integer,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$[12.5\sin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spike: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$2\lfloor12.5\rfloor=24$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 integer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 \cdot\ 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function by that integer and changes no continuity or differentiability property.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greatest-integer function is locally constant (hence differentiable) wherever it is continuous, so count only its jump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$f(x)=\begin{cases}3x^2+k\sqrt{x+1}, &amp; 0&lt;x&lt;1\\ mx^2+k^2, &amp;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$\frac{8f'(8)}{f'\left(\frac18\right)}$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a piecewise function at a joining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equations, equal values and equal one-sided derivatives, which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equations, equal values and equal one-sided derivatives, which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continuous there: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continuous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$f(1^-)=f(1)=f(1^+)$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$3+k\sqrt2=m+k^2$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$f'(1^-)=f'(1^+)$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$6+\frac{k}{2\sqrt2}=2m$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$3+k\sqrt2=3+\frac{k}{4\sqrt2}+k^2$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$k^2+k\left(\frac1{4\sqrt2}-\sqrt2\right)=0$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$k=\sqrt2-\frac1{4\sqrt2}=\frac{7}{4\sqrt2}$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$m=3+\frac{7}{4\sqrt2}\cdot\frac{1}{4\sqrt2}=3+\frac7{32}=\frac{103}{32}$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$f'(x)=\begin{cases}6x+\frac{k}{2\sqrt{x+1}}, &amp; 0&lt;x&lt;1\\ 2mx, &amp;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$f'(8)=16m=\frac{103}2$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$f'\left(\frac18\right)=\frac68+\frac{k\cdot2\sqrt2}{2\cdot3}=\frac34+\frac{\sqrt2k}{3}=\frac34+\frac7{12}=\frac43$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$\frac{8f'(8)}{f'(1/8)}=\frac{8\cdot\frac{103}2}{\frac43}=309$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every surd disappears from the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$s=k\sqrt2$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every surd disappears from the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$s=k\sqrt2$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$k^2=\frac{s^2}2$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$\frac{k}{2\sqrt2}=\frac 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$3+s=m+\frac{s^2}2$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$6+\frac s4=2m$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$m=3+\frac s8$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$3+s=3+\frac s8+\frac{s^2}2\Rightarrow\frac{7s}8=\frac{s^2}2\Rightarrow s=\frac74$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$m=3+\frac7{32}=\frac{103}{32}$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$f'(8)=2m\cdot8=\frac{103}2$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$f'\left(\frac18\right)=6\cdot\frac18+\frac{k}{2\sqrt{9/8}}=\frac34+\frac{k\sqrt2}{3}=\frac34+\frac s3=\frac34+\frac7{12}=\frac43$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$\frac{8f'(8)}{f'(1/8)}=\frac{412}{4/3}=309$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two formulas have the same value and the same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piece is assumed differentiable on its own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equations (value and slope); always write both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awkward quantity) removes surds and keeps arithmetic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derivative with the formula of the piece containing the point: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the first piece,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two formulas have the same value and the same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piece is assumed differentiable on its own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equations (value and slope); always write both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$s=k\sqrt2$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$t=\sqrt{\ 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awkward quantity) removes surds and keeps arithmetic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derivative with the formula of the piece containing the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the first piece,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number of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$f:(-2,2)\to\mathbb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$f(x)=\begin{cases}x[x], &amp; -2&lt;x&lt;0\\ (x-1)[x], &amp; 0\le 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$y=|f(x)|$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jump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$|f|=f$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jump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is unchanged).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$f=-2x\in(2,4)$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$f=x-1\in[0,1)$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is unchanged).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$f(-1^-)=2$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continuous, but the slope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continuous, but the slope changes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$f(0^-)=0=f(0)=f(0^+)$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continuous, but the slope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$f(1^-)=0=f(1)=f(1^+)$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continuous, but the slope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$m+n=1+3=4$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whole domain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range of each piece before worrying about the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adds corners at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is a polynomial times a greatest-integer value is smooth 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test only the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discontinuity is automatically a point of non-differentiability,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plus the corners: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whole domain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range of each piece before worrying about the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adds corners at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is a polynomial times a greatest-integer value is smooth on each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test only the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discontinuity is automatically a point of non-differentiability,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plus the corners: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$f(x)=\left|[x]\right|+\sqrt{x-[x]}$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greatest-integer and fractional-part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everywhere; only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$x-[x]=\{x\}\ge0$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everywhere; only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root is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root is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$f(x)=\begin{cases}2+\sqrt{x+2}, &amp; -2&lt;x&lt;-1\\ 1+\sqrt{x+1}, &amp; -1\le x&lt;0\\ \sqrt{x}, &amp; 0\le x&lt;1\end{cases}$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$f(-1^-)=2+1=3$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each of the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two points,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each of the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two points,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jumps of the two parts at the integers; nothing cancels on the negative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$f=|[x]|+\sqrt{\{x\}}$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jumps of the two parts at the integers; nothing cancels on the negative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there; the only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limit)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goes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there; the only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limit)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cancellation,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open interval.)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cancellation,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open interval.)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defined;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cancel), whereas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every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at a suspected point: compare left limit, value and right limit once;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$\sqrt{x-[x]}$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defined;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$[x]+\sqrt{\{x\}}$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cancel),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$|[x]|+\sqrt{\{x\}}$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at a suspected point: compare left limit, value and right limit once;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Infinitely many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$f(x)=\begin{cases}\frac{a\left(7x-12-x^2\right)}{b\left|x^2-7x+12\right|}, &amp; x&lt;3\\ 2^{\frac{\sin(x-3)}{x-[x]}}, &amp; x&gt;3\\ b, &amp; x=3\end{cases}$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Infinitely many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with modulus, greatest integer function and a trigonometric limit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factors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negative so the modulus gives a plain sign;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factors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$x^2-7x+12$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negative so the modulus gives a plain sign;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$x\to3^+$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factors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$7x-12-x^2=-(x-3)(x-4)$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$x^2-7x+12=(x-3)(x-4)&gt;0$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factors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$f(3^-)=\frac{-a(x-3)(x-4)}{b(x-3)(x-4)}=-\frac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one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$x\to3^+$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$f(3^+)=2^{\lim\frac{\sin(x-3)}{x-3}}=2^1=2$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$f(3)=f(3^+)=f(3^-)$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$b=2=-\frac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one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right of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left of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sides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very differently.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of both roots of a quadratic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positive,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ratio of the same factors cancels to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Three-part continuity condition: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gives two equations in two unknowns; count how many solutions they have.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confirm the unknown in a denominator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forced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right of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$x-[x]=x-n\to0^+$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left of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$\frac{\sin(x-n)}{x-[x]}$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very differently.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of both roots of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$|(x-p)(x-q)|=(x-p)(x-q)$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ratio of the same factors cancels to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Three-part continuity condition: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$=f(a)=$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gives two equations in two unknowns; count how many solutions they have.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confirm the unknown in a denominator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forced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𝑎𝑛𝑑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continuous nor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$f:(0,2)\to\mathbb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x2+\frac2x$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$g(x)=\begin{cases}\min f(t), &amp; 0&lt;t\le x\text{ and }0&lt;x\le1\\ \frac32+x, &amp; 1&lt;x&lt;2\end{cases}$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continuous nor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function (sign of derivative), Continuity and differentiability of a piecewise-defined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itself; then compare values and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minimum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itself; then compare values and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x2+\frac2x\Rightarrow f'(x)=\frac12-\frac2{x^2}=\frac{x^2-4}{2x^2}$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f(t)=f(x)$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$g(x)=\begin{cases}f(x), &amp; x\in(0,1]\\ \frac32+x, &amp; 1&lt;x&lt;2\end{cases}$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$g(1)=\frac12+\frac21=\frac52$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$g(1^+)=\frac32+1=\frac52$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$g'(x)=\begin{cases}f'(x), &amp; x\in(0,1]\\ 1, &amp; x\in(1,2)\end{cases}$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$g'(1^-)=f'(1)=\frac{1-4}{2}=-\frac32$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$g'(1^+)=1\neq-\frac32$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factoring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derivative), then read the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first principles.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factoring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$f(x_1)-f(x_2)$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derivative), then read the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first principles.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$0&lt;x_1&lt;x_2&lt;2$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$f(x_1)-f(x_2)=\frac{x_1-x_2}{2}+\frac{2(x_2-x_1)}{x_1x_2}=\frac{(x_2-x_1)(4-x_1x_2)}{2x_1x_2}&gt;0$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$\min_{0&lt;t\le x}f(t)=f(x)$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$g(1)=f(1)=\frac52$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$g(1^+)=\frac32+1=\frac52$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slope: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slope: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slope: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$f(1+h)-f(1)=\frac h2+\frac{2}{1+h}-2=\frac h2-\frac{2h}{1+h}$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$\frac12-2=-\frac32$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slope: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$\frac{\left(\frac32+1+h\right)-\frac52}{h}=1$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afterwards;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running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a join: first compare values (continuity), then one-sided derivatives (differentiability). Instance: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fails at a join iff the two one-sided derivatives differ (a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$ax+\frac 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$(0,\sqrt{b/a}]$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afterwards;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$\sqrt{b/a}=2$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running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$m(x)=\min_{0&lt;t\le x}f(t)$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a join: first compare values (continuity), then one-sided derivatives (differentiability). Instance: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$\frac52,\frac52$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$-\frac32,\,1$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fails at a join iff the two one-sided derivatives differ (a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R-\{0\}\to\mathbb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$xf'(x)+f(x)=2024$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$xf'(x)+2024f(x)=0$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$xf'(x)-2023f(x)=0$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Differentiating the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Differentiating the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then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then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$f'\left(\frac xy\right)$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partially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partially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 xy\right)\cdot\frac1y=\frac{1}{f(y)}f'(x)$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$f'(1)\cdot\frac1x=\frac{f'(x)}{f(x)}$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$2024f(x)=xf'(x)$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multiplicative,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first principles.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multiplicative,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$f(xy)=f(x)f(y)$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first principles.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$f\left(\frac1y\right)=\frac1{f(y)}$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$f(xy)=\frac{f(x)}{f(1/y)}=f(x)f(y)$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$f(x+h)=f\left(x\left(1+\frac hx\right)\right)=f(x)\,f\left(1+\frac hx\right)$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$f'(x)=\lim_{h\to0}\frac{f(x)\left[f\left(1+\frac hx\right)-f(1)\right]}{h}=f(x)\cdot\frac1x\cdot\lim_{t\to0}\frac{f(1+t)-f(1)}{t}=\frac{f(x)f'(1)}{x}$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hx$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$xf'(x)=2024f(x)$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multiplicative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multiplicative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move: fix one variable, differentiate, then set the variables equal to turn a functional equation into a differential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and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$f\left(\frac1y\right)=\frac1{f(y)}$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multiplicative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multiplicative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$xf'(x)=cf(x)$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move: fix one variable, differentiate, then set the variables equal to turn a functional equation into a differential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and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$xf'-2024f=0$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number of points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$f(x)=e^{-|\log_ex|}$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number of points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modulus-exponential-logarithmic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continuous, with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$e^{-|\ln x|}=x$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continuous, with a corner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$f(x)=e^{-|\ln x|}=\frac{1}{e^{|\ln x|}}$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x|=-\ln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$f(x)=\frac1{e^{-\ln x}}=x$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$f(x)=\frac1{e^{\ln x}}=\frac1x$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pieces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 there is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$f(x)=\begin{cases}x, &amp; 0&lt;x&lt;1\\ \frac1x, &amp;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pieces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 there is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$e^{-|t|}=\min(e^t,e^{-t})$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$f(x)=\min\left(x,\frac1x\right)$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of two continuous functions is 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minimum of two differentiable functions fails to be differentiable only where the graphs cross with different slopes: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$e^{-|\ln x|}=e^{-|t|}=\min\left(e^t,e^{-t}\right)=\min\left(x,\frac1x\right)$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of two continuous functions is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minimum of two differentiable functions fails to be differentiable only where the graphs cross with different slopes: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$x=\frac1x\Rightarrow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differ: a corner,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$(x)'=1$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$\left(\frac1x\right)'=-1$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differ: a corner,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differentiable functions is continuous and is non-differentiable exactly at the crossing points where slopes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composing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crossing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non-differentiable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$e^{-|\ln x|}=\min\left(x,\frac1x\right)$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$e^{|\ln x|}=\max\left(x,\frac1x\right)$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differentiable functions is continuous and is non-differentiable exactly at the crossing points where slopes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composing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$e^{-(\cdot)}$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crossing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non-differentiable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$f(x)=\begin{cases}\frac{a-b\cos2x}{x^2}, &amp; x&lt;0\\ x^2+cx+2, &amp; 0\le x\le1\\ 2x+1, &amp; x&gt;1\end{cases}$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piecewise function with a trigonometric limit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Finiteness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continuity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Finiteness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$\frac{a-b\cos2x}{x^2}$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continuity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finite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(L'Hopital),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$f(0)=f(0^-)$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$2=\lim_{x\to0^-}\frac{a-b\cos2x}{x^2}$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finite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$\lim_{x\to0^-}\frac{2b\sin2x}{2x}=2b=2$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(L'Hopital),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$f(x)=\begin{cases}\frac{1-\cos2x}{x^2}=2\left(\frac{\sin x}{x}\right)^2, &amp; x&lt;0\\ x^2+2, &amp; x\in[0,1]\\ 2x+1, &amp; x&gt;1\end{cases}$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$f'(1^-)=2x=2$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$f(x)=2\left(1-\frac{x^2}3+\dots\right)$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$f'(0^+)=2x\big|_{0}=0$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$m+a+b+c=0+1+1+0=2$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Maclaurin series: one expansion shows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Maclaurin series: one expansion shows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$\cos2x=1-2x^2+\frac23x^4-\cdots$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$\frac{a-b\cos2x}{x^2}=\frac{a-b}{x^2}+2b-\frac{2b}3x^2+\cdots$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$f(x)=2-\frac23x^2+\cdots$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$f'(0^+)=2x\big|_0=0$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formula is differentiable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$1+c+2=2(1)+1=3$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formula is differentiable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$m+a+b+c=0+1+1+0=2$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 where both pieces are continuous is smooth iff the one-sided derivatives agree: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smooth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pieces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$\lim_{x\to0}\frac{a-b\cos kx}{x^2}$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$\frac{bk^2}2$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kx\sim\frac{k^2x^2}{2}$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 where both pieces are continuous is smooth iff the one-sided derivatives agree: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$\frac{1-\cos2x}{x^2}=2\left(\frac{\sin x}x\right)^2$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smooth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$f(x)=\left|2x^2+5|x|-3\right|$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Graph transformations with modulus, Points of non-differentiability of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Sketch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(reflect the right half), then take the modulus; count the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Sketch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$y=2x^2+5x-3$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$2x^2+5|x|-3$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(reflect the right half), then take the modulus; count the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right half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reflect it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It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reflected upward.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$y=2x^2+5x-3=(2x-1)(x+3)$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$y=2x^2+5|x|-3$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right half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reflect it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It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$y=\left|2x^2+5|x|-3\right|$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reflected upward.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has no breaks,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shows a peak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valleys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has no breaks,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shows a peak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valleys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$m+n=0+3=3$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corners are visible algebraically.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$2x^2+5|x|-3=(2|x|-1)(|x|+3)$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$f=(|x|+3)\,\left|2|x|-1\right|$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corners are visible algebraically.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built from continuous functions,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$2x^2+5|x|-3=2|x|^2+5|x|-3=(2|x|-1)(|x|+3)$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$f(x)=(|x|+3)\,\left|2|x|-1\right|$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built from continuous functions,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$f=(|x|+3)(1-2|x|)=3-5|x|-2x^2$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 By evenness,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$|x|+3=\frac72\neq0$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$\left|2|x|-1\right|=|2x-1|$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$f\approx\frac72|2x-1|$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 By evenness,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$-\frac12,\,0,\,\frac12$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exactly at the simple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nonzero slope); a double zero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smooth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order matters: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reflect the negative part upward.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zeros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$h(t)=2t^2+5t-3$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exactly at the simple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nonzero slope); a double zero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smooth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order matters: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$|\,g(|x|)\,|$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reflect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reflect the negative part upward.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$f(x)-f(y)\ge\log_e\left(\frac xy\right)+x-y$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x,y\in(0,\infty)$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$\sum_{n=1}^{20}f'\left(\frac1{n^2}\right)$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Derivative from an inequality satisfied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of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Derivative from an inequality satisfied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of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both sides squeezes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both sides squeezes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inequality; letting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$f(x)-f(y)\ge\ln x-\ln y+x-y$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$\frac{f(x)-f(y)}{x-y}\ge\frac{\ln x-\ln y}{x-y}+1$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inequality; letting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$f'(x)\le\frac1x+1$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so (1) and (2) together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so (1) and (2) together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$f'\left(\frac1{x^2}\right)=x^2+1$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$\sum_{x=1}^{20}\left(x^2+1\right)=\sum_{x=1}^{20}x^2+20=\frac{20\cdot21\cdot41}{6}+20=2870+20=2890$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everything to one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everything to one 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$h(x)=f(x)-\ln x-x$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$h(x)\ge h(y)$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hypothesis says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$h(x)=f(x)-\ln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hypothesis says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$h(x)\ge 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$h(y)\ge 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x+x+C$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$f'\left(\frac1{n^2}\right)=n^2+1$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$\sum_{n=1}^{20}(n^2+1)=\frac{20\cdot21\cdot41}6+20=2890$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 inequality valid for all pairs in both orders is an 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an inequality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remember the sign: this is why the limits from the two sides give opposite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 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 inequality valid for all pairs in both orders is an 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$f(x)-f(y)\ge\varphi(x)-\varphi(y)$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$f'=\varphi'$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$\varphi=\ln 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an inequality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remember the sign: this is why the limits from the two sides give opposite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$f(x)=\begin{cases}\frac1{|x|}, &amp; |x|\ge2\\ ax^2+2b, &amp; |x|&lt;2\end{cases}$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a piecewise function with modulus at a joining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pieces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equal slope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equal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pieces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$ax^2+2b$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equal slope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$4a=-\frac14$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equal value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$4a+2b=\frac12$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identical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$f(x)=\begin{cases}\frac1x, &amp; x\ge2\\ -\frac1x, &amp; x&lt;-2\\ ax^2+2b, &amp; -2&lt;x&lt;2\end{cases}$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$f'(x)=\begin{cases}-\frac1{x^2}, &amp; x&gt;2\\ \frac1{x^2}, &amp; x&lt;-2\\ 2ax, &amp; -2&lt;x&lt;2\end{cases}$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identical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$-\frac1{2^2}=2a\cdot2$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$4a+2b=\frac12$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$-\frac14+2b=\frac12$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$48(a+b)=48\left(-\frac1{16}+\frac38\right)=48\cdot\frac{-1+6}{16}=15$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Smooth joining means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Smooth joining means the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$d(x)=ax^2+2b-\frac1x$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$ax^3+2bx-1$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smoothness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smoothness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and slope both match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smoothness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smoothness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and slope both match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$d(x)=ax^2+2b-\frac1x$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$P(x)=x\,d(x)=ax^3+2bx-1$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$P(2)=8a+4b-1=0$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$P'(x)=3ax^2+2b$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$P'(2)=12a+2b=0$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$8a-24a=1$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$48(a+b)=48\cdot\frac5{16}=15$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Smooth joining of two curves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same value and the same slope: for two unknowns write both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(or odd) function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handle one of the two joints.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value and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𝑑𝑖𝑓𝑓𝑒𝑟𝑒𝑛𝑐𝑒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polynomial form of it)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Smooth joining of two curves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same value and the same slope: for two unknowns write both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(or odd) function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handle one of the two joints.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value and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$x\cdot[\text{difference}]$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polynomial form of it) has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$y=-\frac{x^2}{16}+\frac34$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$f(x)=\begin{cases}\frac{1-\cos2x}{x^2}, &amp; x&lt;0\\ \alpha, &amp; x=0\\ \frac{\beta\sqrt{1-\cos x}}{x},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using standard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Left limit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right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Left limit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right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$\frac{\beta}{\sqrt2}$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x=2\sin^2\frac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$f(0^-)=\lim_{x\to0^-}\frac{2\sin^2x}{x^2}=2$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$f(0^+)=\lim_{x\to0^+}\beta\sqrt2\,\frac{\sin\frac x2}{x}=\lim\frac{\beta\sqrt2}{2}\cdot\frac{\sin\frac x2}{\frac x2}=\frac\beta{\sqrt2}$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$\frac\beta{\sqrt2}=2$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$\alpha^2+\beta^2=4+8=12$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modulus; it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function defined by three formulas at the middle point: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gives one equation for each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kx}{x^2}\to\frac{k^2}2$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$\sqrt{1-\cos x}=\sqrt2\left|\sin\frac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modulus;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function defined by three formulas at the middle point: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$=f(0)=$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gives one equation for each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72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$f(x)=\begin{cases}\frac{72^x-9^x-8^x+1}{\sqrt2-\sqrt{1+\cos x}}, &amp; x\neq0\\ a\log_e2\log_e3,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using standard exponential and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rationalising the denominator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$72^x-9^x-8^x+1=(9^x-1)(8^x-1)$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rationalising the denominator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x\sim\frac{x^2}2$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second factor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$f(0^+)=\lim_{x\to0}\frac{72^x-9^x-8^x+1}{\sqrt2-\sqrt{1+\cos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$\sqrt2-\sqrt{1+\cos x}=\frac{1-\cos x}{\sqrt2+\sqrt{1+\cos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second factor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$f(0^+)=\lim_{h\to0}\frac{72^h-9^h-8^h+1}{1-\cos h}\times2\sqrt2$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$72^h-9^h-8^h+1=(9^h-1)(8^h-1)$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h\sim\frac{h^2}2$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$=\lim_{h\to0}\frac{(9^h-1)(8^h-1)}{h^2\cdot\frac12}\times2\sqrt2=\ln9\cdot\ln8\cdot2\cdot2\sqrt2=4\sqrt2\ln9\ln8$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$4\sqrt2\ln9\ln8=4\sqrt2\cdot2\ln3\cdot3\ln2=24\sqrt2\ln2\ln3$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$a\ln2\ln3=24\sqrt2\ln2\ln3$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$a^2=576\cdot2=1152$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1152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L'Hopital twice: both the numerator and the denominator vanish together with their first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L'Hopital twice: both the numerator and the denominator vanish together with their first derivatives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differentiate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$N(x)=72^x-9^x-8^x+1$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$D(x)=\sqrt2-\sqrt{1+\cos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$N'(x)=72^x\ln72-9^x\ln9-8^x\ln8$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$D'(x)=\frac{\sin x}{2\sqrt{1+\cos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$N'(0)=\ln72-\ln9-\ln8=0$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differentiate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$N''(0)=\ln^272-\ln^29-\ln^28$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$\ln72=\ln9+\ln8$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$(\ln9+\ln8)^2-\ln^29-\ln^28=2\ln9\ln8$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$D''(x)=\frac{\cos x}{2\sqrt{1+\cos x}}+\frac{\sin^2x}{4(1+\cos x)^{3/2}}$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$D''(0)=\frac1{2\sqrt2}$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$=\frac{2\ln9\ln8}{1/(2\sqrt2)}=4\sqrt2\ln9\ln8=24\sqrt2\ln2\ln3$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1152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to expose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$(mn)^x-m^x-n^x+1=(m^x-1)(n^x-1)$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$\lim_{x\to0}\frac{m^x-1}{x}=\ln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$\sqrt2-\sqrt{1+\cos x}=\frac{1-\cos x}{\sqrt2+\sqrt{1+\cos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to expose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x\sim\frac{x^2}2$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$\lim_{x\to0}\frac{(m^x-1)(n^x-1)}{1-\cos x}=2\ln m\ln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$2\ln9\ln8\cdot2\sqrt2=24\sqrt2\ln2\ln3$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$f(x)=\frac{\sin3x+\alpha\sin x-\beta\cos3x}{x^3}$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using Maclaurin series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in series;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in series; 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$\lim_{x\to0}\frac{\sin3x+\alpha\sin x-\beta\cos3x}{x^3}=f(0)$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$\sin3x=3x-\frac{(3x)^3}{3!}+\cdots$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x=x-\frac{x^3}{3!}+\cdots$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$\cos3x=1-\frac{(3x)^2}{2!}+\cdots$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$=(-\beta)+(3+\alpha)x+\frac92\beta x^2+\left(-\frac{27}6-\frac\alpha6\right)x^3+\cdots$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then vanishes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then vanishes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$f(0)=-\frac{27}6-\frac\alpha6=-\frac{27}6+\frac36=-4$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-4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numerator: it must vanish with its first two derivatives, and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numerator: it must vanish with its first two derivatives, and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$\frac{N'''(0)}{3!}$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a finite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$N(x)=\sin3x+\alpha\sin x-\beta\cos3x$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a finite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$N(0)=-\beta=0$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$N'(x)=3\cos3x+\alpha\cos x+3\beta\sin3x$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$N'(0)=3+\alpha=0$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automatically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$N''(x)=-9\sin3x-\alpha\sin x+9\beta\cos3x$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$N''(0)=9\beta=0$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automatically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$\frac{N'''(0)}{3!}$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$N'''(x)=-27\cos3x-\alpha\cos x-27\beta\sin3x$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$N'''(0)=-27-\alpha=-24$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$f(0)=\frac{-24}6=-4$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$\sin3x-3\sin x=-4\sin^3x$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$f(x)=-4\left(\frac{\sin x}x\right)^3\to-4$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-4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settle such questions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find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unknowns equals the number of coefficients that must vanish: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settle such questions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$N(0)=\dots=N^{(k-1)}(0)=0$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$\frac{N^{(k)}(0)}{k!}$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t=t-\frac{t^3}6+\cdots$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t=1-\frac{t^2}2+\cdots$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$x^0,x^1,x^2$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find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unknowns equals the number of coefficients that must vanish: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$f:[-1,2]\to\mathbb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$f(x)=2x^2+x+[x^2]-[x]$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Discontinuity of greatest-integer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Discontinuity of greatest-integer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doubtful;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jumps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at the other four they do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$-1,0,1,\sqrt2,\sqrt3,2$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doubtful;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at the other four they do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bracket is continuous there,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right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$-1,\,0,\,1,\,\sqrt2,\,\sqrt3,\,2$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$f=(2x^2+x-[x])+[x^2]$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bracket is continuous there,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$=2-1-(-1)+0=2$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$f(-1)=2-1-(-1)+1=3$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$=0+0-(-1)+0=1$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Discontinuous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$=2+1-0+0=3$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$f(1)=3-1+1=3$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$=2+1-1+1=3$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$=8+2-1+3=12$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$f(2)=8+2-2+4=12$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$-1,\,0,\,\sqrt2,\,\sqrt3$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jump; track the signed jumps of the two staircases and see where they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$h=[x^2]-[x]$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jump; track the signed jumps of the two staircases and see where they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discontinuities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above: no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end, only the right side matters):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to the right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stays: not right-continuous,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discontinuities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$h(x)=[x^2]-[x]$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$1,\sqrt2,\sqrt3,2$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above: no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end, only the right side matters):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to the right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stays: not right-continuous, discontinuous.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jump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staircases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left limit matters).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jumps: discontinuous.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jump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staircases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left limit matters).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jumps: discontinuous.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is continuous at a point iff the jumps of its parts cancel there: list the jump of each greatest-integer term at every doubtful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increase through integers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jump together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there), but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so there is no cancellation.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(like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always discontinuities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 of a closed interval only the one-sided limit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is continuous at a point iff the jumps of its parts cancel there: list the jump of each greatest-integer term at every doubtful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increase through integers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jump together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there), but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so there is no cancellation.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always discontinuities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 of a closed interval only the one-sided limit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$f(x)=\begin{cases}\frac{\tan((a+1)x)+b\tan x}{x}, &amp; x&lt;0\\ 3, &amp; x=0\\ \frac{\sqrt{ax+b^2x^2}-\sqrt{ax}}{b\sqrt{ax}\sqrt x},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using algebraic and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limit rationalises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limit rationalises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$\frac{b}{2a}$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$a+1+b$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$\lim_{x\to0^+}\frac{\sqrt{ax+b^2x^2}-\sqrt{ax}}{b\sqrt a\,x\sqrt x}=\lim\frac{ax+b^2x^2-ax}{b\sqrt a\,x^{3/2}\left(\sqrt{ax+b^2x^2}+\sqrt{ax}\right)}$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$=\lim_{x\to0^+}\frac{b^2}{b\sqrt a\left(\sqrt{a+b^2x}+\sqrt a\right)}=\frac{b}{\sqrt a\cdot2\sqrt a}=\frac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b{2a}=3$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$\lim_{x\to0^-}\frac{\tan((a+1)x)}{(a+1)x}(a+1)+b\frac{\tan x}{x}=a+1+b=3$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$a+6a=2$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binomial approximation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rationalising.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binomial approximation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$\sqrt{1+u}\approx1+\frac u2$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rationalising.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$\sqrt{ax+b^2x^2}=\sqrt{ax}\sqrt{1+\frac{b^2x}a}\approx\sqrt{ax}\left(1+\frac{b^2x}{2a}\right)$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$\approx\sqrt{ax}\cdot\frac{b^2x}{2a}=\frac{b^2x^{3/2}}{2\sqrt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$b\sqrt a\,x^{3/2}$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b{2a}=3$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$\frac{\tan((a+1)x)}x\to 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$\frac{b\tan x}x\to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$f(0^-)=a+1+b=3$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one-sided limits equal to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equations for the two unknowns.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$\sqrt{A+B}-\sqrt A=\frac B{\sqrt{A+B}+\sqrt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$\sqrt{1+u}\approx1+\frac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$\lim_{x\to0}\frac{\tan kx}{x}=k$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$\lim_{x\to0^+}\frac{\sqrt{ax+b^2x^2}-\sqrt{ax}}{b\sqrt a\,x^{3/2}}=\frac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one-sided limits equal to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equations for the two unknowns.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Q25 – 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 x2+3\right]-\left[\sqrt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greatest-integer functions and a sum over the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jumps cancel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$f=[\frac x2]-[\sqrt x]+3$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$[\frac x2]$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$2,4,6,8$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jumps cancel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points of discontinuity: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terms are constant just to the right).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 x2\right]+3-[\sqrt x]=\left[\frac x2\right]-[\sqrt x]+3$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x\in[0,2\sqrt2]$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points of discontinuity: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terms are constant just to the right).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$f(4^+)=[2^+]-[\sqrt{4^+}]+3=2-2+3=3$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$f(4^-)=[2^-]-[\sqrt{4^-}]+3=1-1+3=3$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$f(4)=2-2+3=3$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S}a=1+2+6+8=17$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a ledger of the signed jumps of the two staircases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where they cancel,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a ledger of the signed jumps of the two staircases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$\left[\sqrt x\right]$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where they cancel,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affect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jump,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outside);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right-continuous.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(jump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 x2\right]-[\sqrt x]+3$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affect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jump,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outside);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right-continuous.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$f(4^-)=1-1+3=3=f(4)$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a=1+2+6+8=17$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constants inside a greatest-integer function can be moved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staircase functions is continuous at points where both jump by the same amount in the same direction; such common points are where both arguments are integers,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greatest-integer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right-continuous: its jump shows up in the left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three jumps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drop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$[y+n]=[y]+n$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constants inside a greatest-integer function can be moved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staircase functions is continuous at points where both jump by the same amount in the same direction; such common points are where both arguments are integers,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$16,36,\dots$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greatest-integer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right-continuous: its jump shows up in the left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three jumps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drop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cot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$f:(0,\pi)\to\mathbb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$f(x)=\begin{cases}\left(\frac87\right)^{\frac{\tan8x}{\tan7x}}, &amp; 0&lt;x&lt;\frac\pi2\\ a-8, &amp; x=\frac\pi2\\ \left(1+|\cot x|\right)^{\frac ba|\tan x|}, &amp; \frac\pi2&lt;x&lt;\pi\end{cases}$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 with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left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 the right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left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$\frac{\tan8x}{\tan7x}\to0$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$\left(\frac87\right)^0=1$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 the right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$e^{b/a}$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limit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$\lim_{x\to\frac\pi2^-}f(x)=f\left(\frac\pi2\right)=\lim_{x\to\frac\pi2^+}f(x)$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$\lim_{x\to\frac\pi2^-}\left(\frac87\right)^{\frac{\tan8x}{\tan7x}}=a-8=\lim_{x\to\frac\pi2^+}\left(1+|\cot x|\right)^{\frac ba|\tan 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$\frac{\tan8x}{\tan7x}\to0$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$\left(\frac87\right)^0=1$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limit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limit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$u=|\cot x|\to0$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 x|=\frac1u$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$1=a-8=e^{b/a}$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$a^2+b^2=81+0=81$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assume a limiting exponent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left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fits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evaluate the limit of the exponent first and decide the form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...) before choosing a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assume a limiting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$\frac{\tan8x}{\tan7x}\to\frac87$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$\lim_{u\to0}(1+u)^{k/u}=e^k$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$u=|\cot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 x|=\frac1u$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left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fits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evaluate the limit of the exponent first and decide the form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...) before choosing a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26 questions, 104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Continuity &amp; Differentiability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