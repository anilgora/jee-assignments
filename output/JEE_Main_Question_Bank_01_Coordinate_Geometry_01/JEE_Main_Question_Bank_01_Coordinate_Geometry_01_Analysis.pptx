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2.0</c:v>
                </c:pt>
                <c:pt idx="11">
                  <c:v>3.0</c:v>
                </c:pt>
                <c:pt idx="12">
                  <c:v>3.0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3.0</c:v>
                </c:pt>
                <c:pt idx="18">
                  <c:v>3.0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the PDF's expanded line it writes '33λ − 297 + 32λ + 264 + 24α − 22α = 0'. The first term should be −33λ (from 3(−11λ − 99)) and the α terms combine to +2α (−α(−24+22)); with these the line gives −λ + 2α − 33 = 0 as the PDF concludes. The final answer 91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figure labels B(2,2) and C(3,1) (the question has B(-2,2), C(3,-1)); it writes AB as 'x - y - 4 = 0' whereas the line through A(-1,3) and B(-2,2) is x - y + 4 = 0; it does not say which direction is 'inwards', and it gives the shifted constants (e.g. c = √2 - 4) without a comparison of distances. The answer (A) is correct and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labels the line OP as 'y = 7x' although its own point P(-12/25, 84/25) (from -25x = 12) lies on y = -7x. Corrected to y = -7x; every later number and the answer 46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– Coordinate Geometry 01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Straight Line (Q1–Q20)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triangle formed by a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co-ordinate axes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units. If the perpendicular drawn from the origin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 angle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triangle formed by a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 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co-ordinate axes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units. If the perpendicular drawn from the origin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Intercepts and area of the triangle cut off by a line, Perpendicular from the origin to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perpendicular from the origin has the direction of the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angle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perpendicular from the origin has the direction of the normal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angle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the axes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perpendicular from the origin)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$\left(0,-\frac{c}{b}\right)$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$=\frac12\left|(-c)\left(-\frac cb\right)\right|=48$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$\left|\frac{c^2}{b}\right|=96$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perpendicular from the origin)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perpendicular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perpendicular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$b=\tan45^\circ=1$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$b^2+c^2=1+96=97$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normal means equal intercepts, so the triangle with the axes is an isosceles right triangle with legs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normal means equal intercepts, so the triangle with the axes is an isosceles right triangle with legs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$|c|$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from the origin is along the normal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intercepts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two axes, so the triangle is an isosceles right triangle with both legs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from the origin is along the normal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$(1,b)\parallel(1,1)$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 x+y+c=0$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two axes, so the triangle is an isosceles right triangle with both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$\frac12c^2=48$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$b^2+c^2=1+96=97$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intercepts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area cut off with the axes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from the origin lies along the normal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inclination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equal intercepts.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intercepts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area cut off with the axes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$\frac{c^2}{2|ab|}$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from the origin lies along the normal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inclination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equal intercepts.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$=\frac{96}{2}=48$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passes through the origin and makes equal angles with the positive coordinate axes. It intersects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foot of the perpendicular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passes through the origin and makes equal angles with the positive coordinate axes. It intersects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 2x+y+6=0$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 4x+2y-p=0$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$AB=\frac{9}{\sqrt2}$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foot of the perpendicular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$\frac{AM}{BM}$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between two lines, Distance between parallel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angle between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$L_1\parallel 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$AM\perp 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$\frac{AM}{BM}=\tan$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angle between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origin making equal angles with the positive axes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origin making equal angles with the positive axes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 4x+2y-p=0$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$L_1\parallel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$\tan\theta=\left|\frac{1-(-2)}{1+(1)(-2)}\right|=\left|\frac{3}{-1}\right|=3$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$AM\perp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AMB$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ABM=\theta$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$\frac{AM}{BM}=\tan\theta=3$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 for the ratio.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$A=(-2,-2)$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$B=\left(\frac p6,\frac p6\right)$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$AB=\sqrt2\left(\frac p6+2\right)=\frac9{\sqrt2}$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 for the ratio.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between the parallels;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Pythagoras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$L_1\parallel 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between the parallels;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Pythagoras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ABM$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$A=(-2,-2)$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$B=\left(\frac p6,\frac p6\right)$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$AB=\sqrt2\left(\frac p6+2\right)=\frac9{\sqrt2}$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p6+2=\frac92$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$4x+2y+12=0$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$4x+2y-15=0$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$AM=\frac{|12-(-15)|}{\sqrt{16+4}}=\frac{27}{2\sqrt5}$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$AB^2=\frac{81}{2}$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$AM^2=\frac{729}{20}$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$BM^2=AB^2-AM^2=\frac{810-729}{20}=\frac{81}{20}$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$BM=\frac{9}{2\sqrt5}$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$\frac{AM}{BM}=\frac{27}{9}=3$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lines of slopes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transversal meets two parallel lines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second line,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the transversal and the parallels, whatever the gap between the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made equal first).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lines of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$m_1,m_2$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$\tan\theta=\left|\frac{m_1-m_2}{1+m_1m_2}\right|$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$1+m_1m_2\neq0$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transversal meets two parallel lines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second line,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$\frac{AM}{BM}=\tan\theta$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the transversal and the parallels, whatever the gap between the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$\frac{|c_1-c_2|}{\sqrt{a^2+b^2}}$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made equal first).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equal roots. Then the distance of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$x(x+2)(12-k)=2$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equal roots. Then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$\left(k,\frac k2\right)$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Equal roots of a quadratic equation,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equal roots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$12-k=\lambda$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 x^2+2\lambda x-2=0$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equal roots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is a genuine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$(x^2+2x)(12-k)=2$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$12-k=\lambda$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x^2+2\lambda 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is a genuine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$4\lambda^2+8\lambda=0$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$12-k=-2$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$P\left(k,\frac k2\right)=(14,7)$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$d=\frac{|3(14)+4(7)+5|}{\sqrt{9+16}}=\frac{75}{5}=15$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minimum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its vertex,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equal roots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minimum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its vertex,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$(x^2+2x)=t$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equal roots only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$x^2+2x=\frac{2}{12-k}$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$y=x^2+2x=(x+1)^2-1$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$\frac{2}{12-k}=-1$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$12-k=-2$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$(14,7)$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$\frac{42+28+5}{5}=15$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equal roots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vertex value), so a 'parameter = constant' equation of this form needs no discriminant.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(3-4-5), so the numerator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well-designed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$x^2+2px+q=t$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equal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$t=q-p^2$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vertex value), so a 'parameter = constant' equation of this form needs no discriminant.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$\frac{|ax_0+by_0+c|}{\sqrt{a^2+b^2}}$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(3-4-5), so the numerator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well-designed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x^2+2\lambda 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$D=4\lambda^2+8\lambda$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$\frac{2}{\lambda}=-1$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a parameter, all passing through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of these lines (say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farthest from the origin. If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$x(3\lambda+1)+y(7\lambda+2)=17\lambda+5$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a parameter, all passing through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of these lines (say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farthest from the origin. If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Family of lines through the intersection of two lines,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Among lines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farthest from the origin is the one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Among lines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farthest from the origin is the one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line passes through the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Of all lines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one farthest from the origin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$(x+2y-5)+\lambda(3x+7y-17)=0$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line passes through the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$3x+7y-17=0$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$x=5-2y$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$15-6y+7y-17=0$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Of all lines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one farthest from the origin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$\overrightarrow{PQ}=(2,4)=2(1,2)=2\overrightarrow{OP}$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$PQ\parallel 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$PQ\perp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$d^2=PQ^2=2^2+4^2=20$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farthest line explicitly: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normal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apply the point-to-line distance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farthest line explicitly: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normal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apply the point-to-line distance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before; the farthest line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normal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the member of the family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before; the farthest line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normal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 1(x-1)+2(y-2)=0$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the member of the family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$d=\frac{|3+12-5|}{\sqrt{1+4}}=\frac{10}{\sqrt5}$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$d^2=\frac{100}{5}=20$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family of all lines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(except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itself); read off the fixed point by solving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all lines through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distance from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zero for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normal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$L_1+\lambda L_2=0$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family of all lines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$L_1\cap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itself); read off the fixed point by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$L_1=L_2=0$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all lines through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distance from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zero for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$\frac{|\overrightarrow{PQ}\cdot\vec n|}{|\vec n|}$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$PQ\parallel\vec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three sides of a triangle be on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its orthocentre from the orthocentre of the triangle formed by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three sides of a triangle be on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$4x-7y+10=0$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$7x+4y=15$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its orthocentre from the orthocentre of the triangle formed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Orthocentre of a triangle, Slopes of perpendicular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Slopes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multiply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triangle is right-angled and its orthocentre is the right-angle vertex.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Slopes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$\frac47$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$-\frac74$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multiply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triangle is right-angled and its orthocentre is the right-angle vertex.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Their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these two sides are perpendicular.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triangle has a right angle at their common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right-angled triangle the orthocentre is the vertex of the right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$4x-7y+10=0$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$7x+4y=15$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Their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these two sides are perpendicular.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triangle has a right angle at their common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right-angled triangle the orthocentre is the vertex of the right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orthocentre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perpendicular, so the right angle is at the origin and the orthocentre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$4x-7y+10=0$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$7x+4y-15=0$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$16x-28y+40=0$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$49x+28y-105=0$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$65x-65=0$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perpendicular, so the right angle is at the origin and the orthocentre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$=\sqrt{1^2+2^2}=\sqrt5$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Right-angled triangle: orthocentre = right-angle vertex, circumcentre = midpoint of the hypotenuse; always test the sides' slopes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computing altitudes.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first and third lines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but not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triangle is non-degenerate.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$a'x+b'y+c'=0$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$aa'+bb'=0$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$4\cdot7+(-7)\cdot4=0$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Right-angled triangle: orthocentre = right-angle vertex, circumcentre = midpoint of the hypotenuse; always test the sides' slopes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computing altitudes.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first and third lines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$4-14+10=0$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$7+8=15$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but not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triangle is non-degenerate.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the arithmetic mean of all coefficients in the binomial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the arithmetic mean of all coefficients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$(x+y)^{2n-3}$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$P(2n-1,\,n^2-4n)$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binomial coefficients,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expansion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with sum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single integer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expansion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$2n-2$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with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$2^{2n-3}$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$2^{2n-8}=n-1$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single integer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and the sum of its binomial coefficients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𝑠𝑢𝑚 𝑜𝑓 𝑐𝑜𝑒𝑓𝑓𝑖𝑐𝑖𝑒𝑛𝑡𝑠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𝑛𝑢𝑚𝑏𝑒𝑟 𝑜𝑓 𝑡𝑒𝑟𝑚𝑠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$(x+y)^{2n-3}$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and the sum of its binomial coefficients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$2^{2n-3}$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$=\frac{\text{sum of coefficients}}{\text{number of terms}}=\frac{2^{2n-3}}{2n-2}=16$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$2^{2n-3}=16(2n-2)=2^4\cdot2(n-1)=2^5(n-1)$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$2^{2n-8}=n-1$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trial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the only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step) outgrows the right side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step).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trial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$2^2=4=5-1$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the only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$2^{-4},2^{-2},2^0$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step) outgrows the right side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step).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$P(2n-1,\,n^2-4n)=P(9,5)$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$d=\frac{|9+5-8|}{\sqrt2}=\frac{6}{\sqrt2}=3\sqrt2$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 the number of terms;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solved by a monotonic-growth argument.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$N=2n-2$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 the number of terms;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$2^{N-1}=16N$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solved by a monotonic-growth argument.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sum of coefficients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mean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sum of coefficients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$\frac{2^{N-1}}{N}=16$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$2^{N-1}=16N$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$\frac{2^{N-1}}{N}$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$\frac{128}{8}=16$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strictly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strictly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$\frac{2^{N}/(N+1)}{2^{N-1}/N}=\frac{2N}{N+1}&gt;1$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$P=(9,5)$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$d=\frac{|9+5-8|}{\sqrt2}=3\sqrt2$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with sum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their mean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mixing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𝑙𝑖𝑛𝑒𝑎𝑟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linear terms have few integer roots; test small values and justify uniqueness by growth (the exponential side is multiplied each step, the linear side only increases by a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their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$\frac{2^N}{N+1}$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mixing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$2^{\text{linear}}$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linear terms have few integer roots; test small values and justify uniqueness by growth (the exponential side is multiplied each step, the linear side only increases by a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$\frac{|x_0+y_0-c|}{\sqrt2}$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$P=(9,5)$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triangle such that the equations of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and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orthocentre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triangle such that the equations of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$3y-x=2$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and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orthocentre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Orthocentre of a triangle,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vertical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the altitude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vertical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$x=x_A$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$3y-x=2$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$3y-x=2$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orthocentre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orthocentre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$P=H(1,3)$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PBC=\frac12\cdot BC\cdot(\text{height})=\frac12\cdot4\cdot3=6$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base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orthocentre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base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$B(b,0)$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$C(c,0)$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$A(a,k)$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orthocentre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$H=\left(a,\,-\frac{(a-b)(a-c)}{k}\right)$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$y_H=-\frac{(1+2)(1-2)}{1}=3$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HBC=\frac12\cdot4\cdot|y_H|=6$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triangle exactly when the triangle is acute.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circumcircle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$B(b,0)$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$H=\left(a,-\frac{(a-b)(a-c)}{k}\right)$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$\frac{c-a}{k}$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$y=\frac{(c-a)(a-b)}{k}$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$y_H=3$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HBC=\frac12|BC|\,|y_H|$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triangle exactly when the triangle is acute.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circumcircle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orthocentre of the triangle formed by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orthocentre of the triangle formed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$y=4x-8$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Orthocentre of a triangle, Equation of a line and its slope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orthocentre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vertical and the third side is horizontal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$A=(3,4)$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orthocentre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altitude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vertical and the third side is horizontal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orthocentre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the vertical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horizontal: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$y=4x-8$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$x+1=4x-8$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the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horizontal: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$BC: 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$B=(c-1,c)$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$y=4x-8$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$C=\left(\frac{8+c}{4},c\right)$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$\frac{c+1}{\frac{8+c}{4}-3}=\frac{4c+4}{c-4}$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$1\cdot\frac{4c+4}{c-4}=-1$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$4c+4=4-c$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instead, written as the dot-product condition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altitude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instead, written as the dot-product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$\overrightarrow{BH}\cdot\overrightarrow{AC}=0$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vertical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$H=(3,-1)$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vertical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$B=(c-1,c)$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$C=\left(\frac{8+c}4,c\right)$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$\overrightarrow{BH}=(4-c,\,-(c+1))$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$\overrightarrow{AC}=\left(\frac{c-4}{4},\,c-4\right)$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$\overrightarrow{BH}\cdot\overrightarrow{AC}=-(c-4)\left[\frac{c-4}{4}+(c+1)\right]=0$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triangle),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triangle),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$\frac{c-4}{4}+c+1=0$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$m-c=0-0=0$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orthocentre iff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third relation follows).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vertex and the orthocentre have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-coordinate, the opposite side is horizontal;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means the opposite side is vertical.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orthocentre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$\overrightarrow{HA}\cdot\overrightarrow{BC}=0$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$\overrightarrow{HB}\cdot\overrightarrow{CA}=0$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third relation follows).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vertex and the orthocentre have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-coordinate, the opposite side is horizontal;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means the opposite side is vertical.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$\overrightarrow{BH}\cdot\overrightarrow{AC}=(4,-1)\cdot(-1,-4)=0$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$\overrightarrow{CH}\cdot\overrightarrow{AB}=(1,-1)\cdot(-4,-4)=0$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length of a side of a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the origin. Its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 acute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equations of its diagonals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length of a side of a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the origin. Its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 acute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equations of its diagonals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$\left(\sqrt3+1\right)x+\left(\sqrt3-1\right)y=0$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$\left(\sqrt3-1\right)x-\left(\sqrt3+1\right)y+8\sqrt3=0$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Square: diagonals and side length,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diagonals are perpendicular and the first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centre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second diagonal;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diagonals are perpendicular and the first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centre is the foot of the perpendicular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second diagonal;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$a^2=2\,OP^2$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vertex, so the diagonal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diagonal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two diagonals for their intersection,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vertex, so the diagonal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$(\sqrt3+1)x+(\sqrt3-1)y=0$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diagonal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two diagonals for their intersection,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$P=\left(-\sqrt3(\sqrt3-1),\ \sqrt3(\sqrt3+1)\right)=(\sqrt3-3,\ 3+\sqrt3)$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(diagonals meet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$OP^2=(\sqrt3-3)^2+(3+\sqrt3)^2=(12-6\sqrt3)+(12+6\sqrt3)=24$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$OP=\sqrt{24}$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(diagonals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$OA^2=OP^2+PA^2$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$a^2=24+24=48$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diagonals are perpendicular,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second diagonal; no intersection point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diagonals are perpendicular,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second diagonal; no intersection point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diagonals are perpendicular.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second diagonal is their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$(\sqrt3+1,\sqrt3-1)\cdot(\sqrt3-1,-(\sqrt3+1))=0$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diagonals are perpendicular.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second diagonal is their intersection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$OP=\frac{|8\sqrt3|}{\sqrt{(\sqrt3-1)^2+(\sqrt3+1)^2}}=\frac{8\sqrt3}{\sqrt8}=2\sqrt6$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$OB=2\,OP=4\sqrt6$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$a=\frac{OB}{\sqrt2}$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$a^2=\frac{96}{2}=48$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diagonal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diagonals are equal, perpendicular and bisect each other,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ℎ𝑎𝑙𝑓-𝑑𝑖𝑎𝑔𝑜𝑛𝑎𝑙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diagonal passes through a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is perpendicular to it, the centre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other diagonal, so the half-diagonal is a point-to-line distance.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both diagonals: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diagonals are equal, perpendicular and bisect each other,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$a^2=2\,(\text{half-diagonal})^2$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diagonal passes through a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is perpendicular to it, the centre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other diagonal, so the half-diagonal is a point-to-line distance.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$(\sqrt3-3,3+\sqrt3)$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both diagonals: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$(\sqrt3+1)(\sqrt3-3)+(\sqrt3-1)(\sqrt3+3)=-2\sqrt3+2\sqrt3=0$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 acute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this line be rotated about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an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clock-wise direction. If in the new position, the slope of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distance from the origin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 acute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this line be rotated about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clock-wise direction. If in the new position, the slope of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distance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$3a^2\tan^2\alpha-2\sqrt3$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Rotation of a line and its slope,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clockwise rotation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inclination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clockwise rotation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$\frac\alpha2$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inclination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$\frac\alpha2$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$\tan\frac\alpha2=2-\sqrt3=\tan15^\circ$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clockwise rotation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the inclination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clockwise 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the inclination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$\alpha-\frac\alpha2=\frac\alpha2$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(acute),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the origin: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$\tan\frac\alpha2=2-\sqrt3=\tan15^\circ$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$\tan^2\alpha=\frac13$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$y-0=(2-\sqrt3)(x-a)$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$\frac{|(2-\sqrt3)a|}{\sqrt{1+(2-\sqrt3)^2}}=\frac1{\sqrt2}$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$(2-\sqrt3)^2=7-4\sqrt3$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$1+(2-\sqrt3)^2=8-4\sqrt3=4(2-\sqrt3)$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$\frac{|a|(2-\sqrt3)}{2\sqrt{2-\sqrt3}}=\frac1{\sqrt2}$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$|a|\sqrt{2-\sqrt3}=\sqrt2$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$a^2=\frac{2}{2-\sqrt3}=2(2+\sqrt3)$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$3a^2\tan^2\alpha-2\sqrt3=3\cdot2(2+\sqrt3)\cdot\frac13-2\sqrt3=4+2\sqrt3-2\sqrt3=4$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inclination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origin, which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step.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inclination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$|a|\sin15^\circ$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origin,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step.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above the new inclination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origin to a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inclination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215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above the new inclination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origin to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inclination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$|a|\sin\phi$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$|a|\sin15^\circ=\frac1{\sqrt2}$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$a^2=\frac{1}{2\sin^215^\circ}=\frac{1}{1-\cos30^\circ}=\frac{2}{2-\sqrt3}=2(2+\sqrt3)$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$3a^2\tan^230^\circ-2\sqrt3=a^2-2\sqrt3=4$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inclination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origin;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distance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a line anticlockwise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 inclination; clockwise subtracts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inclination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$|a\sin\phi|$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origin;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$|b\cos\phi|$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$\tan75^\circ=2+\sqrt3$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$\sin^215^\circ=\frac{2-\sqrt3}{4}$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a line anticlockwise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 inclination; clockwise subtracts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$\tan(\phi\pm\beta)$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image of 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centroid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image of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centroid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$15(\alpha-\beta)$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Reflection (image) of a point in a line, Centroid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Reflection is an isometry, so the centroid of the image triangle is the image of the original centroid.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of a triangle's centroid under reflection is the centroid of the image triangle, so reflect only the centroid.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of the original triangle: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of a triangle's centroid under reflection is the centroid of the image triangle, so reflect only the centroid.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of the original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$G=\left(\frac{1+3+2}{3},\frac{3+1+4}{3}\right)=\left(2,\frac83\right)$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$\frac{\alpha-2}{1}=\frac{\beta-\frac83}{2}=\frac{-2\left(2+\frac{16}3-2\right)}{1+4}$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right-hand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right-hand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$\frac{-2\cdot\frac{16}3}{5}=-\frac{32}{15}$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$\alpha=2-\frac{32}{15}=-\frac2{15}$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$\beta=\frac83+2\left(-\frac{32}{15}\right)=\frac{40-64}{15}=-\frac{24}{15}$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$15(\alpha-\beta)=-2+24=22$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simple multiple of the 'line value',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computed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$x+2y=2$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simple multiple of the 'line value',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$\alpha-\beta$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computed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components: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$(x',y')=(x,y)-\frac{2(x+2y-2)}{5}(1,2)$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components: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$x'-y'=(x-y)-\frac{2(x+2y-2)}{5}(1-2)=(x-y)+\frac{2(x+2y-2)}{5}$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$G=\left(2,\frac83\right)$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$x+2y-2=\frac{16}3$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$\alpha-\beta=-\frac23+\frac{32}{15}=\frac{22}{15}$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$15(\alpha-\beta)=22$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reflection maps lines to lines, preserves distances and ratios, so it maps midpoints, centroids and orthocentres of a triangle to those of the image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image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midpoint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$(x_0,y_0)-\frac{2(ax_0+by_0+c)}{a^2+b^2}(a,b)$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reflection maps lines to lines, preserves distances and ratios, so it maps midpoints, centroids and orthocentres of a triangle to those of the image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$G=\left(2,\frac83\right)$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image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$\left(-\frac2{15},-\frac85\right)$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$\left(\frac{14}{15},\frac{8}{15}\right)$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units. If its orthocentre and centroid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$Q(-2,4)$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units. If its orthocentre and centroid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$O\left(2,\frac{14}5\right)$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Orthocentre and centroid of a triangle,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horizontal, so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vertical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horizontal, so the altitude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vertical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$OP\perp 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horizontal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vertical, and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horizontal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$=\frac12\cdot7\cdot|b-4|=35$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$|b-4|=10$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vertical,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$O(2,\frac{14}5)$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$R=(2,b)$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$OP=\frac{4-\frac{14}5}{5-2}=\frac{6/5}{3}=\frac25$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$QR=\frac{b-4}{2+2}=\frac{b-4}4$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$OP\perp 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$\frac25\cdot\frac{b-4}{4}=-1$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$b-4=-10$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$c=\frac{5-2+2}3=\frac53$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$d=\frac{4+4-6}3=\frac23$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$c+2d=\frac53+\frac43=3$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closed formula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horizontal base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closed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$H=\left(a,\,y_0-\frac{(a-x_1)(a-x_2)}{b-y_0}\right)$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horizontal base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$y=y_0$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apex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orthocentre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apex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orthocentre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$y_H=4-\frac{(2-5)(2+2)}{b-4}=4+\frac{12}{b-4}=\frac{14}5$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 with the area).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$\frac{12}{b-4}=-\frac65$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$b-4=-10$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$|b-4|=10$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 with the area).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$\left(\frac53,\frac23\right)$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$c+2d=3$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tells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apex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from base and height: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𝑏𝑎𝑠𝑒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the determinant when a side is axis-parallel and always gives two candidate positions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the apex.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orthocentre condition then picks one: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$(x_2,y_0)$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$H=\left(a,\,y_0-\frac{(a-x_1)(a-x_2)}{b-y_0}\right)$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$y_H-y_0$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tells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apex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from base and height: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$\frac12\cdot\text{base}\cdot|b-y_0|$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the determinant when a side is axis-parallel and always gives two candidate positions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the apex.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orthocentre condition then picks one: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$y_H=4+\frac{12}{10}=\frac{26}5\neq\frac{14}5$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rod of length eight units moves such that its 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lie on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the locus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divides the rod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rod of length eight units moves such that its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lie on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the locus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divides the rod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$9\left(x^2+\alpha y^2+\beta xy+\gamma x+28y\right)-76=0$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$\alpha-\beta-\gamma$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point dividing a moving segment, Section formula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express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section formula, and substitute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$A=(\lambda,\lambda+2)$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$B=(\mu,-2)$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$P=(h,k)$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section formula, and substitute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$AB^2=64$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$A=(\lambda,\lambda+2)$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$B=(\mu,-2)$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$P=\frac{A+2B}{3}$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$h=\frac{\lambda+2\mu}{3}$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$2\mu=3h-\lambda$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$k=\frac{(\lambda+2)+2(-2)}{3}=\frac{\lambda-2}{3}$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$2\mu=3h-3k-2$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$\lambda-\mu=3k+2-\frac{3h-3k-2}{2}=\frac{3(3k-h+2)}{2}$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$(\lambda-\mu)^2+(\lambda+4)^2=64$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$\lambda+4=3(k+2)$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$\frac{9(3k-h+2)^2}{4}+9(k+2)^2=64$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$9\left[(3k-h+2)^2+4(k+2)^2\right]=256$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$(3k-h+2)^2+4(k+2)^2=h^2+13k^2-6hk-4h+28k+20$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$9\left[h^2+13k^2-6hk-4h+28k\right]+180-256=0$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$9\left[x^2+13y^2-6xy-4x+28y\right]-76=0$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$\alpha-\beta-\gamma=13+6+4=23$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rod by its inclination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rod by its inclination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$\vec{BA}=8(\cos\varphi,\sin\varphi)$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$\sin^2\varphi+\cos^2\varphi=1$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$B=(\mu,-2)$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$A=B+8(\cos\varphi,\sin\varphi)$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$\mu+8\cos\varphi-(-2+8\sin\varphi)+2=0$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$\mu=8\sin\varphi-8\cos\varphi-4$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$P=B+\frac13\vec{BA}$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$k=-2+\frac83\sin\varphi$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$h=\mu+\frac83\cos\varphi=8\sin\varphi-\frac{16}3\cos\varphi-4$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$\sin\varphi=\frac{3(k+2)}{8}$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$h=3k+2-\frac{16}{3}\cos\varphi$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$\cos\varphi=\frac{3(3k+2-h)}{16}$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the same locus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$\sin^2\varphi+\cos^2\varphi=1$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$\frac{9(k+2)^2}{64}+\frac{9(3k+2-h)^2}{256}=1$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$36(k+2)^2+9(3k+2-h)^2=256$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the same locus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$9\left[x^2+13y^2-6xy-4x+28y\right]-76=0$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$\alpha-\beta-\gamma=23$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a point dividing a rod of fixed length that slides with its ends on two lines: express both end-parameters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section formula, then use the length condition; the locus is a conic (here an ellipse,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rod vertical,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a point dividing a rod of fixed length that slides with its ends on two lines: express both end-parameters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section formula, then use the length condition; the locus is a conic (here an ellipse,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$B^2-4AC=36-52&lt;0$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$AP:PB=m:n$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$P=\frac{nA+mB}{m+n}$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$P=\frac{A+2B}{3}$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rod vertical,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$B=(4,-2)$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$P=\left(4,\frac23\right)$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$9\left(16+\frac{52}9-16-16+\frac{56}3\right)=76$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concurrent. If the image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$3x-4y-\alpha=0$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$8x-11y-33=0$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concurrent. If the image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$\left(\frac{57}{13},\frac{-40}{13}\right)$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$|\alpha\lambda|$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Concurrent lines, Reflection (image) of a point in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perpendicular bisector of the point and its image, so the midpoint lies on it; concurrency gives a determinant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$2x-3y+\lambda=0$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perpendicular bisector of the point and its image, so the midpoint lies on it; concurrency gives a determinant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image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mirror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Concurrency: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image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$Q\left(\frac{57}{13},\frac{-40}{13}\right)$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mirror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$M=\left(\frac{\frac{57}{13}+1}{2},\frac{\frac{-40}{13}+2}{2}\right)=\left(\frac{35}{13},\frac{-7}{13}\right)$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$2\cdot\frac{35}{13}-3\cdot\frac{-7}{13}+\lambda=0$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$\lambda=-\frac{70}{13}-\frac{21}{13}=-\frac{91}{13}=-7$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Concurrency: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$\left|\begin{matrix}3&amp;-4&amp;-\alpha\\8&amp;-11&amp;-33\\2&amp;-3&amp;\lambda\end{matrix}\right|=0$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$3(-11\lambda-99)+4(8\lambda+66)-\alpha(-24+22)=0$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$-33\lambda-297+32\lambda+264+2\alpha=0$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$-\lambda+2\alpha-33=0$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$7+2\alpha-33=0$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$|\alpha\lambda|=|13\times(-7)|=91$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common point of the two fixed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feed it to the first line, avoiding the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common point of the two fixed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$8x-11y=33$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$2x-3y=7$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feed it to the first line, avoiding the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bisector property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as above (also: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the normal, a consistency 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third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common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bisector property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as above (also: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$\overrightarrow{PQ}=\left(\frac{44}{13},-\frac{66}{13}\right)=\frac{22}{13}(2,-3)$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the normal, a consistency 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third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common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$8x-11y=33$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$8x-12y=28$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Concurrency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Concurrency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$\alpha=33-20=13$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$|\alpha\lambda|=13\times7=91$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mirror line is the perpendicular bisector of a point and its image: the midpoint lies on it and the segment is parallel to the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concurrent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(or: the meet of two lies on the third); with one parameter, solving the two simpler lines is often quicker than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all three lines: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mirror line is the perpendicular bisector of a point and its image: the midpoint lies on it and the segment is parallel to 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$a_ix+b_iy+c_i=0$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concurrent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$\det[a_i\ b_i\ c_i]=0$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(or: the meet of two lies on the third); with one parameter, solving the two simpler lines is often quicker than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all three lines: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$33-20=13$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$88-55=33$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$22-15-7=0$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points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or inside the triangle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product of the smallest and the largest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$\left(\frac{11}2,\alpha\right)$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or inside the triangle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product of the smallest and the largest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 represented by linear inequalities (points inside a triangle)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the vertical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triangle: find the vertices first, then see which two sides it crosses.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the vertical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$x=\frac{11}{2}$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triangle: find the vertices first, then see which two sides it crosses.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cuts the two sides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$Q(6,5)$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$R(4,7)$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cuts the two sides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required product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$3\alpha=29-11=18$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$\frac{11}2\le\alpha\le6$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required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$\frac{11}{2}\times6=33$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Describe the triangle by three inequalities, using a vertex opposite each side as the test point.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the opposite vertex for each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interior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$R(4,7)$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$Q(6,5)$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the opposite vertex for each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$13&gt;11$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interior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$x+y\ge11$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$18&gt;16$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$x+2y\ge16$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$27&lt;29$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$2x+3y\le29$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second inequality is not binding), so 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$\alpha\ge\frac{11}2$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\alpha\ge\frac{21}{4}$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\alpha\le6$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$\frac{11}2\le\alpha\le6$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second inequality is not binding), 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is inside a triangle iff it is on the same side of each side-line as the opposite vertex; plug the vertex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decide the inequality's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vertical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triangle is bounded by the two sides crossing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third side's inequality may be non-binding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check: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inside or on the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is inside a triangle iff it is on the same side of each side-line as the opposite vertex; plug the vertex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decide the inequality's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triangle is bounded by the two sides crossing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third side's inequality may be non-binding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$\alpha\ge\frac{21}4&lt;\frac{11}2$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$\left(\frac{11}2,\frac{11}2\right)$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$\left(\frac{11}2,6\right)$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inside or on the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equal sides of an isosceles triangle are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slope of its third side, then the sum of all possible distinct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equal sides of an isosceles triangle are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slope of its third side, then the sum of all possible distinct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between two lines, Isosceles triangle: slope of the base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makes equal angles with the two equal sides,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makes equal angles with the two equal sides,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$\left|\frac{m-m_1}{1+m_1m}\right|=\left|\frac{m-m_2}{1+m_2m}\right|$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of the equal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equal base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them: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of the equal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equal base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$\left|\frac{m-m_1}{1+m_1m}\right|=\left|\frac{m-m_2}{1+m_2m}\right|$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$\left|\frac{m-\frac12}{1+\frac m2}\right|=\left|\frac{m+1}{1-m}\right|$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$\left|\frac{2m-1}{2+m}\right|=\left|\frac{m+1}{1-m}\right|$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$(2m-1)(1-m)=\pm(2+m)(1+m)$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distinct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vertical base do not work).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$2m-2m^2-1+m=2+3m+m^2$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$3m^2+3=0$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$2m-2m^2-1+m=-2-3m-m^2$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$m^2-6m-1=0$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$m=3\pm\sqrt{10}$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distinct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vertical base do not work).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of an isosceles triangle is perpendicular to an angle bisector of the two equal sides,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(𝑏𝑖𝑠𝑒𝑐𝑡𝑜𝑟 𝑠𝑙𝑜𝑝𝑒)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of an isosceles triangle is perpendicular to an angle bisector of the two equal sides,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$m=-\frac1{\text{(bisector slope)}}$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sides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bisectors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sides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bisectors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$\frac{x-2y+4}{\sqrt5}=\pm\frac{x+y-4}{\sqrt2}$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$(\sqrt2-\sqrt5)x-(2\sqrt2+\sqrt5)y+\ldots=0$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$s_1=\frac{\sqrt2-\sqrt5}{2\sqrt2+\sqrt5}$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$(\sqrt2+\sqrt5)x+(\sqrt5-2\sqrt2)y+\ldots=0$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$s_2=\frac{\sqrt2+\sqrt5}{2\sqrt2-\sqrt5}$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is perpendicular to a bisector: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is perpendicular to a bisector: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$m=-\frac1{s}$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$m_1=\frac{2\sqrt2+\sqrt5}{\sqrt5-\sqrt2}$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$m_2=\frac{\sqrt5-2\sqrt2}{\sqrt5+\sqrt2}$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$m_1=\frac{(2\sqrt2+\sqrt5)(\sqrt5+\sqrt2)}{3}=\frac{2\sqrt{10}+4+5+\sqrt{10}}{3}=3+\sqrt{10}$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$m_2=\frac{(\sqrt5-2\sqrt2)(\sqrt5-\sqrt2)}{3}=\frac{5-\sqrt{10}-2\sqrt{10}+4}{3}=3-\sqrt{10}$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Isosceles triangle with equal sides on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base is perpendicular to one of the two angle bisectors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two possible base directions.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bisectors satisfy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slopes of the two possible bases are the roots of the quadratic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-equality, so their sum is read from the coefficients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6.162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moduli are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Isosceles triangle with equal sides on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$\ell_1,\ell_2$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base is perpendicular to one of the two angle bisectors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$\ell_1,\ell_2$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two possible base directions.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bisectors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$\frac{a_1x+b_1y+c_1}{\sqrt{a_1^2+b_1^2}}=\pm\frac{a_2x+b_2y+c_2}{\sqrt{a_2^2+b_2^2}}$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slopes of the two possible bases are the roots of the quadratic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-equality, so their sum is read from the coefficients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$m^2-6m-1=0$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$m=3+\sqrt{10}\approx6.162$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$\left|\frac{m-1/2}{1+m/2}\right|$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$\left|\frac{m+1}{1-m}\right|$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$\approx1.387$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$m=3-\sqrt{10}\approx-0.162$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moduli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$\approx0.721$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triangle formed by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image of the centroid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triangle formed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$7x-6y+3=0$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$x+2y-31=0$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$9x-2y-19=0$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image of the centroid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$3x+6y-53=0$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$h^2+k^2+hk$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Centroid of a triangle, Reflection (image) of a point in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Find the three vertices, take their average for the centroid, then use the reflection formula.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$7x-6y=-3$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$7x-6y=-3$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$7x+14y=217$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$20y=220$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$9x-2y=19$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$10x=50$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$9x-2y=19$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$7x-6y=-3$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$27x-6y=57$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$7x-6y=-3$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$20x=60$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$G=\left(\frac{9+5+3}3,\frac{11+13+4}3\right)=\left(\frac{17}3,\frac{28}3\right)$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53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$3x+6y-53=0$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$\frac{h-\frac{17}3}{3}=\frac{k-\frac{28}3}{6}=\frac{-2\left(17+56-53\right)}{9+36}=-\frac{40}{45}=-\frac89$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$h=\frac{17}3-\frac83=3$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$k=\frac{28}3-\frac{16}3=4$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$h^2+k^2+hk=9+16+12=37$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Guess-and-verify: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the mirror is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that vertex.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Guess-and-verify: the image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vertex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the mirror is the perpendicular bisector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that vertex.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parallel to the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mirror.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the mirror.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$G=\left(\frac{17}3,\frac{28}3\right)$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$\overrightarrow{GC}$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$\left(\frac83,\frac{16}3\right)=\frac83(1,2)$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parallel to 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mirror.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$\left(\frac{13}3,\frac{20}3\right)$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$3\cdot\frac{13}3+6\cdot\frac{20}3-53=13+40-53=0$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the mirror.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segment parallel to the normal whose midpoint is on the mirror is bisected perpendicularly by it, so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segment parallel to the normal whose midpoint is on the mirror is bisected perpendicularly by it, so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$h^2+k^2+hk=9+16+12=37$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are mirror images in a line iff the segment joining them is parallel to the normal and its midpoint lies on the line; this lets one verify a guessed image in two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of a triangle is the average of its vertices; vertices of a triangle given by three lines come from pairwise solving (three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line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image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are mirror images in a line iff the segment joining them is parallel to the normal and its midpoint lies on the line; this lets one verify a guessed image in two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of a triangle is the average of its vertices; vertices of a triangle given by three lines come from pairwise solving (three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$G=\left(\frac{17}3,\frac{28}3\right)$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line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$17+56-53=20$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$=G-\frac{2\cdot20}{45}(3,6)=(3,4)$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axes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A right angled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inscribed in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and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possible value(s)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axes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A right angled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inscribed in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and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$AN:NB=\lambda:1$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possible value(s)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Inscribed right-angled triangle in a triangle, Trigonometry in coordinate geometry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the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(as in the figure),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isosceles right,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the right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(as in the figure),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MNB$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isosceles right,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$\frac{AN}{NB}=\frac{AN}{MN}=\cot\theta$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$\theta=\angle MAN$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$\text{ar}(\triangle OAB)=\frac12$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$\text{ar}(\triangle AMN)=\frac49\cdot\frac12=\frac29$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angle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in the figure).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angle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$MN\perp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in the figure).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MAN=\theta$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OAB=45^\circ$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OAM=45^\circ-\theta$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$AM=\frac{OA}{\cos(45^\circ-\theta)}=\sec(45^\circ-\theta)$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$AN=AM\cos\theta$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$MN=AM\sin\theta$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$\text{ar}(\triangle AMN)=\frac12\sec^2(45^\circ-\theta)\sin\theta\cos\theta=\frac29$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$\sec^2(45^\circ-\theta)=\frac{2}{(\cos\theta+\sin\theta)^2}$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$\frac{\sin\theta\cos\theta}{(\cos\theta+\sin\theta)^2}=\frac{\tan\theta}{(1+\tan\theta)^2}=\frac29$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$2t^2-5t+2=0$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not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inscribed); it is rejected.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possible value,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$\theta&gt;45^\circ$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OAM=45^\circ-\theta&lt;0$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not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inscribed); it is rejected.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MNB$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N=90^\circ$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$NB=MN$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$\frac{AN}{NB}=\frac{AM\cos\theta}{AM\sin\theta}=\cot\theta=2$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possible value,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area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$N=(1-t,t)$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$MN\perp 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$M=(0,2t-1)$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area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$t(1-t)$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(legs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$\frac{AN}{AB}=t$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$N=A+t(B-A)=(1-t,\,t)$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$AN=t\sqrt2$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$MN\perp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$M-N=(-(1-t),-(1-t))$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$M=(0,\,2t-1)$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$MN=(1-t)\sqrt2$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(legs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$\text{ar}(\triangle AMN)=\frac12\cdot AN\cdot MN=\frac12\cdot t\sqrt2\cdot(1-t)\sqrt2=t(1-t)=\frac29$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on the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the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on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$2t-1\ge0$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$M=(0,-\frac13)$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the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$\lambda=\frac{AN}{NB}=\frac{t}{1-t}=2$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right isosceles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'Inscribed' means the vertices lie on the sides themselves, which rejects the root that would put a vertex on the extended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fraction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(hypotenuse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area of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right isosceles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$NB=NM$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$\frac{AN}{NB}=\frac{AN}{NM}=\cot\angle MAN$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'Inscribed' means the vertices lie on the sides themselves, which rejects the root that would put a vertex on the extended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fraction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area of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of a triangle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new triangle is formed by shifting the sides of the triangle by one unit inwards. Then the equation of the side of the new triangle nearest to origin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of a triangle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new triangle is formed by shifting the sides of the triangle by one unit inwards. Then the equation of the side of the new triangle nearest to origin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$x+y-\left(2-\sqrt2\right)=0$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$x-y-\left(2+\sqrt2\right)=0$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$-x+y-\left(2-\sqrt2\right)=0$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$x+y+\left(2-\sqrt2\right)=0$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Distance between parallel lines (shifting a side), Equation of the side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Decide the interior side of each line by testing the opposite vertex, shift the constant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towards it, then compare distances from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Decide the interior side of each line by testing the opposite vertex, shift the constant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$\sqrt{a^2+b^2}$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towards it, then compare distances from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PDF figure prints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question's vertices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used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PDF figure prints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question's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used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Interior side of each line (test the opposite vertex):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one unit changes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new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$\frac{3-2}{-1+2}=1$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$\frac{-1-2}{3+2}=-\frac35$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$y+1=-\frac35(x-3)$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$3x+5y-4=0$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$\frac{-1-3}{3+1}=-1$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$y-3=-(x+1)$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Interior side of each line (test the opposite vertex):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$3+1+4&gt;0$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$-3+15-4&gt;0$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$-2+2-2&lt;0$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one unit changes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new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$x-y+4=\sqrt2$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$3x+5y-4=\sqrt{34}$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$x+y-2=-\sqrt2$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$x-y+(4-\sqrt2)=0$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3x+5y-(4+\sqrt{34})=0$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x+y-(2-\sqrt2)=0$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Distances from the origin: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34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Distances from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$\frac{4-\sqrt2}{\sqrt2}\approx1.83$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\frac{4+\sqrt{34}}{\sqrt{34}}\approx1.69$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\frac{2-\sqrt2}{\sqrt2}=\sqrt2-1\approx0.41$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$x+y-(2-\sqrt2)=0$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$x+y-\left(2-\sqrt2\right)=0$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Compare the origin's signed distances to the three sides first, so only the nearest shifted line has to be written.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(interior sign as in the main solution):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origin: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side,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(outside side,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34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side,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(interior sign as in the main solution):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$AB: x-y+4=0$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(interior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$BC: 3x+5y-4=0$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(interior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$AC: x+y-2=0$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(interior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side,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$\frac4{\sqrt2}=2\sqrt2$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(outside side,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$\frac4{\sqrt{34}}$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side,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a side one unit inwards changes its distance from the origin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direction of the interior: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is the shifted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a side one unit inwards changes its distance from the origin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direction of the interior: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$2\sqrt2-1\approx1.83$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$\frac{4}{\sqrt{34}}+1\approx1.69$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$\sqrt2-1\approx0.41$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is the shifted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$x+y-2=-\sqrt2$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$x+y-(2-\sqrt2)=0$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$x+y-\left(2-\sqrt2\right)=0$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towards a chosen side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choose the sign by which side the target is 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interior of a triangle is the side of each line that contains the opposite vertex; a point's signed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tells directly whether it is inside or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'inner parallel triangle'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the original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inradius).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one-unit shift overshoots the incentre and the shifted lines form an inverted triangle; the lines themselves are as computed.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towards a chosen side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$ax+by+c=\pm d\sqrt{a^2+b^2}$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choose the sign by which side the target is 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interior of a triangle is the side of each line that contains the opposite vertex; a point's signed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tells directly whether it is inside or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'inner parallel triangle'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the original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$\frac{r-d}{r}$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inradius).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$r=\frac{8}{5\sqrt2+\sqrt{34}}\approx0.62&lt;1$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one-unit shift overshoots the incentre and the shifted lines form an inverted triangle; the lines themselves are as computed.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two straight lines drawn from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isosceles triangle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two straight lines drawn from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isosceles triangle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POQ=90^\circ$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$l=OP^2+PQ^2+QO^2$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Isosceles right triangle with vertex at the origin,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given line; find the two lines and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$OP=OQ$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POQ=90^\circ$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given line; find the two lines and the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with the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perpendicular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with the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OQP=45^\circ$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$\left|\frac{m+\frac34}{1-\frac{3m}4}\right|=1$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$m+\frac34=1-\frac{3m}4$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$\frac{7m}4=\frac14$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perpendicular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$OQ: y=\frac x7$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$3x+\frac{4x}7=12$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$x=\frac{84}{25}$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$y=\frac{12}{25}$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$Q\left(\frac{84}{25},\frac{12}{25}\right)$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$OP: y=-7x$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$3x-28x=12$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$x=-\frac{12}{25}$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$y=\frac{84}{25}$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$P\left(-\frac{12}{25},\frac{84}{25}\right)$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$OQ^2=OP^2=\frac{84^2+12^2}{25^2}=\frac{7200}{625}=\frac{288}{25}$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46.08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$PQ^2=\left(\frac{96}{25}\right)^2+\left(\frac{72}{25}\right)^2=\frac{14400}{625}=\frac{576}{25}$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$OP^2+OQ^2$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$l=\frac{288+288+576}{25}=\frac{1152}{25}=46.08$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an isosceles right triangle the altitude from the right-angle vertex is half the hypotenuse, so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gives everything.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an isosceles right triangle the altitude from the right-angle vertex is half the hypotenuse, so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gives everything.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isosceles right triangle with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altitude to the hypotenuse is half of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isosceles right triangle with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altitude to the hypotenuse is half of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$PQ=2h=\frac{24}5$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46.08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$OP^2+OQ^2=PQ^2$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$l=2PQ^2=2\cdot\frac{576}{25}=\frac{1152}{25}=46.08$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isosceles triangle with the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line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46.08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given line have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are perpendicular to each other, which is why they form the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isosceles triangle with the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line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$OP=OQ=h\sqrt2$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$OP^2+PQ^2+QO^2=2PQ^2=8h^2$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$h=\frac{12}5$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$8h^2=\frac{1152}{25}=46.08$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given line have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$\left|\frac{m-m_0}{1+m_0m}\right|=1$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are perpendicular to each other, which is why they form the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– Coordinate Geometry 01 Straight Line (Q1–Q20)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