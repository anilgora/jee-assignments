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  <p:sldId id="451" r:id="rId203"/>
    <p:sldId id="452" r:id="rId204"/>
    <p:sldId id="453" r:id="rId205"/>
    <p:sldId id="454" r:id="rId206"/>
    <p:sldId id="455" r:id="rId207"/>
    <p:sldId id="456" r:id="rId208"/>
    <p:sldId id="457" r:id="rId209"/>
    <p:sldId id="458" r:id="rId210"/>
    <p:sldId id="459" r:id="rId211"/>
    <p:sldId id="460" r:id="rId212"/>
    <p:sldId id="461" r:id="rId213"/>
    <p:sldId id="462" r:id="rId2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Relationship Id="rId191" Type="http://schemas.openxmlformats.org/officeDocument/2006/relationships/slide" Target="slides/slide184.xml"/><Relationship Id="rId192" Type="http://schemas.openxmlformats.org/officeDocument/2006/relationships/slide" Target="slides/slide185.xml"/><Relationship Id="rId193" Type="http://schemas.openxmlformats.org/officeDocument/2006/relationships/slide" Target="slides/slide186.xml"/><Relationship Id="rId194" Type="http://schemas.openxmlformats.org/officeDocument/2006/relationships/slide" Target="slides/slide187.xml"/><Relationship Id="rId195" Type="http://schemas.openxmlformats.org/officeDocument/2006/relationships/slide" Target="slides/slide188.xml"/><Relationship Id="rId196" Type="http://schemas.openxmlformats.org/officeDocument/2006/relationships/slide" Target="slides/slide189.xml"/><Relationship Id="rId197" Type="http://schemas.openxmlformats.org/officeDocument/2006/relationships/slide" Target="slides/slide190.xml"/><Relationship Id="rId198" Type="http://schemas.openxmlformats.org/officeDocument/2006/relationships/slide" Target="slides/slide191.xml"/><Relationship Id="rId199" Type="http://schemas.openxmlformats.org/officeDocument/2006/relationships/slide" Target="slides/slide192.xml"/><Relationship Id="rId200" Type="http://schemas.openxmlformats.org/officeDocument/2006/relationships/slide" Target="slides/slide193.xml"/><Relationship Id="rId201" Type="http://schemas.openxmlformats.org/officeDocument/2006/relationships/slide" Target="slides/slide194.xml"/><Relationship Id="rId202" Type="http://schemas.openxmlformats.org/officeDocument/2006/relationships/slide" Target="slides/slide195.xml"/><Relationship Id="rId203" Type="http://schemas.openxmlformats.org/officeDocument/2006/relationships/slide" Target="slides/slide196.xml"/><Relationship Id="rId204" Type="http://schemas.openxmlformats.org/officeDocument/2006/relationships/slide" Target="slides/slide197.xml"/><Relationship Id="rId205" Type="http://schemas.openxmlformats.org/officeDocument/2006/relationships/slide" Target="slides/slide198.xml"/><Relationship Id="rId206" Type="http://schemas.openxmlformats.org/officeDocument/2006/relationships/slide" Target="slides/slide199.xml"/><Relationship Id="rId207" Type="http://schemas.openxmlformats.org/officeDocument/2006/relationships/slide" Target="slides/slide200.xml"/><Relationship Id="rId208" Type="http://schemas.openxmlformats.org/officeDocument/2006/relationships/slide" Target="slides/slide201.xml"/><Relationship Id="rId209" Type="http://schemas.openxmlformats.org/officeDocument/2006/relationships/slide" Target="slides/slide202.xml"/><Relationship Id="rId210" Type="http://schemas.openxmlformats.org/officeDocument/2006/relationships/slide" Target="slides/slide203.xml"/><Relationship Id="rId211" Type="http://schemas.openxmlformats.org/officeDocument/2006/relationships/slide" Target="slides/slide204.xml"/><Relationship Id="rId212" Type="http://schemas.openxmlformats.org/officeDocument/2006/relationships/slide" Target="slides/slide205.xml"/><Relationship Id="rId213" Type="http://schemas.openxmlformats.org/officeDocument/2006/relationships/slide" Target="slides/slide206.xml"/><Relationship Id="rId214" Type="http://schemas.openxmlformats.org/officeDocument/2006/relationships/slide" Target="slides/slide20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3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2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6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2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3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3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3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Sheet1!$A$2:$A$35</c:f>
              <c:strCache>
                <c:ptCount val="3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  <c:pt idx="20">
                  <c:v>Q21</c:v>
                </c:pt>
                <c:pt idx="21">
                  <c:v>Q22</c:v>
                </c:pt>
                <c:pt idx="22">
                  <c:v>Q23</c:v>
                </c:pt>
                <c:pt idx="23">
                  <c:v>Q24</c:v>
                </c:pt>
                <c:pt idx="24">
                  <c:v>Q25</c:v>
                </c:pt>
                <c:pt idx="25">
                  <c:v>Q26</c:v>
                </c:pt>
                <c:pt idx="26">
                  <c:v>Q27</c:v>
                </c:pt>
                <c:pt idx="27">
                  <c:v>Q28</c:v>
                </c:pt>
                <c:pt idx="28">
                  <c:v>Q29</c:v>
                </c:pt>
                <c:pt idx="29">
                  <c:v>Q30</c:v>
                </c:pt>
                <c:pt idx="30">
                  <c:v>Q31</c:v>
                </c:pt>
                <c:pt idx="31">
                  <c:v>Q32</c:v>
                </c:pt>
                <c:pt idx="32">
                  <c:v>Q33</c:v>
                </c:pt>
                <c:pt idx="33">
                  <c:v>Q34</c:v>
                </c:pt>
              </c:strCache>
            </c:strRef>
          </c:cat>
          <c:val>
            <c:numRef>
              <c:f>Sheet1!$B$2:$B$35</c:f>
              <c:numCache>
                <c:formatCode>General</c:formatCode>
                <c:ptCount val="34"/>
                <c:pt idx="0">
                  <c:v>2.0</c:v>
                </c:pt>
                <c:pt idx="1">
                  <c:v>3.0</c:v>
                </c:pt>
                <c:pt idx="2">
                  <c:v>3.0</c:v>
                </c:pt>
                <c:pt idx="3">
                  <c:v>3.0</c:v>
                </c:pt>
                <c:pt idx="4">
                  <c:v>4.0</c:v>
                </c:pt>
                <c:pt idx="5">
                  <c:v>2.0</c:v>
                </c:pt>
                <c:pt idx="6">
                  <c:v>4.0</c:v>
                </c:pt>
                <c:pt idx="7">
                  <c:v>3.0</c:v>
                </c:pt>
                <c:pt idx="8">
                  <c:v>3.0</c:v>
                </c:pt>
                <c:pt idx="9">
                  <c:v>4.0</c:v>
                </c:pt>
                <c:pt idx="10">
                  <c:v>2.0</c:v>
                </c:pt>
                <c:pt idx="11">
                  <c:v>3.0</c:v>
                </c:pt>
                <c:pt idx="12">
                  <c:v>4.0</c:v>
                </c:pt>
                <c:pt idx="13">
                  <c:v>3.0</c:v>
                </c:pt>
                <c:pt idx="14">
                  <c:v>3.0</c:v>
                </c:pt>
                <c:pt idx="15">
                  <c:v>2.0</c:v>
                </c:pt>
                <c:pt idx="16">
                  <c:v>4.0</c:v>
                </c:pt>
                <c:pt idx="17">
                  <c:v>1.0</c:v>
                </c:pt>
                <c:pt idx="18">
                  <c:v>3.0</c:v>
                </c:pt>
                <c:pt idx="19">
                  <c:v>3.0</c:v>
                </c:pt>
                <c:pt idx="20">
                  <c:v>3.0</c:v>
                </c:pt>
                <c:pt idx="21">
                  <c:v>3.0</c:v>
                </c:pt>
                <c:pt idx="22">
                  <c:v>3.0</c:v>
                </c:pt>
                <c:pt idx="23">
                  <c:v>4.0</c:v>
                </c:pt>
                <c:pt idx="24">
                  <c:v>2.0</c:v>
                </c:pt>
                <c:pt idx="25">
                  <c:v>3.0</c:v>
                </c:pt>
                <c:pt idx="26">
                  <c:v>4.0</c:v>
                </c:pt>
                <c:pt idx="27">
                  <c:v>3.0</c:v>
                </c:pt>
                <c:pt idx="28">
                  <c:v>3.0</c:v>
                </c:pt>
                <c:pt idx="29">
                  <c:v>3.0</c:v>
                </c:pt>
                <c:pt idx="30">
                  <c:v>2.0</c:v>
                </c:pt>
                <c:pt idx="31">
                  <c:v>3.0</c:v>
                </c:pt>
                <c:pt idx="32">
                  <c:v>3.0</c:v>
                </c:pt>
                <c:pt idx="33">
                  <c:v>3.0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$x_1=\cos\frac\pi{11}\cos\frac{2\pi}{11}\cos\frac{4\pi}{11}\cos\frac{8\pi}{11}\cos\frac{5\pi}{11}$, dropping the sign in $\cos\frac{3\pi}{11}=-\cos\frac{8\pi}{11}$, and then uses $\sin\frac{16\pi}{11}=\sin\frac{5\pi}{11}$ although it equals $-\sin\frac{5\pi}{11}$. The two sign slips cancel, so $x_1=\frac1{32}$ and the final result are correct; the signs are made explicit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lists $x=\frac{7\pi}6,\frac{11\pi}6$ OR $y=\frac{2\pi}3,\frac{4\pi}3$ but then adds the largest root of one factor to the largest root of the other ($\frac{11\pi}6+\frac{4\pi}3=\frac{19\pi}6$). The equation needs only ONE factor to vanish, so the other variable is free: e.g. $x=\frac{11\pi}6$, $y=2\pi$ is a valid pair and gives $\frac{23\pi}6&gt;\frac{19\pi}6$. Correct answer $\frac{23\pi}{6}$ (key $\frac{19\pi}6$ is wrong).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Trigonometric Ratios (Exercise C-II)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SHEET TRIGONOMETRIC RATIO · Exercise C-II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/ Subjective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Q27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sheet - JEE Advanced default of 4 assumed for numerical and subjective questions)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Answers are values, expressions or proofs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H.P.,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$\cos(x-y)$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$\cos(x+y)$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H.P.,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x\sec\frac{y}{2}=$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Harmonic progression with compound-angle identities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H.P. condition and 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H.P. condition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$\cos(x-y)\cos(x+y)=\cos^2x-\sin^2y$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$\sin^2y=\cos^2x(1-\cos y)$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numbers are in H.P. when the middle one is the harmonic mean: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Cross-multiply: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numbers are in H.P. when the middle one is the harmonic mean: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x=\frac{2\cos(x-y)\cos(x+y)}{\cos(x-y)+\cos(x+y)}$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$\cos(x-y)+\cos(x+y)=2\cos x\cos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$\cos(x-y)\cos(x+y)=\cos^2x-\sin^2y$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x=\frac{\cos^2x-\sin^2y}{\cos x\cos 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Cross-multiply: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$\cos^2x\cos y=\cos^2x-\sin^2y$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$\sin^2y=\cos^2x(1-\cos 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half angles: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Cancel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(non-zero, otherwise the three terms are all equal):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half angles: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$4\sin^2\frac y2\cos^2\frac y2=\cos^2x\cdot2\sin^2\frac y2$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Cancel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$\sin^2\frac y2$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(non-zero, otherwise the three terms are all equal):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$2\cos^2\frac y2=\cos^2x$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$\left[\cos x\sec\frac y2\right]^2=2$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x\sec\frac y2=\pm\sqrt2$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$\pm\sqrt2$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cancel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reach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$\sin^2y=(1-\cos y)(1+\cos y)$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cancel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$1-\cos 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reach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$\cos^2x=1+\cos 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H.P. condition we reached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Cancel the non-zero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when all three terms are equal):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H.P. condition we reached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$\cos^2x\cos y=\cos^2x-\sin^2y$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$\sin^2y=\cos^2x(1-\cos 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$\sin^2y=1-\cos^2y=(1-\cos y)(1+\cos 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Cancel the non-zero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$1-\cos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when all three terms are equal):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$\cos^2x=1+\cos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get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$1+\cos y=2\cos^2\frac y2$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$\cos^2x\sec^2\frac y2=2$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x\sec\frac y2=\pm\sqrt2$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$\pm\sqrt2$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terms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H.P.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(equivalently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half-angle forms turn such conditions into squares.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$\cos(x-y)\cos(x+y)=\cos^2x-\sin^2y=\cos^2y-\sin^2x$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$\cos(x-y)+\cos(x+y)=2\cos x\cos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terms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H.P.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$b=\frac{2ac}{a+c}$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(equivalently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$\frac1a,\frac1b,\frac1c$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$1+\cos y=2\cos^2\frac y2$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$1-\cos y=2\sin^2\frac y2$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half-angle forms turn such conditions into squares.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A\sin B\sin C+\cos A\cos 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C=$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Sum of squares method in a triangle (identities)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Double the equation and replace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a sum of non-negative squares.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Double the equation and replace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$\sin^2A+\cos^2A+\sin^2B+\cos^2B$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a sum of non-negative squares.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Start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multiply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right.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Collect terms: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Start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A\cos B+\sin A\sin B\sin 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 A\cos B+2\sin A\sin B\sin 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$\sin^2A+\cos^2A+\sin^2B+\cos^2B$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right.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Collect terms: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$\cos^2A+\cos^2B-2\cos A\cos B+\sin^2A+\sin^2B-2\sin A\sin B+2\sin A\sin B-2\sin A\sin B\sin 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$(\cos A-\cos B)^2+(\sin A-\sin B)^2+2\sin A\sin B(1-\sin C)=0$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triangle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every term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each must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(that is,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A\sin B&gt;0$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$1-\sin C\ge0$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every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each must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A=\cos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A=\sin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(that is,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Bound the left side: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forcing equality.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Bound the left side: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C\le1$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$1\le\cos A\cos B+\sin A\sin B=\cos(A-B)\le1$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forcing equality.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triangle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A\sin B&gt;0$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C\le1$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A\sin B\sin C\le\sin A\sin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$1=\cos A\cos B+\sin A\sin B\sin C\le\cos A\cos B+\sin A\sin B=\cos(A-B)$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$\cos(A-B)\le1$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$\cos(A-B)=1$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must also hold in the first inequality, which needs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the triangle is isosceles right-angled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must also hold in the first inequality, which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A\sin B&gt;0$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the triangle is isosceles right-angled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Bounding trick: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'Sum of squares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technique: rewrite an equality involving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sum of squares and set each to zero.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an isosceles right triangle is the only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Bounding trick: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A\cos B+k\sin A\sin 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A\sin B&gt;0$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$\cos(A-B)\le1$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'Sum of squares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technique: rewrite an equality involving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$\sin^2+\cos^2=1$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sum of squares and set each to zero.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an isosceles right triangle is the only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that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find the value of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that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$a,b,c,d\in\mathbb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$a\sec(200^\circ)-c\tan(200^\circ)=d$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$b\sec(200^\circ)+d\tan(200^\circ)=c$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$\left(\frac{a^2+b^2+c^2+d^2}{bd-ac}\right)\sin20^\circ$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626611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Trigonometric ratios of angles beyond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elimination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626611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Trigonometric ratios of angles beyond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elimination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Reduce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200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solve the two linear equations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sec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combine.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Reduce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$200^\circ$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$180^\circ+20^\circ$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solve the two linear equations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$\sec20^\circ$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$\tan20^\circ$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combine.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conditions become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(iii) by (iv):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$\sec200^\circ=-\sec20^\circ$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$\tan200^\circ=\tan20^\circ$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conditions become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$-a\sec20^\circ-c\tan20^\circ=d\ \ (i)$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$-b\sec20^\circ+d\tan20^\circ=c\ \ (ii)$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$(i)\cdot d+(ii)\cdot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$\sec20^\circ=\frac{d^2+c^2}{-ad-bc}\ \ (iii)$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$(i)\cdot b-(ii)\cdot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$\tan20^\circ=\frac{bd-ac}{-bc-ad}\ \ (iv)$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(iii) by (iv):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$\sec20^\circ=\frac{d^2+c^2}{bd-ac}\tan20^\circ$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$\left(\frac{d^2+c^2}{bd-ac}\right)\sin20^\circ=1\ \ (v)$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$(i)\cdot a+(ii)\cdot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$-(a^2+b^2)\sec20^\circ+\tan20^\circ(bd-ac)=ad+bc$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(iv),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right side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(v) and (vi):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$(a^2+b^2)\sec20^\circ=\tan20^\circ(bd-ac)-(ad+bc)$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$\left(\frac{a^2+b^2}{bd-ac}\right)\sec20^\circ=\tan20^\circ-\frac{ad+bc}{bd-ac}$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(iv),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$\frac{ad+bc}{bd-ac}=-\frac{1}{\tan20^\circ}$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right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$\tan20^\circ+\frac{1}{\tan20^\circ}=\frac{\sec^2 20^\circ}{\tan20^\circ}$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$\left(\frac{a^2+b^2}{bd-ac}\right)\sin20^\circ=1\ \ (vi)$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(v) and (vi):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$\left(\frac{a^2+b^2+c^2+d^2}{bd-ac}\right)\sin20^\circ=2$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solved values to prove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read off the answer.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$\sec^2-\tan^2=1$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solved values to prove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$a^2+b^2=c^2+d^2$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read off the answer.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conditions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Cramer's rule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Brahmagupta's identity: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$S=\sec20^\circ$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$T=\tan20^\circ$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conditions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$aS+cT=-d$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$bS-dT=-c$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Cramer's rule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$S=\frac{c^2+d^2}{-(ad+bc)}$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$T=\frac{bd-ac}{-(ad+bc)}$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$S^2-T^2=1$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$(c^2+d^2)^2-(bd-ac)^2=(ad+bc)^2$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Brahmagupta's identity: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$(ad+bc)^2+(bd-ac)^2=(a^2+b^2)(c^2+d^2)$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$(c^2+d^2)^2=(a^2+b^2)(c^2+d^2)$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$a^2+b^2=c^2+d^2$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$c^2+d^2&gt;0$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$a^2+b^2+c^2+d^2=2(c^2+d^2)$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$\sin20^\circ=\frac TS=\frac{bd-ac}{c^2+d^2}$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$\frac{a^2+b^2+c^2+d^2}{bd-ac}\sin20^\circ=\frac{2(c^2+d^2)}{bd-ac}\cdot\frac{bd-ac}{c^2+d^2}=2$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linear equations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solved by Cramer's rule, then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relation among the coefficients.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Identity: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(Brahmagupta–Fibonacci); here it yields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(verified numerically).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$\sec(180^\circ+\theta)=-\sec\theta$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$\tan(180^\circ+\theta)=\tan\theta$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linear equations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$\sec\theta,\tan\theta$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solved by Cramer's rule,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$\sec^2\theta-\tan^2\theta=1$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relation among the coefficients.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Identity: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$(a^2+b^2)(c^2+d^2)=(ad+bc)^2+(ac-bd)^2$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(Brahmagupta–Fibonacci); here it yields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$a^2+b^2=c^2+d^2$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(verified numerically).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right angled triangle, acute angles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angles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radians.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right angled triangle, acute angles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A+\tan B+\tan^2A+\tan^2B+\tan^3A+\tan^3B=70$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angles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radians.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Trigonometric ratios of complementary angles, Symmetric function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Trigonometric ratios of complementary angles, Symmetric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A+\cot A$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equation becomes a cubic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$B=\frac\pi2-A$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 B=\cot 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equation becomes a cubic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$x=\tan A+\cot 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quadratic has negative discriminant, so the only real root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B=\cot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$(\tan A+\cot A)+(\tan^2A+\cot^2A)+(\tan^3A+\cot^3A)=70$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$x=\tan A+\cot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$\tan^2A+\cot^2A=x^2-2$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$\tan^3A+\cot^3A=x^3-3x$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$x+(x^2-2)+(x^3-3x)=70$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$x^3+x^2-2x-72=0$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$(x-4)(x^2+5x+18)=0$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quadratic has negative discriminant, so the only real root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A+\frac1{\tan A}=4$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$\tan^2A-4\tan A+1=0$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A=\frac{4\pm\sqrt{12}}{2}=2\pm\sqrt3$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A=2+\sqrt3$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$A=75^\circ$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$A=\frac{5\pi}{12}$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$B=\frac{\pi}{12}$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$\frac{5\pi}{12}$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$\frac{\pi}{12}$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$\frac{5\pi}{12}$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cubic reads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left side is strictly increasing,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only root.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 A+\cot A=\frac{2}{\sin2A}$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cubic reads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$u=\frac{2}{\sin 2A}\ge2$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left side is strictly increasing,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only root.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acute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 the equation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function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derivative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strictly increasing and takes the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most once.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acute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A+\cot A=\frac{1}{\sin A\cos A}=\frac{2}{\sin2A}=u$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 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$u^3+u^2-2u=72$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$u^3+u^2-2u$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derivative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$3u^2+2u-2&gt;0$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strictly increasing and takes the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most once.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only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$64+16-8=72$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only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$\frac{2}{\sin2A}=4$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$\frac{5\pi}6$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$0&lt;2A&lt;\pi$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$A=\frac\pi{12}$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$\frac{5\pi}{12}$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$B=\frac\pi2-A$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$\frac{\pi}{12}$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$\frac{5\pi}{12}$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right triangle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symmetric sums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expressible via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(their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product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right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B=\cot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symmetric sums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A,\tan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expressible via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A+\cot A=\frac{2}{\sin2A}$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$t^2+\frac1{t^2}=(t+\frac1t)^2-2$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$t^3+\frac1{t^3}=(t+\frac1t)^3-3(t+\frac1t)$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$\tan15^\circ=2-\sqrt3$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$\tan75^\circ=2+\sqrt3$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(their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89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find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$(\sin1^\circ)(\sin3^\circ)(\sin5^\circ)(\sin7^\circ)\cdots(\sin89^\circ)=\frac1{2^n}$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5475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Product of sines of odd degrees (identities)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4(A level above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Pair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turn the odd-degree product into an even-degree one that cancels.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Pair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k^\circ$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$\sin(90-k)^\circ=\cos k^\circ$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k\cos k=\frac12\sin2k$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turn the odd-degree product into an even-degree one that cancels.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product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factors: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</m:nary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and divide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that the numerator contains all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89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89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88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44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46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45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88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each pair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numerator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product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factors: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$\prod_{r=1}^{45}\sin\frac{(2r-1)\pi}{180}=\frac1{2^n}$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and 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$\sin2^\circ\sin4^\circ\cdots\sin88^\circ$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that the numerator contains all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$\sin1^\circ,\sin2^\circ,\dots,\sin89^\circ$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$\frac{(\sin1^\circ\sin89^\circ)(\sin2^\circ\sin88^\circ)\cdots(\sin44^\circ\sin46^\circ)\sin45^\circ}{\sin2^\circ\sin4^\circ\cdots\sin88^\circ}$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$\sin(90^\circ-k)=\cos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each pair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k^\circ\cos k^\circ=\frac12\sin2k^\circ$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numerator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$\frac{1}{2^{44}}(\sin2^\circ\sin4^\circ\cdots\sin88^\circ)\cdot\frac1{\sqrt2}$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factors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cancel, leaving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factors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$\sin2^\circ\cdots\sin88^\circ$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cancel, leaving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$\frac1{2^{44}}\cdot\frac1{\sqrt2}=\frac{1}{2^{44+\frac12}}$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$n=44+\frac12=\frac{89}{2}$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89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$\frac{89}{2}$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</m:nary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180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divide out the even-degree factors.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$\prod_{k=1}^{m-1}\sin\frac{k\pi}{m}=\frac{m}{2^{m-1}}$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$m=180$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divide out the even-degree factors.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Known result: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</m:nary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product of all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179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89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product over odd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179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89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90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Known result: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$\prod_{k=1}^{m-1}\sin\frac{k\pi}m=\frac m{2^{m-1}}$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product of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k^\circ$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$k=1,\dots,179$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$\frac{180}{2^{179}}$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$j=1,\dots,89$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$\prod\sin\frac{j\pi}{90}=\frac{90}{2^{89}}$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product over odd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$k=1,3,\dots,179$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$\frac{180/2^{179}}{90/2^{89}}=\frac{2}{2^{90}}=2^{-89}$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odd angles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equal products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$\sin(180^\circ-k)=\sin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odd angles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$1,\dots,89$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$91,\dots,179$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equal products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$P^2=2^{-89}$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$P=2^{-89/2}$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$n=\frac{89}2$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89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$\frac{89}{2}$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</m:nary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the roots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</m:nary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Pairing trick: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converts products over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products over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often telescopes.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Verified numerically: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product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.89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44.5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$\prod_{k=1}^{m-1}\sin\frac{k\pi}m=\frac m{2^{m-1}}$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$\frac{z^m-1}{z-1}$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$\prod_{r=1}^{n}\sin\frac{(2r-1)\pi}{4n}=\frac{\sqrt2}{2^n}$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$2^{-89/2}$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Pairing trick: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k^\circ\cos k^\circ=\frac12\sin2k^\circ$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converts products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products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often telescopes.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Verified numerically: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product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k^\circ$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$1..89$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$-44.5$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being an acute angle, prove that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$\tan\alpha=p/q$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$\alpha=6\beta$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being an acute angle, prove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$\frac12(p\csc2\beta-q\sec2\beta)=\sqrt{p^2+q^2}$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5475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Compound-angle and sum identities (proof)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bracket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$p=R\sin\alpha$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$q=R\cos\alpha$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$R=\sqrt{p^2+q^2}$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bracket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$\sin(\alpha-2\beta)=\sin4\beta$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acute,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becomes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$\frac12\left(\frac p{\sin2\beta}-\frac q{\cos2\beta}\right)=\frac{p\cos2\beta-q\sin2\beta}{2\sin2\beta\cos2\beta}$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$\tan\alpha=\frac 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acute,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$p=\sqrt{p^2+q^2}\sin\alpha$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$q=\sqrt{p^2+q^2}\cos\alpha$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$\sqrt{p^2+q^2}\,\frac{\sin\alpha\cos2\beta-\cos\alpha\sin2\beta}{2\sin2\beta\cos2\beta}$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numerator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value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it equals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Proved.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numerator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$\sin(\alpha-2\beta)$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$2\sin2\beta\cos2\beta=\sin4\beta$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$\sqrt{p^2+q^2}\,\frac{\sin(\alpha-2\beta)}{\sin4\beta}$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$\alpha=6\beta$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$\alpha-2\beta=4\beta$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$\sqrt{p^2+q^2}\cdot\frac{\sin4\beta}{\sin4\beta}=\sqrt{p^2+q^2}$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Proved.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Proved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collapses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pattern: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acute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(double-angle) is the link between the two sides.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$\frac{p}{\sin x}-\frac{q}{\cos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$p=R\sin\alpha$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$q=R\cos\alpha$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$R\frac{\sin(\alpha-x)}{\sin x\cos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collapses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$\alpha-x=2x$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pattern: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$\tan\alpha=\frac 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$(p,q)=R(\sin\alpha,\cos\alpha)$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$R=\sqrt{p^2+q^2}$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acute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$\sin2x\cos2x=\frac12\sin4x$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(double-angle) is the link between the two sides.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Determine the smallest positive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 degrees) for which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Determine the smallest positive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 degrees) for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$\tan(x+100^\circ)=\tan(x+50^\circ)\tan x\tan(x-50^\circ)$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Trigonometric equation with ratio identities (componendo–dividendo)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4(A level above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it 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apply componendo–dividendo to both sides.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it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$\frac{\tan(x+100^\circ)}{\tan(x-50^\circ)}=\tan x\tan(x+50^\circ)$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apply componendo–dividendo to both sides.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Rewrite 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componendo–dividendo (add and subtract numerator and denominator on each side).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Rewrite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$\frac{\tan(x+100^\circ)}{\tan(x-50^\circ)}=\tan x\tan(x+50^\circ)$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$\frac{\sin(x+100^\circ)\cos(x-50^\circ)}{\cos(x+100^\circ)\sin(x-50^\circ)}=\frac{\sin x\sin(x+50^\circ)}{\cos x\cos(x+50^\circ)}$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componendo–dividendo (add and subtract numerator and denominator on each side).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 side: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Right side: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 side: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$\frac{\sin(x+100^\circ+x-50^\circ)}{\sin(x+100^\circ-x+50^\circ)}=\frac{\sin(2x+50^\circ)}{\sin150^\circ}$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Right side: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$\frac{\cos(x+50^\circ-x)}{-\cos(x+50^\circ+x)}=\frac{\cos50^\circ}{-\cos(2x+50^\circ)}$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$\frac{\sin(2x+50^\circ)}{\sin150^\circ}=\frac{\cos50^\circ}{-\cos(2x+50^\circ)}$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$\sin150^\circ=\frac12$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$\sin(2x+50^\circ)\cos(2x+50^\circ)=-\frac12\cos50^\circ$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$\sin(4x+100^\circ)=-\cos50^\circ=\sin\left(\frac{3\pi}2-50^\circ\right)=\sin(-40^\circ)$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solution: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smallest positive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solution: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$4x+100^\circ=n\pi-(-1)^n40^\circ$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smallest positive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$4x+100^\circ=\pi+40^\circ=220^\circ$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$4x=120^\circ$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$x=30^\circ$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Convert both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ratios of sums of cosines/sines (product-to-sum) and cross-multiply.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Convert both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$\frac{\tan(x+100^\circ)}{\tan 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$\tan(x+50^\circ)\tan(x-50^\circ)$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ratios of sums of cosines/sines (product-to-sum) and cross-multiply.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Rewrite 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side: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(product-to-sum on numerator and denominator).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 side: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Cross-multiplying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Rewrite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$\frac{\tan(x+100^\circ)}{\tan x}=\tan(x+50^\circ)\tan(x-50^\circ)$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side: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$\tan(x+50^\circ)\tan(x-50^\circ)=\frac{\cos100^\circ-\cos2x}{\cos100^\circ+\cos2x}$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(product-to-sum on numerator and denominator).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 side: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$\frac{\sin(x+100^\circ)\cos x}{\cos(x+100^\circ)\sin x}=\frac{\sin(2x+100^\circ)+\sin100^\circ}{\sin(2x+100^\circ)-\sin100^\circ}$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$S=\sin(2x+100^\circ)$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$s=\sin100^\circ$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$c=\cos100^\circ$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$C=\cos2x$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Cross-multiplying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$(S+s)(c+C)=(S-s)(c-C)$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$2SC+2sc=0$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Smallest positive solution: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numerically).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$\sin(2x+100^\circ)\cos2x=-\sin100^\circ\cos100^\circ=\frac12\sin20^\circ$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$\sin(4x+100^\circ)+\sin100^\circ=\sin20^\circ$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$\sin(4x+100^\circ)=\sin20^\circ-\sin100^\circ=-2\cos60^\circ\sin40^\circ=-\sin40^\circ$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Smallest positive solution: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$4x+100^\circ=220^\circ$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$\tan130^\circ=\tan80^\circ\tan30^\circ\tan(-20^\circ)$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numerically).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$x=30^\circ$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Componendo–dividendo 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ratios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solution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verify that the tangents are defined at the root (here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all finite).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Componendo–dividendo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 A\cos B}{\cos A\sin 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ratios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$\frac{\sin(A+B)}{\sin(A-B)}$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$\frac{\tan A}{\tan B}=\frac{k}{m}\Rightarrow\frac{\sin(A+B)}{\sin(A-B)}=\frac{k+m}{k-m}$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solution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$\sin\theta=\sin\alpha$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$\theta=n\pi+(-1)^n\alpha$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verify that the tangents are defined at the root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$\tan130^\circ,\tan80^\circ,\tan30^\circ,\tan(-20^\circ)$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all finite).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find the 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$\alpha\in[0,\pi]$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find the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$f(x)=\cos x\left(\sin x+\sqrt{\sin^2x+\sin^2\alpha}\right)$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Range of a trigonometric function using discriminant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Isolate the radical, square, and treat the result as a quadratic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real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a non-negative discriminant.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Isolate the radical, square, and treat the result as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real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a non-negative discriminant.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$y=\cos x\left(\sin x+\sqrt{\sin^2x+\sin^2\alpha}\right)$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$y\sec x-\sin x=\sqrt{\sin^2x+\sin^2\alpha}$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$y^2\sec^2x+\sin^2x-2y\tan x=\sin^2x+\sin^2\alpha$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$y^2\sec^2x-2y\tan x=\sin^2\alpha$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$\sec^2x=1+\tan^2x$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$y^2(1+\tan^2x)-2y\tan x-\sin^2\alpha=0$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a quadratic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real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discriminant must be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a 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$y^2\tan^2x-2y\tan x+(y^2-\sin^2\alpha)=0$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x\in(-\infty,\infty)$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discriminant must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$4y^2-4y^2(y^2-\sin^2\alpha)\ge0$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$y^2\left(1+\sin^2\alpha-y^2\right)\ge0$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$y^2\le1+\sin^2\alpha$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$y\in\left[-\sqrt{1+\sin^2\alpha},\sqrt{1+\sin^2\alpha}\right]$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$-\sqrt{1+\sin^2\alpha}\le y\le\sqrt{1+\sin^2\alpha}$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becomes a quadratic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an explicit maximum.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$z=\sin x+\sqrt{\sin^2x+\sin^2\alpha}$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x=\frac{z^2-\sin^2\alpha}{2z}$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becomes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an explicit maximum.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$s=\sin\alpha$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$z=\sin x+\sqrt{\sin^2x+s^2}&gt;0$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$(z-\sin x)^2=\sin^2x+s^2$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x=\frac{z^2-s^2}{2z}$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$f=z\cos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$f^2=z^2(1-\sin^2x)=z^2-\frac{(z^2-s^2)^2}{4}$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$m=z^2$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$f^2=m-\frac{(m-s^2)^2}{4}=\frac{-m^2+(2s^2+4)m-s^4}{4}$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maximal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attainable: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ranges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inside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and takes both signs (sign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its range is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maximal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$m=s^2+2$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$f^2=\frac{(s^2+2)^2-s^4}{4}=1+s^2$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attainable: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ranges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$[\sqrt{1+s^2}-1,\sqrt{1+s^2}+1]$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$\sqrt{s^2+2}$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inside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and takes both signs (sign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its range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$\left[-\sqrt{1+s^2},\sqrt{1+s^2}\right]$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$-\sqrt{1+\sin^2\alpha}\le y\le\sqrt{1+\sin^2\alpha}$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find the 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expressions, eliminate the radical by squaring and demand a real root: discriminant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monotone increasing 'hyperbolic' expression: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otherwise, range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find the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$y=g(\tan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expressions, eliminate the radical by squaring and demand a real root: discriminant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x+\sqrt{\sin^2x+k^2}$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monotone increasing 'hyperbolic' expression: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$z=\sin x+\sqrt{\sin^2x+k^2}$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x=\frac{z^2-k^2}{2z}$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$f=\sin2x$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otherwise, range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$[-1,1]=\left[-\sqrt{1+0},\sqrt{1+0}\right]$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Prove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Prove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$4\sin27^\circ=(5+\sqrt5)^{1/2}-(3-\sqrt5)^{1/2}$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Subjective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Trigonometric ratios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compound angles (proof)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Subjective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Trigonometric ratios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compound angles (proof)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$27^\circ=45^\circ-18^\circ$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$\cos18^\circ=\frac{\sqrt{10+2\sqrt5}}4$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$\sin18^\circ=\frac{\sqrt5-1}4$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rad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part: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$4\sin27^\circ=4\sin(45^\circ-18^\circ)=4[\sin45^\circ\cos18^\circ-\cos45^\circ\sin18^\circ]=\frac4{\sqrt2}[\cos18^\circ-\sin18^\circ]$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$\cos18^\circ=\frac{\sqrt{10+2\sqrt5}}{4}$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$\sin18^\circ=\frac{\sqrt5-1}4$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$=\frac{4}{\sqrt2}\left[\frac{\sqrt{10+2\sqrt5}}{4}-\frac{\sqrt5-1}{4}\right]=\frac1{\sqrt2}\left[\sqrt{10+2\sqrt5}-(\sqrt5-1)\right]$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part: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$\frac{\sqrt{10+2\sqrt5}}{\sqrt2}=\sqrt{5+\sqrt5}$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part: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Proved.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part: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$\frac{\sqrt5-1}{\sqrt2}=\sqrt{\frac{(\sqrt5-1)^2}{2}}=\sqrt{\frac{6-2\sqrt5}{2}}=\sqrt{3-\sqrt5}$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$4\sin27^\circ=(5+\sqrt5)^{1/2}-(3-\sqrt5)^{1/2}$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Proved.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Proved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sides are positive, so compare their squares: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227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sides are positive, so compare their squares: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$16\sin^227^\circ=8(1-\cos54^\circ)$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$\cos54^\circ=\sin36^\circ$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sides are positive 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it suffices to show the squares are equal.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227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sides are positive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$\sqrt{5+\sqrt5}&gt;\sqrt{3-\sqrt5}$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it suffices to show the squares are equal.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$(4\sin27^\circ)^2=16\sin^227^\circ=8(1-\cos54^\circ)=8-8\sin36^\circ$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$\sin36^\circ=\frac{\sqrt{10-2\sqrt5}}{4}$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$(4\sin27^\circ)^2=8-2\sqrt{10-2\sqrt5}$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side squared: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squares agree and both quantities are positive,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side squared: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$(5+\sqrt5)+(3-\sqrt5)-2\sqrt{(5+\sqrt5)(3-\sqrt5)}=8-2\sqrt{15-2\sqrt5-5}=8-2\sqrt{10-2\sqrt5}$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squares agree and both quantities are positive,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$4\sin27^\circ=\sqrt{5+\sqrt5}-\sqrt{3-\sqrt5}$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Proved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Exact values: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prove an identity between positive numbers, compare squares.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rad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denesting: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(verified numerically: both sides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1.8160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Exact values: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$\sin18^\circ=\frac{\sqrt5-1}4$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$\cos36^\circ=\frac{\sqrt5+1}4$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$\cos18^\circ=\frac{\sqrt{10+2\sqrt5}}4$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$\sin36^\circ=\frac{\sqrt{10-2\sqrt5}}4$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prove an identity between positive numbers, compare squares.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$\sqrt{a\pm\sqrt 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denesting: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$(\sqrt5-1)^2=6-2\sqrt5$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$\frac{\sqrt5-1}{\sqrt2}=\sqrt{3-\sqrt5}$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(verified numerically: both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$=1.8160$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$4\sin27^\circ$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70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</m:nary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</m:nary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show that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continued product.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70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$x_1=\prod_{r=1}^{5}\cos\frac{r\pi}{11}$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$x_2=\sum_{r=1}^{5}\cos\frac{r\pi}{11}$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show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$x_1\cdot x_2=\frac1{64}\left(\csc\frac{\pi}{22}-1\right)$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continued product.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57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Product and sum of cosines of angles in A.P. (proof)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4(A level above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Doubling the angles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telescopes the product; the sum is an A.P. cosine sum.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Doubling the angles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$\cos\theta\cos2\theta\cos4\theta\cos8\theta=\frac{\sin16\theta}{16\sin\theta}$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telescopes the product; the sum is an A.P. cosine sum.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den>
                        </m:f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$x_1=\cos\theta\cos2\theta\cos3\theta\cos4\theta\cos5\theta$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$\cos3\theta=-\cos8\theta$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$8\theta=\pi-3\theta$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$x_1=-\cos\theta\cos2\theta\cos4\theta\cos8\theta\cos5\theta$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$\cos\theta\cos2\theta\cos4\theta\cos8\theta=\frac{\sin16\theta}{16\sin\theta}$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$\sin16\theta=\sin\frac{16\pi}{11}=-\sin\frac{5\pi}{11}$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$x_1=\frac1{16}\cdot\frac{\sin\frac{5\pi}{11}\cos\frac{5\pi}{11}}{\sin\frac\pi{11}}$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$\sin\frac{5\pi}{11}\cos\frac{5\pi}{11}=\frac12\sin\frac{10\pi}{11}=\frac12\sin\frac\pi{11}$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$x_1=\frac1{32}$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(angles in A.P.):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den>
                        </m:f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Proved.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$x_2=\cos\frac\pi{11}+\cos\frac{2\pi}{11}+\cdots+\cos\frac{5\pi}{11}$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(angles in A.P.):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$x_2=\frac{\cos\frac{6\pi}{22}\sin\frac{5\pi}{22}}{\sin\frac\pi{22}}$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$2\cos\frac{6\pi}{22}\sin\frac{5\pi}{22}=\sin\left(\frac{5\pi}{22}+\frac{6\pi}{22}\right)+\sin\left(\frac{5\pi}{22}-\frac{6\pi}{22}\right)=1-\sin\frac{\pi}{22}$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$x_2=\frac{1-\sin\frac\pi{22}}{2\sin\frac\pi{22}}=\frac12\left(\csc\frac{\pi}{22}-1\right)$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$x_1x_2=\frac1{32}\cdot\frac12\left(\csc\frac\pi{22}-1\right)=\frac1{64}\left(\csc\frac{\pi}{22}-1\right)$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Proved.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Proved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Prove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doubling inside the sines (a set-matching argument), and get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Dirichlet-kernel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Prove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$x_1=\frac1{32}$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doubling inside the sines (a set-matching argument), and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Dirichlet-kernel sum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$1+2\sum\cos r\theta=\frac{\sin\frac{11\theta}{2}}{\sin\frac\theta2}$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right side is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Cancel the non-zero product: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$2^5x_1\prod_{r=1}^5\sin r\theta=\prod_{r=1}^{5}\sin2r\theta=\sin2\theta\sin4\theta\sin6\theta\sin8\theta\sin10\theta$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$\sin(\pi-\alpha)=\sin\alpha$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$\sin6\theta=\sin5\theta$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$\sin8\theta=\sin3\theta$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$\sin10\theta=\sin\theta$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right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$\prod_{r=1}^5\sin r\theta$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Cancel the non-zero product: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$2^5x_1=1$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$x_1=\frac1{32}$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any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$1+2\sum_{r=1}^{n}\cos r\theta=\frac{\sin\frac{(2n+1)\theta}{2}}{\sin\frac\theta2}$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$\frac{\sin\frac\pi2}{\sin\frac\pi{22}}=\csc\frac{\pi}{22}$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$2x_2+1=\csc\frac\pi{22}$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$x_2=\frac12\left(\csc\frac\pi{22}-1\right)$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$x_1x_2=\frac1{64}\left(\csc\frac\pi{22}-1\right)$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Proved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</m:nary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checked numerically).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Dirichlet kernel: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numerator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</m:nary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3.0133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checked).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$\prod_{r=1}^{n}\cos\frac{r\pi}{2n+1}=\frac1{2^n}$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checked numerically).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Dirichlet kernel: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$1+2\sum_{r=1}^{n}\cos r\theta=\frac{\sin\left((n+\frac12)\theta\right)}{\sin\frac\theta2}$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$\theta=\frac{\pi}{2n+1}$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numerator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$\sin\frac\pi2=1$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$\sum_{r=1}^n\cos\frac{r\pi}{2n+1}=\frac12\left(\csc\frac{\pi}{2(2n+1)}-1\right)$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$3.0133$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checked).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find 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$(1+\sin t)(1+\cos t)=\frac54$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$(1-\sin t)(1-\cos 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Symmetric functions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range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Symmetric functions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t,\cos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t+\cos t$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given condition is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(reject the root outside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$u=\sin t+\cos 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t\cos t=\frac{u^2-1}{2}$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given condition is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(reject the root outside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$[-\sqrt2,\sqrt2]$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$(1+\sin t)(1+\cos t)=1+\sin t+\cos t+\sin t\cos t=\frac54$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t+\cos t+\sin t\cos t=\frac14$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$1+2\sin t\cos t+2(\sin t+\cos t)=\frac32$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$(\sin t+\cos t)^2+2(\sin t+\cos t)-\frac32=0$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t+\cos t=\frac{-2\pm\sqrt{4+6}}{2}=\frac{-2\pm\sqrt{10}}{2}$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root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2.58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rejected: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from the given condition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equals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t+\cos t\in[-\sqrt2,\sqrt2]$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$\frac{-2-\sqrt{10}}{2}\approx-2.58$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rejected: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t+\cos t=\frac{\sqrt{10}}{2}-1$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$(1-\sin t)(1-\cos t)=1-(\sin t+\cos t)+\sin t\cos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from the given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t\cos t=\frac14-(\sin t+\cos 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$\frac54-2(\sin t+\cos 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$(1-\sin t)(1-\cos t)=\frac54-2\left(\frac{\sqrt{10}}2-1\right)=\frac54-\sqrt{10}+2=\frac{13}{4}-\sqrt{10}$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$\frac{13}4-\sqrt{10}$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Multiply the two products: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this gives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Multiply the two products: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$uv=\sin^2t\cos^2t$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$u+v=2+2\sin t\cos 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this gives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$m=\sin t\cos 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$u=(1+\sin t)(1+\cos t)=\frac54$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$v=(1-\sin t)(1-\cos 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$m=\sin t\cos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$u+v=2+2m$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$v=\frac34+2m$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$uv=(1-\sin^2t)(1-\cos^2t)=\cos^2t\sin^2t=m^2$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0.331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valid.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$\frac54\left(\frac34+2m\right)=m^2$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$16m^2-40m-15=0$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$m=\frac{5\pm2\sqrt{10}}{4}$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$|m|\le\frac12$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$m=\frac{5-2\sqrt{10}}{4}\approx-0.331$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valid.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$v=\frac34+2m=\frac34+\frac{5-2\sqrt{10}}{2}=\frac{13}4-\sqrt{10}$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$\frac{13}4-\sqrt{10}$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reject roots outside this range.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Equivalent sum form: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$u=\sin t+\cos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t\cos t=\frac{u^2-1}{2}$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$u\in[-\sqrt2,\sqrt2]$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reject roots outside this range.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$(1+\sin t)(1-\sin t)=\cos^2t$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$(1+\sin t)(1+\cos t)\cdot(1-\sin t)(1-\cos t)=\sin^2t\cos^2t$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Equivalent sum form: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$(1+\sin t)(1+\cos t)+(1-\sin t)(1-\cos t)=2+2\sin t\cos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vertices of a regular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-sided polygon inscribed in a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find the number of sides of the polygon.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$A_1,A_2,A_3,\ldots,A_n$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vertices of a regular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-sided polygon inscribed in 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$(A_1A_2)^2+(A_1A_3)^2+\cdots+(A_1A_n)^2=14R^2$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find the number of sides of the polygon.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Regular polygon: chord lengths and sum of cosines in A.P.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chord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sum of squares reduces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cosine sum equal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chord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$A_1A_{k+1}=2R\sin\frac{k\pi}{n}$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sum of squares reduces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$2R^2\left[(n-1)-\sum\cos\frac{2k\pi}{n}\right]$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cosine sum equal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squares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⋯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cosine sum (angles in A.P., common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$\alpha=\frac\pi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$A_1A_2=2R\sin\alpha$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$A_1A_3=2R\sin2\alpha$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$A_1A_n=2R\sin(n-1)\alpha$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squares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$=4R^2\left[\sin^2\alpha+\sin^22\alpha+\cdots+\sin^2(n-1)\alpha\right]=2R^2\sum_{k=1}^{n-1}(1-\cos2k\alpha)$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$=2R^2\left[(n-1)-\left(\cos2\alpha+\cos4\alpha+\cdots+\cos2(n-1)\alpha\right)\right]$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cosine sum (angles in A.P., common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$\frac{\sin\frac{(n-1)2\alpha}{2}}{\sin\alpha}\cos\frac{2n\alpha}{2}=\frac{\sin(n-1)\alpha}{\sin\alpha}\cos n\alpha$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cosine sum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total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$\alpha=\frac\pi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$\sin(n-1)\alpha=\sin(\pi-\alpha)=\sin\alpha$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n\alpha=\cos\pi=-1$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cosine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total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$2R^2[(n-1)+1]=2nR^2$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$2nR^2=14R^2$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$n=7$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complex numbers: the vertices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sums neatly because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complex numbers: the vertices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$R\omega^k$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$\omega=e^{2\pi i/n}$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$|1-\omega^k|^2=2-\omega^k-\omega^{-k}$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sums neatly because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$\sum_{k=1}^{n-1}\omega^k=-1$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the circle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likewise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the circle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$A_{k+1}=R\omega^k$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$\omega=e^{2\pi i/n}$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$k=1,\dots,n-1$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$(A_1A_{k+1})^2=R^2|1-\omega^k|^2=R^2(1-\omega^k)(1-\omega^{-k})=R^2\left(2-\omega^k-\omega^{-k}\right)$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$1+\omega+\cdots+\omega^{n-1}=0$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$\sum_{k=1}^{n-1}\omega^k=-1$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likewise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$\sum_{k=1}^{n-1}\omega^{-k}=-1$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squares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squares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$=R^2\left[2(n-1)+1+1\right]=2nR^2$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$2nR^2=14R^2$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$n=7$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regular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-gon of circumradius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of squares of all chords from one vertex).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</m:nary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roots of unity.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of the chords: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regular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-gon of circumradius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$\sum_{k=1}^{n-1}(A_1A_{k+1})^2=2nR^2$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of squares of all chords from one vertex).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$\sum_{k=1}^{n-1}\cos\frac{2k\pi}{n}=-1$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$\sum_{k=1}^{n-1}\omega^k=-1$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roots of unity.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of the chords: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$\prod_{k=1}^{n-1}A_1A_{k+1}=nR^{n-1}$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$\prod(1-\omega^k)=n$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value of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cot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cot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terms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$\sum_{k=2}^{\infty}\sin(2^k\theta)=a$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$\sum_{k=0}^{\infty}\left[\cot^3(2^k\theta)-\cot(2^k\theta)\right]\sin^4(2^k\theta)$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terms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Double-angle identities and telescoping infinite series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4(A level above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term simplifies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shifts the index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term simplifies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 x\sin x\cos2x=\frac14\sin4x$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$x=2^k\theta$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shifts the index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term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term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$x_k=2^k\theta$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$\cot^3x-\cot x=\cot x(\cot^2x-1)=\cot x\cdot\frac{\cos^2x-\sin^2x}{\sin^2x}$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x\,(\cos^2x-\sin^2x)\sin^2x=\cos x\sin x\cos2x$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x\sin x\cos2x=\frac12\sin2x\cos2x=\frac14\sin4x$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$\frac14\sin\left(2^{k+2}\theta\right)$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series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given condition this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series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$\frac14\sum_{k=0}^{\infty}\sin\left(2^{k+2}\theta\right)=\frac14\sum_{j=2}^{\infty}\sin(2^j\theta)$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$j=k+2$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given condition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a4$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 a4$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(from the double-angle formula for cotangent) to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$\cot^2x-1=2\cot x\cot2x$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(from the double-angle formula for cotangent)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$2\cos^2x\sin^2x\cot2x$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cot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get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term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term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$\cot2x=\frac{\cot^2x-1}{2\cot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$\cot^3x-\cot x=\cot x\,(\cot^2x-1)=2\cot^2x\cot2x$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$2\cot^2x\cot2x\sin^4x=2\cos^2x\sin^2x\cot2x$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$2\cos^2x\sin^2x=\frac12\sin^22x$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$\frac12\sin^22x\cot2x=\frac12\sin2x\cos2x$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Summing over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$\frac12\sin2x\cos2x=\frac14\sin4x$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$x=2^k\theta$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$\frac14\sin(2^{k+2}\theta)$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Summing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$\frac14\sum_{j\ge2}\sin(2^j\theta)=\frac a4$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 a4$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cot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Index-shift pattern: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reduces to a multiple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series is that multiple of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problem assumes the given series is convergent).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$\cot^3x-\cot x=2\cot^2x\cot2x$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$(\cot^3x-\cot x)\sin^4x=\frac14\sin4x$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$x=0.3$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$\cot2x=\frac{\cot^2x-1}{2\cot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x-\tan x=2\cot2x$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Index-shift pattern: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$a_k=f(2^k\theta)$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reduces to a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$\sin(2^{k+m}\theta)$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series is that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$\sum_{j\ge m}\sin(2^j\theta)$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problem assumes the given series is convergent).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real numbers such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find the minimum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real numbers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$x^2+2xy-y^2=6$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find the minimum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$(x^2+y^2)^2$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Constrained minimum using quadratics (algebraic / trigonometric)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Square the condition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express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Square the condition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$x^2-y^2=6-2xy$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express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$(x^2+y^2)^2$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minimum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minimum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$x^2+2xy-y^2=6$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$(x^2-y^2)^2=(6-2xy)^2$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$x^4+y^4-2x^2y^2=36+4x^2y^2-24xy$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$x^4+y^4+2x^2y^2=36+8x^2y^2-24xy$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$(x^2+y^2)^2=8x^2y^2-24xy+36=4\left(2x^2y^2-6xy+9\right)$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a 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$2(xy)^2-6(xy)+9$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minimum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$\frac{-D}{4a}=-\frac{36-72}{8}=\frac{36}{8}$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minimum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$(x^2+y^2)^2$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$4\times\frac{36}{8}=18$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Go to polar form: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is at most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Go to polar form: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$x^2+2xy-y^2=r^2(\cos2\phi+\sin2\phi)=r^2\sqrt2\sin\left(2\phi+\frac\pi4\right)$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is at most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$\sqrt2r^2$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holds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can occur.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$x=r\cos\phi$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$y=r\sin\phi$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$r^2=x^2+y^2$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$x^2+2xy-y^2=r^2(\cos2\phi+\sin2\phi)=\sqrt2\,r^2\sin\left(2\phi+\frac\pi4\right)=6$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$\sin(\cdot)\le1$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$6\le\sqrt2r^2$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$r^2\ge\frac6{\sqrt2}=3\sqrt2$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holds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$\sin\left(2\phi+\frac\pi4\right)=1$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can occur.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$(x^2+y^2)^2=r^4\ge(3\sqrt2)^2=18$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range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a quadratic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minimum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max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larger eigenvalue).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the form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eigenvalues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Identity: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$a\cos\theta+b\sin\theta$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range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$[-\sqrt{a^2+b^2},\sqrt{a^2+b^2}]$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a quadratic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$px^2+2qxy+sy^2=k$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minimum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$\frac{k}{\lambda_{\max}}$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larger eigenvalue).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$x^2+2xy-y^2$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eigenvalues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$\min(x^2+y^2)=\frac6{\sqrt2}=3\sqrt2$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Identity: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$(x^2+y^2)^2=(x^2-y^2)^2+(2xy)^2$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the exact value of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the exact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$\tan^2\frac\pi{16}+\tan^2\frac{3\pi}{16}+\tan^2\frac{5\pi}{16}+\tan^2\frac{7\pi}{16}$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Exact values of squares of tangents of angles in A.P.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Pair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Pair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$\tan^2\frac{7\pi}{16}=\cot^2\frac\pi{16}$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$\tan^2\frac{5\pi}{16}=\cot^2\frac{3\pi}{16}$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$\tan\theta+\cot\theta=\frac{2}{\sin2\theta}$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cot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cot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cot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cot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$\tan\left(\frac\pi2-\theta\right)=\cot\theta$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$\tan^2\frac{7\pi}{16}=\cot^2\frac\pi{16}$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$\tan^2\frac{5\pi}{16}=\cot^2\frac{3\pi}{16}$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$\left(\tan^2\frac\pi{16}+\cot^2\frac\pi{16}\right)+\left(\tan^2\frac{3\pi}{16}+\cot^2\frac{3\pi}{16}\right)$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$\tan^2\theta+\cot^2\theta=(\tan\theta+\cot\theta)^2-2$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$\left(\tan\frac\pi{16}+\cot\frac\pi{16}\right)^2+\left(\tan\frac{3\pi}{16}+\cot\frac{3\pi}{16}\right)^2-4$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csc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total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$\tan\theta+\cot\theta=2\csc2\theta$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$4\csc^2\frac\pi8+4\csc^2\frac{3\pi}{8}-4$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$\csc\frac{3\pi}8=\sec\frac\pi8$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$4\left[\csc^2\frac\pi8+\sec^2\frac\pi8\right]-4=4\cdot\frac{1}{\sin^2\frac\pi8\cos^2\frac\pi8}-4$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$\sin\frac\pi8\cos\frac\pi8=\frac12\sin\frac\pi4$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$\frac{1}{\sin^2\frac\pi8\cos^2\frac\pi8}=\frac{4}{\sin^2\frac\pi4}=8$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total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$4\cdot8-4$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$32-4=28$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four numbers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odd) satisfy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the four roots of one degree-4 polynomial; Vieta gives their sum.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four numbers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$t=\tan\frac{k\pi}{16}$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odd) satisfy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$\tan4\theta=\pm1$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$u=t^2$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the four roots of one degree-4 polynomial; Vieta gives their sum.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$\theta=\frac{k\pi}{16}$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$k=1,3,5,7$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$4\theta=\frac{k\pi}4$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$\tan4\theta=\pm1$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$\tan^24\theta=1$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$\tan4\theta=\frac{4t-4t^3}{1-6t^2+t^4}$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$(1-6t^2+t^4)^2=(4t-4t^3)^2$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$t^8-12t^6+38t^4-12t^2+1=16t^2-32t^4+16t^6$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$t^8-28t^6+70t^4-28t^2+1=0$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quartic whose four roots are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(these are four distinct values).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Vieta the sum of the roots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$u^4-28u^3+70u^2-28u+1=0$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quartic whose four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$\tan^2\frac{k\pi}{16}$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$k=1,3,5,7$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(these are four distinct values).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Vieta the sum of the roots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pattern: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(checked numerically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(verified numerically: sum of squares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27.9999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$\tan\theta+\cot\theta=\frac{2}{\sin2\theta}$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$\tan^2\theta+\cot^2\theta=\frac{4}{\sin^22\theta}-2$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pattern: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$\sum_{k=1}^{n}\tan^2\frac{(2k-1)\pi}{4n}=n(2n-1)$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(checked numerically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$n=1,2,3,4$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$1,6,15,28$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$\tan4\theta=\pm1$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$t^8-28t^6+70t^4-28t^2+1=0$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(verified numerically: sum of squares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$=27.9999$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eliminated from the equations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find the eliminant.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eliminated from the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$\cos\theta-\sin\theta=b$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$\cos3\theta+\sin3\theta=a$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find the eliminant.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Elimination of an angle (triple-angle formulas)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triple-angle formulas, group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$\cos3\theta+\sin3\theta$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triple-angle formulas, group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$4(\cos^3\theta-\sin^3\theta)-3(\cos\theta-\sin\theta)$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$2\sin\theta\cos\theta=1-b^2$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$a=\cos3\theta+\sin3\theta=(4\cos^3\theta-3\cos\theta)+(3\sin\theta-4\sin^3\theta)=4(\cos^3\theta-\sin^3\theta)-3(\cos\theta-\sin\theta)$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$\cos^3\theta-\sin^3\theta=(\cos\theta-\sin\theta)^3+3\sin\theta\cos\theta(\cos\theta-\sin\theta)=b^3+3b\sin\theta\cos\theta$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$a=4b^3+12b\sin\theta\cos\theta-3b$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$\cos\theta-\sin\theta=b$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$1-2\sin\theta\cos\theta=b^2$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$\sin\theta\cos\theta=\frac{1-b^2}{2}$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$a=4b^3-3b+12b\cdot\frac{1-b^2}{2}=4b^3-3b+6b-6b^3$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$a=3b-2b^3$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$a=3b-2b^3$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triple-angle formula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finishes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$\cos\theta-\sin\theta=\sqrt2\cos\varphi$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$\varphi=\theta+\frac\pi4$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$\cos3\theta+\sin3\theta=-\sqrt2\cos3\varphi$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triple-angle formula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$\cos3\varphi$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finishes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$\varphi=\theta+\frac\pi4$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$\cos\theta-\sin\theta=\sqrt2\cos\left(\theta+\frac\pi4\right)=\sqrt2\cos\varphi=b$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$\cos\varphi=\frac{b}{\sqrt2}$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$\cos3\theta+\sin3\theta=\sqrt2\sin\left(3\theta+\frac\pi4\right)$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$3\theta+\frac\pi4=3\varphi-\frac\pi2$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$a=\sqrt2\sin\left(3\varphi-\frac\pi2\right)=-\sqrt2\cos3\varphi=-\sqrt2\left(4\cos^3\varphi-3\cos\varphi\right)$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$\cos\varphi=\frac b{\sqrt2}$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$a=-\sqrt2\left(\frac{4b^3}{2\sqrt2}-\frac{3b}{\sqrt2}\right)=-2b^3+3b$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$a=3b-2b^3$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$a=3b-2b^3$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∓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a two-term combination into one cosine, so triple-angle formula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applies.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Elimination pattern: express everything through the given combination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$\cos\theta\pm\sin\theta=\sqrt2\cos\left(\theta\mp\frac\pi4\right)$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a two-term combination into one cosine, so triple-angle formula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$\cos3\varphi=4\cos^3\varphi-3\cos\varphi$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applies.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$\cos^3\theta-\sin^3\theta=(\cos\theta-\sin\theta)\left(1+\sin\theta\cos\theta\right)$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Elimination pattern: express everything through the given combination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$\sin\theta\cos\theta=\frac{1-b^2}{2}$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Show that eliminating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equations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Show that eliminating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x+\sin y=a$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x+\cos y=b$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x+\tan y=c$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$\frac{8ab}{(a^2+b^2)^2-4a^2}=c$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5475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Sum-to-product formulas and elimination of angles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4(A level above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both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factor through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$s=\frac{x+y}{2}$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$d=\frac{x-y}{2}$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$a^2+b^2=4\cos^2d$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both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$(a^2+b^2)^2-4a^2$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$8ab$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factor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$\cos^2d$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 and add: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 and add: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$a^2+b^2=2+2(\cos x\cos y+\sin x\sin y)=2+2\cos(x-y)=4\cos^2\frac{x-y}{2}$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$a=\sin x+\sin y=2\sin\frac{x+y}{2}\cos\frac{x-y}{2}$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$4a^2=16\sin^2\frac{x+y}{2}\cos^2\frac{x-y}{2}$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$(a^2+b^2)^2-4a^2=16\cos^4\frac{x-y}2-16\sin^2\frac{x+y}2\cos^2\frac{x-y}2=16\cos^2\frac{x-y}{2}\left[\cos^2\frac{x-y}2-\sin^2\frac{x+y}2\right]$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(ii) by (i):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Proved.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$s=\frac{x+y}2$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$d=\frac{x-y}2$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$\cos^2d-\sin^2s=\cos(s+d)\cos(s-d)=\cos x\cos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$(a^2+b^2)^2-4a^2=16\cos^2\frac{x-y}{2}\cos x\cos y\ \ (i)$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$8ab=8\cdot2\sin s\cos d\cdot2\cos s\cos d=16\sin2s\cos^2d=16\sin(x+y)\cos^2\frac{x-y}2\ \ (ii)$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(ii) by (i):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$\frac{8ab}{(a^2+b^2)^2-4a^2}=\frac{\sin(x+y)}{\cos x\cos y}=\tan x+\tan y=c$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Proved.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Proved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purely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$\tan\frac{x+y}{2}=\frac ab$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$4\cos^2\frac{x-y}2=a^2+b^2$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$c=\tan x+\tan y=\frac{2\sin(x+y)}{\cos(x+y)+\cos(x-y)}$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purely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$s=\frac{x+y}2$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$d=\frac{x-y}2$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$a=2\sin s\cos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$b=2\cos s\cos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s=\frac 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$a^2+b^2=4\cos^2d$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$\sin2s=\frac{2\tan s}{1+\tan^2s}=\frac{2ab}{a^2+b^2}$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$\cos2s=\frac{1-\tan^2s}{1+\tan^2s}=\frac{b^2-a^2}{a^2+b^2}$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$\cos2d=2\cos^2d-1=\frac{a^2+b^2}{2}-1$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$c=\frac{\sin(x+y)}{\cos x\cos y}=\frac{2\sin2s}{\cos2s+\cos2d}$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 x\cos y=\cos(x+y)+\cos(x-y)$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$\cos2s+\cos2d=\frac{2(b^2-a^2)+(a^2+b^2)(a^2+b^2-2)}{2(a^2+b^2)}=\frac{(a^2+b^2)^2-4a^2}{2(a^2+b^2)}$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$c=2\cdot\frac{2ab}{a^2+b^2}\cdot\frac{2(a^2+b^2)}{(a^2+b^2)^2-4a^2}=\frac{8ab}{(a^2+b^2)^2-4a^2}$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Proved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Elimination of two angles from three symmetric relations: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data fix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x+\sin y=2\sin\frac{x+y}2\cos\frac{x-y}2$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x+\cos y=2\cos\frac{x+y}2\cos\frac{x-y}2$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$\tan\frac{x+y}{2}=\frac 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$a^2+b^2=4\cos^2\frac{x-y}2$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$\cos^2A-\sin^2B=\cos(A+B)\cos(A-B)$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Elimination of two angles from three symmetric relations: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$s=\frac{x+y}{2}$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$d=\frac{x-y}{2}$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data fix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$3\sin x+4\cos x=5$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 x+\cos x+4\tan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160324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Solving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ratio values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160324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Solving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$a\sin x+b\cos x=c$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ratio values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Isolate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square: the quadratic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perfect square,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Isolate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$3\sin x=5-4\cos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square: the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perfect square,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 x=\frac45$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Square both sides: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Discriminant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$3\sin x=5-4\cos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Square both sides: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$9\sin^2x=25+16\cos^2x-40\cos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$\sin^2x=1-\cos^2x$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$9-9\cos^2x=25+16\cos^2x-40\cos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$25\cos^2x-40\cos x+16=0$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Discriminant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$=1600-1600=0$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x=\frac{40}{50}=\frac45$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acute)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x=\frac35$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acute)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 x+\cos x+4\tan x=\frac65+\frac45+3=5$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equation says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at its maximum, which fixes the angle immediately.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$\sqrt{3^2+4^2}=5$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equation says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$5\sin(x+\varphi)=5$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at its maximum, which fixes the angle immediately.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only possibility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$3\sin x+4\cos x=5\sin(x+\varphi)$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$\cos\varphi=\frac35$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$\sin\varphi=\frac45$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$\sin(x+\varphi)=1$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$x+\varphi=\frac\pi2$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only possibility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$x\in(0,\frac\pi2)$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$x=\frac\pi2-\varphi$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x=\cos\varphi=\frac35$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x=\sin\varphi=\frac45$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 x+\cos x+4\tan x=\frac65+\frac45+3=5$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equality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when the right side equals the maximum,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Pythagorean triples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 may introduce extraneous roots; always check the sign/quadrant.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$a\sin x+b\cos x\le\sqrt{a^2+b^2}$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equality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$(\sin x,\cos x)=\frac{(a,b)}{\sqrt{a^2+b^2}}$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when the right side equals the maximum,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x=\frac 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Pythagorean triples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$(3,4,5)$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x=\frac35$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x=\frac45$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 may introduce extraneous roots; always check the sign/quadrant.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Prove that the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equilateral if and only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Prove that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equilateral if and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A+\cot B+\cot C=\sqrt3$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160324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Subjective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Triangle identities: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160324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Subjective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Triangle identities: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A\cot B+\cot B\cot C+\cot C\cot A=1$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 any triangle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squaring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then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 any triangle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$\sum\cot A\cot B=1$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squaring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$\sum\cot A=\sqrt3$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then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$\sum(\cot A-\cot B)^2=0$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equilateral,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Conversely 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Square both sides: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any triangle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equation reads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equilateral,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$A=B=C=\frac\pi3$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$\cot\frac\pi3+\cot\frac\pi3+\cot\frac\pi3=3\cdot\frac1{\sqrt3}=\sqrt3$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Conversely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A+\cot B+\cot C=\sqrt3$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Square both sides: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$\sum\cot^2A+2\sum\cot A\cot B=3$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any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$\sum\cot A\cot 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$3=3\sum\cot A\cot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equation reads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$\sum\cot^2A+2\sum\cot A\cot B=3\sum\cot A\cot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triangle is equilateral.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$\sum\cot^2A-\sum\cot A\cot 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$(\cot A-\cot B)^2+(\cot B-\cot C)^2+(\cot C-\cot A)^2=0$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A=\cot B=\cot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triangle is equilateral.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Proved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Express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condition becomes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Heron's formula turns it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Express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$\cot A+\cot B+\cot C=\frac{a^2+b^2+c^2}{4\Delta}$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condition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$a^2+b^2+c^2=4\sqrt3\,\Delta$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Heron's formula turns it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$\sum(a^2-b^2)^2=0$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area),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therefore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squaring,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A=\frac{b^2+c^2-a^2}{4\Delta}$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area),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A+\cot B+\cot C=\frac{a^2+b^2+c^2}{4\Delta}$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A+\cot B+\cot C=\sqrt3$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$(a^2+b^2+c^2)=4\sqrt3\,\Delta$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squaring,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$(a^2+b^2+c^2)^2=48\Delta^2$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$16\Delta^2=2\sum a^2b^2-\sum a^4$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$48\Delta^2=6\sum a^2b^2-3\sum a^4$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triangle is equilateral. (Conversely an equilateral triangle gives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a^4+2\sum a^2b^2=6\sum a^2b^2-3\sum a^4$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$4\sum a^4-4\sum a^2b^2=0$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$\sum(a^2-b^2)^2=0$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triangle is equilateral. (Conversely an equilateral triangle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Proved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triangle: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equality iff the triangle is equilateral (since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Weitzenböck: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equality iff equilateral.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triangle: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A\cot B+\cot B\cot C+\cot C\cot 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A+\tan B+\tan C=\tan A\tan B\tan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A+\cot B+\cot C\ge\sqrt3$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equality iff the triangle is equilateral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$(\sum x)^2\ge3\sum 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Weitzenböck: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$a^2+b^2+c^2\ge4\sqrt3\,\Delta$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equality iff equilateral.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prove that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prove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$\tan^2\frac A2+\tan^2\frac B2+\tan^2\frac C2\ge1$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Inequality for half-angle tangents in a triangle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 A2+\frac B2+\frac C2=\frac\pi2$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$\sum\tan\frac A2\tan\frac B2=1$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 u^2\ge\sum uv$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(i),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(ii),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(iii).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A2+\frac B2=\frac\pi2-\frac C2$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 A2\tan\frac B2+\tan\frac B2\tan\frac C2+\tan\frac C2\tan\frac A2=1$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$\left(\tan\frac A2-\tan\frac B2\right)^2\ge0$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$\left(\tan\frac B2-\tan\frac C2\right)^2\ge0$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(ii),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$\left(\tan\frac C2-\tan\frac A2\right)^2\ge0$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(iii).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(i), (ii), (iii):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Proved.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(i), (ii), (iii):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$2\left(\tan^2\frac A2+\tan^2\frac B2+\tan^2\frac C2\right)\ge2\sum\tan\frac A2\tan\frac B2$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$\tan^2\frac A2+\tan^2\frac B2+\tan^2\frac C2\ge\sum\tan\frac A2\tan\frac B2=1$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Proved.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Proved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convex 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Jensen's inequality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convex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$\left(0,\frac\pi2\right)$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Jensen's inequality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$\sum\tan^2\frac A2\ge3\tan^2\frac{\pi}{6}=1$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angles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convex there (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Jensen: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mean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angles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A2,\frac B2,\frac C2$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convex there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$\left(\tan^2\theta\right)''=2\sec^2\theta\left(1+3\tan^2\theta\right)&gt;0$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Jensen: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$\frac13\sum\tan^2\frac A2\ge\tan^2\left(\frac{1}{3}\sum\frac A2\right)=\tan^2\frac\pi6$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A2+\frac B2+\frac C2=\frac\pi2$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$\tan^2\frac\pi6=\frac13$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$\sum\tan^2\frac A2\ge3\cdot\frac13=1$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Proved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reals, equality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equality in the result is the equilateral triangle, where each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$\sum\tan\frac A2\tan\frac B2=1$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$\sum\cot\frac A2=\prod\cot\frac 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$x^2+y^2+z^2\ge xy+yz+zx$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reals, equality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$x=y=z$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 A2=\sqrt{\frac{(s-b)(s-c)}{s(s-a)}}$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equality in the result is the equilateral triangle, where 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$\tan^2\frac{\pi}{6}=\frac13$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6545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prove that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6545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$\tan\left(\frac\pi4+\frac y2\right)=\tan^3\left(\frac\pi4+\frac x2\right)$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prove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 y}{\sin x}=\frac{3+\sin^2x}{1+3\sin^2x}$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474212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Half-angle tangent identities and componendo–dividendo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cube it and apply componendo–dividendo.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$\tan^2\left(\frac\pi4+\frac\theta2\right)=\frac{1+\sin\theta}{1-\sin\theta}$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cube it and apply componendo–dividendo.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 the given relation: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Componendo–dividendo: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$\tan\left(\frac\pi4+\frac y2\right)=\sqrt{\frac{1-\cos\left(\frac\pi2+y\right)}{1+\cos\left(\frac\pi2+y\right)}}=\sqrt{\frac{1+\sin y}{1-\sin y}}$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 the given relation: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$\frac{1+\sin y}{1-\sin y}=\left(\frac{1+\sin x}{1-\sin x}\right)^3$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Componendo–dividendo: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 y}{1}=\frac{(1+\sin x)^3-(1-\sin x)^3}{(1+\sin x)^3+(1-\sin x)^3}$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denominator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Proved.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$=2\left(3\sin x+\sin^3x\right)=2\sin x\left(3+\sin^2x\right)$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denominator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$=2\left(1+3\sin^2x\right)$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y=\frac{\sin x\,(3+\sin^2x)}{1+3\sin^2x}$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 y}{\sin x}=\frac{3+\sin^2x}{1+3\sin^2x}$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Proved.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Proved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ratio factors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∓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$k=\tan\left(\frac\pi4+\frac x2\right)$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x=\frac{k^2-1}{k^2+1}$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y=\frac{k^6-1}{k^6+1}$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ratio factors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$k^6\mp1$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(equivalently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given relation says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$k=\tan\left(\frac\pi4+\frac x2\right)$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x=\frac{k^2-1}{k^2+1}$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(equivalently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$k^2=\frac{1+\sin x}{1-\sin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given relation says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$\tan\left(\frac\pi4+\frac y2\right)=k^3$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y=\frac{k^6-1}{k^6+1}$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 y}{\sin x}=\frac{(k^6-1)(k^2+1)}{(k^6+1)(k^2-1)}=\frac{k^4+k^2+1}{k^4-k^2+1}$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$k^6-1=(k^2-1)(k^4+k^2+1)$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$k^6+1=(k^2+1)(k^4-k^2+1)$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$k^2=\frac{1+s}{1-s}$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$k^4+k^2+1=\frac{(1+s)^2+(1-s^2)+(1-s)^2}{(1-s)^2}=\frac{3+s^2}{(1-s)^2}$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$k^4-k^2+1=\frac{(1+s)^2-(1-s^2)+(1-s)^2}{(1-s)^2}=\frac{1+3s^2}{(1-s)^2}$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 y}{\sin x}=\frac{3+\sin^2x}{1+3\sin^2x}$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Proved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relations appear, componendo–dividendo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odd polynomials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shape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terms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0.92857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$\tan\left(\frac\pi4+\frac\theta2\right)=\sec\theta+\tan\theta=\frac{1+\sin\theta}{\cos\theta}$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$\tan^2\left(\frac\pi4+\frac\theta2\right)=\frac{1+\sin\theta}{1-\sin\theta}$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$\frac{p}{q}=r^3$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relations appear, componendo–dividendo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$\frac{p-q}{p+q}=\frac{r^3-1}{r^3+1}$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odd polynomials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$\frac{(1+s)^3-(1-s)^3}{(1+s)^3+(1-s)^3}=\frac{s(3+s^2)}{1+3s^2}$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shape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$\tanh3u$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terms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$\tanh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$s=0.5$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$0.92857$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615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kite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ratio of the area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area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written in the form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236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∘</m:t>
                                </m:r>
                              </m:sup>
                            </m:sSup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relatively prime positive integers. Determine the ordered triple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Also find the numerical value of the ratio.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615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kite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$AB=AD$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$CB=CD$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A=108^\circ$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C=36^\circ$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ratio of the 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ABD$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CBD$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written in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$\frac{a-b\tan^236^\circ}{c}$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relatively prime positive integers. Determine the ordered triple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Also find the numerical value of the ratio.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370323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Area of triangles with a common base and trigonometric ratios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370323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Area of triangles with a common base and trigonometric ratios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$18^\circ,36^\circ$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Triangles on the common base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have areas in the ratio of their heights,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36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236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∘</m:t>
                                </m:r>
                              </m:sup>
                            </m:sSup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Triangles on the common base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have areas in the ratio of their heights,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$x\tan36^\circ:x\tan72^\circ$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$\tan72^\circ=\frac{2\tan36^\circ}{1-\tan^236^\circ}$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diagonal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bisects the kite and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its midpoint; let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Triangles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share the base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their areas are in the ratio of their heights.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base angle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108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base angle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36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diagonal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bisects the kite and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its midpoint;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$\frac{BD}2=x$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Triangles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$CBD$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share the 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their areas are in the ratio of their heights.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ABD$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base angle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$\frac{180^\circ-108^\circ}{2}=36^\circ$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$h=x\tan36^\circ$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CBD$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base angle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$\frac{180^\circ-36^\circ}2=72^\circ$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$k=x\tan72^\circ$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36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72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36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236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∘</m:t>
                                </m:r>
                              </m:sup>
                            </m:sSup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236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∘</m:t>
                                </m:r>
                              </m:sup>
                            </m:sSup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value: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236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∘</m:t>
                                </m:r>
                              </m:sup>
                            </m:sSup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236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∘</m:t>
                                </m:r>
                              </m:sup>
                            </m:sSup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236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∘</m:t>
                                </m:r>
                              </m:sup>
                            </m:sSup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236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∘</m:t>
                                </m:r>
                              </m:sup>
                            </m:sSup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72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236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∘</m:t>
                                </m:r>
                              </m:sup>
                            </m:sSup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72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72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hk=\frac{\tan36^\circ}{\tan72^\circ}$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$\tan72^\circ=\frac{2\tan36^\circ}{1-\tan^236^\circ}$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hk=\frac{1-\tan^236^\circ}{2}$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value: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$\frac{1-\tan^236^\circ}2=\frac{\cos^236^\circ-\sin^236^\circ}{2\cos^236^\circ}=\frac{\cos72^\circ}{2\cos^236^\circ}=\frac{\cos72^\circ}{1+\cos72^\circ}$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Rationalise: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$\cos72^\circ=\sin18^\circ=\frac{\sqrt5-1}{4}$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$\frac{\sin18^\circ}{1+\sin18^\circ}=\frac{\sqrt5-1}{4+\sqrt5-1}=\frac{\sqrt5-1}{\sqrt5+3}$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Rationalise: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$\frac{(\sqrt5-1)(\sqrt5-3)}{(\sqrt5+3)(\sqrt5-3)}=\frac{8-4\sqrt5}{-4}=\sqrt5-2$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ratio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$(a,b,c)=(1,1,2)$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ratio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$=\sqrt5-2$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Compute the areas directly 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𝑠𝑖𝑑𝑒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𝑎𝑝𝑒𝑥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relate the two equal-sided triangles through the common base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using the cosine rule.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Compute the areas directly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$\frac12(\text{side})^2\sin(\text{apex})$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relate the two equal-sided triangles through the common base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using the cosine rule.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common base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36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108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 of areas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108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36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36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108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108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36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$AB=AD=u$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$CB=CD=v$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$ABD=\frac12u^2\sin108^\circ$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$CBD=\frac12v^2\sin36^\circ$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common base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$BD^2=2u^2(1-\cos108^\circ)=2v^2(1-\cos36^\circ)$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$\frac{u^2}{v^2}=\frac{1-\cos36^\circ}{1-\cos108^\circ}$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 of areas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$=\frac{u^2\sin108^\circ}{v^2\sin36^\circ}=\frac{(1-\cos36^\circ)\sin108^\circ}{(1-\cos108^\circ)\sin36^\circ}$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36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36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ratio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as before,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0.2361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$\frac{1-\cos36^\circ}{\sin36^\circ}=\tan18^\circ$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$\sin108^\circ=\cos18^\circ$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$1-\cos108^\circ=1+\sin18^\circ$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ratio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$\frac{\tan18^\circ\cos18^\circ}{1+\sin18^\circ}=\frac{\sin18^\circ}{1+\sin18^\circ}=\sqrt5-2$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as before,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$\approx0.2361$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ratio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$(a,b,c)=(1,1,2)$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ratio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$=\sqrt5-2$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triangles with a common base have areas in the ratio of their heights; for an isosceles triangle on base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base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height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36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236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∘</m:t>
                                </m:r>
                              </m:sup>
                            </m:sSup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triangles with a common base have areas in the ratio of their heights; for an isosceles triangle on 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base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height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$\frac{BD}2\tan\beta$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$\tan72^\circ=\frac{2\tan36^\circ}{1-\tan^236^\circ}$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$\frac{1-\cos\theta}{\sin\theta}=\tan\frac\theta2$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$\sin18^\circ=\frac{\sqrt5-1}{4}$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$\cos36^\circ=\frac{\sqrt5+1}{4}$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$\frac{\sin18^\circ}{1+\sin18^\circ}=\sqrt5-2\approx0.236$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find the largest possible value of the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$4\sin x\cos y+2\sin x+2\cos y+1=0$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$x,y\in[0,2\pi]$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find the largest possible value of the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Factorisation of a trigonometric equation in two variables and extreme values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equation factors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either factor can vanish while the other variable is completely free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equation factors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$(2\sin x+1)(2\cos y+1)=0$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either factor can vanish while the other variable is completely free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$[0,2\pi]$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other variable is then unrestricted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any value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Largest sum: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$4\sin x\cos y+2\sin x+2\cos y+1=(2\sin x+1)(2\cos y+1)=0$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y=-\frac12$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other variable is then unrestricted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$x=\frac{7\pi}6$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$\frac{11\pi}6$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any value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Largest sum: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$\frac{11\pi}6+2\pi=\frac{23\pi}{6}$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any value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Largest sum: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largest possible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y=-\frac12$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$y=\frac{2\pi}3$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$\frac{4\pi}3$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any value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Largest sum: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$2\pi+\frac{4\pi}3=\frac{10\pi}3=\frac{20\pi}6$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$\frac{23\pi}6&gt;\frac{20\pi}6$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largest possible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$\frac{23\pi}{6}$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$x=\frac{11\pi}6$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$\frac{23\pi}{6}$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add-and-factor trick,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 product of two factors is zero, only one factor must vanish; the variable in the other factor is free. Maximise (or minimise) over both cases separately.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endpoints of closed intervals: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allowed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the second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first factor must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it is).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$4uv+2u+2v+1=(2u+1)(2v+1)$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add-and-factor trick,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$v=\cos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 product of two factors is zero, only one factor must vanish; the variable in the other factor is free. Maximise (or minimise) over both cases separately.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endpoints of closed intervals: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$y=2\pi\in[0,2\pi]$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allowed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the second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first factor must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it is).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find the maximum value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$(\ln x)^2+(\ln y)^2=\ln x^2+\ln 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find the maximum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$x^{\ln 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Maximum of a function on a circle (trigonometric parametrisation) with logarithms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4(A level above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condition is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$u=\ln x-1$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$v=\ln y-1$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condition is the circle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$u^2+v^2=2$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$x^{\ln y}=e^{(1+u)(1+v)}$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Complete squares: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x^2=2\ln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y^2=2\ln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$(\ln x)^2+(\ln y)^2=2(\ln x+\ln 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Complete squares: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$(\ln x-1)^2+(\ln y-1)^2=2$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$\left(\frac{\ln x-1}{\sqrt2}\right)^2+\left(\frac{\ln y-1}{\sqrt2}\right)^2=1$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$\frac{\ln x-1}{\sqrt2}=\sin\theta$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$\frac{\ln y-1}{\sqrt2}=\cos\theta$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x=1+\sqrt2\sin\theta$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y=1+\sqrt2\cos\theta$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exponent is largest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(max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simultaneously.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 exponent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maximum value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$x^{\ln y}=e^{\ln x\ln y}=e^{(1+\sqrt2\sin\theta)(1+\sqrt2\cos\theta)}=e^{1+2\sin\theta\cos\theta+\sqrt2\cos\theta+\sqrt2\sin\theta}$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exponent is largest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$\sin\theta+\cos\theta=\sqrt2$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(max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$\sin\theta+\cos\theta$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$2\sin\theta\cos\theta=1$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simultaneously.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Maximum exponent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$=1+1+\sqrt2\cdot\sqrt2=4$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maximum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x=\ln 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$x=y=e^2&gt;1$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$e^4$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maximal at the extreme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(Cauchy).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$u=\ln x-1$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$v=\ln y-1$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$s=u+v$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$uv=\frac{s^2-2}{2}$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$(1+u)(1+v)=\frac{s^2}{2}+s$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maximal at the extreme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(Cauchy).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We want to maximise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$u=\ln 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$v=\ln y-1$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$u^2+v^2=2$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We want to maximise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x\ln y=(1+u)(1+v)=1+(u+v)+uv$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$s=u+v$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$s^2=u^2+v^2+2uv=2+2uv$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$uv=\frac{s^2-2}{2}$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$(1+u)(1+v)=1+s+\frac{s^2-2}2=\frac{s^2}2+s$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Cauchy–Schwarz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over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attained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maximum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Cauchy–Schwarz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$s^2\le2(u^2+v^2)=4$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$s\in[-2,2]$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$\frac{s^2}2+s$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$s\ge-1$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$s\in[-2,2]$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attained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$u=v=1$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$x=y=e^2$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maximum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$x^{\ln y}=e^{(1+u)(1+v)}$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$e^4$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circle in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plane: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a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controlled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(symmetric).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$(\ln x)^2+(\ln y)^2=2(\ln x+\ln 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circle in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$(\ln x,\ln 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plane: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a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$u^2+v^2=r^2$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$(1+u)(1+v)$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controlled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$s=u+v$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$uv=\frac{s^2-r^2}{2}$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$|s|\le r\sqrt2$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$x^{\ln y}=y^{\ln x}=e^{\ln x\ln 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(symmetric).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Prove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the equality sign holds.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Prove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$1+\cot\theta\le\cot\frac\theta2$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$0&lt;\theta&lt;\pi$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the equality sign holds.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Cotangent half-angle inequality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$t=\cot\frac\theta2&gt;0$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$\cot\theta=\frac{t^2-1}{2t}$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$1+\cot\theta-\cot\frac\theta2=-\frac{(t-1)^2}{2t}$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cot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$t=\cot\frac\theta2$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$0&lt;\theta&lt;\pi$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$\cot\theta=\frac{\cot^2\frac\theta2-1}{2\cot\frac\theta2}=\frac{t^2-1}{2t}$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$1+\cot\theta-\cot\frac\theta2=1+\frac{t^2-1}{2t}-t=\frac{2t+t^2-1-2t^2}{2t}$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$=\frac{-t^2+2t-1}{2t}=-\frac{(t-1)^2}{2t}\le0$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$1+\cot\theta\le\cot\frac\theta2$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$0&lt;\theta&lt;\pi$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$\cot\frac\theta2=1$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$\frac\theta2=\frac\pi4$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$\theta=\frac\pi2$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identity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the claim is just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identity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$\cot\frac\theta2-\cot\theta=\csc\theta$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the claim is just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$\csc\theta\ge1$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$\cot\frac\theta2-\cot\theta=\frac{\cos\frac\theta2}{\sin\frac\theta2}-\frac{\cos\theta}{\sin\theta}=\frac{\cos\frac\theta2\sin\theta-\cos\theta\sin\frac\theta2}{\sin\frac\theta2\sin\theta}=\frac{\sin\frac\theta2}{\sin\frac\theta2\sin\theta}=\csc\theta$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$\cot\frac\theta2-(1+\cot\theta)=\csc\theta-1$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inequality follows.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$0&lt;\theta&lt;\pi$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$0&lt;\sin\theta\le1$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$\csc\theta\ge1$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inequality follows.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$\theta=\frac\pi2$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csc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half-angle 'cosecant' identity.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cotangent double-angle formula.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equality only 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$\cot\frac\theta2-\cot\theta=\csc\theta$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$\cot\frac\theta2+\tan\frac\theta2=2\csc\theta$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half-angle 'cosecant' identity.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$\cot\theta=\frac{t^2-1}{2t}$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$t=\cot\frac\theta2$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cotangent double-angle formula.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$\cot\frac\theta2\ge1+\cot\theta$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equality only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show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$\left[0,\frac\pi2\right]$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show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$\cos(\sin\theta)&gt;\sin(\cos\theta)$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160324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Subjective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Comparing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using monotonicity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160324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Subjective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Comparing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$\cos(\sin\theta)$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$\sin(\cos\theta)$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using monotonicity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apply the increasing function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$\sin\theta+\cos\theta\le\sqrt2&lt;\frac\pi2$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$\cos\theta&lt;\frac\pi2-\sin\theta$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apply the increasing function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$\left[0,\frac\pi2\right]$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$\cos\theta+\sin\theta=\sqrt2\sin\left(\theta+\frac\pi4\right)\le\sqrt2$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$\sqrt2&lt;\frac\pi2$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$\cos\theta+\sin\theta&lt;\frac\pi2$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$\cos\theta&lt;\frac\pi2-\sin\theta$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$\cos\theta\in[0,1]$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$\frac\pi2-\sin\theta\in\left[\frac\pi2-1,\frac\pi2\right]$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$\left[0,\frac\pi2\right]$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$\sin(\cos\theta)&lt;\sin\left(\frac\pi2-\sin\theta\right)=\cos(\sin\theta)$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$\cos(\sin\theta)&gt;\sin(\cos\theta)$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$\theta\in\left[0,\frac\pi2\right]$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Proved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product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show both factors are positive.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$\cos(\sin\theta)-\sin(\cos\theta)=\sin\left(\frac\pi2-\sin\theta\right)-\sin(\cos\theta)$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product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$2\cos(\cdot)\sin(\cdot)$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show both factors are positive.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$\cos(\sin\theta)-\sin(\cos\theta)=\sin\left(\frac\pi2-\sin\theta\right)-\sin(\cos\theta)=2\cos P\,\sin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$P=\frac{\frac\pi2-\sin\theta+\cos\theta}{2}$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$Q=\frac{\frac\pi2-\sin\theta-\cos\theta}{2}$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$\left[0,\frac\pi2\right]$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$|\sin\theta-\cos\theta|\le1$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$\frac\pi2-1\le\frac\pi2-\sin\theta+\cos\theta\le\frac\pi2+1$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$0&lt;P&lt;\frac{\pi/2+1}{2}\approx1.29&lt;\frac\pi2$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P&gt;0$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product of two positive numbers is positive,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$1\le\sin\theta+\cos\theta\le\sqrt2$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$\frac\pi2-\sqrt2\le\frac\pi2-\sin\theta-\cos\theta\le\frac\pi2-1$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$0&lt;Q&lt;\frac\pi2$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Q&gt;0$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product of two positive numbers is positive,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$\cos(\sin\theta)&gt;\sin(\cos\theta)$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Proved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a mixed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comparison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depends only on whether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Key bound: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same method proves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because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1.414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1.571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check such a numerical bound before applying monotonicity.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u=\sin\left(\frac\pi2-u\right)$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a mixed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$\cos(\sin\theta)$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$\sin(\cos\theta)$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comparison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depends only on whether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$A&lt;B$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$[0,\frac\pi2]$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Key bound: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$\sin\theta+\cos\theta\le\sqrt2&lt;\frac\pi2$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same method proves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$\cos(\sin\theta)&gt;\sin(\cos\theta)$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$\sqrt2&lt;\frac\pi2$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$1.414&lt;1.571$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check such a numerical bound before applying monotonicity.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prove that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$x+y+z=xyz$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prove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$\frac{x}{1-x^2}+\frac{y}{1-y^2}+\frac{z}{1-z^2}=\frac{4xyz}{(1-x^2)(1-y^2)(1-z^2)}$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Subjective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Tangent identities: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symmetric functions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4(A level above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Subjective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Tangent identities: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$x+y+z=xyz$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symmetric functions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4(A level above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Combine the left side over the common denominator and express the numerator through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Combine the left side over the common denominator and express the numerator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$e_1=x+y+z$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$e_2=xy+yz+zx$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$e_3=xyz$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$e_1=e_3$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the common denominator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left side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similarly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the common denominator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$(1-x^2)(1-y^2)(1-z^2)$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left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$\frac{x(1-y^2)(1-z^2)+y(1-x^2)(1-z^2)+z(1-x^2)(1-y^2)}{(1-x^2)(1-y^2)(1-z^2)}$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$x(1-y^2)(1-z^2)=x-xy^2-xz^2+xy^2z^2$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similarly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$=(x+y+z)-\left[x(y^2+z^2)+y(z^2+x^2)+z(x^2+y^2)\right]+xyz(yz+zx+xy)$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bracket equals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numerator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numerator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left side equals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Proved.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bracket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$e_1e_2-3e_3$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$e_1e_2=\sum x(y^2+z^2)+3xyz$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numerator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$e_1-e_1e_2+3e_3+e_3e_2$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$e_1=e_3$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$=e_3-e_3e_2+3e_3+e_3e_2=4e_3=4xyz$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left side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$\frac{4xyz}{(1-x^2)(1-y^2)(1-z^2)}$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Proved.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Proved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identity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required result.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$x=\tan 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$y=\tan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$z=\tan 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$A+B+C=n\pi$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identity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$\tan2A+\tan2B+\tan2C=\tan2A\tan2B\tan2C$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required result.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condition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$x=\tan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$y=\tan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$z=\tan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$x+y+z=xyz$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$\tan(A+B+C)=\frac{x+y+z-xyz}{1-xy-yz-zx}=0$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$A+B+C=n\pi$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$2A+2B+2C=2n\pi$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$\tan(2A+2B)=\tan(2n\pi-2C)=-\tan2C$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$\frac{\tan2A+\tan2B}{1-\tan2A\tan2B}=-\tan2C$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$\tan2A+\tan2B+\tan2C=\tan2A\tan2B\tan2C$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etc.: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$\tan2A=\frac{2x}{1-x^2}$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etc.: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$\sum\frac{2x}{1-x^2}=\frac{8xyz}{(1-x^2)(1-y^2)(1-z^2)}$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$\frac{x}{1-x^2}+\frac{y}{1-y^2}+\frac{z}{1-z^2}=\frac{4xyz}{(1-x^2)(1-y^2)(1-z^2)}$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Proved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exactly the condition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(e.g. angles of a triangle).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also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again 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both sides of the identity equal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2.2974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$x+y+z=xyz$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exactly the condition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$x=\tan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$y=\tan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$z=\tan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$A+B+C=n\pi$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(e.g. angles of a triangle).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$A+B+C=n\pi$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$\sum\tan A=\prod\tan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$\sum\tan2A=\prod\tan2A$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$2A+2B+2C$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again a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$z=\frac67$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$x+y+z=xyz$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both sides of the identity equal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$2.2974$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Paragraph Based 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Q28 – Q33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3 marks each (no marks printed - JEE Advanced default of 3 assumed)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885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Paragraph for Questions 28 to 30: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arithmetic mean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some integer. Answer the following questions.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885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Paragraph for Questions 28 to 30: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$\cos\alpha+\cos\beta=a$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$\sin\alpha+\sin\beta=b$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arithmetic mean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$\sin2\gamma+\cos2\gamma=1+\frac{nb(a-b)}{a^2+b^2}$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some integer. Answer the following questions.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497324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Paragraph Based 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Sum-to-product formulas and double angle in terms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497324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Paragraph Based 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Sum-to-product formulas and double angle in terms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$\tan\gamma$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Dividing the two sum-to-product relations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Dividing the two sum-to-product relations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$\tan\gamma=\frac ba$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$\gamma=\frac{\alpha+\beta}2$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(ii) by (i):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$\gamma=\frac{\alpha+\beta}2$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$\cos\alpha+\cos\beta=2\cos\gamma\cos\frac{\alpha-\beta}2=a\ \ (i)$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$\sin\alpha+\sin\beta=2\sin\gamma\cos\frac{\alpha-\beta}2=b\ \ (ii)$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(ii) by (i):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$\tan\gamma=\frac 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$\sin\gamma=\frac{b}{\sqrt{a^2+b^2}}$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$\cos\gamma=\frac{a}{\sqrt{a^2+b^2}}$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$\sin2\gamma+\cos2\gamma=2\sin\gamma\cos\gamma+2\cos^2\gamma-1=\frac{2ab}{a^2+b^2}+\frac{2a^2}{a^2+b^2}-1$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Combine: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Combine: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$\frac{2ab+2a^2-(a^2+b^2)}{a^2+b^2}=\frac{a^2-b^2+2ab}{a^2+b^2}=1+\frac{2ab-2b^2}{a^2+b^2}$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$\sin2\gamma+\cos2\gamma=1+\frac{2b(a-b)}{a^2+b^2}$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Express both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-formulas.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Express both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$\sin2\gamma$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$\cos2\gamma$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$\tan\gamma=\frac ba$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-formulas.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above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above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$\tan\gamma=\frac 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$\sin2\gamma=\frac{2\tan\gamma}{1+\tan^2\gamma}=\frac{2ab}{a^2+b^2}$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$\cos2\gamma=\frac{1-\tan^2\gamma}{1+\tan^2\gamma}=\frac{a^2-b^2}{a^2+b^2}$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$\sin2\gamma+\cos2\gamma-1=\frac{2ab+a^2-b^2-a^2-b^2}{a^2+b^2}=\frac{2ab-2b^2}{a^2+b^2}$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$\sin2\gamma+\cos2\gamma=1+\frac{2b(a-b)}{a^2+b^2}$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their ratio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(when the denominator is non-zero).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$\cos\alpha+\cos\beta=2\cos\frac{\alpha+\beta}2\cos\frac{\alpha-\beta}2$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$\sin\alpha+\sin\beta=2\sin\frac{\alpha+\beta}2\cos\frac{\alpha-\beta}2$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their ratio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$\tan\frac{\alpha+\beta}2=\frac{\sin\alpha+\sin\beta}{\cos\alpha+\cos\beta}$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(when the denominator is non-zero).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$\sin2\gamma=\frac{2\tan\gamma}{1+\tan^2\gamma}$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$\cos2\gamma=\frac{1-\tan^2\gamma}{1+\tan^2\gamma}$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$(\cos\alpha+\cos\beta)^2+(\sin\alpha+\sin\beta)^2=4\cos^2\frac{\alpha-\beta}2$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604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Paragraph for Questions 28 to 30: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arithmetic mean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some integer. Answer the following questions.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obtained in the above question,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polynomial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degree: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604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Paragraph for Questions 28 to 30: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$\cos\alpha+\cos\beta=a$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$\sin\alpha+\sin\beta=b$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arithmetic mean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$\sin2\gamma+\cos2\gamma=1+\frac{nb(a-b)}{a^2+b^2}$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some integer. Answer the following questions.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obtained in the above question,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$\sin^nA=x$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A\sin2A\sin3A\sin4A$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polynomial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degree: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Paragraph Based 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Multiple-angle formulas and degree of a polynomial in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Paragraph Based 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Multiple-angle formulas and degree of a polynomial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$\sin^2A$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write every factor in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write every factor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$\sin^2A$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$\sin^22A=4x(1-x)$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$\cos2A=1-2x$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$x=\sin^2A$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$\sin3A=3\sin A-4\sin^3A$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$\sin4A=2\sin2A\cos2A$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A\sin2A\sin3A\sin4A=\sin A\left(3\sin A-4\sin^3A\right)\cdot2\sin^22A\cos2A$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product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product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Degree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A(3\sin A-4\sin^3A)=3x-4x^2$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$\sin^22A=4\sin^2A\cos^2A=4x(1-x)$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$\cos2A=1-2x$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product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$(3x-4x^2)\cdot2\cdot4x(1-x)(1-2x)=8(3x-4x^2)\cdot x(1-x)(1-2x)$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$x(1-x)(1-2x)=x-3x^2+2x^3$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product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$8(3x-4x^2)(x-3x^2+2x^3)$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Degree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$=2+3=5$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Convert the product to a polynomial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product-to-sum, then read off the degree.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Convert the product to a polynomial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$c=\cos2A=1-2x$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product-to-sum, then read off the degree.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has degree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degree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A\sin3A=\frac12(\cos2A-\cos4A)$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$\sin2A\sin4A=\frac12(\cos2A-\cos6A)$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$c=\cos2A$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$\cos4A=2c^2-1$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$\cos6A=4c^3-3c$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$=\frac14(c-2c^2+1)(c-4c^3+3c)=\frac14(1+c-2c^2)(4c-4c^3)=(1+c-2c^2)(c-c^3)$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has degree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$2+3=5$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$c=1-2x$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linear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degree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linear functions of each other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a product of even-power factors is a polynomial in either.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Degree counting: a polynomial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made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factors of degree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degree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linear functions of each other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$\cos2A=1-2\sin^2A$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a product of even-power factors is a polynomial in either.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A\sin(60^\circ-A)\sin(60^\circ+A)=\frac14\sin3A$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$\sin3A=3\sin A-4\sin^3A$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Degree counting: a polynomial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$x=\sin^2A$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made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factors of degree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degree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d_i$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$2+3=5$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322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Paragraph for Questions 28 to 30: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arithmetic mean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some integer. Answer the following questions.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degree of the polynomial obtained in the previous question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G.P., then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none of these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322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Paragraph for Questions 28 to 30: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$\cos\alpha+\cos\beta=a$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$\sin\alpha+\sin\beta=b$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arithmetic mean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$\sin2\gamma+\cos2\gamma=1+\frac{nb(a-b)}{a^2+b^2}$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some integer. Answer the following questions.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degree of the polynomial obtained in the previous question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$(p-5)+\sin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G.P.,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$\cos^9x+\cos^6x+3\cos^5x-1=$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none of these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Paragraph Based 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Geometric progression of trigonometric functions and powers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Paragraph Based 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Geometric progression of trigonometric functions and powers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 first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G.P. gives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turns the expression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 first term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G.P.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$\cos^3x=\sin^2x$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turns the expression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$(\sin^2x+\cos^2x)^3-1$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(previous question), so the G.P.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G.P. condition: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(previous question), so the G.P.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$0+\sin x,\ \cos x,\ 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G.P. condition: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$\cos^2x=\sin x\tan x=\frac{\sin^2x}{\cos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$\cos^3x=\sin^2x$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$\cos^9x=\left(\cos^3x\right)^3=\sin^6x$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$3\cos^5x=3\cos^2x\cdot\cos^3x=3\sin^2x\cos^2x$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becomes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expression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$\sin^6x+\cos^6x+3\sin^2x\cos^2x-1$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$\sin^6x+\cos^6x=(\sin^2x+\cos^2x)^3-3\sin^2x\cos^2x(\sin^2x+\cos^2x)=1-3\sin^2x\cos^2x$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$1-3\sin^2x\cos^2x+3\sin^2x\cos^2x-1=0$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G.P. relation becomes a cubic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required expression is exactly that cubic.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$m=\cos^3x$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G.P. relation becomes a cubic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required expression is exactly that cubic.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expression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$\cos^3x=\sin^2x=1-\cos^2x$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$m=\cos^3x$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$\cos^2x=1-m$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$\cos^5x=\cos^3x\cos^2x=m(1-m)$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$\cos^6x=m^2$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$\cos^9x=m^3$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$m^3+m^2+3m(1-m)-1=m^3-2m^2+3m-1$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$\cos^3x=m$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$\cos^2x=1-m$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$\left(\cos^2x\right)^3=\left(\cos^3x\right)^2$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$(1-m)^3=m^2$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$m^3-2m^2+3m-1=0$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terms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G.P. iff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root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the relation to lower powers: replace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repeatedly.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terms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G.P.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$\cos^2x=\sin x\tan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$\cos^3x=\sin^2x$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$c^3+c^2-1=0$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$\sin^6x+\cos^6x=1-3\sin^2x\cos^2x$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$\sin^4x+\cos^4x=1-2\sin^2x\cos^2x$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the relation to lower powers: replace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repeatedly.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16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Paragraph for Questions 31 to 33: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product of the sines of the angles of a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product of the cosines of the angles.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this triangle,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none of these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16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Paragraph for Questions 31 to 33: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product of the sines of the angles of a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product of the cosines of the angles.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this triangle,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A+\tan B+\tan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$p-q$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none of these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125467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Paragraph Based 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Triangle tangent identity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125467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Paragraph Based 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Triangle tangent identity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$\sum\tan A=\prod\tan A$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 a triangle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 a triangle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 A+\tan B+\tan C=\tan A\tan B\tan C=\frac{\sin A\sin B\sin C}{\cos A\cos B\cos C}$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Reason: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A\sin B\sin C=p$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A\cos B\cos C=q$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A+\tan B+\tan C=\tan A\tan B\tan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Reason: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$\tan(A+B)=-\tan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$\frac{\tan A+\tan B}{1-\tan A\tan B}=-\tan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A+\tan B+\tan C=\tan A\tan B\tan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A\tan B\tan C=\frac{\sin A\sin B\sin C}{\cos A\cos B\cos C}=\frac 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 pq$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divide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$\sin(A+B+C)=0$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$\sum\sin A\cos B\cos C=\sin A\sin B\sin 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divide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 A\cos B\cos 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$0=\sin\pi=\sin(A+B+C)=\sin A\cos B\cos C+\cos A\sin B\cos C+\cos A\cos B\sin C-\sin A\sin B\sin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$\sum\sin A\cos B\cos C=\sin A\sin B\sin C=p$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A\cos B\cos C=q$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$\sum\tan A=\frac 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 pq$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any triangle: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 when no angle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two master expansions.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Equilateral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any triangle: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$\sum\tan A=\prod\tan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 when no angle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$\sum\cot A\cot 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$\sin(A+B+C)=\sum\sin A\cos B\cos C-\prod\sin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$\cos(A+B+C)=\prod\cos A-\sum\cos A\sin B\sin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two master expansions.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Equilateral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$p=\frac{3\sqrt3}8$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$q=\frac18$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pq=3\sqrt3=3\tan\frac\pi3$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982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Paragraph for Questions 31 to 33: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product of the sines of the angles of a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product of the cosines of the angles.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982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Paragraph for Questions 31 to 33: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product of the sines of the angles of a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product of the cosines of the angles.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A\tan B+\tan B\tan C+\tan C\tan A=$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$\frac{1+q}{q}$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$\frac{1+p}{p}$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607051"/>
                <a:ext cx="10725912" cy="160324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Paragraph Based 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Triangle identity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terms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607051"/>
                <a:ext cx="10725912" cy="160324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Paragraph Based 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Triangle identity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$\sum\tan A\tan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terms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$\prod\cos A$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over the common denominator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numerator reduces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over the common denominator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$q=\cos A\cos B\cos 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numerator reduces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$A+C=\pi-B$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Over the common denominator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numerator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Group the first two: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numerator is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$\sum\tan A\tan B=\frac{\sin A\sin B}{\cos A\cos B}+\frac{\sin B\sin C}{\cos B\cos C}+\frac{\sin A\sin C}{\cos A\cos 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Over the common denominator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A\cos B\cos C=q$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numerator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C\sin A\sin B+\cos A\sin B\sin C+\sin A\cos B\sin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Group the first two: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B(\sin A\cos C+\cos A\sin C)=\sin B\sin(A+C)=\sin^2B$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numerator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$\sin^2B+\sin A\cos B\sin C=1-\cos^2B+\sin A\sin C\cos B=1-\cos B\left(\cos B-\sin A\sin C\right)$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B=-\cos(A+C)=-\cos A\cos C+\sin A\sin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B-\sin A\sin C=-\cos A\cos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$=1+\cos B\cos A\cos C=1+q$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$\sum\tan A\tan B=\frac{1+q}q$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$\frac{1+q}{q}$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divide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$\cos(A+B+C)=-1$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 A\cos B\cos C-\sum\cos A\sin B\sin C=-1$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$\sum\cos A\sin B\sin C=1+q$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divide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$\cos(A+B+C)=\cos A\cos B\cos C-\cos A\sin B\sin C-\sin A\cos B\sin C-\sin A\sin B\cos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$\sum\cos A\sin B\sin C=q+1$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A\cos B\cos C=q$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B\tan C+\tan A\tan C+\tan A\tan B=\frac{1+q}{q}$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$\frac{1+q}{q}$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triangle: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Equilateral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triangle: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$\sum\cos A\sin B\sin C=1+\prod\cos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$\sum\sin A\cos B\cos C=\prod\sin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$\sum\tan A\tan B=\frac{1+q}{q}=1+\sec A\sec B\sec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Equilateral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$q=\frac18$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$\frac{9/8}{1/8}=9=3(\sqrt3)^2$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982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Paragraph for Questions 31 to 33: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product of the sines of the angles of a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product of the cosines of the angles.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982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Paragraph for Questions 31 to 33: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product of the sines of the angles of a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product of the cosines of the angles.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$\tan^3A+\tan^3B+\tan^3C$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$\frac{p^3-3pq^2}{q^3}$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$\frac{q^3}{p^3}$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$\frac{p^3}{q^3}$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$\frac{p^3-3pq}{q^3}$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607051"/>
                <a:ext cx="10725912" cy="160324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Paragraph Based 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Symmetric functions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 triangle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607051"/>
                <a:ext cx="10725912" cy="160324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Paragraph Based 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Symmetric functions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A,\tan B,\tan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 triangle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Cube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using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Cube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 A+\tan B+\tan 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$S_1=\frac pq$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$S_2=\frac{1+q}q$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$S_3=\frac pq$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$S_1=\sum\tan A=\frac 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$S_2=\sum\tan A\tan B=\frac{1+q}q$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$S_3=\tan A\tan B\tan C=\frac 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$(\tan A+\tan B+\tan C)^3=\sum\tan^3A+3(\tan A+\tan B+\tan C)(\tan A\tan B+\tan B\tan C+\tan C\tan A)-3\tan A\tan B\tan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$\frac{p^3}{q^3}=\sum\tan^3A+3\cdot\frac pq\cdot\frac{1+q}q-3\cdot\frac 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$\sum\tan^3A=\frac{p^3}{q^3}-\frac{3p(1+q)}{q^2}+\frac{3p}q=\frac{p^3}{q^3}-\frac{3p}{q^2}-\frac{3p}{q}+\frac{3p}{q}$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$\sum\tan^3A=\frac{p^3}{q^3}-\frac{3p}{q^2}=\frac{p^3-3pq}{q^3}$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$\frac{p^3-3pq}{q^3}$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Newton's identity: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triangle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power sums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reduce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Equilateral check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matching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Newton's identity: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$a^3+b^3+c^3=S_1^3-3S_1S_2+3S_3$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$S_1=S_3=\frac 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$S_2=\frac{1+q}{q}$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power sums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A,\tan B,\tan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reduce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Equilateral check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$p=\frac{3\sqrt3}8$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$q=\frac18$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$\frac{p^3-3pq}{q^3}=9\sqrt3=3(\sqrt3)^3$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matching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$3\tan^3\frac\pi3$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Matching List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Q34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3 marks (no marks printed - JEE Advanced default of 3 assumed)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9090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 the following columns.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 I: (A) 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is; (B) Exact value of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is; (C)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is; (D) The value of the expression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 II: (P)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(Q)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(R)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(S)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9090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 the following columns.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 I: (A)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$\cos\frac{\pi}{19}+\cos\frac{3\pi}{19}+\cos\frac{5\pi}{19}+\cdots+\cos\frac{17\pi}{19}$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is; (B) Exact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$\cos^4\frac{\pi}{16}+\cos^4\frac{3\pi}{16}+\cos^4\frac{5\pi}{16}+\cos^4\frac{7\pi}{16}$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is; (C)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$6(\sin^6\theta+\cos^6\theta)-9(\sin^4\theta+\cos^4\theta)$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is; (D) The value of the expression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$\sin20^\circ\sin40^\circ\sin60^\circ\sin100^\circ$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 II: (P)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(Q)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(R)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(S)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Matching List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Sum and product of cosines/sines (telescoping, power reduction, identities)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(A) telescopes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(B) pairs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(C) uses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(D) uses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(A) telescopes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$2\sin\frac\pi{19}$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(B) pairs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(C) uses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$\sin^2+\cos^2=1$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(D) uses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$\sin\theta\sin(60^\circ-\theta)\sin(60^\circ+\theta)=\frac14\sin3\theta$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Multiply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telescopes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$2\sin\frac\pi{19}$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$2\sin\frac\pi{19}\cos\frac{(2k-1)\pi}{19}=\sin\frac{2k\pi}{19}-\sin\frac{(2k-2)\pi}{19}$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telescopes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$\sin\frac{18\pi}{19}=\sin\frac\pi{19}$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sum in (A)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sum in (A)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$\frac{\sin\frac{\pi}{19}}{2\sin\frac\pi{19}}=\frac12$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$\cos^4\frac{5\pi}{16}=\sin^4\frac{3\pi}{16}$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$\cos^4\frac{7\pi}{16}=\sin^4\frac{\pi}{16}$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$\left(\cos^4\frac\pi{16}+\sin^4\frac\pi{16}\right)+\left(\cos^4\frac{3\pi}{16}+\sin^4\frac{3\pi}{16}\right)$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$\sin^4\theta+\cos^4\theta=1-\frac12\sin^22\theta$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$2-\frac12\left(\sin^2\frac\pi8+\sin^2\frac{3\pi}8\right)=2-\frac12\left(\sin^2\frac\pi8+\cos^2\frac\pi8\right)=\frac32$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$6\left[(\sin^2\theta+\cos^2\theta)^3-3\sin^2\theta\cos^2\theta\right]-9\left[(\sin^2\theta+\cos^2\theta)^2-2\sin^2\theta\cos^2\theta\right]=6-18\sin^2\theta\cos^2\theta-9+18\sin^2\theta\cos^2\theta=-3$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$\sin20^\circ\sin40^\circ\sin60^\circ\sin100^\circ=\frac{\sqrt3}2\sin40^\circ\sin(60^\circ-40^\circ)\sin(60^\circ+40^\circ)=\frac{\sqrt3}2\cdot\frac14\sin120^\circ$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(Q).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(A)-R, (B)-S, (C)-P, (D)-Q.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$=\frac{\sqrt3}{2}\cdot\frac14\cdot\frac{\sqrt3}2=\frac{3}{16}$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(Q).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(A)-R, (B)-S, (C)-P, (D)-Q.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(R);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(S);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(P);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(Q)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(R);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(S);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(P);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(Q)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(A): odd-multiple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sum to zero; (B): power reduction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(D):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product identity applied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(A): odd-multiple roots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$z^{19}=-1$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sum to zero; (B): power reduction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$\cos^4x=\frac{3+4\cos2x+\cos4x}{8}$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(D):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$\sin3\theta$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product identity applied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$\theta=20^\circ$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The numbers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 the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</m:nary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remaining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occur in equal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The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$e^{i(2k-1)\pi/19}$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$k=1,\dots,19$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$z^{19}=-1$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$\sum_{k=1}^{19}\cos\frac{(2k-1)\pi}{19}=0$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$\cos\pi=-1$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remaining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occur in equal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$\cos\frac{(2k-1)\pi}{19}=\cos\frac{(39-2k)\pi}{19}$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$2S-1=0$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(terms cancel in pairs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total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$\cos^4x=\frac{3+4\cos2x+\cos4x}{8}$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$x=\frac{k\pi}{16}$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$k=1,3,5,7$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$\sum\cos\frac{k\pi}8=0$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$\sum\cos\frac{k\pi}4=0$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(terms cancel in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$\theta\leftrightarrow\pi-\theta$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total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$4\cdot\frac38=\frac32$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$\sin20^\circ\sin40^\circ\sin80^\circ=\frac14\sin60^\circ$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$\sin\theta\sin(60^\circ-\theta)\sin(60^\circ+\theta)=\frac14\sin3\theta$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$\theta=20^\circ$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(Q).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is already a one-line identity (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throughout), giving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$\sin100^\circ=\sin80^\circ$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$\sin20^\circ\sin40^\circ\sin60^\circ\sin100^\circ=\frac{\sqrt3}2\cdot\frac{\sqrt3}{8}=\frac3{16}$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(Q).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is already a one-line identity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$\sin^2\theta+\cos^2\theta=1$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throughout),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(R);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(S);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(P);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(Q)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(R);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(S);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(P);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(Q)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</m:nary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sum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a full period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$\sum_{k=1}^{n}\cos\frac{(2k-1)\pi}{2n+1}=\frac12$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sum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$\cos\frac{2k\pi}{m}$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a full period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$\sin^6\theta+\cos^6\theta=1-3\sin^2\theta\cos^2\theta$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$\sin^4\theta+\cos^4\theta=1-2\sin^2\theta\cos^2\theta$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$\sin\theta\sin(60^\circ-\theta)\sin(60^\circ+\theta)=\frac14\sin3\theta$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$\cos\theta\cos(60^\circ-\theta)\cos(60^\circ+\theta)=\frac14\cos3\theta$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(5/7)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(6/7)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(7/7)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Matching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2.98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1 question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6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20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7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34 questions, 129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Trigonometric Ratios (Exercise C-II) SHEET TRIGONOMETRIC RATIO · Exercise C-II · detailed solutions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2.98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