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2.0</c:v>
                </c:pt>
                <c:pt idx="11">
                  <c:v>4.0</c:v>
                </c:pt>
                <c:pt idx="12">
                  <c:v>4.0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said 'Choosing x1 = 1/sqrt2' without showing why this point gives a common tangent, did not give the verdicts on (A) and (D), and the question actually has two common tangents: the condition c = -3m^2/8 has roots x1 = 1/sqrt2 and x1 ~ 0.9028 (slope ~2.853, line y = 2.853x - 3.052, PQ ~ 3.739, area ~ 1.632). The key (A,B,C) is the intended reading for the tangent with x1 = 1/sqrt2; for the other tangent (C) would be false. Added the justification, the second-tangent remark and the verdicts on (A) and (D). Answer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divides numerator and denominator by x^2 and writes sqrt(x^4+x^2+1)/x^... as sqrt(x^2+1+1/x^2); that is valid only for x&gt;0 (for x&lt;0 the root picks up a minus sign), yet the PDF then uses f(-1). The final formula f(x)=sqrt((x^2-x+1)/(x^2+x+1)) is nevertheless correct for all real x because its derivative equals f'(x) everywhere (verified symbolically at several points). Added that justification as one bullet; all values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08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constant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non-intersecting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defined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distance between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constant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$k=\lim_{x\to0}\frac{\cos(xe^{-x})-\cos(xe^{x})}{2x^3}$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non-intersecting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$C_1:y=e^x+2k$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$C_2:y=\ln(x-2k)$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distance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limits using series expansion, Distance between a curve and its inverse (symmetry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limits using series expansion, Distance between a curve and its inverse (symmetry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 functions, so they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closest points have tangents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 functions, so they are mirror images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closest points have tangents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inverse functions, so they are symmetric with respect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$\cos(xe^{-x})=1-\frac{x^2}{2}+x^3+O(x^4)$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$\cos(xe^{x})=1-\frac{x^2}{2}-x^3+O(x^4)$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$k=\lim_{x\to0}\frac{\left(1-\frac{x^2}{2}+x^3\right)-\left(1-\frac{x^2}{2}-x^3\right)+O(x^4)}{2x^3}=\lim_{x\to0}\frac{2x^3+O(x^4)}{2x^3}=1$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$C_1:y=e^x+2$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$C_2:y=\ln(x-2)$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inverse functions, so they are symmetric with respect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along the common normal, which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closest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the tangent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closest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perpendicular to both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along the common normal, which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closest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the tangent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$\frac{dy}{dx}=e^{x_1}=1\Rightarrow x_1=0\Rightarrow P(0,3)$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closest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$\frac{dy}{dx}=\frac{1}{x_2-2}=1\Rightarrow x_2=3\Rightarrow Q(3,0)$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perpendicular to both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$d=\sqrt{(3-0)^2+(0-3)^2}=3\sqrt2$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Product-to-sum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reflection: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Product-to-sum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reflection: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shortest distance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(shortest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B=-2\sin\frac{A+B}{2}\sin\frac{A-B}{2}$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$B=xe^{x}$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$\frac{A+B}{2}=x\cosh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$\frac{A-B}{2}=-x\sinh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$2\sin(x\cosh x)\sin(x\sinh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$k=\lim_{x\to0}\frac{\sin(x\cosh x)\sin(x\sinh x)}{x^3}$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$\sin(x\cosh x)\sim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$\sin(x\sinh x)\sim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shortest distance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(shortest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$(x,e^x+2)$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$\frac{e^x+2-x}{\sqrt2}$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$e^x\ge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$\varphi(x)=e^x-x+2$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$\varphi'(x)=e^x-1=0$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$d=2\cdot\frac{3}{\sqrt2}=3\sqrt2$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curve does not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distance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Closest points of a curve to a line are where the tangent is parallel to that line (equal slopes),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difference of cosines with a cancelling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into a product of two small sines (orders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curve does not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distance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$2\times\min\frac{|f(x)-x|}{\sqrt2}=\sqrt2\,\min|f(x)-x|$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Closest points of a curve to a line are where the tangent is parallel to that line (equal slopes),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B=-2\sin\frac{A+B}{2}\sin\frac{A-B}{2}$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difference of cosines with a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into a product of two small sines (orders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$e^x\ge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$\min(e^x+2-x)=3$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$d=\sqrt2\cdot3=3\sqrt2$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definite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definite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$I=\int_0^{\pi}\left([2\sin2x]+[2\cos2x]\right)dx$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greatest integer function using the King property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its reflection until the argument of the integrand turns odd.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its reflection until the argument of the integrand turns odd.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at finitely many 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almost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$I=I_1+I_2$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$I_1=\int_0^{\pi}[2\sin2x]\,dx$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$I_2=\int_0^{\pi}[2\cos2x]\,dx$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$\int_0^{2a}f(x)\,dx=\int_0^{a}\left(f(x)+f(2a-x)\right)dx$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$I_1=\int_0^{\pi/2}\left([2\sin2x]+[2\sin(2(\pi-x))]\right)dx=\int_0^{\pi/2}\left([2\sin2x]+[-2\sin2x]\right)dx$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at finitely many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$(0,\frac{\pi}{2})$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almost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same property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it again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$I_1=\int_0^{\pi/2}(-1)\,dx=-\frac{\pi}{2}$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same property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$I_2=\int_0^{\pi/2}\left([2\cos2x]+[2\cos(2(\pi-x))]\right)dx=2\int_0^{\pi/2}[2\cos2x]\,dx$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$\cos(2\pi-2x)=\cos2x$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it again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$I_2=2\int_0^{\pi/4}\left([2\cos2x]+[2\cos(2(\frac{\pi}{2}-x))]\right)dx=2\int_0^{\pi/4}\left([2\cos2x]+[-2\cos2x]\right)dx$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almost everywhere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almost everywhere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$(0,\frac{\pi}{4})$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$I_2=2\int_0^{\pi/4}(-1)\,dx=-\frac{\pi}{2}$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$I=I_1+I_2=-\frac{\pi}{2}-\frac{\pi}{2}=-\pi$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integrand lives on a full period, then use the half-period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changes the sign of sine and cosine.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integrand lives on a full period, then use the half-period 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$\theta\to\theta+\pi$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changes the sign of sine and cosine.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integers, this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$I=\frac12\int_0^{2\pi}\left([2\sin\theta]+[2\cos\theta]\right)d\theta$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$[2\sin\theta]$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$\sin(\theta+\pi)=-\sin\theta$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$\int_0^{2\pi}[2\sin\theta]\,d\theta=\int_0^{\pi}\left([2\sin\theta]+[2\sin(\theta+\pi)]\right)d\theta=\int_0^{\pi}\left([2\sin\theta]+[-2\sin\theta]\right)d\theta$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integers,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$\int_0^{\pi}(-1)\,d\theta=-\pi$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same way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same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$\cos(\theta+\pi)=-\cos\theta$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$\int_0^{2\pi}[2\cos\theta]\,d\theta=-\pi$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$I=\frac12(-\pi-\pi)=-\pi$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 integrand is odd about the midpoint),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that range, up to a set of measure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full period,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sign under a half-period shift,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almost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$\{t\}+\{-t\}=1$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$g(x)+g(c-x)=0$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 integrand is odd about the midpoint),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$\int_a^b[g]\,dx=-\frac{b-a}{2}$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that range, up to a set of measure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full period,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sign under a half-period shift,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$\int_0^{T}[k\sin\theta]\,d\theta=-\frac{T}{2}$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almost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$\int_0^{n\pi}[a\sin x]\,dx=-\frac{n\pi}{2}$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$\int_0^{2n\pi}[a\cos x]\,dx=-n\pi$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$\int_0^{\pi}[2\sin2x]\,dx=\int_0^{\pi}[2\cos2x]\,dx=-\frac{\pi}{2}$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176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acute angle of intersection between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176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$f:(1,\infty)\to\mathbb{R}$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$f(x)=\int\frac{x^2+1}{x^4-x^2}\,dx$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$f(2)=\frac12-\ln3$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$C_2:y=\frac1x-\ln(x+1)$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acute angle of intersection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$\tan^{-1}\left(\frac{144}{109}\right)$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$\tan^{-1}\left(\frac{12}{7}\right)$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$\tan^{-1}\left(\frac{7}{12}\right)$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$\tan^{-1}\left(\frac{109}{144}\right)$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integration: partial fractions, Angle between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the two slopes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curves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the two slopes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$\frac{x^2+1}{x^2(x^2-1)}=\frac{(x^2-1)+2}{x^2(x^2-1)}=\frac{1}{x^2}+\frac{2}{x^2-1}-\frac{2}{x^2}=\frac{2}{x^2-1}-\frac{1}{x^2}$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$f(x)=\ln\left(\frac{x-1}{x+1}\right)+\frac1x+C$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$f(2)=\frac12-\ln3$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$\frac12+\ln\frac13+C=\frac12-\ln3\Rightarrow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$C_1:y=\frac1x+\ln(x-1)-\ln(x+1)$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$\frac1x+\ln(x-1)-\ln(x+1)=\frac1x-\ln(x+1)\Rightarrow\ln(x-1)=0\Rightarrow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$m_1=f'(2)=\frac{2^2+1}{2^4-2^2}=\frac{5}{12}$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$g'(x)=-\frac1{x^2}-\frac1{x+1}\Rightarrow m_2=g'(2)=-\frac14-\frac13=-\frac7{12}$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acute,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$\tan\theta=\left|\frac{m_1-m_2}{1+m_1m_2}\right|=\left|\frac{\frac5{12}-\left(-\frac7{12}\right)}{1+\frac5{12}\left(-\frac7{12}\right)}\right|=\frac{1}{1-\frac{35}{144}}=\frac{144}{109}$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$1+m_1m_2=\frac{109}{144}&gt;0$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is acute,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$\theta=\tan^{-1}\left(\frac{144}{109}\right)$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$\tan^{-1}\left(\frac{144}{109}\right)$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initial condition already gives the common point, and the difference of the two curves has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is needed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initial condition already gives the common point, and the difference of the two curves has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$\frac1{x-1}&gt;0$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is needed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curves.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has at most one zero;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intersection.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$y=\frac12-\ln3$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$(2,\frac12-\ln3)$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curves.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$g=\frac1x-\ln(x+1)$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$h'(x)=\frac{x^2+1}{x^2(x^2-1)}+\frac1{x^2}+\frac1{x+1}=\frac{2}{x^2-1}+\frac{1}{x+1}=\frac1{x-1}&gt;0$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has at most one zero;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intersection.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straight from the integrand and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have inclinations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angle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straight from the integrand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$m_1=\frac{5}{12}$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$m_2=-\frac{7}{12}$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have inclinations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$\alpha=\tan^{-1}\frac5{12}$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$\beta=\tan^{-1}\frac7{12}$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angle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$\tan(\alpha+\beta)=\frac{\frac5{12}+\frac7{12}}{1-\frac{35}{144}}=\frac{144}{109}$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$\theta=\tan^{-1}\left(\frac{144}{109}\right)$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$\tan^{-1}\left(\frac{144}{109}\right)$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given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that value matches another curve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is a common point and no antiderivative is needed for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curves at a common point: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is acute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vanishes;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fixed sign, the meeting point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 f'(x)dx$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given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that value matches another curve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 is a common point and no antiderivative is needed for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curves at a common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is acute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$1+m_1m_2&gt;0$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$m_1&gt;0&gt;m_2$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$\theta=\tan^{-1}m_1+\tan^{-1}|m_2|$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$\frac{x^2+1}{x^2(x^2-1)}=\frac{2}{x^2-1}-\frac1{x^2}$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$\int\frac{2}{x^2-1}dx=\ln\left|\frac{x-1}{x+1}\right|$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fixed sign, the meeting point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$L=\lim_{n\to\infty}\sum_{k=1}^{n-1}\frac{n^2}{\sqrt{n^6-k^6+n^2k^2(n^2-k^2)}}$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as a definite integral and trigonometric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radicand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sum into a Riemann sum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radicand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$(n^2-k^2)(n^2+k^2)^2$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sum into a Riemann sum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$\frac{1}{(1+x^2)\sqrt{1-x^2}}$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$T_k=\frac{n^2}{\sqrt{n^6-k^6+n^2k^2(n^2-k^2)}}$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$n^6-k^6+n^2k^2(n^2-k^2)=(n^2-k^2)(n^4+n^2k^2+k^4)+n^2k^2(n^2-k^2)$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$=(n^2-k^2)(n^4+2n^2k^2+k^4)=(n^2-k^2)(n^2+k^2)^2$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$T_k=\frac{n^2}{(n^2+k^2)\sqrt{n^2-k^2}}=\frac1n\cdot\frac{1}{\left(1+\left(\frac kn\right)^2\right)\sqrt{1-\left(\frac kn\right)^2}}$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$L=\int_0^1\frac{dx}{(1+x^2)\sqrt{1-x^2}}$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$L=\int_0^{\pi/2}\frac{\cos\theta\,d\theta}{(1+\sin^2\theta)\sqrt{1-\sin^2\theta}}=\int_0^{\pi/2}\frac{d\theta}{1+\sin^2\theta}$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$L=\int_0^{\pi/2}\frac{\sec^2\theta\,d\theta}{\sec^2\theta+\tan^2\theta}=\int_0^{\pi/2}\frac{\sec^2\theta\,d\theta}{1+2\tan^2\theta}$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$\sec^2\theta\,d\theta=dt$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$L=\int_0^{\infty}\frac{dt}{1+2t^2}=\frac12\int_0^{\infty}\frac{dt}{t^2+\left(\frac1{\sqrt2}\right)^2}$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$L=\frac12\cdot\sqrt2\left[\tan^{-1}(\sqrt2\,t)\right]_0^{\infty}=\frac{1}{\sqrt2}\left(\frac\pi2-0\right)=\frac{\pi}{2\sqrt2}$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direct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(that 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removes the root and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step, and the standard formula confirms the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direct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$t=\frac{x}{\sqrt{1-x^2}}$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(that is,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removes the root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step, and the standard formula confirms the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factorisation,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factorisation,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$L=\int_0^1\frac{dx}{(1+x^2)\sqrt{1-x^2}}$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$x=\frac{t}{\sqrt{1+t^2}}$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$dx=\frac{dt}{(1+t^2)^{3/2}}$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$\sqrt{1-x^2}=\frac{1}{\sqrt{1+t^2}}$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$1+x^2=\frac{1+2t^2}{1+t^2}$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$t:0\to\infty$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$\frac{dx}{(1+x^2)\sqrt{1-x^2}}=\frac{dt}{(1+t^2)^{3/2}}\cdot\frac{1+t^2}{1+2t^2}\cdot\sqrt{1+t^2}=\frac{dt}{1+2t^2}$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standard result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$L=\int_0^{\infty}\frac{dt}{1+2t^2}=\frac{1}{\sqrt2}\left[\tan^{-1}(\sqrt2\,t)\right]_0^{\infty}=\frac{\pi}{2\sqrt2}$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standard result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$\int_0^{\pi/2}\frac{d\theta}{a+b\sin^2\theta}=\frac{\pi}{2\sqrt{a(a+b)}}$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and a sixth-degree radicand are Riemann sums: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Hidden factorisation: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route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and a sixth-degree radicand are Riemann sums: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$\frac1n\sum f\left(\frac kn\right)\to\int_0^1f(x)\,dx$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Hidden factorisation: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$1-x^6+x^2(1-x^2)=(1-x^2)(1+x^2)^2$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$1-x^6=(1-x^2)(1+x^2+x^4)$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$1+x^2+x^4+x^2=(1+x^2)^2$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$\int_0^{\pi/2}\frac{d\theta}{a+b\sin^2\theta}=\frac{\pi}{2\sqrt{a(a+b)}}$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$a&gt;0,\ a+b&gt;0$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$\int\frac{dx}{(1+x^2)\sqrt{1-x^2}}$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route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$\frac{1}{(p+qx^2)\sqrt{1-x^2}}$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32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continuously differentiable function satisfying the differential relation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Suppose the curve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is denoted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curve defined by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a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common tangent to both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which of the following statements is(are)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One possible equation of the common tangent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length of the line segment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area of the triangle formed by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the coordinate axes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32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$f:(0,1)\to\mathbb{R}$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continuously differentiable function satisfying the differential relation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$df(x)=\frac{dx}{x^2\sqrt{1-x^2}}$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Suppose the curve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$\left(\frac12,-\sqrt3\right)$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is denoted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curve defined by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$x^2=\frac32y$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a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common tangent to both the curves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touching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which of the following statements is(are)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$f(x)=-\frac{\sqrt{1-x^2}}{x}$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One possible equation of the common tangent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$2\sqrt2x-y-3=0$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length of the line segment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area of the triangle formed by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the coordinate axes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$\frac{9}{2\sqrt2}$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 and differential relation, Common tangent to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pins down the point of contact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$x^2=\frac32y$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$-\frac{3m^2}{8}$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pins down the point of contact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$df=\frac{dx}{x^2\sqrt{1-x^2}}$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$f(x)=\int\frac{d\theta}{\sin^2\theta}=-\cot\theta+C=-\frac{\sqrt{1-x^2}}{x}+C$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must have the same intercept. This condition is satisfied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by one more value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second common tangent not used in the options).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$y'=\frac{1}{x^2\sqrt{1-x^2}}$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$y=\frac23x^2\Rightarrow y'=\frac43x$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$x_2=\frac{3m}{4}$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$-\frac{3m^2}{8}$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must have the same intercept. This condition is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by one more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$x_1\approx0.903$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second common tangent not used in the options).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the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corresponds to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confirms that it is a valid common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$P\left(\frac{1}{\sqrt2},-1\right)$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$y-(-1)=2\sqrt2\left(x-\frac{1}{\sqrt2}\right)\Rightarrow2\sqrt2x-y-3=0$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$\frac43x_2=2\sqrt2$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$x_2=\frac{3\sqrt2}{2}$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corresponds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$Q\left(\frac{3\sqrt2}{2},3\right)$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$2\sqrt2\left(\frac{3\sqrt2}{2}\right)-3-3=0$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confirms that it is a valid common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$PQ=\sqrt{\left(\frac{3\sqrt2}{2}-\frac1{\sqrt2}\right)^2+(3-(-1))^2}=\sqrt{(\sqrt2)^2+4^2}=3\sqrt2$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with the axes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true statements are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$2\sqrt2x-y=3$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$\left(\frac{3}{2\sqrt2},0\right)$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with the 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$=\frac12\cdot\frac{3}{2\sqrt2}\cdot|-3|=\frac{9}{4\sqrt2}\neq\frac{9}{2\sqrt2}$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true statements are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the proposed line directly: it is tangent to a curve exactly when the substitution gives a double root.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$x^2=\frac32y$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$x^2-3\sqrt2\,x+\frac92=0$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$Q\left(\frac{3\sqrt2}{2},3\right)$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the line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unsquared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(both sides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line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multiplicity two there, i.e.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the line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$y=-\frac{\sqrt{1-x^2}}{x}$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$1-x^2=(2\sqrt2x^2-3x)^2\Rightarrow8x^4-12\sqrt2x^3+10x^2-1=0$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$8\left(x-\frac{1}{\sqrt2}\right)^2\left(x^2-\frac{\sqrt2}{2}x-\frac14\right)=0$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unsquared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$-\sqrt{1-x^2}=2\sqrt2x^2-3x$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(both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multiplicity two there, i.e.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$P\left(\frac1{\sqrt2},-1\right)$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cuts the axes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$PQ^2=\left(\frac{3}{\sqrt2}-\frac{1}{\sqrt2}\right)^2+(3+1)^2=2+16=18$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cuts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$\left(\frac{3}{2\sqrt2},0\right)$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$=\frac12\cdot\frac{3}{2\sqrt2}\cdot3=\frac{9}{4\sqrt2}$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tangent of two curves: match slope and intercept; equivalently the line substituted into each curve gives a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can have more than one common tangent (here also one touching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statement about 'the' common tangent should be checked against every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$y=mx-am^2$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$x^2=\frac32y$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$y=mx-\frac{3m^2}{8}$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$x=\frac{3m}{4}$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tangent of two curves: match slope and intercept; equivalently the line substituted into each curve gives a double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$\int\frac{dx}{x^2\sqrt{1-x^2}}=-\frac{\sqrt{1-x^2}}{x}+C$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$\int\frac{dx}{x^2\sqrt{a^2-x^2}}=-\frac{\sqrt{a^2-x^2}}{a^2x}$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can have more than one common tangent (here also one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$x\approx0.903$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statement about 'the' common tangent should be checked against every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composite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composite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$g(x)=f(x+f(x))$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$\lim_{x\to0}\frac{g(x)-6x}{x^2}=-\frac{11}{2}$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$\lim_{x\to0}\frac{f(g(x))-12x}{x^2}=-29$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$\lim_{x\to0}\frac{g(f(x))-12x}{x^2}=-25$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Chain rule and higher-order derivatives of composite functions, Limits using L'Hôpital's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only second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$\frac{\varphi''(0)}{2}$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composite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$\varphi'(0)=12$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only second derivatives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$g'(x)=f'(x+f(x))\cdot(1+f'(x))\Rightarrow g'(0)=f'(0)(1+f'(0))=2(1+2)=6$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$g''(x)=f''(x+f(x))(1+f'(x))^2+f'(x+f(x))\,f''(x)$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$g''(0)=f''(0)(1+f'(0))^2+f'(0)f''(0)=(-1)(3)^2+2(-1)=-11$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$\lim_{x\to0}\frac{g(x)-6x}{x^2}=\lim_{x\to0}\frac{g'(x)-6}{2x}=\frac{g''(0)}{2}=-\frac{11}{2}$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$h'(0)=f'(0)g'(0)=12$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$h'(x)=f'(g(x))g'(x)$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$h''(x)=f''(g(x))(g'(x))^2+f'(g(x))g''(x)$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$h''(0)=f''(0)(g'(0))^2+f'(0)g''(0)=(-1)(6)^2+2(-11)=-58$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L'Hôpital's rule twice: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L'Hôpital's rule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$\lim_{x\to0}\frac{f(g(x))-12x}{x^2}=\frac{h''(0)}{2}=-29$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$k(x)=g(f(x))$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$k'(0)=g'(0)f'(0)=12$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$k'(x)=g'(f(x))f'(x)$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$k''(x)=g''(f(x))(f'(x))^2+g'(f(x))f''(x)$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$k''(0)=g''(0)(f'(0))^2+g'(0)f''(0)=(-11)(2)^2+6(-1)=-50$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$\lim_{x\to0}\frac{g(f(x))-12x}{x^2}=\frac{k''(0)}{2}=-25$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its second-order Taylor polynomial and compose polynomials, discarding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its second-order Taylor polynomial and compose polynomials, discarding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$O(x^3)$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$f(x)=2x-\frac{x^2}{2}+O(x^3)$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$\frac{f''(0)}{2}=-\frac12$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$x+f(x)=3x-\frac{x^2}{2}+O(x^3)$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$g(x)=f(x+f(x))=2\left(3x-\frac{x^2}{2}\right)-\frac12(3x)^2+O(x^3)=6x-\frac{11}{2}x^2+O(x^3)$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$\frac{g(x)-6x}{x^2}\to-\frac{11}{2}$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$f(g(x))=2g-\frac{g^2}{2}+O(x^3)=2\left(6x-\frac{11}{2}x^2\right)-\frac12(36x^2)=12x-11x^2-18x^2=12x-29x^2+O(x^3)$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$g(f(x))=6f-\frac{11}{2}f^2+O(x^3)=6\left(2x-\frac{x^2}{2}\right)-\frac{11}{2}(4x^2)=12x-3x^2-22x^2=12x-25x^2+O(x^3)$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second-order jets: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the chain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students forget.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$\varphi(x)=\varphi'(0)x+\frac{\varphi''(0)}{2}x^2+o(x^2)$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$\lim\frac{\varphi(x)-\varphi'(0)x}{x^2}=\frac{\varphi''(0)}{2}$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second-order jets: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$u=ax+bx^2$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$v=cx+dx^2$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$u(v(x))=ac\,x+(ad+bc^2)\,x^2$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the chain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g)''(0)=f''g'^2+f'g''$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g)''=f''(g)\,(g')^2+f'(g)\,g''$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$f''(g)(g')^2$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students forget.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$g=f\circ(\mathrm{id}+f)$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$\varphi''(0)=-58$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845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continuously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cubic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equation has three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product of all the real roots of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one real root of the equation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one real root of the equation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845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continuously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$f'(x)=\frac{x^2-1}{(x^2+x+1)\sqrt{x^4+x^2+1}}$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cubic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$x^3-3x+(f(1)-f(-1))=0$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equation has three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product of all the real roots of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one real root of the equation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one real root of the equation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by substitution, Roots of a cubic equation and location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integrand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integrand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$\frac{du}{(u+1)\sqrt{u^2-1}}$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$u=x+\frac1x$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$f'(x)=\frac{1-\frac1{x^2}}{\left(x+1+\frac1x\right)\sqrt{x^2+1+\frac1{x^2}}}$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derivation used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condition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$du=\left(1-\frac1{x^2}\right)dx$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$x^2+1+\frac1{x^2}=u^2-1$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$f(x)=\int\frac{du}{(u+1)\sqrt{u^2-1}}$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$du=\sec\theta\tan\theta\,d\theta$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$f(x)=\int\frac{\sec\theta}{\sec\theta+1}\,d\theta=\int\frac{d\theta}{1+\cos\theta}$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$=\tan\frac\theta2+C=\sqrt{\frac{u-1}{u+1}}+C$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$f(x)=\sqrt{\frac{x^2-x+1}{x^2+x+1}}+C$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derivation used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$F(x)=\sqrt{\frac{x^2-x+1}{x^2+x+1}}$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$F'(x)=\frac{x^2-1}{(x^2+x+1)\sqrt{x^4+x^2+1}}$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$1+C=1\Rightarrow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$f(x)=\sqrt{\frac{x^2-x+1}{x^2+x+1}}$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critical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are three distinct real roots.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$f(1)-f(-1)=\frac1{\sqrt3}-\sqrt3=-\frac2{\sqrt3}$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$x^3-3x-\frac2{\sqrt3}=0$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$g(x)=x^3-3x-\frac2{\sqrt3}$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$g'(x)=3(x-1)(x+1)$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$g(-1)=2-\frac2{\sqrt3}&gt;0$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$g(1)=-2-\frac2{\sqrt3}&lt;0$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$g(-1)\cdot g(1)&lt;0$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are three distinct real roots.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$-\left(-\frac2{\sqrt3}\right)=\frac2{\sqrt3}$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occur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root each. So exactly one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Statements (C) and (D)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$g(-2)=-2-\frac2{\sqrt3}&lt;0$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$g(-1)=2-\frac2{\sqrt3}&gt;0$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$g(0)=-\frac2{\sqrt3}&lt;0$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$g(1)=-2-\frac2{\sqrt3}&lt;0$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$g(2)=2-\frac2{\sqrt3}&gt;0$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occur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root each. So exactly one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Statements (C) and (D)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guessed antiderivative to confirm it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the cubic in closed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roots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guessed antiderivative to confirm it for all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the cubic in closed form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$x=2\cos\varphi$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roots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$R'(x)=\frac{(2x-1)(x^2+x+1)-(2x+1)(x^2-x+1)}{(x^2+x+1)^2}=\frac{2(x^2-1)}{(x^2+x+1)^2}$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$\frac{d}{dx}\sqrt R=\frac{R'}{2\sqrt R}=\frac{x^2-1}{(x^2+x+1)^2}\sqrt{\frac{x^2+x+1}{x^2-x+1}}=\frac{x^2-1}{(x^2+x+1)\sqrt{(x^2+x+1)(x^2-x+1)}}$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$(x^2+x+1)(x^2-x+1)=x^4+x^2+1$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$f=\sqrt R+C$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cubic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three different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three distinct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respectively: exactly one root in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(C), (D)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$f(1)-f(-1)=\frac1{\sqrt3}-\sqrt3=-\frac2{\sqrt3}$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cubic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$x^3-3x=2\cos3\varphi$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$\cos3\varphi=\frac1{\sqrt3}$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$\alpha=\cos^{-1}\frac1{\sqrt3}\approx0.955$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$\varphi=\frac\alpha3,\ \frac{2\pi-\alpha}3,\ \frac{2\pi+\alpha}3$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three different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three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$x\approx1.899,\ -0.407,\ -1.492$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respectively: exactly one root in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(C), (D)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$-\left(-\frac2{\sqrt3}\right)=\frac2{\sqrt3}$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$1.899\times0.407\times1.492\approx1.155$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𝑝𝑜𝑙𝑦 𝑖𝑛 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palindromic denominators,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check by differentiating,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sign-checks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locate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$\int\frac{x^2\pm1}{\text{poly in }x^2,x,\dots}dx$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palindromic denominators,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$u=x\mp\frac1x$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$du=(1-\frac1{x^2})dx$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$\int\frac{du}{(u+1)\sqrt{u^2-1}}=\sqrt{\frac{u-1}{u+1}}+C$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check by differentiating,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$\frac{d}{du}\sqrt{\frac{u-1}{u+1}}=\frac{1}{(u+1)\sqrt{u^2-1}}$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$2\cos3\varphi=-c$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$x^3+px^2+qx+r=0$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sign-checks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locate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coaxal system of circles in the Cartesian plane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every member of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tangent to the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-axis at the origin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family of straight lines parameterized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defined by the equation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For a fixed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script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two distinct circles in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that are tangent to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with their centres denoted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respective points of tangency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length of the line segment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the distance between the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is given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 circle described with the line segment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diameter is orthogonal to every member of the coaxal system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length of the line segment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the distance between the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is given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area of the right trapezoid formed by the vertices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coaxal system of circles in the Cartesian plane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every member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tangent to the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-axis at the origin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$\mathcal{L}$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family of straight lines parameterized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$m\in\mathbb{R}\setminus\{0\}$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defined by the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$y=mx+\frac1m$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For a fixed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$L\in\mathcal{L}$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$C_{\lambda_1}$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$C_{\lambda_2}$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two distinct circles 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that are tangent to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with their centres denoted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respective points of tangency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the circles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$C_{\lambda_1}$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$C_{\lambda_2}$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length of the line segment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the distance between the parallel lines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$M_1T_1$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is given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$\frac1{|m|}$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 circle described with the line segment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as a diameter is orthogonal to every member of the coaxal system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length of the line segment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the distance between the parallel lines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$M_1T_1$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is given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$\frac2{|m|}$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area of the right trapezoid formed by the vertices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$M_1,T_1,T_2$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Coaxial system of circles, tangent line and orthogonality of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radical axis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-axis) has equal tangent lengths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both circles,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radical axis (the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-axis) has equal tangent lengths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$\frac1{|m|}$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both circles,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circle of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$C_\lambda:x^2+y^2-2\lambda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$M(\lambda,0)$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simplifying: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centres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(centres on opposite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of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either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lengths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$mx-y+\frac1m=0$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$\frac{\left|m\lambda+\frac1m\right|}{\sqrt{m^2+1}}=|\lambda|$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simplifying: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$\lambda^2-2\lambda-\frac1{m^2}=0$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$\lambda_1,\lambda_2$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$M_1(\lambda_1,0)$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$M_2(\lambda_2,0)$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$\lambda_1+\lambda_2=2$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$\lambda_1\lambda_2=-\frac1{m^2}&lt;0$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(centres on opposite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$P\left(0,\frac1m\right)$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either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$0^2+\left(\frac1m\right)^2-2\lambda(0)=\frac1{m^2}$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lengths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$PT_1=PT_2=\frac1{|m|}$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opposite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circle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has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circle is tangent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origin, while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origin; the tangents at the common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circles are orthogonal to every member of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$\lambda_1\lambda_2&lt;0$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opposite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$P\left(0,\frac1m\right)$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$x^2+\left(y-\frac1m\right)^2=\frac1{m^2}\Rightarrow x^2+y^2-\frac2my=0$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circle is tangent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origin, while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origin; the tangents at the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the circles are orthogonal to every member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the perpendicular distance between them: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 and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right trapezoid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the perpendicular distance between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$T_1T_2=PT_1+PT_2=\frac2{|m|}$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 and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right trapezoid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$M_1T_1T_2M_2$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$=\frac12(R_1+R_2)\,(T_1T_2)$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$R_1+R_2=|\lambda_1|+|\lambda_2|=|\lambda_1-\lambda_2|=\sqrt{4+\frac4{m^2}}=\frac{2\sqrt{m^2+1}}{|m|}$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$=\frac12\cdot\frac{2\sqrt{m^2+1}}{|m|}\cdot\frac2{|m|}=\frac{2\sqrt{m^2+1}}{m^2}$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centred on the radical axis with radius equal to the tangent length is orthogonal to the whole coaxal system;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projection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centred on the radical axis with radius equal to the tangent length is orthogonal to the whole coaxal system;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$M_1M_2$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the radical axis of the system,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-𝑎𝑥𝑖𝑠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every circle of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circle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diameter, is orthogonal to every member.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the radical axis of the system,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$P=L\cap(y\text{-axis})=\left(0,\frac1m\right)$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every 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$PM^2=r^2+p$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diameter, is orthogonal to every member.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between the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projection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trapezoid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between the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$M_1T_1,M_2T_2$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$T_1T_2=|M_1M_2|\cos\varphi$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$|M_1M_2|=|\lambda_1-\lambda_2|=\frac{2\sqrt{m^2+1}}{|m|}$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$\cos\varphi=\frac1{\sqrt{1+m^2}}$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$T_1T_2=\frac2{|m|}$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trapezoid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$=\frac12(R_1+R_2)T_1T_2=\frac12\cdot\frac{2\sqrt{m^2+1}}{|m|}\cdot\frac2{|m|}=\frac{2\sqrt{m^2+1}}{m^2}$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radical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power of any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member.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tangent to two circles of a coaxal system meets the radical axis at the midpoint of the two points of contact (equal tangent lengths).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on the radical axis and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𝑝𝑜𝑤𝑒𝑟 𝑜𝑓 𝑡ℎ𝑒 𝑐𝑒𝑛𝑡𝑟𝑒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all members of the coaxal system; two circles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are orthogonal.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$x^2+y^2-2\lambda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radical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power of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member.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tangent to two circles of a coaxal system meets the radical axis at the midpoint of the two points of contact (equal tangent lengths).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on the radical axis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$=\sqrt{\text{power of the centre}}$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all members of the coaxal system; two circles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are orthogonal.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$x^2+y^2-2\lambda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$\lambda^2-2\lambda-\frac1{m^2}=0$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$\lambda_1+\lambda_2=2$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$\lambda_1\lambda_2=-\frac1{m^2}&lt;0$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0895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definite integrals: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0895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definite integrals: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$I_1=\int_0^{\pi/3}\frac{\ln(1+\sqrt3\tan x)}{1+\cos2x+\sqrt3\sin2x}\,dx$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$I_2=\int_0^{\pi/3}\frac{x}{1+\cos2x+\sqrt3\sin2x}\,dx$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$I_3=\int_0^{\pi/3}\frac{\cos\left(2x-\frac\pi3\right)\ln(1+\sqrt3\tan x)}{1+\cos2x+\sqrt3\sin2x}\,dx$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$I_1=\frac{(\ln2)^2}{\sqrt3}$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$I_2=\frac{\pi\ln2}{3\sqrt3}$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$I_3=\frac{\pi\ln2}{6}-\frac{(\ln2)^2}{2\sqrt3}$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$\int_0^{\pi/3}\frac{\ln(1+\sqrt3\tan x)+3x}{1+\cos2x+\sqrt3\sin2x}\,dx=\frac{\ln2}{\sqrt3}\left(\ln2+\frac\pi2\right)$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definite integrals: King property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unchanged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unchanged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$x\to\frac\pi3-x$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$\ln(1+\sqrt3\tan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$\ln4-\ln(1+\sqrt3\tan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$D(x)=1+\cos2x+\sqrt3\sin2x=1+2\cos\left(2x-\frac\pi3\right)$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invariant.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reflection the numerator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$2x-\frac\pi3\to-\left(2x-\frac\pi3\right)$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invariant.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$J=\int_0^{\pi/3}\frac{dx}{D(x)}$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$D=2\cos^2x\,(1+\sqrt3\tan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$J=\int_0^{\pi/3}\frac{\sec^2x\,dx}{2(1+\sqrt3\tan x)}=\frac1{2\sqrt3}\left[\ln(1+\sqrt3\tan x)\right]_0^{\pi/3}=\frac{\ln4}{2\sqrt3}=\frac{\ln2}{\sqrt3}$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reflection the numerator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$\ln\left(1+\sqrt3\tan\left(\frac\pi3-x\right)\right)=\ln\left(1+\sqrt3\cdot\frac{\sqrt3-\tan x}{1+\sqrt3\tan x}\right)=\ln4-\ln(1+\sqrt3\tan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$I_1=\int_0^{\pi/3}\frac{\ln4-\ln(1+\sqrt3\tan x)}{D(x)}dx=\ln4\cdot J-I_1$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reflection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invariant,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$2I_1=2\ln2\cdot\frac{\ln2}{\sqrt3}\Rightarrow I_1=\frac{(\ln2)^2}{\sqrt3}$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reflection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$I_2=\int_0^{\pi/3}\frac{\frac\pi3-x}{D(x)}dx=\frac\pi3J-I_2$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$2I_2=\frac\pi3\cdot\frac{\ln2}{\sqrt3}\Rightarrow I_2=\frac{\pi\ln2}{6\sqrt3}$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$\cos\left(2x-\frac\pi3\right)$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invariant,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$2I_3=\ln4\int_0^{\pi/3}\frac{\cos\left(2x-\frac\pi3\right)}{1+2\cos\left(2x-\frac\pi3\right)}dx$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$\theta=2x-\frac\pi3$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$2I_3=\frac{2\ln2}{2}\int_{-\pi/3}^{\pi/3}\frac{\cos\theta}{1+2\cos\theta}d\theta=2\ln2\int_0^{\pi/3}\left(\frac12-\frac1{2(1+2\cos\theta)}\right)d\theta$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(D)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$\int_0^{\pi/3}\frac{d\theta}{1+2\cos\theta}=\int_0^{1/\sqrt3}\frac{2\,dt}{3-t^2}=\frac1{\sqrt3}\left[\ln\frac{\sqrt3+t}{\sqrt3-t}\right]_0^{1/\sqrt3}=\frac{\ln2}{\sqrt3}$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$2I_3=2\ln2\left(\frac\pi6-\frac{\ln2}{2\sqrt3}\right)\Rightarrow I_3=\frac{\pi\ln2}{6}-\frac{(\ln2)^2}{2\sqrt3}$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(D)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$I_1+3I_2=\frac{(\ln2)^2}{\sqrt3}+3\cdot\frac{\pi\ln2}{6\sqrt3}=\frac{\ln2}{\sqrt3}\left(\ln2+\frac\pi2\right)$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$u=1+\sqrt3\tan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$\frac{dx}{D}=\frac{du}{2\sqrt3\,u}$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$\cos\left(2x-\frac\pi3\right)=\frac{D-1}{2}$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no symmetry needed.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$D=2\cos^2x\,(1+\sqrt3\tan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$u=1+\sqrt3\tan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$du=\sqrt3\sec^2x\,dx$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$\frac{dx}{D}=\frac{\sec^2x\,dx}{2u}=\frac{du}{2\sqrt3\,u}$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$u:1\to4$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$I_1=\int_1^4\frac{\ln u}{2\sqrt3\,u}du=\frac{(\ln4)^2}{4\sqrt3}=\frac{(\ln2)^2}{\sqrt3}$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no symmetry needed.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$\theta=2x-\frac\pi3\in\left(-\frac\pi3,\frac\pi3\right)$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$x=\frac{\theta+\pi/3}{2}$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$I_2=\frac14\int_{-\pi/3}^{\pi/3}\frac{\theta+\frac\pi3}{1+2\cos\theta}d\theta$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integrates to zero, leaving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integrates to zero,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$I_2=\frac\pi{12}\int_{-\pi/3}^{\pi/3}\frac{d\theta}{1+2\cos\theta}=\frac\pi{12}\cdot\frac{2\ln2}{\sqrt3}=\frac{\pi\ln2}{6\sqrt3}$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$D=1+2\cos\left(2x-\frac\pi3\right)$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$\cos\left(2x-\frac\pi3\right)=\frac{D-1}{2}$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$I_3=\frac12\int_0^{\pi/3}\ln(1+\sqrt3\tan x)\,dx-\frac12I_1$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true;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$K=\int_0^{\pi/3}\ln(1+\sqrt3\tan 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$K=\int_0^{\pi/3}(\ln4-\ln(1+\sqrt3\tan x))dx=\frac\pi3\ln4-K$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$K=\frac{\pi\ln2}{3}$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$I_3=\frac{\pi\ln2}{6}-\frac{(\ln2)^2}{2\sqrt3}$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$I_1+3I_2=\frac{\ln2}{\sqrt3}\left(\ln2+\frac\pi2\right)$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King-type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whenever the denominator is invariant and the numerator turns into (constant)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(itself):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𝑐𝑜𝑛𝑠𝑡𝑎𝑛𝑡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complementary 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odd-times-even terms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one cosine exposes the symmetry.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King-type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a+b-x$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whenever the denominator is invariant and the numerator turns into (constant)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(itself):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f=\frac{\text{constant}}{2}\int\frac1D$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$1+\sqrt3\tan\left(\frac\pi3-x\right)=\frac{4}{1+\sqrt3\tan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$(1+\tan a\tan x)\bigl(1+\tan a\tan(a'-x)\bigr)$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complementary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$(1+\tan x)(1+\tan(\frac\pi4-x))=2$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$\int_0^{\pi/3}\frac{d\theta}{1+2\cos\theta}=\frac{\ln2}{\sqrt3}$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$\theta\in(-\frac\pi3,\frac\pi3)$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odd-times-even terms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$1+\cos2x+\sqrt3\sin2x=2\cos^2x\,(1+\sqrt3\tan x)=1+2\cos\left(2x-\frac\pi3\right)$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$a\cos2x+b\sin2x$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one cosine exposes the symmetry.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397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definite integrals in List-I with their corresponding values in List-II.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List-I: (P)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(Q)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(R)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(5)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(P)→(2), (Q)→(1), (R)→(3), (S)→(4)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(P)→(1), (Q)→(2), (R)→(3), (S)→(5)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(P)→(2), (Q)→(3), (R)→(1), (S)→(4)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(P)→(5), (Q)→(1), (R)→(2), (S)→(3)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397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definite integrals in List-I with their corresponding values in List-II.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$\int_0^{\pi/2}\sin^6x\,dx$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$\int_0^{\pi/2}\sin^4x\cos^2x\,dx$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$\int_0^1x^2\sqrt{1-x^2}\,dx$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$\int_0^{\pi/4}\tan^4x\,dx$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(5)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(P)→(2), (Q)→(1), (R)→(3), (S)→(4)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(P)→(1), (Q)→(2), (R)→(3), (S)→(5)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(P)→(2), (Q)→(3), (R)→(1), (S)→(4)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(P)→(5), (Q)→(1), (R)→(2), (S)→(3)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integrals: Wallis' formula and reduction formulas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Wallis' formula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reduction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Wallis' formula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$\int_0^{\pi/2}\sin^m\cos^n$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reduction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$T_n+T_{n-2}=\frac1{n-1}$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$\int_0^{\pi/4}\tan^n$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By Wallis' formula: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(P)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By Wallis'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$\int_0^{\pi/2}\sin^6x\,dx=\frac56\cdot\frac34\cdot\frac12\cdot\frac\pi2=\frac{5\pi}{32}$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(P)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(Q)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(R)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$\int_0^{\pi/2}\sin^4x\cos^2x\,dx=\frac{3\cdot1\cdot1}{6\cdot4\cdot2}\cdot\frac\pi2=\frac\pi{32}$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(Q)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$\int_0^1x^2\sqrt{1-x^2}\,dx=\int_0^{\pi/2}\sin^2\theta\cos^2\theta\,d\theta=\frac{1\cdot1}{4\cdot2}\cdot\frac\pi2=\frac\pi{16}$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(R)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$T_n=\int_0^{\pi/4}\tan^nx\,dx$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$T_n+T_{n-2}=\int_0^{\pi/4}\tan^{n-2}x\sec^2x\,dx=\frac1{n-1}$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$T_4+T_2=\frac13$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$T_2+T_0=1$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$T_0=\int_0^{\pi/4}dx=\frac\pi4$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$T_2=1-\frac\pi4$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$T_4=\frac13-\left(1-\frac\pi4\right)=\frac\pi4-\frac23$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Hence P→2, Q→1, R→3, S→4, which is option (A).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(P)→(2), (Q)→(1), (R)→(3), (S)→(4)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Beta function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(S) 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Beta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$\int_0^{\pi/2}\sin^a\theta\cos^b\theta\,d\theta=\frac12B\left(\frac{a+1}2,\frac{b+1}2\right)$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for (S)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$\tan^4=\tan^2(\sec^2-1)$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Same integral as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$\frac12B\left(\frac72,\frac12\right)=\frac12\cdot\frac{\Gamma(\frac72)\Gamma(\frac12)}{\Gamma(4)}=\frac12\cdot\frac{\frac{15}8\sqrt\pi\cdot\sqrt\pi}{6}=\frac{15\pi}{96}=\frac{5\pi}{32}$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$\frac12B\left(\frac52,\frac32\right)=\frac12\cdot\frac{\frac34\sqrt\pi\cdot\frac12\sqrt\pi}{6}=\frac{3\pi}{96}=\frac\pi{32}$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Same integral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$\int_0^{\pi/2}\sin^2\theta\cos^2\theta\,d\theta=\frac12B\left(\frac32,\frac32\right)=\frac12\cdot\frac{\left(\frac12\sqrt\pi\right)^2}{\Gamma(3)}=\frac12\cdot\frac{\pi/4}{2}=\frac\pi{16}$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 (2), (1), (3), (4):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$\tan^4x=\tan^2x\,\sec^2x-\tan^2x$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$\int_0^{\pi/4}\tan^4x\,dx=\left[\frac{\tan^3x}{3}\right]_0^{\pi/4}-\int_0^{\pi/4}(\sec^2x-1)\,dx=\frac13-\left(1-\frac\pi4\right)=\frac\pi4-\frac23$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$\frac{5\pi}{32},\frac{\pi}{32},\frac{\pi}{16},\frac\pi4-\frac23$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 (2), (1), (3), (4):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(P)→(2), (Q)→(1), (R)→(3), (S)→(4)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Beta form: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Wallis integral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elimination: only (S) involves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settles P, Q, R by size.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$\int_0^{\pi/2}\sin^m x\cos^n x\,dx=\frac{(m-1)!!\,(n-1)!!}{(m+n)!!}\cdot\kappa$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Beta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$\int_0^{\pi/2}\sin^a\cos^b=\frac12B\left(\frac{a+1}2,\frac{b+1}2\right)$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$\int_0^1x^{p}\sqrt{1-x^2}\,dx$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Wallis integral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$\int_0^{\pi/4}\tan^nx\,dx=\frac{1}{n-1}-\int_0^{\pi/4}\tan^{n-2}x\,dx$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$T_1=\frac{\ln2}{2}$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elimination: only (S) involves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$\frac{5\pi}{32}&gt;\frac{\pi}{16}&gt;\frac{\pi}{32}$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settles P, Q, R by size.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statements in List-I with their corresponding values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(P)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the image of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the centre of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which cuts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orthogonally, then the square of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to; (Q) Let the image of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touches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square of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to; (R)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passes through the origin and its centre lies at the image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cuts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orthogonally, then the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to; (S) Let the image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centre of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cuts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orthogonally, then the square of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(5)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(P)→(1), (Q)→(2), (R)→(3), (S)→(4)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(P)→(2), (Q)→(1), (R)→(4), (S)→(3)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(P)→(1), (Q)→(3), (R)→(2), (S)→(5)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(P)→(4), (Q)→(2), (R)→(1), (S)→(3)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statements in List-I with their corresponding values in List-II.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List-I: (P)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$x^2+y^2-2x-4y+1=0$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the image of the centre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the centre of a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which cuts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orthogonally, then the square of the radius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to; (Q) Let the image of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a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touches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square of the radius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to; (R) A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passes through the origin and its centre lies at the image of the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cuts the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$x^2+y^2-2x-2y+k=0$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orthogonally, then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to; (S) Let the image of the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centre of a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$C_7$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$C_7$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cuts the circle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orthogonally, then the square of the radius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$C_7$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List-II: (1)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; (5)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(P)→(1), (Q)→(2), (R)→(3), (S)→(4)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(P)→(2), (Q)→(1), (R)→(4), (S)→(3)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(P)→(1), (Q)→(3), (R)→(2), (S)→(5)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(P)→(4), (Q)→(2), (R)→(1), (S)→(3)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Image (reflection) of a point and of a line, Orthogonal circles and a tangent line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Orthogonality of two circles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(centres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an image is found with the reflection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Orthogonality of two circles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$d^2=r_1^2+r_2^2$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(centres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an image is found with the reflection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$r_1^2=1^2+2^2-1=4$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(P)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image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(Q)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$O_2(-1,0)$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$O_1O_2^2=(1+1)^2+(2-0)^2=8$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$O_1O_2^2=r_1^2+r_2^2\Rightarrow8=4+r_2^2\Rightarrow r_2^2=4$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(P)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$r_3=\frac{|2(1)-6-1|}{\sqrt{2^2+(-1)^2}}=\sqrt5$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(Q)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The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 of the distance between the centres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(R)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$r_4^2=(-3)^2+4^2=25$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$r_5^2=1+1-k=2-k$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 of the distance between the centres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$d^2=(-3-1)^2+(4-1)^2=25$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$d^2=r_4^2+r_5^2\Rightarrow25=25+2-k\Rightarrow 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(R)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The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distance squared from the origin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Orthogonality: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P→1, Q→2, R→3, S→4,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distance squared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$d^2=(-2)^2+(-3)^2=13$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$r_6^2=4$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Orthogonality: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$13=4+r_7^2\Rightarrow r_7^2=9$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P→1, Q→2, R→3, S→4,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(P)→(1), (Q)→(2), (R)→(3), (S)→(4)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Reflections preserve distances, so for (Q) reflect the centre instead of the line; and use the general-form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orthogonality.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Reflections preserve distances, so for (Q) reflect the centre instead of the line; and use the general-form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$2g_1g_2+2f_1f_2=c_1+c_2$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orthogonality.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A circle touching the reflected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radius as the circle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centre is the mirror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(Q)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A circle touching the reflected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radius as the circle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centre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image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$(1,6)-(-4)(1,-1)=(5,2)$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$\frac{|5-4+4|}{\sqrt5}=\sqrt5$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(Q)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(P)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(R)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$C_1:g_1=-1,f_1=-2,c_1=1$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$g_2=1,f_2=0$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$2g_1g_2+2f_1f_2=-2=c_1+c_2=1+c_2\Rightarrow c_2=-3$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$r_2^2=g_2^2+f_2^2-c_2=1+3=4$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(P)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$x^2+y^2+6x-8y=0$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$g=3,f=-4,c=0$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$x^2+y^2-2x-2y+k=0$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$g=-1,f=-1,c=k$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$2(3)(-1)+2(-4)(-1)=2=0+k$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(R)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$g=2,f=3$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$c=13-r^2$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$g=f=0,c=-4$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$0=c_7-4\Rightarrow c_7=4\Rightarrow r^2=9$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(P)→(1), (Q)→(2), (R)→(3), (S)→(4)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is an isometry: tangency, distances and radii of circles touching a line are unchanged if the line and the centre are reflected 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orthogonal circle about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given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the given circle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$(x,y)=(x_1,y_1)-\frac{2(ax_1+by_1+c)}{a^2+b^2}(a,b)$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$(1,2)-2\cdot(1,1)=(-1,0)$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$(g_1,f_1,c_1)$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$(g_2,f_2,c_2)$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orthogonal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$2g_1g_2+2f_1f_2=c_1+c_2$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$d^2=r_1^2+r_2^2$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is an isometry: tangency, distances and radii of circles touching a line are unchanged if the line and the centre are reflected 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orthogonal circle about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given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$r_2^2=d^2-r^2=$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the given circle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which is not identically zero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a real-valued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possible number of distinct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$f:[0,1]\to\mathbb{R}$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which is not identically zero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a real-valued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$g(t)=\int_0^1e^{tx}f(x)\,dx$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minimum possible number of distinct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definite integrals, Intermediate value theorem and Rolle's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change sign only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$\int_0^1f=0$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$\int_0^1xf=0$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$\int_0^1(x-c)f(x)\,dx=0$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change sign only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under the integral sign and 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not identically zero,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takes both positive and negative values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under the integral sign and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$g(0)=\int_0^1f(x)\,dx=0$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$g'(0)=\int_0^1xf(x)\,dx=0$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not identically zero,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takes both positive and negative values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it changes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sign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not identically zero,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a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it changes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$h(x)=(x-c)f(x)$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sign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not identically 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$\int_0^1(x-c)f(x)\,dx\neq0$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$\int_0^1(x-c)f(x)\,dx=\int_0^1xf(x)\,dx-c\int_0^1f(x)\,dx=g'(0)-c\,g(0)=0$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a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is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is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$f(x)=x^2-x+\frac16$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$\int_0^1f=\frac13-\frac12+\frac16=0$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$\int_0^1xf=\frac14-\frac13+\frac1{12}=0$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$x=\frac12\pm\frac1{2\sqrt3}$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and, by parts,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Rolle's theorem is used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once: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$F(x)=\int_0^xf$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$F(0)=F(1)=0$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and, by parts,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$\int_0^1F=0$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Rolle's theorem is used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both signs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the Intermediate Value Theorem, vanishes at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$F(1)=\int_0^1f=0$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$\int_0^1xf(x)\,dx=\left[xF(x)\right]_0^1-\int_0^1F(x)\,dx=-\int_0^1F(x)\,dx=0$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$f=F'\equiv0$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both signs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the Intermediate Value Theorem, vanishes at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Rolle's theorem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two distinct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roots,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$F(0)=F(a)=F(1)=0$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Rolle's theorem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two distinct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$f(x)=x^2-x+\frac16$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roots,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all polynomials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changes; in general,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Repeated integration: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orthogonality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to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ends, so Rolle's theorem gives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Legendre-type example: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(shifted Legendre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scaled) is orthogonal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so the bound is sharp.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produces the moments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all polynomials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changes; in general,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$\int_0^1x^kf=0$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$k=0,\dots,n-1$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Repeated integration: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$F_1=\int_0^xf$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$F_2=\int_0^xF_1$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orthogonality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$1,x,\dots,x^{n-1}$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to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ends, so Rolle's theorem gives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Legendre-type 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(shifted Legendre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scaled) is orthogonal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so the bound is sharp.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$\frac{d}{dt}\int_0^1e^{tx}f(x)\,dx\Big|_{t=0}=\int_0^1xf(x)\,dx$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produces the moments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89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vector space of all infinitely differentiable real-valued functions defined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given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sequence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generated recursively: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indefinite integral of the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expressed in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real constants independent of the choice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arbitrary constant of integration,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89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$C^\infty(0,\infty)$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vector space of all infinitely differentiable real-valued functions defined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given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 C^\infty(0,\infty)$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sequence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$\{f_n\}_{n=0}^\infty$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generated recursively: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$f_0(x)=f(x)$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$f_{n+1}(x)=x\frac{d}{dx}\bigl(f_n(x)\bigr)+nf_n(x)$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indefinite integral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$f_5(x)$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expressed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f_5(x)\,dx=x\sum_{k=1}^{4}c_kf_k(x)+C$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real constants independent of the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arbitrary constant of integration,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integration: integration by parts and recurrence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gives the reduction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$x^{k-1}f_{n+1}$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gives the reduction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x^{k-1}f_{n+1}=x^kf_n+(n-k)\int x^{k-1}f_n$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on the first term,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second: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x^{k-1}f_{n+1}(x)\,dx=\int x^kf_n'(x)\,dx+n\int x^{k-1}f_n(x)\,dx$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on the first term,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x^kf_n'(x)\,dx=x^kf_n(x)-k\int x^{k-1}f_n(x)\,dx$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relation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x^{k-1}f_{n+1}(x)\,dx=x^kf_n(x)+(n-k)\int x^{k-1}f_n(x)\,dx$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f_5\,dx=xf_4+3\int f_4\,dx$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relation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f_4\,dx=xf_3+2\int f_3\,dx$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f_3\,dx=xf_2+1\cdot\int f_2\,dx$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f_2\,dx=xf_1+0=xf_1$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f_5\,dx=xf_4+3\bigl(xf_3+2(xf_2+xf_1)\bigr)+C$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f_5\,dx=xf_4+3xf_3+6xf_2+6xf_1+C=x\bigl(6f_1+6f_2+3f_3+f_4\bigr)+C$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test the identity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rising factorials, and compare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 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test the identity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$f=x^p$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$f_n=(p)_n\,x^p$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rising factorials, and compare polynomials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$f_1=xf_0'+0=px^p$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$f_{n+1}=(p+n)f_n$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$f_n=p(p+1)\cdots(p+n-1)\,x^p=(p)_nx^p$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f_5\,dx=(p)_5\frac{x^{p+1}}{p+1}=p(p+2)(p+3)(p+4)\,x^{p+1}$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$x^{p+1}\sum_{k=1}^4c_k(p)_k$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$p\,x^{p+1}$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$(q+1)(q+2)(q+3)=c_1+c_2\,q+c_3\,q(q+1)+c_4\,q(q+1)(q+2)$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coefficients: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the main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$=q^3+6q^2+11q+6$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$=c_4(q^3+3q^2+2q)+c_3(q^2+q)+c_2q+c_1$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$3+c_3=6\Rightarrow c_3=3$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$2+3+c_2=11\Rightarrow c_2=6$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$(c_1,c_2,c_3,c_4)=(6,6,3,1)$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the main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multiplies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Testing monomials determines constants that are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Integration by parts reduction: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ends the recursion.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recursion stops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sides vanish;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$f\mapsto xf'+nf$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$(xD+n)$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$f_n=(xD)(xD+1)\cdots$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$(p)_n$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Testing monomials determines constants that are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Integration by parts reduction: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x^{k-1}\bigl(xf'+nf\bigr)dx=x^kf+(n-k)\int x^{k-1}f\,dx$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ends the recursion.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recursion stops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$f_2=xf_1'+f_1\cdot1$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$f_2=(xf_1)'$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f_2\,dx=xf_1$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sides vanish;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$f_n=(1)_nx=n!\,x$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f_5=60x^2$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$x\sum c_kk!x=x^2(6+12+18+24)=60x^2$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that satisfies Rolle's theorem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and the least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$f:[1,4]\to\mathbb{R}$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$f(x)=x^3-9x^2+24x$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value that satisfies Rolle's theorem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and the least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Rolle's theorem and absolute extrema on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Rolle's theorem applies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critical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also where the maximum occurs.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Rolle's theorem applies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critical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also where the maximum occurs.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Rolle's theorem is applicable.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$f(1)=1-9+24=16$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$f(4)=64-144+96=16$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Rolle's theorem is applicable.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$f'(x)=3x^2-18x+24=3(x-2)(x-4)$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 and endpoints: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 and endpoints: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$f(2)=8-36+48=20$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$M-m+c=20-16+2=6$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extreme values and where they occur without any table.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extreme values and where they occur without any table.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repeated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Rolle's point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$f(x)-16=x^3-9x^2+24x-16=(x-1)(x-4)^2\ge0$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$f(x)-20=x^3-9x^2+24x-20=(x-2)^2(x-5)\le0$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repeated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$f'(4)=f'(2)=0$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Rolle's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$M-m+c=20-16+2=6$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Rolle's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double root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extreme value: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the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check the endpoints as well as the critical points: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local minimum value, so the minimum is attained at both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inflection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Rolle's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$f'=3(x-2)(x-4)$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$4\notin(1,4)$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double root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extreme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$f-20=(x-2)^2(x-5)$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$f-16=(x-1)(x-4)^2$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 the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check the endpoints as well as the critical points: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$f(1)=16=f(4)$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local minimum value, so the minimum is attained at both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inflection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$f(2)+f(4)=36=2f(3)$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monotonically increasing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$f(x)=(a^2-1)x^3+3(a-1)x^2+6x+7$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monotonically increasing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Monotonicity of a function, Quadratic inequality valid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Monotonicity of a function, Quadratic inequality valid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cubic is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degenerate case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treated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cubic is increasing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degenerate case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treated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monotonically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inequality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hold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monotonically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$f'(x)=3(a^2-1)x^2+6(a-1)x+6\ge0$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$(a^2-1)x^2+2(a-1)x+2\ge0$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inequality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$-4x+2\ge0$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hold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quadratic is non-negative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the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1: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of the two conditions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 both cases: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quadratic is non-negative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$a^2-1&gt;0\Rightarrow 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$D=[2(a-1)]^2-4(a^2-1)(2)\le0\Rightarrow(a+3)(a-1)\ge0\Rightarrow a\le-3$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of the two conditions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 both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$a\in(-\infty,-3]\cup[1,\infty)$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$[-5,5]$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$-5,-4,-3$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$3+5=8$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minimum of the quadratic is at its vertex, and its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the sign (a vertex view in place of the discriminant).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minimum of the quadratic is at its vertex, and its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$\frac{a+3}{a+1}$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the sign (a vertex view in place of the discriminant).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(invalid).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parabola opens upward) the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$q(x)=(a^2-1)x^2+2(a-1)x+2$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$q\equiv2&gt;0$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$q=-4x+2$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(invalid).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parabola opens upward) the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$x=-\frac{a-1}{a^2-1}=-\frac1{a+1}$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$q_{\min}=2-\frac{(a-1)^2}{a^2-1}=2-\frac{a-1}{a+1}=\frac{a+3}{a+1}$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opens downward and cannot stay non-negative.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set: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$\frac{a+3}{a+1}\ge0\Rightarrow a\le-3$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opens downward and cannot stay non-negative.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$-5,-4,-3,1,2,3,4,5$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everywhere;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only at isolated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still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Always handle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when the leading coefficient carries a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form: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stays non-negative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only at isolated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still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$A&gt;0,\ B^2-4AC\le0$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B=0,\ 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Always handle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when the leading coefficient carries a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form: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$C-\frac{B^2}{4A}=-\frac{D}{4A}$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$\frac{a+3}{a+1}$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$(a^2-1)x^2+2(a-1)x+2$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D4=-(a-1)(a+3)$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stays non-negative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$a\in(-\infty,-3]\cup[1,\infty)$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626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the fractional part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Consider two functions defined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value of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626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the fractional part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$h(x)=\lfloor x\rfloor+\left|\{x\}-\frac12\right|$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Consider two functions defined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$u(x)=\ln(1+\{x\})$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$v(x)=\frac{1}{1-\{x\}}$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value of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greatest integer and fractional part functions, Derivative of a function with respect to another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at each half-integer and a jump at each integer, so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non-differentiable points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at each half-integer and a jump at each integer, so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non-differentiable points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$\frac12,1,\frac32$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non-differentiable at the corner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$h(x)=\left|x-\frac12\right|$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non-differentiable at the corner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not 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non-differentiable at the corner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non-differentiability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$\lim_{x\to1^-}h(x)=0+\left|1-\frac12\right|=\frac12$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$\lim_{x\to1^+}h(x)=1+\left|0-\frac12\right|=\frac32$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not 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$h(x)=1+\left|x-\frac32\right|$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non-differentiable at the corner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non-differentiability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$x=\frac12,1,\frac32$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$u(x)=\ln(1+x-1)=\ln x\Rightarrow\frac{du}{dx}=\frac1x$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$v(x)=\frac{1}{1-(x-1)}=\frac1{2-x}\Rightarrow\frac{dv}{dx}=\frac{1}{(2-x)^2}$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$\frac{du}{dv}=\frac{du/dx}{dv/dx}=\frac{(2-x)^2}{x}$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$d=\frac{\left(2-\frac32\right)^2}{\frac32}=\frac{\frac14}{\frac32}=\frac16$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md=\frac{3}{\frac16}=18$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at once), and read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zigzag in each unit cell.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$\frac{dv}{du}$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read off at once), and read the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zigzag in each unit cell.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⌊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⌋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each cell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V-shape with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end heights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next cell starts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$h(x)=\lfloor x\rfloor+\left|x-\left(\lfloor x\rfloor+\tfrac12\right)\right|$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each cell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V-shape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$\left(n+\frac12,\,n\right)$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end heights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next cell starts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vertices (corners) are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the right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vertices (corners)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the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x\Rightarrow x=e^u$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$v=\frac{1}{2-e^u}$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$\frac{dv}{du}=\frac{e^u}{(2-e^u)^2}$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$\frac{dv}{du}=\frac{3/2}{1/4}=6$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$d=\frac{du}{dv}=\frac16$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md=18$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the integers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integer is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nowhere else); each integer adds one more non-differentiable point because of the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smooth, so 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$h=\lfloor x\rfloor+g(\{x\})$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the integers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$g(1)-g(0)=1$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$g(t)=\left|t-\frac12\right|$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$g(1)-g(0)=0\neq1$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integer is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$|\{x\}-\frac12|$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nowhere else); each integer adds one more non-differentiable point because of the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$\frac{du}{dv}=\frac{u'(x)}{v'(x)}$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smooth, so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90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representing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tangent and the length of the normal to the curve at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it, respectively. Suppose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satisfies the relation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90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representing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tangent and the length of the normal to the curve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it, respectively. Suppose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function satisfies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$\frac1y\left(\frac NT\right)=x+\frac1x$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$\ln\left(\frac{f(4)}{4}\right)$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Length of tangent and normal to a curve, Differential equations: variable separable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relation is the separable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NT=\frac{dy}{dx}$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relation is the separable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$\frac1y\frac{dy}{dx}=x+\frac1x$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length of the normal and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length of the normal and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$N=\left|y\sqrt{1+\left(\frac{dy}{dx}\right)^2}\right|$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$T=\left|\frac{y\sqrt{1+\left(\frac{dy}{dx}\right)^2}}{\frac{dy}{dx}}\right|$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NT=\frac{dy}{dx}$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$\frac1y\frac{dy}{dx}=x+\frac1x$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$\int\frac1y\,dy=\int\left(x+\frac1x\right)dx\Rightarrow\ln y=\frac{x^2}{2}+\ln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$\ln(2e^2)=\frac{2^2}{2}+\ln2+C\Rightarrow\ln2+2=2+\ln2+C\Rightarrow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y=\frac{x^2}{2}+\ln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f(4)=\frac{4^2}{2}+\ln4=8+\ln4$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$\ln\left(\frac{f(4)}{4}\right)=\ln f(4)-\ln4=(8+\ln4)-\ln4=8$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right triangle formed by the tangent, the normal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and the quantity asked is already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that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$N/T=\tan\psi$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right triangle formed by the tangent, the normal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and the quantity asked is already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that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and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tangent,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and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tangent,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$\tan\psi=\frac{PB}{PA}=\frac NT$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NT=\tan\psi=f'(x)&gt;0$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$\frac{y'}{y}-\frac1x=x$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$\frac{d}{dx}\ln\frac yx=x$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$\ln\frac{y}{x}=\frac{x^2}{2}+C$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$\ln\frac{2e^2}{2}=2=2+C\Rightarrow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$\ln\frac{f(x)}{x}=\frac{x^2}{2}$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$\ln\frac{f(4)}{4}=\frac{16}{2}=8$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normal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sub-tangent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sub-normal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question asks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constant of integration with the given point;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$T=\left|\frac{y}{y'}\sqrt{1+y'^2}\right|$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normal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$N=|y|\sqrt{1+y'^2}$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sub-tangent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$\left|\frac{y}{y'}\right|$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sub-normal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$|yy'|$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NT=|y'|$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$y=Ce^{\int p\,dx}$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$y=x\,e^{x^2/2}$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$\frac{d}{dx}\ln\frac yx=\frac{y'}{y}-\frac1x$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constant of integration with the given point;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$\ln(2e^2)=\ln2+2$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2.85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08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2.85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