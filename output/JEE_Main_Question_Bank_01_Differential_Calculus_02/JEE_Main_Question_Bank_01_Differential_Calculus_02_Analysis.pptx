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2.0</c:v>
                </c:pt>
                <c:pt idx="2">
                  <c:v>1.5</c:v>
                </c:pt>
                <c:pt idx="3">
                  <c:v>2.5</c:v>
                </c:pt>
                <c:pt idx="4">
                  <c:v>2.0</c:v>
                </c:pt>
                <c:pt idx="5">
                  <c:v>3.0</c:v>
                </c:pt>
                <c:pt idx="6">
                  <c:v>2.0</c:v>
                </c:pt>
                <c:pt idx="7">
                  <c:v>3.0</c:v>
                </c:pt>
                <c:pt idx="8">
                  <c:v>3.0</c:v>
                </c:pt>
                <c:pt idx="9">
                  <c:v>3.0</c:v>
                </c:pt>
                <c:pt idx="10">
                  <c:v>3.0</c:v>
                </c:pt>
                <c:pt idx="11">
                  <c:v>2.0</c:v>
                </c:pt>
                <c:pt idx="12">
                  <c:v>2.5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1.0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list shows R3 = {(1,2),(2,3),(1,1),(2,2),(3,3),(2,1)} without (1,3). That set is not transitive ((1,2),(2,3) force (1,3)), so R3 as printed is not valid; the correct R3 must also contain (1,3). The PDF's list for R2 also omits (1,3). The count 3 is right. Also added the reason why other additions are excluded.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labels the two cases the wrong way round (it writes 'x = 30 = m' and 'x = 15 = n') and states 'x = 45' from the first diagram, then jumps to 30 without saying why (pair-only region 30-x cannot be negative). Also its second diagram total reads 205+x=220 (including the 10 outside), which is the same as 195+x=210. Correct: least m = 15, most n = 30; the sum 45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only states 'x^2 - 2^y = 2023 =&gt; x = 45, y = 1' and the sum 46, with no argument that (45,1) is the only solution (needed because the sum is over the whole set). The mod 8 argument and the y = 2 check were added. The answer 46 is correct. Note: the PDF's text layer shows 'x^2 - 2y'; the page image shows 2^y.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'(n = 5)' next to the formula 2^{n(n+1)/2} - 2^{n(n-1)/2}, but the set has 4 elements, so n = 4. It then evaluates 1024 - 64, which is the n = 4 value (n = 5 would give 32768 - 1024). The numbers and the answer 960 are correct; only the printed 'n = 5' is a slip.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lists the symmetric additions as (2,1), (4,1), (3,1). The reverse of (2,3) is (3,2), not (3,1); (3,1) arises later from transitivity (and is listed there too). The corrected symmetric additions are (2,1), (3,2), (4,1). The counts (4 + 3 + 6 = 13 added, 16 in total)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— Differential Calculus 02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Sets, Relations and Functions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finite sets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respectively. The total number of subsets of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more than the total number of subsets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distance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finite sets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respectively. The total number of subsets of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more than the total number of 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$P(m,n)$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$Q(-2,-3)$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subsets of a finite set, Distance between two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$2^m-2^n=2^n(2^{m-n}-1)=8\cdot 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subsets, so the given condition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(Uniqueness: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odd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subsets, so the given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$2^m-2^n=56$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$56=64-8=2^6-2^3$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(Uniqueness: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$2^n(2^{m-n}-1)=2^3\cdot 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odd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$2^{m-n}-1$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$P(m,n)=P(6,3)$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$Q=(-2,-3)$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$PQ=\sqrt{(6+2)^2+(3+3)^2}=\sqrt{64+36}$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$PQ=\sqrt{100}=10$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Pull out 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odd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with no trial of powers.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Pull out the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odd part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with no trial of powers.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all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$d=m-n\ge1$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$2^m&gt;2^n$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$2^m-2^n=2^n(2^d-1)=56=2^3\cdot 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$2^d-1$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all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$2^n=2^3$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$2^d-1=7$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$2^d=8$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vector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multiple of the Pythagorean triple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vector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$Q(-2,-3)$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$P(6,3)$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multiple of the Pythagorean triple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$PQ=2\cdot 5=10$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odd part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read separately, so the solution is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subsets,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non-empty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proper subsets.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Pythagorean triples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evaluate distances without a calculator: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$2^m-2^n=2^n(2^{m-n}-1)$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odd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$2^{m-n}-1$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read separately, so the solution is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subsets,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non-empty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proper subsets.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Pythagorean triples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$5,12,13$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$8,15,17$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evaluate distances without a calculator: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$(8,6)=2(4,3)$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Reflexive but neither symmetric nor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Reflexive and symmetric but not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Reflexive and transitive but not symmetric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Reflexive, symmetric and transitive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$\mathbb{Z}\times\mathbb{Z}$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$(a,b)\,R\,(c,d)$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$ad-bc$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Reflexive but neither symmetric nor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Reflexive and symmetric but not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Reflexive and transitive but not symmetric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Reflexive, symmetric and transitive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Types of relations: reflexive, symmetric and transitive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three properties one by one; for transitivity look for a counterexample using a pair that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three properties one by one; for transitivity look for a counterexample using a pair that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$\equiv(0,0)\pmod 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$(a,b)\,R\,(a,b)$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$ab-ba=0$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$(a,b)\,R\,(c,d)$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$ad-bc$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 and symmetric but not transitive: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$bc-ad=-(ad-bc)$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$(c,d)\,R\,(a,b)$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$(3,1)\,R\,(10,5)$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$3\cdot5-1\cdot10=5$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$(10,5)\,R\,(1,1)$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$10\cdot1-5\cdot1=5$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$(3,1)\,R\,(1,1)$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$3\cdot1-1\cdot1=2$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 and symmetric but not transitive: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Reflexive and symmetric but not transitive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the two vectors are parallel over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zero vector is parallel to everything, which breaks transitivity.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$ad-bc\equiv0\pmod5$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the two vectors are parallel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$\mathbb{Z}_5$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zero vector is parallel to everything, which breaks transitivity.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two vectors are linearly dependent over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vector is dependent with itself (determinant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dependence is symmetric,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 and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dependent with every vector, e.g.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$ad-bc=\det\begin{pmatrix}a&amp;b\\c&amp;d\end{pmatrix}$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$(a,b)\,R\,(c,d)$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two vectors are linearly dependent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vector is dependent with itself (determinant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dependence is symmetric,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 and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$(5,0)\equiv(0,0)$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dependent with every vector, e.g.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dependent: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fails: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dependent: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$1\cdot1-0\cdot0=1$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$(1,0)\,R\,(5,0)$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$(5,0)\,R\,(0,1)$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$(1,0)\,R\,(0,1)$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fails: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Reflexive and symmetric but not transitive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proportional over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cross-product / determinant test for parallel vectors).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of the type 'parallel' is an equivalence on non-zero vectors (it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classes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but the zero vector is related to everything, so on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transitivity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disprove transitivity, look for a 'hub' element related to two unrelated elements; to disprove reflexivity, test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symmetry usually follows from a symmetric defining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$ad-bc\equiv0\pmod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proportional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cross-product / determinant test for parallel vectors).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of the type 'parallel' is an equivalence on non-zero vectors (it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classes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but the zero vector is related to everything, so on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$\mathbb{Z}\times\mathbb{Z}$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transitivity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disprove transitivity, look for a 'hub' element related to two unrelated elements; to disprove reflexivity,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symmetry usually follows from a symmetric defining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smallest equivalence relation on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smallest equivalence relation on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$\{(1,2),(1,3)\}\subset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Equivalence relations: smallest equivalence relation containing given pairs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1.5(A little above 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smallest equivalence relation containing the pairs is obtained by adding exactly the reflexive, symmetric and transitive consequences.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reflexivity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contain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symmetry,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reflexivity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contain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$(1,1),(2,2),(3,3),(4,4)$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$R=\{(1,1),(1,2),(2,2),(1,3),(3,3),(4,4)\}$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symmetry,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$R=\{(1,1),(1,2),(2,1),(2,2),(1,3),(3,1),(3,3),(4,4)\}$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transitivity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set is reflexive, symmetric and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pair added was forced,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smallest such relation and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transitivity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$R=\{(1,1),(1,2),(2,1),(2,2),(3,3),(4,4),(3,2),(2,3),(1,3),(3,1)\}$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set is reflexive, symmetric and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pair added was forced,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smallest such relation and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smallest equivalence relation is the partition into connected pieces of the graph of the given pairs; its size is the sum of squares of the class sizes.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Join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edges; element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untouched.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equivalence classes are the connected pieces: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equivalence relation with classes of sizes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(every pair inside a class).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Join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edges; element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untouched.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equivalence classes are the connected pieces: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equivalence relation with classes of 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$k_1,k_2,\dots$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$k_1^2+k_2^2+\cdots$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(every pair inside a class).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size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equivalence relation containing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class, so this is the smallest: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size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$3^2+1^2=10$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equivalence relation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$(1,2),(1,3)$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class, so this is the smallest: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Smallest equivalence relation containing a set of pairs = partition into connected components of the graph formed by those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classes have sizes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equivalence relations on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= Bell number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Smallest equivalence relation containing a set of pairs = partition into connected components of the graph formed by those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classes have 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$k_1,\dots,k_r$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$|R|=\sum k_i^2$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k_i=n$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equivalence relations on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= Bell number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$1,2,5,15,52,\dots$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relations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equivalence relations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Neither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relations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$a\,R_1\,b\iff a^2+b^2=1$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$(a,b)\,R_2\,(c,d)\iff a+d=b+c$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$(a,b),(c,d)\in\mathbb{N}\times\mathbb{N}$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equivalence relations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Equivalence relations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2.5(A little easier than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fails reflexivity at once;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all three tests, transitivity by adding the two given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fails reflexivity at once;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all three tests, transitivity by adding the two given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example).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reflexive and hence not an equivalence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reflexive: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$a\,R_1\,a$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example).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reflexive and hence not an equivalence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reflexive: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$(a,b)\,R_2\,(a,b)\iff a+b=b+a$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transitive: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reflexive, symmetric and transitive, an equivalence relation, while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$(a,b)\,R_2\,(c,d)$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$a+d=b+c$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$d+a=c+b$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$c+b=d+a$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$(c,d)\,R_2\,(a,b)$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transitive: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$(a,b)\,R_2\,(c,d)$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$a+d=b+c$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$(c,d)\,R_2\,(e,f)$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$c+f=d+e$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$a+d+c+f=b+c+d+e$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$a+f=b+e$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$(a,b)\,R_2\,(e,f)$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reflexive, symmetric and transitive, an equivalence relation,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Only R₂ is an equivalence relation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same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relates pairs with equal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any such relation is automatically an equivalence.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$a+d=b+c$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same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$a-b=c-d$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relates pairs with equal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$f(a,b)=a-b$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any such relation is automatically an equivalence.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is reflexive, symmetric and transitive,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inherits all three properties: it is an equivalence relation (its classes are the fibres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for each integer difference).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$a+d=b+c$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$a-b=c-d$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$f:\mathbb{N}\times\mathbb{N}\to\mathbb{Z}$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$f(a,b)=a-b$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$(a,b)\,R_2\,(c,d)\iff f(a,b)=f(c,d)$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is reflexive, symmetric and transitive,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inherits all three properties: it is an equivalence relation (its classes are the fibres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for each integer difference).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reflexive.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only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$0^2+0^2=0\ne1$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$(0,0)\notin 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reflexive.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Only R₂ is an equivalence relation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relation of the form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an equivalence relation; its classes are the fibres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try to rewrite the defining condition in this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classes),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classes, for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Disproving an equivalence relation needs only one failure; check reflexivity first, it is the quickest to break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relation of the form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an equivalence relation; its classes are the fibres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try to rewrite the defining condition in this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$a+d=b+c\iff a-b=c-d$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classes),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$ad=bc\iff a/b=c/d$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classes, for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Disproving an equivalence relation needs only one failure; check reflexivity first, it is the quickest to break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Q15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subsets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two consecutive numbers. For example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two consecutive numbers. For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$\{1,3,5\}\in S_6$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$\{1,2,4\}\notin S_6$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$n(S_5)$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subsets with no two consecutive elements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-element subsets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two consecutive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number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-element subsets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$\{1,\dots,n\}$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two consecutive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$\binom{n-r+1}{r}$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subsets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two consecutive numbers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three non-consecutive numbers fit but four do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two consecutive numbers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$\binom{n-r+1}{r}$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three non-consecutive numbers fit but four do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$n(S_5)=\sum_{r=0}^{3}\binom{6-r}{r}=\binom{6}{0}+\binom{5}{1}+\binom{4}{2}+\binom{3}{3}$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$=1+5+6+1=13$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on whether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 the subset: this gives the Fibonacci recurrence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on whether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 the subset: this gives the Fibonacci recurrence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$a_n=a_{n-1}+a_{n-2}$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valid subsets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empty set counts).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chosen, the rest is any valid subset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chosen,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be, and the rest is any valid subset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valid 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empty set counts).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chosen, the rest is any valid 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$\{1,\dots,n-1\}$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chosen,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be, and the rest is any valid 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$\{1,\dots,n-2\}$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$a_n=a_{n-1}+a_{n-2}$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$a_2=3,\ a_3=5,\ a_4=8,\ a_5=13$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$n(S_5)=13$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subsets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two consecutive elements is the Fibonacci number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non-adjacent items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line: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(place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 created by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unchosen ones).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circle (first and last also adjacent) the count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total is the Lucas number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two consecutive elements is the Fibonacci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$1,2,3,5,8,13,\dots$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$n=0,1,2,\dots$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$\sum_r\binom{n-r+1}{r}=F_{n+2}$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non-adjacent items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$\binom{n-r+1}{r}$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(place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 created by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unchosen ones).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circle (first and last also adjacent) the count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$\frac{n}{n-r}\binom{n-r}{r}$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total is the Lucas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$L_5=11$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relations on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containing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including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reflexive and transitive but not symmetric,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relations on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containing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including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reflexive and transitive but not symmetric,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reflexive and transitive relations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Reflexivity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four pairs; then count the transitive additions from the other five pairs, separately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Reflexivity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four pairs; then count the transitive additions from the other five pairs, separately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 Reflexivity and the given pair force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possible pairs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we add some of them keeping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transitive and not symmetric,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the four forced pairs. It is transitive and not symmetric, so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$A\times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 Reflexivity and the given pair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$(1,1),(2,2),(3,3),(1,2)$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possible pairs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$(1,3),(2,1),(2,3),(3,1),(3,2)$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we add some of them keeping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transitive and not symmetric,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the four forced pairs. It is transitive and not symmetric, so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elements: add one pair.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keep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transitive;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(an equivalence relation, excluded);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III: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elements: the valid pairs of additions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PDF's answer key prints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its own working ends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brute-force check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elements: add one pair.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keep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transitive;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(an equivalence relation, excluded);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III: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elements: the valid pairs of additions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$\{(2,3),(1,3)\}$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$\{(1,3),(3,2)\}$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$\{(3,1),(3,2)\}$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$=1+2+3=6$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PDF's answer key prints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its own working ends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brute-force check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Classify by the poset structure of the equivalence classes: a reflexive transitive relation is a partial order on classes; count the shapes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have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Classify by the poset structure of the equivalence classes: a reflexive transitive relation is a partial order on classes; count the shapes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have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reflexive transitive relation is a preorder: elements that are related both ways form a class, and classes are ordered. It is not symmetric exactly when some pair is related only one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 in separate classes (no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relation is a partial order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 unrelated to both,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(iv)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(v)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(vi)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relations, all with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reflexive transitive relation is a preorder: elements that are related both ways form a class, and classes are ordered. It is not symmetric exactly when some pair is related only one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 in separate classes (no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relation is a partial order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 unrelated to both,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(iv)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$1&lt;2&lt;3$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(v)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$1&lt;3&lt;2$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(vi)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$3&lt;1&lt;2$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relations, all with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one class (with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class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either separate (that is symmetric, excluded), above it (needs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pairs), below it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pairs), or merged (all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only candidates are the six partial orders above: the answer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one class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class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either separate (that is symmetric, excluded), above it (needs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$(1,3),(2,3)$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pairs), below 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pairs), or merged (all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only candidates are the six partial orders above: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+ transitive = preorder (quasi-order). Elements related both ways form classes; the classes carry a partial order. Preorders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labelled elements: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Reflexive, transitive and symmetric together is an equivalence relation; so 'not symmetric' means: not all comparable pairs are mutual.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counting relations with a size cap, build from the forced pairs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 pairs plus the given ones) and list transitive extensions by size; always check closure under composition after each addition.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trust a printed key blindly: here the key (5) disagrees with its own working (6).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+ transitive = preorder (quasi-order). Elements related both ways form classes; the classes carry a partial order. Preorders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labelled elements: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Reflexive, transitive and symmetric together is an equivalence relation; so 'not symmetric' means: not all comparable pairs are mutual.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counting relations with a size cap, build from the forced pairs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 pairs plus the given ones) and list transitive extensions by size; always check closure under composition after each addition.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trust a printed key blindly: here the key (5) disagrees with its own working (6).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relations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containing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reflexive and transitive but not symmetric,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relations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reflexive and transitive but not symmetric,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reflexive and transitive relations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Transitivity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base relation is the chain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the reverse pairs can be added.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Transitivity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base relation is the chain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$1\to2\to3$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the reverse pairs can be added.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reflexive, so it contains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contains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Transitivity applied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 So the smallest such relation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transitive, and not symmetric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reflexive, so it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$(1,1),(2,2),(3,3)$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Transitivity applied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$(1,2),(2,3)$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 So the smallest such relation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$R_1=\{(1,1),(2,2),(3,3),(1,2),(2,3),(1,3)\}$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$R_2=R_1\cup\{(3,2)\}$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transitive, and not symmetric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$(1,2)\in 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$(2,1)\notin 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transitive, and not symmetric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well, and adding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give the full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symmetric, so they are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relations: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$R_3=R_1\cup\{(2,1)\}$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transitive, and not symmetric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$(2,3)\in 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$(3,2)\notin 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well, and adding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give the full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$A\times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symmetric, so they are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relations: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$R_1,R_2,R_3$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chain with two links; each link is either left one-way or collapsed into mutual (both-ways), and collapsing both makes everything symmetric.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$1\le2\le3$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chain with two links; each link is either left one-way or collapsed into mutual (both-ways), and collapsing both makes everything symmetric.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and transitive containing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chain.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extra pairs that can still be added without forcing symmetry of unrelated things are the reverses of the chain relations: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(collapse link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(collapse link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link is independently kept one-way or collapsed: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and transitive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$(1,2),(2,3)$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$1\preceq2\preceq3$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$1\preceq3$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chain.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extra pairs that can still be added without forcing symmetry of unrelated things are the reverses of the chain relations: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(collapse link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$1\!-\!2$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(collapse link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$2\!-\!3$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link is independently kept one-way or collapsed: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both links collapse,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symmetric: remove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is impossible: it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both links collapse.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both links collapse,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$1\sim2\sim3$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$R=A\times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symmetric: remove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is impossible: it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both links collapse.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 and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close the forced pairs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Preorders containing a chain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≼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≼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choosing which links are collapsed (made mutual); collapsing a whole chain makes it an equivalence class.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Mutual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collapsing propagates, so check closure after every addition.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 and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b\to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close the forced pairs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Preorders containing a chain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$x_1\preceq x_2\preceq\dots\preceq x_k$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choosing which links are collapsed (made mutual); collapsing a whole chain makes it an equivalence class.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Mutual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$(a,b),(b,a)$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collapsing propagates, so check closure after every addition.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67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survey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of a higher secondary school, it was found that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studied Mathematics;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studied Physics;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studied Chemistry;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studied both Physics and Chemistry;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studied both Chemistry and Mathematics;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studied both Mathematics and Physics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studied none of these subjects.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least and the most number of students who studied all the three subjects.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67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survey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of a higher secondary school, it was found that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studied Mathematics;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studied Physics;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studied Chemistry;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studied both Physics and Chemistry;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studied both Chemistry and Mathematics;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studied both Mathematics and Physics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studied none of these subjects.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least and the most number of students who studied all the three subjects.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Inclusion–exclusion principle for three sets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Fill the Venn diagram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middle; the total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subject totals, and no region may be negative.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Fill the Venn diagram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middle; the total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subject totals, and no region may be negative.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who studied all three subjects. The pair-only regions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who studied all three subjects. The pair-only regions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$M\cap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$=40-x$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$=30-x$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$C\cap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$=50-x$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study at least one subject, so the seven regions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Smallest totals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single regions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regions: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Setting this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impossible: the smallest totals cannot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students; the greatest value possible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valid case, for example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totals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$220-10=210$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study at least one subject, so the seven regions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Smallest totals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single regions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$=35+x$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$=15+x$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$=x-5$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regions: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$(35+x)+(15+x)+(x-5)+(40-x)+(30-x)+(50-x)+x=165+x$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Setting this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$30-x\ge0$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impossible: the smallest totals cannot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students; the greatest value possible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valid case, for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totals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$=40+x$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$=25+x$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regions: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Setting this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all regions are non-negative.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regions: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$(40+x)+(25+x)+(10+x)+(40-x)+(30-x)+(50-x)+x=195+x$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Setting this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all regions are non-negative.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$m+n=15+30=45$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inclusion–exclusion formula directly: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range from the subject totals,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 pairwise overlap caps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inclusion–exclusion formula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$x=210-(M+P+C)+120$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range from the subject totals,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 pairwise overlap caps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Inclusion–exclusion: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exceed any pairwise overlap: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Inclusion–exclusion: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$210=M+P+C-(40+30+50)+x$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$x=330-(M+P+C)$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$M+P+C$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$125+85+75=285$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$130+95+90=315$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$15\le x\le45$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exceed any pairwise overlap: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$x\le\min(40,30,50)=30$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$15\le x\le30$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ends are attainable: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each case every Venn region is non-negative.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ends are attainable: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$(M,P,C)=(130,95,90)$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$(125,85,90)$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each case every Venn region is non-negative.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sets: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triple overlap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from two places: the range of the totals, and non-negativity of every Venn region (in particular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pairwise intersection).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an extreme value from one condition satisfies all other region constraints before accepting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sets: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$|A\cup B\cup C|=\sum|A|-\sum|A\cap B|+|A\cap B\cap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triple overlap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$x=|\cup|-\sum|A|+\sum|A\cap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from two places: the range of the totals, and non-negativity of every Venn region (in particular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pairwise intersection).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an extreme value from one condition satisfies all other region constraints before accepting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$A=\{2,3,6,7\}$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$B=\{4,5,6,8\}$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$A\times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$(a_1,b_1)\,R\,(a_2,b_2)$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$a_1+a_2=b_1+b_2$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Relations on a Cartesian product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ordered pairs of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(16 elements)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systematically by first element.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ordered pairs of elements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$A\times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(16 elements)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$a_1+a_2=b_1+b_2$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systematically by first element.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of the 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List the partners of each first element.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partners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 pairs.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- 1 pair.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- 1.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$A\times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of the 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$((a_1,b_1),(a_2,b_2))$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$a_1+a_2=b_1+b_2$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List the partners of each first element.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partners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$(6,4),(7,5)$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 pairs.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- 1 pair.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$(6,5),(7,6)$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$(6,4),(7,5)$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- 1.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- 3.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- 1.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- 3.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$(2,4),(3,5),(6,8)$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- 3.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$(3,4),(7,8)$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- 1.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$(6,4),(7,5)$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$(2,5),(3,6)$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$(2,4),(3,5),(6,8)$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- 3.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$(3,4),(7,8)$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$(6,5),(7,6)$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$2+1+2+2+1+3+2+1+2+2+3+2+2=25$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the condition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group elements by their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count pairs of opposite differences.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the condition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$a_1-b_1=-(a_2-b_2)$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group elements by their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$d=a-b$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count pairs of opposite differences.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Differences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their frequencies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$a_1+a_2=b_1+b_2\iff(a_1-b_1)+(a_2-b_2)=0$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$d(a,b)=a-b$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$d(p)=-d(q)$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$A\times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their frequencies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$-6{:}1,\ -5{:}1,\ -4{:}1,\ -3{:}2,\ -2{:}3,\ -1{:}2,\ 0{:}1,\ 1{:}2,\ 2{:}2,\ 3{:}1$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$=\sum_d N(d)N(-d)$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no opposite partner.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$2\cdot2+2\cdot2=8$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$3\cdot2+2\cdot3=12$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$2\cdot1+1\cdot2=4$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$\pm4,\pm5,\pm6$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no opposite partner.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$=1+8+12+4=25$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 pairs is counted as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frequency table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single pass instead of testing all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sum condition on two coordinates becomes a difference-matching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 this relation is symmetric but not reflexive in general (only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related to itself).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$f(p)+f(q)=0$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$f(p)=g(q)$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 pairs is counted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$\sum_v N(v)\,N(-v)$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frequency table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single pass instead of testing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$a_1+a_2=b_1+b_2\iff a_1-b_1=b_2-a_2$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sum condition on two coordinates becomes a difference-matching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 this relation is symmetric but not reflexive in general (only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related to itself).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$C=\{(x,y)\mid x^2-2^y=2023,\ x,y\in\mathbb{N}\}$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$\sum_{(x,y)\in C}(x+y)$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Sets of ordered pairs of natural numbers, Divisibility and congruences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exactly one point: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impossible,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small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exactly one point: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$x^2\equiv7\pmod8$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impossible,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small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must make sure there is no other solution, because the sum runs over all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$x^2-2^y=2023$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$x^2=2023+2=2025=45^2$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$(45,1)\in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must make sure there is no other solution, because the sum runs over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But squares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 perfect square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$2^y\equiv0\pmod8$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$2023=8\cdot252+7\equiv7\pmod8$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$x^2\equiv7\pmod8$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But squares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$\equiv0,1,4\pmod8$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$x^2=2027$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 perfect square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$45^2=2025&lt;2027&lt;46^2=2116$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$C=\{(45,1)\}$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$\sum_{(x,y)\in C}(x+y)=45+1=46$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parity count of factors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$x^2-45^2=2^y-2$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$(x-45)(x+45)=2(2^{y-1}-1)$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parity count of factors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even: the left side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$45^2=2025=2023+2$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$x^2-2^y=2023$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$x^2-45^2=2^y-2$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$(x-45)(x+45)=2^y-2=2\,(2^{y-1}-1)$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$x^2=2023+2^y$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even: the left side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the right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odd, not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Contradiction.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$2^{y-1}-1$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odd, not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Contradiction.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$(x-45)(x+45)=0$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$C=\{(45,1)\}$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$45+1=46$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equations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reduce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(squares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kill all large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test the few small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Squares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squares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squares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standard tools to prove an exponential Diophantine equation has no solution or only small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Spotting the nearest square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rewriting as a difference of squares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equation into a factoring problem.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$x^2-2^y=N$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reduce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(squares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kill all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test the few small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Squares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$8\in\{0,1,4\}$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squares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$3\in\{0,1\}$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squares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$4\in\{0,1\}$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standard tools to prove an exponential Diophantine equation has no solution or only small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Spotting the nearest square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$2025=45^2$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rewriting as a difference of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$(x-a)(x+a)$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equation into a factoring problem.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67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group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appeared in an examination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subjects - Mathematics, Physics and Chemistry. It was found that all students passed in at least one of the subjects,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passed in Mathematics,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passed in Physics,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passed in Chemistry,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passed in both Mathematics and Physics,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passed in both Physics and Chemistry,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passed in both Mathematics and Chemistry. The maximum number of students passed in all three subjects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67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group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appeared in an examination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subjects - Mathematics, Physics and Chemistry. It was found that all students passed in at least one of the subjects,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passed in Mathematics,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passed in Physics,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passed in Chemistry,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passed in both Mathematics and Physics,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passed in both Physics and Chemistry,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passed in both Mathematics and Chemistry. The maximum number of students passed in all three subjects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Inclusion–exclusion principle for three sets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triple overlap cannot exceed any pairwise overlap, and the union formula ties the pairwise overlaps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triple overlap cannot exceed any pairwise overlap, and the union formula ties the pairwise overlaps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who passed all three subjects.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exactly. Inclusion–exclusion: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three pairwise overlaps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who passed all three subjects.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$x\le|M\cap P|\le11$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$11-x\ge0$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$|M\cap P|=11$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exactly. Inclusion–exclusion: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$40=20+25+16-(|M\cap P|+|P\cap C|+|M\cap C|)+x$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three pairwise overlaps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$21+x=32$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each of them is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sum is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Contradiction: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satisfy the data.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pairwise overlaps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within the bounds).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$|P\cap C|+|M\cap C|=32-11=21$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each of them is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sum is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$22&gt;21$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Contradiction: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satisfy the data.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pairwise overlaps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$|M\cap P|=10$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$|P\cap C|=11$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$|M\cap C|=10$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within the bounds).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non-negative and the regions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maximum number of students passing all three subjects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PDF's printed key shows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 PDF's own working and the NTA answer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$=20-10-10+10=10$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$=25-10-11+10=14$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$=16-11-10+10=5$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non-negative and the regions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maximum number of students passing all three subjects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PDF's printed key shows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 PDF's own working and the NTA answer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pairwise overlap is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pairwise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inclusion–exclusion must be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10.5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pairwise overlap is at least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pairwise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$21+x$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inclusion–exclusion must be at least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this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$x\le10.5$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Inclusion–exclusion with all students in the union: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pairwise overlap contains the triple overlap,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Inclusion–exclusion with all students in the union: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$40=61-S+x$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$S=|M\cap P|+|P\cap C|+|M\cap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pairwise overlap contains the triple overlap,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$S\ge3x$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$21+x\ge3x$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$x\le10.5$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attainable: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caps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gives non-negative regions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single-subject only).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maximum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$(|M\cap P|,|P\cap C|,|M\cap C|)=(10,11,10)$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caps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$11,15,15$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gives non-negative regions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$10,14,5$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single-subject only).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maximum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pairwise intersections,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quick upper bound for the triple overlap.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Union formula rearranged: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confirm the extreme value is attainable; a bound from one inequality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 be loose.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$|A\cap B\cap C|\le\min$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pairwise intersections,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$\sum|A\cap B|\ge3|A\cap B\cap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quick upper bound for the triple overlap.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Union formula rearranged: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$|A\cap B|+|B\cap C|+|C\cap A|=\sum|A|-|A\cup B\cup C|+|A\cap B\cap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confirm the extreme value is attainable; a bound from one inequality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 be loose.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symmetric relations defined on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are not reflexive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symmetric relations defined on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are not reflexive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symmetric relations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symmetric relation on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-set is a choice among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independent slots (diagonal pairs and unordered off-diagonal pairs).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symmetric relation on 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-set is a choice among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$\frac{n(n+1)}{2}$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independent slots (diagonal pairs and unordered off-diagonal pairs).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symmetric relation is determined by choosing, independently, each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 pairs and each of the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unordered off-diagonal pairs (with both orders together).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symmetric relations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symmetric relation is determined by choosing, independently, each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 pairs and each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unordered off-diagonal pairs (with both orders together).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symmetric relations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$2^{\frac{n(n+1)}{2}}=2^{10}=1024$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relation that is also reflexive must contain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 pairs, leaving only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off-diagonal choices free: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relations that are not reflexive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relation that is also reflexive must contain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 pairs, leaving only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off-diagonal choices free: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$2^{\frac{n^2-n}{2}}=2^{6}=64$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relations that are not reflexive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$=2^{\frac{n(n+1)}{2}}-2^{\frac{n(n-1)}{2}}$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$=1024-64=960$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Not reflexive means at least one diagonal pair is missing: choose which diagonal pairs are missing, and the off-diagonal pairs are free.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is symmetric, 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unordered off-diagonal pairs can be included or excluded freely: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reflexive means a non-empty set of diagonal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absent. The set of absent diagonal pairs is a non-empty subset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is symmetric, so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unordered off-diagonal pairs can be included or excluded freely: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$2^6=64$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reflexive means a non-empty set of diagonal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$(i,i)$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absent. The set of absent diagonal pairs is a non-empty 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$2^4-1=15$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$=15\times64=960$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relations on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reflexive and symmetric: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symmetric but not reflexive: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 counts on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all relations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reflexive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anti-symmetric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relations on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$2^{n(n+1)/2}$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reflexive and 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$2^{n(n-1)/2}$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symmetric but not reflexive: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$2^{n(n+1)/2}-2^{n(n-1)/2}=(2^n-1)\,2^{n(n-1)/2}$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 counts on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all relations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reflexive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$2^{n^2-n}$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anti-symmetric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$2^n\,3^{n(n-1)/2}$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$(2^4-1)\cdot2^6=15\cdot64=960$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equivalence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$R=\{(1,2),(2,3),(1,4)\}$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equivalence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$R\subset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Equivalence relations: smallest equivalence relation containing a given relation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2.5(A little easier than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four elements are linked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smallest equivalence relation is a single class and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four elements are linked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smallest equivalence relation is a single class and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reflexivity add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new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symmetry add the reverses of the given pairs: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new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transitivity add: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new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reflexivity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$(1,1),(2,2),(3,3),(4,4)$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new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symmetry add the reverses of the given 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$(2,1),(3,2),(4,1)$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new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transitivity 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$(1,2),(2,3)$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$(3,2),(2,1)$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$(3,1),(1,4)$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$(4,1),(1,2)$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$(2,1),(1,4)$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$(4,1),(1,3)$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new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pairs added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pairs added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$=4+3+6=13$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$3+13=16$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$A\times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Smallest equivalence relation = connected components of 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one component of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Smallest equivalence relation = connected components of the graph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one component of size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$4^2=16$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Draw edges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(direction does not matter for the equivalence closure).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is connected (a path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there is a single equivalence class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Draw edges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(direction does not matter for the equivalence closure).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is connected (a path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$3-2-1-4$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there is a single equivalence class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equivalence relation with one class of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equivalence relation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merge all four elements,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forced: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equivalence relation with one class of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$A\times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equivalence relation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merge all four elements,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forced: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$n_{\min}=16$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Equivalence closure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connected components of its graph; the size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𝑐𝑙𝑎𝑠𝑠 𝑠𝑖𝑧𝑒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connected graph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vertices (a tree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edges) forces the full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cost: pairs to add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Equivalence closure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connected components of its graph; the size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$\sum(\text{class size})^2$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connected graph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vertices (a tree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edges) forces the full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$A\times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cost: pairs to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$=n^2-|R|=16-3=13$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symmetric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number of elements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$A=\{1,2,3,\dots,100\}$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symmetric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$R\subset 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relations: symmetric closure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smallest symmetric relation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adds the reverse of each pair; no pair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reverse of another.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smallest symmetric relation containing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adds the reverse of each pair; no pair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reverse of another.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also contain the reverse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each pair.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positive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$3k\le100$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$R=\{(3,2),(6,4),(9,6),(12,8),\dots,(99,66)\}$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$n(R)=33$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$R_1\supset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also contain the reverse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$(2,3),(4,6),\dots,(66,99)$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each pair.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reverse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pair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are all new.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such relation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so the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reverse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pair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are all new.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such relation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$33+33=66$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so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Smallest symmetric relation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pair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reverse would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size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conditions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Smallest symmetric relation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$R\cup R^{-1}$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$|R|+|R^{-1}|-|R\cap R^{-1}|=2|R|-|R\cap R^{-1}|$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$R\cap R^{-1}=\emptyset$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pair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reverse would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size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conditions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$px=qy$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$(qk,pk)$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$qk\le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$pk\le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N/\max(p,q)\rfloor$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relations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𝑑𝑖𝑣𝑖𝑠𝑖𝑏𝑙𝑒 𝑏𝑦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𝑎𝑛 𝑖𝑛𝑡𝑒𝑔𝑟𝑎𝑙 𝑚𝑢𝑙𝑡𝑖𝑝𝑙𝑒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number of elements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$A=\{1,2,3,\dots,20\}$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relations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$R_1=\{(a,b): b \text{ is divisible by } 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$R_2=\{(a,b): a \text{ is an integral multiple of } b\}$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Relations defined by divisibility, Operations on relations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reverse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only the diagonal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set of strict divisibility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reverse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$R_1\cap 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only the diagonal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$R_1-R_2$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set of strict divisibility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lists,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its multiples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multiples,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$R_1=\{(a,b): a\mid b\}$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lists,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its multiples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$(1,1),\dots,(1,20)$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$(2,2),\dots,(2,20)$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$(3,3),\dots,(3,18)$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$(4,4),\dots,(4,20)$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$\lfloor20/a\rfloor$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multiples,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$20+10+6+5+4+3+2+2+2+2+1\cdot10=66$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of pairs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$R_1\cap 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of 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$a\mid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$b\mid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$\{(1,1),\dots,(20,20)\}$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$R_1-R_2=R_1-(R_1\cap R_2)$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$n(R_1-R_2)=66-20=46$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same pairs by the second coordinate: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contributes its proper divisors,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same pairs by the second coordinate: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contributes its proper divisors,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$d(b)-1$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proper divisor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number of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divisors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count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$a\mid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proper divisor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number of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$d(b)-1$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divisors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$d(1),\dots,d(20)=1,2,2,3,2,4,2,4,3,4,2,6,2,4,4,5,2,6,2,6$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count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$\sum_{b=1}^{20}(d(b)-1)=66-20=46$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⌊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(counting by multiples = counting by divisors).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coordinates: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'symmetric part' (only the diagonal for divisibility,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is reflexive, antisymmetric, transitive: a partial order, not an equivalence.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$\#\{(a,b):a\mid b,\ 1\le a,b\le N\}=\sum_{a\le N}\lfloor N/a\rfloor=\sum_{b\le N}d(b)$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(counting by multiples = counting by divisors).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coordinates: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$R_2=R_1^{-1}$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$R\cap R^{-1}$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'symmetric part' (only the diagonal for divisibility,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$a\mid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$b\mid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is reflexive, antisymmetric, transitive: a partial order, not an equivalence.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Q16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𝑎𝑛𝑑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Reflexive but neither symmetric nor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Symmetric but neither reflexive nor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Transitive but neither reflexive nor symmetric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Symmetric and transitive but not reflexive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$f:\mathbb{Z}\to\mathbb{Z}$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$R=\{(f,g): f(0)=g(1)\text{ and }f(1)=g(0)\}$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Reflexive but neither symmetric nor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Symmetric but neither reflexive nor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Transitive but neither reflexive nor symmetric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Symmetric and transitive but not reflexive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Types of relations: reflexive, symmetric and transitive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swap roles for symmetry; for transitivity chain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with what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$(f,f)\in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$f(0)=f(1)$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swap roles for symmetry; for transitivity chain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$f\,R\,g\,R\,h$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with what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$f\,R\,h$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not true for every function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reflexive.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$(f,f)\in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not true for every function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reflexive.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exactly the condition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$(f,g)\in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$f(0)=g(1)$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exactly the condition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$(g,f)\in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$(f,g)\in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$(g,h)\in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$f(0)=g(1)$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$g(0)=h(1)$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$g(1)=h(0)$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does not follow (it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but neither reflexive nor transitive: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$f(0)=g(1)=h(0)$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$f(1)=g(0)=h(1)$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$(f,h)\in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$f(0)=h(1)$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$f(1)=h(0)$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does not follow (it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but neither reflexive nor transitive: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Symmetric but neither reflexive nor transitive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were transitive, symmetry would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false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 one-line contradiction.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were transitive, symmetry would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$fRg$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$gRf\Rightarrow fRf$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false whenever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$f(0)\ne f(1)$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 one-line contradiction.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reflexive.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symmetry (swap the equations)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$f(0)=0\ne1=f(1)$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$(f,f)\notin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reflexive.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$f(0)=0=g(1)$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$f(1)=1=g(0)$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$f\,R\,g$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symmetry (swap the equations)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$g\,R\,f$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transitive,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transitive, and it is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transitive,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$f\,R\,g$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$g\,R\,f$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$f\,R\,f$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transitive, and it is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Symmetric but neither reflexive nor transitive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and transitive relation is reflexive on every element that is related to anything: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'symmetric and transitive but not reflexive' needs some element related to nothing.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a symmetric relation where every element has a partner but some element is not related to itself cannot be transitive (use this to disprove transitivity fast).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relations 'twisted' by a swap of arguments (like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symmetry is automatic and reflexivity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and transitive relation is reflexive on every element that is related to anything: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$bRa\Rightarrow aRa$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'symmetric and transitive but not reflexive' needs some element related to nothing.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a symmetric relation where every element has a partner but some element is not related to itself cannot be transitive (use this to disprove transitivity fast).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relations 'twisted' by a swap of arguments (like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$f(0)=g(1),\ f(1)=g(0)$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symmetry is automatic and reflexivity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$f(x)=\dfrac{1}{\sqrt{10+3x-x^2}}+\dfrac{1}{\sqrt{x+|x|}}$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$(1+a)^2+b^2$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Each term needs a strictly positive quantity under its root; intersect the two conditions.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$x+|x|=2x$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$\dfrac{1}{\sqrt{x+|x|}}$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$x+|x|&gt;0$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$\dfrac{1}{\sqrt{10+3x-x^2}}$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$10+3x-x^2&gt;0$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$x^2-3x-10&lt;0$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$(x-5)(x+2)&lt;0$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$=(0,\infty)\cap(-2,5)=(0,5)$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$(1+a)^2+b^2=1+25=26$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26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first condition says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$10+3x-x^2=\frac{49}{4}-(x-\frac32)^2$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first condition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$|x-\frac32|&lt;\frac72$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$x+|x|=2\max(x,0)$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positive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conditions together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$10+3x-x^2=\frac{49}{4}-\left(x-\frac32\right)^2&gt;0\iff\left|x-\frac32\right|&lt;\frac72$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$-2&lt;x&lt;5$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$x+|x|=2\max(x,0)$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positive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conditions together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$(a,b)=(0,5)$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$(1+0)^2+5^2=26$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26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else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positive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between its roots; completing the square turns it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(strict), while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$x+|x|=2x^+$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else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positive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$|x|-x&gt;0$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$c+bx-ax^2&gt;0$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between its roots; completing the square turns it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$|x-h|&lt;r$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$1/\sqrt{g(x)}$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(strict),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$\sqrt{g(x)}$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$f(x)+3f\!\left(\dfrac{24}{x}\right)=4x$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$f(3)+f(8)$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two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$\frac{24}{3}=8$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$\frac{24}{8}=3$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substituting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two equations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$f(3),f(8)$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$f(x)+3f\!\left(\frac{24}{x}\right)=4x$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$f(3)+3f(8)=12$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$f(8)+3f(3)=32$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$4\big(f(3)+f(8)\big)=44$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$f(3)+f(8)=11$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second equation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explicitly, and evaluate.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$\frac{24}{x}$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second equation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explicitly, and evaluate.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$f\!\left(\frac{24}{x}\right)+3f(x)=\frac{96}{x}$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$f(x)+3f\!\left(\frac{24}{x}\right)=4x$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eliminate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$f\!\left(\frac{24}{x}\right)$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$9f(x)-f(x)=\frac{288}{x}-4x$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$f(x)=\frac{36}{x}-\frac{x}{2}$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(This also shows such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$f(3)=12-\frac32=\frac{21}{2}$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$f(8)=\frac92-4=\frac12$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$f(3)+f(8)=\frac{21}{2}+\frac12=11$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(This also shows such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involution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second equation,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two equations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$f(x)+a\,f(\sigma(x))=h(x)$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involution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$\sigma(\sigma(x))=x$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second equation,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$f(x)=\dfrac{h(x)-a\,h(\sigma(x))}{1-a^2}$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$\sigma(x)=24/x$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$f(x)=\dfrac{4x-3\cdot96/x}{-8}=\dfrac{36}{x}-\dfrac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two equations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$(1+a)\,(f(x)+f(\sigma(x)))=h(x)+h(\sigma(x))$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$4\,(f(3)+f(8))=12+32$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$f(x)=\log_7\big(1-\log_4(x^2-9x+18)\big)$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$(\alpha,\beta)\cup(\gamma,\delta)$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$\alpha+\beta+\gamma+\delta$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logarithmic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nested logarithms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nested logarithms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$x^2-9x+18&gt;0$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$1-\log_4(x^2-9x+18)&gt;0$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$0&lt;x^2-9x+18&lt;4$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inner argument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$1-\log_4(x^2-9x+18)&gt;0$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inner argument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$x^2-9x+18&gt;0$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$\log_4(x^2-9x+18)&lt;1$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$0&lt;x^2-9x+18&lt;4$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$x^2-9x+18&gt;0$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$(x-3)(x-6)&gt;0$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$x^2-9x+18&lt;4$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$x^2-9x+14&lt;0$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$(x-2)(x-7)&lt;0$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$2&lt;x&lt;7$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$(\alpha,\beta)\cup(\gamma,\delta)=(2,3)\cup(6,7)$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$\alpha+\beta+\gamma+\delta=2+3+6+7=18$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quadratic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domain is symmetric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endpoints pair up to sums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quadratic is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$x=\frac92$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domain is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$\frac92$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endpoints pair up to sums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$x^2-9x+18=\left(x-\frac92\right)^2-\frac94$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$t=\left|x-\frac92\right|$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$0&lt;x^2-9x+18&lt;4$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$\frac94&lt;t^2&lt;\frac{25}{4}$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$\frac32&lt;t&lt;\frac52$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endpoints pair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(reflection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$x\in\left(\frac92-\frac52,\ \frac92-\frac32\right)\cup\left(\frac92+\frac32,\ \frac92+\frac52\right)=(2,3)\cup(6,7)$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endpoints pair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$2+7=9$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$3+6=9$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(reflection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$9+9=18$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(reverse the inequality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a function of a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the endpoints of mirror intervals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Compose conditions inside-out: the inner log needs a positive argument, then the outer log needs its argument positive.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$\log_a(1-\log_b 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 g&lt;1$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$0&lt;g&lt;b$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(reverse the inequality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$0&lt;b&lt;1$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a function of a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$x=-\frac{b}{2a}$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$g=x^2-9x+18$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the endpoints of mirror intervals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Compose conditions inside-out: the inner log needs a positive argument, then the outer log needs its argument positive.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range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$f,g:(1,\infty)\to\mathbb{R}$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$f(x)=\dfrac{2x+3}{5x+2}$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$g(x)=\dfrac{2-3x}{1-x}$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range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g:[2,4]\to\mathbb{R}$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$[\alpha,\beta]$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$\dfrac{1}{\beta-\alpha}$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functions, Range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Möbius function, monotonic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range is the interval between its end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Möbius function, monotonic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range is the interval between its end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on its own takes every real value except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$f(x)=\dfrac{2x+3}{5x+2}$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$g(x)=\dfrac{2-3x}{1-x}$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$f(g(x))=\dfrac{2g(x)+3}{5g(x)+2}$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$2\cdot\dfrac{2-3x}{1-x}+3=\dfrac{4-6x+3-3x}{1-x}=\dfrac{7-9x}{1-x}$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$5\cdot\dfrac{2-3x}{1-x}+2=\dfrac{10-15x+2-2x}{1-x}=\dfrac{12-17x}{1-x}$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$f(g(x))=\dfrac{7-9x}{12-17x}=\dfrac{9x-7}{17x-12}$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on its own takes every real value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is a continuous monotonic graph (a branch of a hyperbola with vertical asymptote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range is between the end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is a continuous monotonic graph (a branch of a hyperbola with vertical asymptote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$x=\frac{12}{17}$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range is between the end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$f(g(2))=\dfrac{9\cdot2-7}{17\cdot2-12}=\dfrac{11}{22}=\dfrac12$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$f(g(4))=\dfrac{9\cdot4-7}{17\cdot4-12}=\dfrac{29}{56}$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$\left[\frac12,\frac{29}{56}\right]$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$\beta=\frac{29}{56}$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$\beta-\alpha=\dfrac{29}{56}-\dfrac{28}{56}=\dfrac{1}{56}$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$\dfrac{1}{\beta-\alpha}=56$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56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Compose the two Möbius maps by multiplying their matrices, then use the sign of the determinant to see monotonicity.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the matrix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composition corresponds to matrix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$\dfrac{px+q}{rx+s}$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$\begin{pmatrix}p&amp;q\\r&amp;s\end{pmatrix}$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composition corresponds to matrix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$f\leftrightarrow\begin{pmatrix}2&amp;3\\5&amp;2\end{pmatrix}$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$g\leftrightarrow\begin{pmatrix}-3&amp;2\\-1&amp;1\end{pmatrix}$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g\leftrightarrow\begin{pmatrix}2&amp;3\\5&amp;2\end{pmatrix}\begin{pmatrix}-3&amp;2\\-1&amp;1\end{pmatrix}=\begin{pmatrix}-9&amp;7\\-17&amp;12\end{pmatrix}$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$f(g(x))=\dfrac{-9x+7}{-17x+12}=\dfrac{9x-7}{17x-12}$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$9(-12)-(-7)(17)=11&gt;0$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Möbius map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positive determinant means increasing wherever defined;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Möbius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$\frac{px+q}{rx+s}$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$\frac{ps-qr}{(rx+s)^2}$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positive determinant means increasing wherever defined;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$[f(g(2)),f(g(4))]=\left[\frac12,\frac{29}{56}\right]$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$\dfrac{1}{\beta-\alpha}=\dfrac{1}{1/56}=56$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56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Möbius (linear fractional) maps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compose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matrices; the derivative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decides increasing/decreasing on each side of the pole.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a monotonic continuous function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interval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just check that the pole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Alternative form: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shifted reciprocal, easy to see as increasing.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Möbius (linear fractional) maps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$\frac{px+q}{rx+s}$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compose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matrices; the 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$\frac{ps-qr}{(rx+s)^2}$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$ps-qr$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decides increasing/decreasing on each side of the pole.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a monotonic continuous function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interval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just check that the pole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 sr$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Alternative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$\frac{9x-7}{17x-12}=\frac{9}{17}-\frac{11}{17(17x-12)}$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shifted reciprocal, easy to see as increasing.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little above 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little easier than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little easier than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2.17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Sets, Relations and Functions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2.17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