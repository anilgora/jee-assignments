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1.0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Step 5 of the PDF takes $-(3k-2h-5)=20$, i.e. $2h-3k=15$, which is the locus BELOW $AB$ (e.g. it contains $(0,-5)$). It then reads $a=2,b=-3$ and gets $5a+2b=4$ (option B), contradicting its own key D. For $P$ above $AB$ the branch is $3k-2h-5=20$, giving $2x-3y=-25$ and, after rescaling to $ax+by=15$, $a=-\frac65$, $b=\frac95$, $5a+2b=-\frac{12}{5}$ (option D, the key's answer).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coefficient comparison line reads $h=\frac43$ (and then uses $-\frac43$ in the next line). From $-\frac83xy=2hxy$ we get $h=-\frac43$. The final value $14$ is unchanged because the PDF's last line already uses $-\frac43$.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slope of $CE$ as $\frac23$ (and $y=\frac23x$). Since $CE\perp AB$ and $m_{AB}=-\frac23$, $m_{CE}=\frac32$ and $CE:y=\frac32x$. The PDF's next line ($3x-2y=0$, giving $C(\frac14,\frac38)$) already uses the correct $\frac32$, so only the displayed slope was wrong;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'From (1)-(2): $13f+3g=0\Rightarrow f=-3$' is wrong as written: (1)$-$(2) gives $13f+39=0$ (the $g$ terms cancel). The value $f=-3$ and everything after it are correct; the PDF also writes the final sum as $22+9+4$, which is $22+g^2+f^2$ with the correct $g^2=4$, $f^2=9$ (the answer $35$ is unchanged).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figure labels the centre of $C_1$ as $A(-3,3)$ (second quadrant), but the question says third quadrant and the working ($PB=\sqrt{16+36}$, the $y$-values $-3$ in the section formula) uses $A(-3,-3)$. The centre is $(-3,-3)$; the working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Straight Line and Circle (PDF Q21–Q40, numbered 1–20)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points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points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$-\frac{12}{5}$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 and locus of a point, Equation of a line through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fixes the sign inside the modulus of the area condition, so the locus is only one of the two parallel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fixes the sign inside the modulus of the area condition, so the locus is only one of the two parallel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it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ABP=\frac12\left|x_1(y_2-y_3)+x_2(y_3-y_1)+x_3(y_1-y_2)\right|=10$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$\frac12\left|-1(3-k)+2(k-1)+h(1-3)\right|=10$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$\left|-3+k+2k-2+h-3h\right|=20$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$|3k-2h-5|=20$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it 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$3k-2h-5=12&gt;0$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$3k-2h-5&gt;0$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locus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$3k-2h-5=20$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$2h-3k=-25$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locus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$-\frac65x+\frac95y=15$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$5a+2b=-6+\frac{18}{5}=-\frac{12}{5}$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height,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 line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 the upper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$=\frac12\cdot AB\cdot$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height,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 line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$\frac{20}{\sqrt{13}}$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 the upper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$AB=\sqrt{3^2+2^2}=\sqrt{13}$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AB\cdot 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$h=\frac{20}{\sqrt{13}}$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$\frac{|c-5|}{\sqrt{13}}=\frac{20}{\sqrt{13}}$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Make the right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Make 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$-\frac65x+\frac95y=15$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$a=-\frac65,\ b=\frac95$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$5a+2b=-6+\frac{18}{5}=-\frac{12}{5}$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$-\frac{12}{5}$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a fixed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two lines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words 'above' or 'below' select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formula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modulus hides a sign: always decide the branch from the side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unique up to scaling: the right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scale,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rescaled before reading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a fixed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two lines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$\frac{2\Delta}{AB}$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words 'above' or 'below' select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$\frac12|\ldots|$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modulus hides a sign: always decide the branch from the side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unique up to scaling: 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scale,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rescaled before reading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$\frac12\sqrt{13}\cdot\frac{20}{\sqrt{13}}=10$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segment joining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an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origin, then the absolute value of the product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segment joining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origin, then the absolute value of the product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lines through the origin, Slope of a line and angle between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rays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an absolute-value equation with two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rays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$\tan\frac\pi4=1$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an absolute-value equation with two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origin. The slopes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the lines: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origin. The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$m_{OA}=\frac25$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$m_{OB}=\frac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the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$\tan\frac\pi4=\left|\frac{m_{OB}-m_{OA}}{1+m_{OA}m_{OB}}\right|$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$1=\left|\frac{\frac a2-\frac25}{1+\frac a5}\right|$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$1=\left|\frac{5a-4}{10+2a}\right|$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possible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absolute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$5a-4=10+2a$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$5a-4=-(10+2a)$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possible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$=\frac{14}{3}\cdot\left(-\frac67\right)=-4$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absolute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where the second point can lie on the rotated rays.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ray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where the second point can lie on the rotated rays.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direction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$\left(5\cos45^\circ-2\sin45^\circ,\ 5\sin45^\circ+2\cos45^\circ\right)=\frac{1}{\sqrt2}(3,7)$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$\left(5\cos45^\circ+2\sin45^\circ,\ -5\sin45^\circ+2\cos45^\circ\right)=\frac{1}{\sqrt2}(7,-3)$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on the ray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absolute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on the ray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a2=-\frac37$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absolute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subtended at the origin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over dot); no slopes are needed, so a vertical line causes no trouble.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on the angle between two rays always has two solutions (the second point on either side of the first); a single 'tan' without the modulus loses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subtended at the origin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$\tan\theta=\frac{|x_1y_2-x_2y_1|}{x_1x_2+y_1y_2}$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over dot); no slopes are needed, so a vertical line causes no trouble.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on the angle between two rays always has two solutions (the second point on either side of the first); a single 'tan' without the modulus loses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$(x\cos\theta-y\sin\theta,\ x\sin\theta+y\cos\theta)$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$\left(2,\frac{14}{3}\right)$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cross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ray of light coming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gets reflected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then passes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ray of light coming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gets reflected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then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Reflection of a ray (image of a point in a line), Parallelogram: diagonals bisect each other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reflected ray appears to come from the image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reflected ray appears to come from the image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$P'(1,-2)$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$P'R$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reflected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parallelogram, so the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mid-point: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reflected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$P'R:\ y+2=\frac53(x-1)$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$=\frac{3+2}{4-1}=\frac53$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$2=\frac53(x-1)$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$Q=\left(\frac{11}{5},0\right)$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parallelogram, so the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mid-point: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$\frac{h+\frac{11}{5}}{2}=\frac{4+1}{2}$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$h=5-\frac{11}{5}=\frac{14}{5}$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$\frac{k}{2}=\frac{2+3}{2}$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$hk^2=\frac{14}{5}\times25=14\times5=70$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the law of reflection directly: the incoming and outgoing rays have slopes of equal size and opposite sign.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reflection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 slopes are negatives of each other: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$Q=(q,0)$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$\frac{0-2}{q-1}=-\frac{2}{q-1}$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$\frac{3-0}{4-q}$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reflection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 slopes are negatives of each other: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$-\frac{2}{q-1}=-\frac{3}{4-q}$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$2(4-q)=3(q-1)$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$8-2q=3q-3$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vertices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$P+R=Q+S$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$S=P+R-Q=\left(1+4-\frac{11}{5},\ 2+3-0\right)=\left(\frac{14}{5},5\right)$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$hk^2=\frac{14}{5}\times25=70$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point of reflection on a mirror for a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mirror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is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mirror.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shortest possible path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the mirror, and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fourth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vertices sum to the same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point of reflection on a mirror for a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reflect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mirror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mirror.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$x=\frac{x_1y_2+x_2y_1}{y_1+y_2}$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$\frac{3+8}{5}=\frac{11}{5}$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$PQ+QR$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shortest possible path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the mirror,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$|P'R|$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fourth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$S=P+R-Q$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vertices sum to the same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$P'R=\sqrt{9+25}=\sqrt{34}$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$PQ+QR=\sqrt{\frac{36}{25}+4}+\sqrt{\frac{81}{25}+9}=\frac{2\sqrt{34}}{5}+\frac{3\sqrt{34}}{5}=\sqrt{34}$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vertices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coordinates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of the circle circumscribing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vertices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coordinates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of the circle circumscribing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$(\alpha+\beta)+2(h+k)$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 triangle and perpendicular lines, Circumcentre of a triangle (perpendicular bisectors)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meeting point of the altitude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meeting point of the altitude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$AB=\frac{3-(-1)}{-2-3}=-\frac45$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$y-1=\frac54(x-1)$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$5x-4y=1$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$AP=\frac{1+1}{1-3}=-1$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$BC\perp 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$y-3=1(x+2)$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(3) and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$y-1=\frac54\left(x-\frac12\right)$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(3) and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$x=-\frac{19}{2}$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$h=-\frac{19}{2}$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$k=-\frac{23}{2}$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$2(h+k)=-42$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$(\alpha+\beta)+2(h+k)=47-42=5$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parametrising the altitude direction, and the circumcentre from the general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perpendicular bisectors).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parametrising the altitude direction, and the circumcentre from the general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perpendicular bisectors).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$C=P+t(4,5)=(1+4t,1+5t)$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$BC\perp 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$(C-B)\cdot(P-A)=0$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$C-B=(3+4t,-2+5t)$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$P-A=(-2,2)$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$-2(3+4t)+2(-2+5t)=-10+2t=0$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$C=(21,26)$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$2+2g+2f+c=0$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$10+6g-2f+c=0$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$13-4g+6f+c=0$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$8+4g-4f=0$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$11-6g+4f=0$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$19-2g=0$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$g=\frac{19}{2}$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$(h,k)=(-g,-f)=\left(-\frac{19}{2},-\frac{23}{2}\right)$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$2(h+k)=-42$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$=47-42=5$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of the circumcircle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the mirror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radius). Check: the mirror image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$H=A+B+C-2O$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$O=\frac{A+B+C-H}{2}=\left(\frac{21}{2},\frac{27}{2}\right)$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of the circumcircle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radius). Check: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$\left(\frac{21}{2},\frac{27}{2}\right)$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$\left(-\frac{19}{2},-\frac{23}{2}\right)$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vertex of a triangle lies on the line through the orthocentre perpendicular to the opposite side AND on the side through another vertex perpendicular to the other altitude: two perpendicularity conditions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determine 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system;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vertex of a triangle lies on the line through the orthocentre perpendicular to the opposite side AND on the side through another vertex perpendicular to the other altitude: two perpendicularity conditions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points determine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system;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portion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is trisected by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origin. The tangent of an angle between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portion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is trisected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origin. The tangent of an angle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$\frac{30}{41}$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$\frac{25}{41}$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 (trisection points), Angle between two lines through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trisection points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trisection points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$\left(\frac{5}{3},\frac{8}{3}\right)$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$\left(\frac{10}{3},\frac43\right)$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$\tan\theta=\left|\frac{m_2-m_1}{1+m_1m_2}\right|$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portion in the first quadrant is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trisection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$4x+5y=20$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portion in the first quadrant is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trisection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$A\left(\frac53,\frac83\right)$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$B\left(\frac{10}{3},\frac43\right)$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$m_2=\frac{8/3}{5/3}=\frac85$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$m_1=\frac{4/3}{10/3}=\frac25$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$\tan\theta=\left|\frac{m_2-m_1}{1+m_1m_2}\right|=\left|\frac{\frac85-\frac25}{1+\frac85\times\frac25}\right|$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$=\frac{\frac65}{1+\frac{16}{25}}=\frac{6\times5}{25+16}=\frac{30}{41}$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$\frac{30}{41}$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cross and dot products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cross product obtained from areas: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 third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cross and dot products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$\vec{OA}$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$\vec{OB}$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cross product obtained from areas: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 third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$\frac12\cdot5\cdot4=10$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$AB=\frac13PQ$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$[OAB]=\frac{10}{3}$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$|\vec{OA}\times\vec{OB}|=\frac{20}{3}$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$A=\left(\frac53,\frac83\right)$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$B=\left(\frac{10}{3},\frac43\right)$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$\vec{OA}\cdot\vec{OB}=\frac{50}{9}+\frac{32}{9}=\frac{82}{9}$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$\tan\theta=\frac{|\vec{OA}\times\vec{OB}|}{\vec{OA}\cdot\vec{OB}}=\frac{20/3}{82/9}=\frac{60}{82}=\frac{30}{41}$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$\frac{30}{41}$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trisection points of the intercept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rays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over dot), independent of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trisection points of the intercept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$\left(\frac{2a}{3},\frac b3\right)$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a3,\frac{2b}{3}\right)$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rays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$\tan\theta=\frac{|x_1y_2-x_2y_1|}{x_1x_2+y_1y_2}$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over dot), independent of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 side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parts cuts the area of the triangle formed with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same proportion: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adjacent division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trisection points of the intercept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 side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parts cuts the area of the triangle formed with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same proportion: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$[OAB]=\frac{1}{n}[OPQ]$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adjacent division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trisection points of the intercept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$\tan\theta=\frac{3ab}{2(a^2+b^2)}$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$=\frac{2(a^2+b^2)}{9}$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$\frac{60}{82}=\frac{30}{41}$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interior region between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the origin.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interior region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the origin.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$\left(a^2,a+1\right)$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$(-3,-1)\cup\left(-\frac13,1\right)$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$(-3,-1)\cup\left(\frac13,1\right)$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$(-3,0)\cup\left(\frac13,1\right)$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$(-3,0)\cup\left(\frac23,1\right)$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Position of a point relative to a line (same side / opposite side), Quadratic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set of points on the origin's side of both lines,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set of points on the origin's side of both lines,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$L(0)\cdot L(P)&gt;0$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$P=(a^2,a+1)$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$L_1:3x-y+1=0$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$L_1(0)\cdot L_1(P)&gt;0$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$3a^2-(a+1)+1&gt;0$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$3a^2-a&gt;0$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$a\in(-\infty,0)\cup\left(\frac13,\infty\right)$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same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$L_2(0)\cdot L_2(P)&gt;0$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$L_2(0)=-5&lt;0$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$L_2(P)&lt;0$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$a^2+2(a+1)-5&lt;0$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$a^2+2a-3&lt;0$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$(a+3)(a-1)&lt;0$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$a\in(-3,0)\cup\left(\frac13,1\right)$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$(-3,0)\cup\left(\frac13,1\right)$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moves on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where it crosses each line, then test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every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moves on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$x=(y-1)^2$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where it crosses each line, then test one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every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Meeting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four values cut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change only at these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$x=(y-1)^2$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Meeting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$3a^2-a=0$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$a^2+2a-3=0$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four values cut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$(-\infty,-3),(-3,0),(0,\frac13),(\frac13,1),(1,\infty)$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change only at these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$L_1(P)&gt;0$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$L_2(P)&lt;0$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$P=(16,-3)$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$L_2=16-6-5=5&gt;0$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$P=(0.04,1.2)$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$L_1=0.12-1.2+1&lt;0$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$P=(0.25,1.5)$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$L_1=0.25&gt;0$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$L_2=-1.75&lt;0$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$a\in(-3,0)\cup\left(\frac13,1\right)$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$(-3,0)\cup\left(\frac13,1\right)$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are on the same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between two lines containing a given point is the intersection of two half-planes.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whose coordinates depend on a parameter traces a curve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parameter values where it enters or leaves a region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consecutive roots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signs do not change, so one test value per interval settles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at the end values the point lies on a boundary line,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are on the same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$L(P)\,L(Q)&gt;0$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between two lines containing a given point is the intersection of two half-planes.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whose coordinates depend on a parameter traces a curve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$x=(y-1)^2$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parameter values where it enters or leaves a region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$L(P(t))=0$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consecutive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$L_1(P(a))$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$L_2(P(a))$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signs do not change, so one test value per interval settles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at the end values the point lies on a boundary line,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$P=\left(\frac19,\frac43\right)$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$3\cdot\frac19-\frac43+1=0$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circumcenter of a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circumradius,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perimeter of the triangle.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$\left(5,\frac a4\right)$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circumcenter of a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 a4,-2\right)$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circumradius,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perimeter of the triangle.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Circumcentre and circumradius of a triangle, Area and perimeter of a right-angled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Circumcentre lies on the perpendicular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vertical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Circumcentre lies on the perpendicular bisector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vertical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segment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perpendicular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segment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perpendicular bisector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$\left(5,\frac a4\right)$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$A(8,-2)$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$B(8,6)$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$BC=\sqrt{36+64}=10$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half the hypotenuse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$\gamma=6+8+10=24$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$\beta=\frac{6\times8}{2}=24$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half the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$=\frac{10}{2}=5$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$\alpha+\beta+\gamma=5+24+24=53$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horizontal, so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is; the circumcentre is then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horizontal, so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 whatever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is; the circumcentre is then the mid-point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the circumcentre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$AB\perp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the circumcentre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 a4,-2\right)$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$\left(\frac{5a}{8},2\right)$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$\left(5,\frac a4\right)$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$\frac{5a}{8}=5$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$AB=6+2=8$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$AC=a-\frac a4=6$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sides parallel to the axes mean a right angle; then the circumcentre is the mid-point of the hypotenuse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skip square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sides parallel to the axes mean a right angle; then the circumcentre is the mid-point of the hypotenuse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$\frac{p+q-c}{2}$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skip square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$p=6,q=8,c=10$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$=24=r\cdot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equation of the bisector of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of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equation of the bisector of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of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$2AB=BC$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Internal angle bisector theorem, Image of a point in a line (reflection in the bisector)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image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bisector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combined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$AB:BC=1:2$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angle bisector theorem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bisector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angle bisector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$\frac{AB}{BC}=\frac{AD}{DC}=\frac12$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$C=(\lambda,2\lambda-2)$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$D=\left(\frac{\lambda+8}{3},\frac{2\lambda-2+12}{3}\right)$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$\frac{\lambda+8}{3}=\frac{2\lambda+10}{3}$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$C=(-2,-6)$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$m_{BC}=m_{A'C}$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$\frac{\beta+6}{\alpha+2}=\frac{4+6}{6+2}$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$\frac{\alpha+6}{\alpha+2}=\frac54$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$4\alpha+24=5\alpha+10$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$\alpha=14=\beta$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$\alpha+2\beta=14+28=42$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reflected point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angle bisector theorem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$BA'=BA=\frac12BC$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reflected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angle bisector theorem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symmetry about the bisector,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symmetry about the bisector,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$BA'=BA$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$BC=2AB=2BA'$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$C=2A'-B=(12-t,8-t)$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$2(12-t)-(8-t)=2$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$B=(14,14)$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$\alpha+2\beta=14+28=42$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$C=(-2,-6)$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one arm of an angle in its bisector lands on the other arm: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mid-point.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bisector theorem: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one arm of an angle in its bisector lands on the other arm: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$BA'=BA$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$BC=k\cdot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mid-point.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bisector theorem: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$AD:DC=AB:BC$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$(y_0,x_0)$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$(-y_0,-x_0)$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$BC=\sqrt{656}=2\sqrt{164}$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$B=(14,14)$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$C=(-2,-6)$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this line is rotated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clockwise direction, then its equation in the new position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this line is rotated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clockwise direction, then its equation in the new position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$\frac{x}{\sqrt3-2}+y=9$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$\frac{x}{\sqrt3+2}+y=9$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$\frac{y}{\sqrt3-2}+x=9$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$\frac{y}{\sqrt3+2}+x=9$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line with given inclination, Rotation of a line about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clockwise turn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the inclination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clockwise turn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the inclination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inclination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inclination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$30^\circ-15^\circ=15^\circ$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$y-0=\tan15^\circ(x-9)$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$\tan15^\circ=\tan(45^\circ-30^\circ)=\frac{1-\frac1{\sqrt3}}{1+\frac1{\sqrt3}}=\frac{\sqrt3-1}{\sqrt3+1}=2-\sqrt3$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$y=\left(2-\sqrt3\right)(x-9)$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$x-9=\frac{y}{2-\sqrt3}$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$x+\frac{y}{\sqrt3-2}=9$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$\frac{y}{\sqrt3-2}+x=9$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all four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just compare the slope of each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0.268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all four pass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just compare the slope of each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$\tan15^\circ=2-\sqrt3\approx0.268$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option has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slope can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option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yp+x=9$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slope can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$y=9-\frac{x}{\sqrt3-2}$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$\frac{-1}{\sqrt3-2}=2+\sqrt3=\tan75^\circ$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$y=9-\frac{x}{\sqrt3+2}$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$-\frac{1}{2+\sqrt3}=-(2-\sqrt3)=\tan165^\circ$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has inclination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$x=9-\frac{y}{\sqrt3-2}$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$y=(\sqrt3-2)(9-x)$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$y=(\sqrt3+2)(9-x)$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$-(2+\sqrt3)=\tan105^\circ$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has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$\frac{y}{\sqrt3-2}+x=9$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of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Clockwise rotation subtracts the angle, anticlockwise adds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complementary).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all options pass through the given point, compare slopes only; rationalise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(C)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of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$y-y_0=\tan\theta\,(x-x_0)$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Clockwise rotation subtracts the angle, anticlockwise adds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$\tan75^\circ=2+\sqrt3$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$(2-\sqrt3)(2+\sqrt3)=1$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complementary).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all options pass through the given point, compare slopes only; rationalise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$\frac{1}{\sqrt3-2}=-(2+\sqrt3)$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$\frac{1}{\sqrt3-2}=-(2+\sqrt3)$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(C)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$x-(2+\sqrt3)y=9$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$\frac{1}{2+\sqrt3}=2-\sqrt3$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locus of a point, which moves such that it is always equidistant from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$x^2-y^2+2hxy+2gx+2fy+c=0$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locus of a point, which moves such that it is always equidistant from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$g+c+h-f$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Locus: points equidistant from two lines (angle bisectors), General second-degree equation, pair of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distances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(both norms 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which is a pair of lines to be compared coefficient by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distances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$(L_1)^2=(L_2)^2$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(both norms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which is a pair of lines to be compared coefficient by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equidistant from the lines: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(difference of squares):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(combined equation of the two bisectors).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equidistant from the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$\frac{|x+2y+7|}{\sqrt5}=\frac{|2x-y+8|}{\sqrt5}$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$(x+2y+7)^2-(2x-y+8)^2=0$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(difference of squares):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$(x+2y+7-2x+y-8)(x+2y+7+2x-y+8)=0$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$(x-3y+1)(3x+y+15)=0$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(combined equation of the two bisectors).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$3x^2-3y^2-8xy+18x-44y+15=0$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$x^2-y^2-\frac83xy+6x-\frac{44}{3}y+5=0$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$x^2-y^2+2hxy+2gx+2fy+c=0$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$2h=-\frac83$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$2f=-\frac{44}{3}$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$f=-\frac{22}{3}$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$g+c+h-f=3+5-\frac43+\frac{22}{3}=8+6=14$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two lines are perpendicular, so the locus is the pair of perpendicular bisectors through their intersection, found from the sum and difference of the normals.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perpendicular, so the lines are perpendicular and the bisectors are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unit normals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bisectors have normals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the common point of the two given lines: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equal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perpendicular, so the lines are perpendicular and the bisectors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unit normals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$\frac{(1,2)}{\sqrt5}$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$\frac{(2,-1)}{\sqrt5}$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bisectors have normals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$(1,2)+(2,-1)=(3,1)$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$(1,2)-(2,-1)=(-1,3)$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the common point of the two given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$\left(-\frac{23}{5},-\frac65\right)$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Bisector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$3x+y=3\left(-\frac{23}{5}\right)-\frac65=-15$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Bisector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$-x+3y=\frac{23}{5}-\frac{18}{5}=1$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$(x-3y+1)(3x+y+15)=0$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$3x^2-8xy-3y^2+18x-44y+15=0$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$f=-\frac{22}{3}$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$g+c+h-f=14$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points equidistant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pair of angle bisectors.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two lines have the same normal length (here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squared form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pair of perpendicular lines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matching that the bisectors of perpendicular lines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bisectors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points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$\frac{L_1}{\sqrt{a_1^2+b_1^2}}=\pm\frac{L_2}{\sqrt{a_2^2+b_2^2}}$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pair of angle bisectors.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two lines have the same normal length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squared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$L_1^2=L_2^2$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$(L_1-L_2)(L_1+L_2)=0$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$ax^2+2hxy+by^2+\ldots=0$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pair of perpendicular lines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matching that the bisectors of perpendicular lines are perpendicular.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bisectors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$C(\gamma,\delta)$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$2(\alpha+\beta+\gamma+\delta)$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Parallelogram: diagonals bisect each other (mid-point formula)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parallelogram share a mid-point,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parallelogram share a mid-point,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$\beta+\delta$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parallelogram, so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parallelogram, so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$\left(\frac{\alpha+\gamma}{2},\frac{\beta+\delta}{2}\right)=\left(\frac{1+1}{2},\frac{0+2}{2}\right)$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$\left(\frac{\alpha+\gamma}{2},\frac{\beta+\delta}{2}\right)=(1,1)$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 points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data are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$\beta+\delta=2$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$2(\alpha+\beta+\gamma+\delta)=2(2+2)=8$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$AB=\sqrt{9+1}=\sqrt{10}$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data are 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vertices have the same sum), so the sum of all four coordinates is fixed by any one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Fourth vertex: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data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line) are only there to confirm that integer points exist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answer does not depend on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$A+C=B+D$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vertices have the same sum), so the sum of all four coordinates is fixed by any one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Fourth vertex: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$D=A+C-B$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data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line) are only there to confirm that integer points exist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answer does not depend on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$A+C=(2,2)=B+D=(1+1,0+2)$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centroid, circumcentre and orthocentre of a triangle. Then,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measured parallel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$C(-6,-8)$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centroid, circumcentre and orthocentre of a triangle. Then,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$P(2a+3,7b+5)$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measured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$\frac{17\sqrt5}{6}$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$\frac{17\sqrt5}{7}$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$\frac{15\sqrt5}{7}$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Centroid, circumcentre and orthocentre (Euler line), Distance of a point from a line measured along a given direction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divides the orthocentre-circumcentre segment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divides the orthocentre-circumcentre segment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$(a,b)=(0,0)$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$P=(3,5)$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divides the line joining the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circumcentre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divides the line joining 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$a=\frac{2(3)-6}{3}=0$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$b=\frac{2(4)-8}{3}=0$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$y-5=\frac12(x-3)$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 it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(point of meeting)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Meet it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$4y-14+3y-4=0$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$y=\frac{18}{7}$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$x=-\frac{13}{7}$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(point of meeting)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$\left(-\frac{13}{7},\frac{18}{7}\right)$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$\sqrt{\left(3+\frac{13}{7}\right)^2+\left(5-\frac{18}{7}\right)^2}=\frac{\sqrt{34^2+17^2}}{7}=\frac{17\sqrt5}{7}$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$\frac{17\sqrt5}{7}$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along a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along a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$(\cos\theta,\sin\theta)$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$\frac{|L(P)|}{|a\cos\theta+b\sin\theta|}$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unit vector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Points on that direction: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signed distance.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$G=\frac{H+2O}{3}=\left(\frac{-6+6}{3},\frac{-8+8}{3}\right)=(0,0)$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unit vector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$\frac{(2,1)}{\sqrt5}$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Points on that direction: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$P+t\frac{(2,1)}{\sqrt5}$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signed distance.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$2\left(3+\frac{2t}{\sqrt5}\right)+3\left(5+\frac{t}{\sqrt5}\right)-4=0$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$17+\frac{7t}{\sqrt5}=0$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$|t|=\frac{17\sqrt5}{7}$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$\frac{17\sqrt5}{7}$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measured along a direction with direction cosines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perpendicular distance is the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oblique distance is never smaller than the perpendicular distance: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$G=\frac{H+2O}{3}$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measured along a direction with direction cosines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$\frac{|ax_0+by_0+c|}{|al+bm|}$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perpendicular distance is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$(l,m)=\frac{(a,b)}{\sqrt{a^2+b^2}}$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oblique distance is never smaller than the perpendicular distance: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$\frac{17\sqrt5}{7}$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$\frac{|2\cdot3+3\cdot5-4|}{|2\cdot\frac{2}{\sqrt5}+3\cdot\frac{1}{\sqrt5}|}=\frac{17}{7/\sqrt5}$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squares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form a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squares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form a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Concurrency and parallelism of three lines,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Three lines fail to form a triangle only when they are concurrent or when two of them are parallel.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parallel, so the three lines do not form a triangle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concurrent with them or parallel to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(concurrent):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(parallel):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slopes of the other two lines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parallel, so the three lines do not form a triangle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concurrent with them or parallel to 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(concurrent):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$\begin{vmatrix}2&amp;-1&amp;3\\6&amp;3&amp;1\\\alpha&amp;2&amp;-2\end{vmatrix}=0$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$8-10\alpha=0$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(parallel): 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slopes of the other two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$-\frac\alpha2=-\frac63=-2$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$p=\frac{16}{25}+16+16=32+\frac{16}{25}$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$[p]=\left[32+\frac{16}{25}\right]=32$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Substitute the intersection point of the first two lines into the third (no determinant), and read parallelism off the coefficient ratios.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$6x+6x+9+1=0$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$\alpha\left(-\frac56\right)+2\cdot\frac43-2=0$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$-\frac{5\alpha}{6}=-\frac23$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32.64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$\frac\alpha2=\frac{2}{-1}$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$\frac\alpha6=\frac23$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$p=\frac{16}{25}+16+16=32.64$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form a triangle iff no two are parallel and they are not concurrent; the 'no triangle' parameter set is the union of the concurrency and parallelism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lines are parallel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count each distinct parameter value once, and to include parallelism with EACH of the other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all three pass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the third line parallel to one of the others.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form a triangle iff no two are parallel and they are not concurrent; the 'no triangle' parameter set is the union of the concurrency and parallelism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Concurrency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$a_ix+b_iy+c_i=0$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$\det\begin{pmatrix}a_1&amp;b_1&amp;c_1\\a_2&amp;b_2&amp;c_2\\a_3&amp;b_3&amp;c_3\end{pmatrix}=0$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lines are parallel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$a_1b_2=a_2b_1$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count each distinct parameter value once, and to include parallelism with EACH of the other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all three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$\left(-\frac56,\frac43\right)$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the third line parallel to one of the others.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triangle.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its orthocenter and centroid respectively,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$B(10\cos\alpha,-10\sin\alpha)$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$C(-10\sin\alpha,10\cos\alpha)$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triangle.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$L(a,9)$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its orthocenter and centroid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$\left(5a-3h+6k+100\sin2\alpha\right)$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Orthocentre and centroid of a triangle (Euler line), Trigonometric identities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Orthocentre and centroid of a triangle (Euler line), Trigonometric identities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$\cos\alpha-\sin\alpha$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vertices lie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circumcentre is the origin and the orthocentre is three times the centroid.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vertices lie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circumcentre is the origin and the orthocentre is three times the centroid.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do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hence the circumcentre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orthocentre)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centroid formulas: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do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$\cos^2\alpha+\sin^2\alpha=1$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hence the circumcentre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orthocentre)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$h=\frac{0+a}{3}$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$k=\frac{9+0}{3}=3$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centroid formulas: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$k=\frac{8-10\sin\alpha+10\cos\alpha}{3}=3$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$10(\cos\alpha-\sin\alpha)=1$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$h=\frac{6+10\cos\alpha-10\sin\alpha}{3}$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$3h=6+1=7$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$a=3h=7$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$10(\cos\alpha-\sin\alpha)=1$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$100(1-\sin2\alpha)=1$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$100\sin2\alpha=99$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$5a-3h+6k+100\sin2\alpha=35-7+18+99=145$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vertex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circumcentre is the origin and, by Euler,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on the same circle, so no trigonometry is needed to locate the circumcentre.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0.7146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vertex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circumcentre is the origin and, by Euler,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$H=A+B+C=3G$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$\cos\alpha-\sin\alpha=t$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$\sin2\alpha=1-t^2$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$\cos\alpha+\sin\alpha=u\Rightarrow\sin2\alpha=u^2-1$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$(R\cos\theta,\pm R\sin\theta)$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$(-R\sin\theta,R\cos\theta)$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on the same circle, so no trigonometry is needed to locate the circumcentre.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$\sin2\alpha=\frac{99}{100}$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$\alpha\approx0.7146$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$\cos\alpha-\sin\alpha\approx0.1$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points of intersection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mirror image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focus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two points of intersection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mirror image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SAB$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Image of a curve in a line (reflection of a parabola),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substituting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image curve.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$x+y+4=0$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$(x,y)\to(-y-4,-x-4)$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substituting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image curve.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image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image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image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$\frac{h-x_1}{1}=\frac{k-y_1}{1}=\frac{-2(x_1+y_1+4)}{1^2+1^2}=-(x_1+y_1+4)$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$h=-y_1-4$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$k=-x_1-4$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$y_1=-(h+4)$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$x_1=-(k+4)$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$y_1^2=4x_1$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$(h+4)^2=-4(k+4)$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$h^2+8h+4k+32=0$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image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$x^2+8x+4y+32=0$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$x^2+8x-20+32=0$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$(x+6)(x+2)=0$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$x=-6,-2$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$A(-6,-5)$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$a=\frac12\left|\begin{matrix}1&amp;0&amp;1\\-6&amp;-5&amp;1\\-2&amp;-5&amp;1\end{matrix}\right|$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$\frac12\left|\begin{matrix}1&amp;0&amp;1\\-4&amp;0&amp;0\\-2&amp;-5&amp;1\end{matrix}\right|=\frac12\cdot4\cdot5=10$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$a+d=10+4=14$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parabola: the whole picture is carried back by the same reflection, and distances and areas do not change.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parabola: the whole picture is carried back by the same reflection, and distances and areas do not change.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own inverse; it preserves distances and areas.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image parabola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original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$(x,y)\to(-y-4,-x-4)$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own inverse; it preserves distances and areas.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image parabola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$\rho(A),\rho(B)$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original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$d=AB=\rho(A)\rho(B)=4$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$\rho(S)=\rho(1,0)=(-4,-5)$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$(-4,-5),(1,2),(1,-2)=\frac12\cdot4\cdot5=10$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image of a curve, substitute the pre-image coordinates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(expressed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into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is an isometry: any distance, area or angle in the image picture can be computed in the pre-image picture, often with a simpler line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$(x,y)\to(-y-k,-x-k)$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$(x,y)\to(y-k,x+k)$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image of a curve, substitute the pre-image coordinates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(expressed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into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is an isometry: any distance, area or angle in the image picture can be computed in the pre-image picture, often with a simpler line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$y=-5\to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$(1,0)\to(-4,-5)$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$\left(-\frac32,-\frac52\right)$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$C(\gamma,\delta)$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ABC=\frac\pi6$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$\alpha^2+\gamma^2$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lines, Line through a point at a given angle to another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two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B=\angle C=\frac\pi6$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two lines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making an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such a line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two lines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making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such a line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$y-2=m(x-1)$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$\tan\frac\pi6=\left|\frac{m-m_1}{1+mm_1}\right|$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$\frac{1}{\sqrt3}=\pm\frac{m-1}{1+m}$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two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$y-2=\left(2\pm\sqrt3\right)(x-1)$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points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(1)):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(1)):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$x+4-2=\left(2\pm\sqrt3\right)(x-1)$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$x=\frac{4+\sqrt3}{1+\sqrt3}=\alpha$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$x=\frac{4-\sqrt3}{1-\sqrt3}=\gamma$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$\alpha=\frac{3\sqrt3-1}{2}$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$\gamma=-\frac{3\sqrt3+1}{2}$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$\alpha^2+\gamma^2=\frac{\left(3\sqrt3-1\right)^2+\left(3\sqrt3+1\right)^2}{4}=\frac{56}{4}=14$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perpendicular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 is isosceles,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perpendicular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 is isosceles,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$AM\cot30^\circ$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(isosceles).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$M=(1,2)-\frac{1-2+4}{2}(1,-1)=\left(-\frac12,\frac72\right)$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$AM=\frac{|1-2+4|}{\sqrt2}=\frac{3}{\sqrt2}$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AMB$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$BM=AM\cot30^\circ=\frac{3\sqrt3}{\sqrt2}$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$CM=BM$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(isosceles).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 direction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unit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$\frac{(1,1)}{\sqrt2}$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$B,C=M\pm\frac{3\sqrt3}{\sqrt2}\cdot\frac{(1,1)}{\sqrt2}=\left(-\frac12\pm\frac{3\sqrt3}{2},\ \frac72\pm\frac{3\sqrt3}{2}\right)$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$\alpha,\gamma=\frac{-1\pm3\sqrt3}{2}$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$\alpha^2+\gamma^2=\frac{(1-3\sqrt3)^2+(1+3\sqrt3)^2}{4}=\frac{2+54}{4}=14$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$\alpha+\gamma=-1$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$\alpha\gamma=-\frac{13}{2}$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$\alpha^2+\gamma^2=1+13=14$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making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line of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signs are needed (they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with apex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base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half-base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you avoid expanding surds when only a symmetric function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making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$\tan(\theta_1\pm\phi)$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$\tan(45^\circ\pm30^\circ)=2\pm\sqrt3$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signs are needed (they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$(x_0,y_0)-\frac{ax_0+by_0+c}{a^2+b^2}(a,b)$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with apex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$2\pi/3$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$\pi/6$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half-base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$\alpha^2+\gamma^2=(\alpha+\gamma)^2-2\alpha\gamma$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you avoid expanding surds when only a symmetric function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orthocentre of the triangle formed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centroid of another triangle, whose circumcentre and orthocentre respectively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orthocentre of the triangle formed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centroid of another triangle, whose circumcentre and orthocentre respectively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 triangle formed by three lines, Centroid, circumcentre and orthocentre of a triangle (Euler line)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other triangle's centroid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first triangle has its orthocentre at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other triangle's centroid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first triangle has its orthocentre at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other triangle, the centroid divides the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orthocentre of the first triangle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meeting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other triangle, the centroid divides 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$\alpha=\frac{2\cdot3-6}{3}=0$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$\beta=\frac{2\cdot4-8}{3}=0$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orthocentre of the first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meeting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altitude through the orthocentre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altitude through 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$=\frac{0-1}{0+1}=-1$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$AD\perp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$m_{AD}\cdot m_{BC}=-1$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$m_{BC}=1$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$AB:2x+3y-1=0$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$m_{CE}=\frac32$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$CE:y=\frac32x$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$C\left(\frac14,\frac38\right)$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$y-\frac38=x-\frac14$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$8y-3=8x-2$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$-8x+8y-1=0$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$|a-b|=|-8-8|=16$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orthocentre at the origin, each altitude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the normal of the opposite side; for a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normal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orthocentre at the origin, each altitude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the normal of the opposite side; for a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$px+qy=1$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normal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triangle's centroid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of the first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third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triangle's centroid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orthocentre of the first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$A=(2x+3y=1)\cap(x+2y=1)=(-1,1)$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third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$(a,b)\parallel(-1,1)$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$(2x+3y=1)\cap(ax-ay=1)$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$5x-\frac3a=1$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$B=\left(\frac{1+3/a}{5},\frac{1-2/a}{5}\right)$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$B\parallel(1,2)$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$1-\frac2a=2\left(1+\frac3a\right)$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$-1=\frac8a$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of the perpendicular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its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at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orthocentre is the origin, the altitude from a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the opposite side,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 of the opposite 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$G=\frac{H+2O}{3}$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$H=3G-2O$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$O=\frac{3G-H}{2}$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$3G=H+2O=(0,0)$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of the perpendicular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$\frac{(p,q)}{p^2+q^2}$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at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orthocentre is the origin, the altitude from a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perpendicular to the opposite side,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$V\parallel$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 of the opposite 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$A(-1,1)\parallel(a,b)=(-8,8)$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$B\left(\frac18,\frac14\right)\parallel(1,2)$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$C\left(\frac14,\frac38\right)\parallel(2,3)$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four distinct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four distinct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a circle through three points, Radius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through the origin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points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through the origin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points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$g,f$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$(k,3k)$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$r^2=g^2+f^2$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$16+36+8g+12f=0$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$2g+3f+13=0$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$1+25-2g+10f=0$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$2g-10f-26=0$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$13f+39=0$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points are distinct),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$2g-9+13=0$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$k^2+9k^2-4k-18k=0$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$10k^2=22k$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points are distinct),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$r^2=g^2+f^2=4+9=13$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$10k+r^2=22+13=35$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centre as the meeting point of two perpendicular bisectors from the origin's chords; then points on the circle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centre as the meeting point of two perpendicular bisectors from the origin's chords; then points on the circle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$|P|^2=2\,\vec c\cdot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lies on the perpendicular bisector of the chord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also lies on the perpendicular bisector of the chord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(circle through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lies on the perpendicular bisector of the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$4x+6y=26$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also lies on the perpendicular bisector of the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$-x+5y=13$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$r^2=2^2+3^2=13$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(circle through the origin).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$(k-2)^2+(3k-3)^2=13$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$10k^2-22k+13=13$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$k=\frac{22}{10}$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$10k+r^2=22+13=35$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 with centre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on the circle iff it satisfies its equation; the requirement of distinct points rules out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$|P|^2=2\,\vec c\cdot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$k(l,m)$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$k(l^2+m^2)=2(c_1l+c_2m)$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$10k=2(2+9)=22$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on the circle iff it satisfies its equation; the requirement of distinct points rules out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$\sqrt{4+9}=\sqrt{13}$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$\sqrt{9+4}=\sqrt{13}$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in the third quadrant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touches both coordinate axes.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in the third quadrant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touches both coordinate axes.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externally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$(\beta-\alpha)^2=\frac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Externally touching circles, Section formula (point of contact on the line of centres)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divides the line of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internally in the ratio of the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divides the line of 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$A(-3,-3)$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$B(1,3)$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internally in the ratio of the radii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$3:(2\sqrt{13}-3)$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third quadrant, touches both axes and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external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contact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third quadrant, touches both axes and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$AB=\sqrt{16+36}=\sqrt{52}=2\sqrt{13}$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external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$r_2=2\sqrt{13}-3$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$r_1:r_2=3:(2\sqrt{13}-3)$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$\alpha=\frac{3(1)+(2\sqrt{13}-3)(-3)}{2\sqrt{13}}=\frac{3-3(2\sqrt{13}-3)}{2\sqrt{13}}$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$\beta=\frac{3(3)+(2\sqrt{13}-3)(-3)}{2\sqrt{13}}=\frac{9-3(2\sqrt{13}-3)}{2\sqrt{13}}$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$\beta-\alpha=\frac{9-3}{2\sqrt{13}}=\frac{3}{\sqrt{13}}$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$(\beta-\alpha)^2=\frac{36}{4\times13}=\frac{9}{13}$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$\gcd(9,13)=1$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(unit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no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contact point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direction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$A+3\cdot$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(unit vector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no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unit vector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touch externally, so the contact point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of centres,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unit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$\frac{(2,3)}{\sqrt{13}}$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touch externally, so the contact point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of centres,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$P=A+3\cdot\frac{(2,3)}{\sqrt{13}}$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$P=\left(-3+\frac{6}{\sqrt{13}},\ -3+\frac{9}{\sqrt{13}}\right)$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$\alpha=-3+\frac6{\sqrt{13}}$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$\beta=-3+\frac9{\sqrt{13}}$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$\beta-\alpha=\frac{3}{\sqrt{13}}$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$(\beta-\alpha)^2=\frac{9}{13}$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apart: external contact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internal contact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contact point lies on the line of centres.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contact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internal contact the division is external.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both axes in the third quadrant has its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with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apart: external contact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internal contact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contact point lies on the line of centres.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$=\frac{r_2A+r_1B}{r_1+r_2}$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$r_1:r_2$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internal contact the division is external.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both axes in the third quadrant has its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$(-r,-r)$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$\left(4-\frac6{\sqrt{13}}\right)^2+\left(6-\frac9{\sqrt{13}}\right)^2=61-12\sqrt{13}=(2\sqrt{13}-3)^2$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right hand side of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length of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perimeter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$x^2+y^2-2x+4y-4=0$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right hand side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length of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$\left(\frac16\right)^{th}$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perimeter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$\beta-\sqrt3\alpha$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Image of a circle in a line (reflection of the centre), Arc length and angle subtended at the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image circle has the same radius and the reflected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sixth of the perimeter is a central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image circle has the same radius and the reflected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$O(-3,4)$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sixth of the perimeter is a central angle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$x^2+y^2-2x+4y-4=0$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$r=\sqrt{1+4+4}=3$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$\frac{x-1}{2}=\frac{y+2}{-3}=\frac{-2(2+6+5)}{4+9}=-2$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$C:(x+3)^2+(y-4)^2=9$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$OA\parallel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$A(-3+3\cos\theta,4+3\sin\theta)$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 r=6\pi$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$AB=\frac16\cdot6\pi=\pi$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$\ell=r\theta$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$\pi=3\theta$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$B\left(-3+\frac32,\ 4-\frac{3\sqrt3}{2}\right)=\left(-\frac32,4-\frac{3\sqrt3}{2}\right)$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$\beta-\sqrt3\alpha=4-\frac{3\sqrt3}{2}+\frac{3\sqrt3}{2}=4$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linear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radius vector contributes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coming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linear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$f(x,y)=y-\sqrt3x$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$B=O+(B-O)$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radius vector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$+3\sqrt3$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coming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mid-point lies on the line and the join is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sixth of the circle clockwise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mid-point lies on the line and the join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$B-O=3\left(\cos(-60^\circ),\sin(-60^\circ)\right)=\left(\frac32,-\frac{3\sqrt3}{2}\right)$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sixth of the circle clockwise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$f(B)=f(O)+f(B-O)$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$f(O)=4+3\sqrt3$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$f(B-O)=-\frac{3\sqrt3}{2}-\sqrt3\cdot\frac32=-3\sqrt3$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$\beta-\sqrt3\alpha=f(B)=4+3\sqrt3-3\sqrt3=4$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a circle in a line: same radius, centre = mirror image of the old centre;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fraction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perimeter subtends the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centre; arc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on a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the clockwise one of the two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mid-point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join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a circle in a line: same radius, centre = mirror image of the old centre;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$\frac{x-x_1}{a}=\frac{y-y_1}{b}=\frac{-2(ax_1+by_1+c)}{a^2+b^2}$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perimeter subtends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centre;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on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$(c_x+r\cos\theta,\ c_y+r\sin\theta)$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the clockwise one of the two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join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$(-4,6)\parallel(2,-3)$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02 Straight Line and Circle (PDF Q21–Q40, numbered 1–20)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