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rts/chart1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  <p:sldId id="477" r:id="rId229"/>
    <p:sldId id="478" r:id="rId230"/>
    <p:sldId id="479" r:id="rId231"/>
    <p:sldId id="480" r:id="rId232"/>
    <p:sldId id="481" r:id="rId233"/>
    <p:sldId id="482" r:id="rId234"/>
    <p:sldId id="483" r:id="rId235"/>
    <p:sldId id="484" r:id="rId236"/>
    <p:sldId id="485" r:id="rId237"/>
    <p:sldId id="486" r:id="rId238"/>
    <p:sldId id="487" r:id="rId239"/>
    <p:sldId id="488" r:id="rId240"/>
    <p:sldId id="489" r:id="rId241"/>
    <p:sldId id="490" r:id="rId242"/>
    <p:sldId id="491" r:id="rId243"/>
    <p:sldId id="492" r:id="rId244"/>
    <p:sldId id="493" r:id="rId245"/>
    <p:sldId id="494" r:id="rId246"/>
    <p:sldId id="495" r:id="rId247"/>
    <p:sldId id="496" r:id="rId248"/>
    <p:sldId id="497" r:id="rId249"/>
    <p:sldId id="498" r:id="rId250"/>
    <p:sldId id="499" r:id="rId251"/>
    <p:sldId id="500" r:id="rId252"/>
    <p:sldId id="501" r:id="rId253"/>
    <p:sldId id="502" r:id="rId254"/>
    <p:sldId id="503" r:id="rId255"/>
    <p:sldId id="504" r:id="rId256"/>
    <p:sldId id="505" r:id="rId257"/>
    <p:sldId id="506" r:id="rId258"/>
    <p:sldId id="507" r:id="rId259"/>
    <p:sldId id="508" r:id="rId260"/>
    <p:sldId id="509" r:id="rId261"/>
    <p:sldId id="510" r:id="rId262"/>
    <p:sldId id="511" r:id="rId263"/>
    <p:sldId id="512" r:id="rId264"/>
    <p:sldId id="513" r:id="rId265"/>
    <p:sldId id="514" r:id="rId266"/>
    <p:sldId id="515" r:id="rId267"/>
    <p:sldId id="516" r:id="rId268"/>
    <p:sldId id="517" r:id="rId269"/>
    <p:sldId id="518" r:id="rId270"/>
    <p:sldId id="519" r:id="rId271"/>
    <p:sldId id="520" r:id="rId272"/>
    <p:sldId id="521" r:id="rId273"/>
    <p:sldId id="522" r:id="rId274"/>
    <p:sldId id="523" r:id="rId275"/>
    <p:sldId id="524" r:id="rId276"/>
    <p:sldId id="525" r:id="rId277"/>
    <p:sldId id="526" r:id="rId278"/>
    <p:sldId id="527" r:id="rId279"/>
    <p:sldId id="528" r:id="rId280"/>
    <p:sldId id="529" r:id="rId281"/>
    <p:sldId id="530" r:id="rId282"/>
    <p:sldId id="531" r:id="rId283"/>
    <p:sldId id="532" r:id="rId284"/>
    <p:sldId id="533" r:id="rId285"/>
    <p:sldId id="534" r:id="rId286"/>
    <p:sldId id="535" r:id="rId287"/>
    <p:sldId id="536" r:id="rId288"/>
    <p:sldId id="537" r:id="rId289"/>
    <p:sldId id="538" r:id="rId290"/>
    <p:sldId id="539" r:id="rId291"/>
    <p:sldId id="540" r:id="rId292"/>
    <p:sldId id="541" r:id="rId293"/>
    <p:sldId id="542" r:id="rId294"/>
    <p:sldId id="543" r:id="rId295"/>
    <p:sldId id="544" r:id="rId296"/>
    <p:sldId id="545" r:id="rId297"/>
    <p:sldId id="546" r:id="rId298"/>
    <p:sldId id="547" r:id="rId299"/>
    <p:sldId id="548" r:id="rId300"/>
    <p:sldId id="549" r:id="rId301"/>
    <p:sldId id="550" r:id="rId302"/>
    <p:sldId id="551" r:id="rId303"/>
    <p:sldId id="552" r:id="rId304"/>
    <p:sldId id="553" r:id="rId305"/>
    <p:sldId id="554" r:id="rId306"/>
    <p:sldId id="555" r:id="rId307"/>
    <p:sldId id="556" r:id="rId308"/>
    <p:sldId id="557" r:id="rId309"/>
    <p:sldId id="558" r:id="rId310"/>
    <p:sldId id="559" r:id="rId311"/>
    <p:sldId id="560" r:id="rId312"/>
    <p:sldId id="561" r:id="rId313"/>
    <p:sldId id="562" r:id="rId314"/>
    <p:sldId id="563" r:id="rId315"/>
    <p:sldId id="564" r:id="rId316"/>
    <p:sldId id="565" r:id="rId317"/>
    <p:sldId id="566" r:id="rId318"/>
    <p:sldId id="567" r:id="rId319"/>
    <p:sldId id="568" r:id="rId320"/>
    <p:sldId id="569" r:id="rId321"/>
    <p:sldId id="570" r:id="rId322"/>
    <p:sldId id="571" r:id="rId323"/>
    <p:sldId id="572" r:id="rId324"/>
    <p:sldId id="573" r:id="rId325"/>
    <p:sldId id="574" r:id="rId326"/>
    <p:sldId id="575" r:id="rId327"/>
    <p:sldId id="576" r:id="rId328"/>
    <p:sldId id="577" r:id="rId329"/>
    <p:sldId id="578" r:id="rId330"/>
    <p:sldId id="579" r:id="rId331"/>
    <p:sldId id="580" r:id="rId332"/>
    <p:sldId id="581" r:id="rId333"/>
    <p:sldId id="582" r:id="rId334"/>
    <p:sldId id="583" r:id="rId335"/>
    <p:sldId id="584" r:id="rId336"/>
    <p:sldId id="585" r:id="rId337"/>
    <p:sldId id="586" r:id="rId338"/>
    <p:sldId id="587" r:id="rId339"/>
    <p:sldId id="588" r:id="rId340"/>
    <p:sldId id="589" r:id="rId341"/>
    <p:sldId id="590" r:id="rId342"/>
    <p:sldId id="591" r:id="rId343"/>
    <p:sldId id="592" r:id="rId344"/>
    <p:sldId id="593" r:id="rId345"/>
    <p:sldId id="594" r:id="rId346"/>
    <p:sldId id="595" r:id="rId347"/>
    <p:sldId id="596" r:id="rId348"/>
    <p:sldId id="597" r:id="rId349"/>
    <p:sldId id="598" r:id="rId350"/>
    <p:sldId id="599" r:id="rId351"/>
    <p:sldId id="600" r:id="rId352"/>
    <p:sldId id="601" r:id="rId353"/>
    <p:sldId id="602" r:id="rId354"/>
    <p:sldId id="603" r:id="rId355"/>
    <p:sldId id="604" r:id="rId356"/>
    <p:sldId id="605" r:id="rId357"/>
    <p:sldId id="606" r:id="rId358"/>
    <p:sldId id="607" r:id="rId359"/>
    <p:sldId id="608" r:id="rId360"/>
    <p:sldId id="609" r:id="rId361"/>
    <p:sldId id="610" r:id="rId362"/>
    <p:sldId id="611" r:id="rId363"/>
    <p:sldId id="612" r:id="rId364"/>
    <p:sldId id="613" r:id="rId365"/>
    <p:sldId id="614" r:id="rId366"/>
    <p:sldId id="615" r:id="rId367"/>
    <p:sldId id="616" r:id="rId368"/>
    <p:sldId id="617" r:id="rId369"/>
    <p:sldId id="618" r:id="rId370"/>
    <p:sldId id="619" r:id="rId371"/>
    <p:sldId id="620" r:id="rId372"/>
    <p:sldId id="621" r:id="rId373"/>
    <p:sldId id="622" r:id="rId374"/>
    <p:sldId id="623" r:id="rId375"/>
    <p:sldId id="624" r:id="rId376"/>
    <p:sldId id="625" r:id="rId377"/>
    <p:sldId id="626" r:id="rId378"/>
    <p:sldId id="627" r:id="rId379"/>
    <p:sldId id="628" r:id="rId380"/>
    <p:sldId id="629" r:id="rId381"/>
    <p:sldId id="630" r:id="rId382"/>
    <p:sldId id="631" r:id="rId383"/>
    <p:sldId id="632" r:id="rId384"/>
    <p:sldId id="633" r:id="rId385"/>
    <p:sldId id="634" r:id="rId386"/>
    <p:sldId id="635" r:id="rId387"/>
    <p:sldId id="636" r:id="rId388"/>
    <p:sldId id="637" r:id="rId389"/>
    <p:sldId id="638" r:id="rId390"/>
    <p:sldId id="639" r:id="rId391"/>
    <p:sldId id="640" r:id="rId392"/>
    <p:sldId id="641" r:id="rId393"/>
    <p:sldId id="642" r:id="rId394"/>
    <p:sldId id="643" r:id="rId395"/>
    <p:sldId id="644" r:id="rId396"/>
    <p:sldId id="645" r:id="rId397"/>
    <p:sldId id="646" r:id="rId398"/>
    <p:sldId id="647" r:id="rId399"/>
    <p:sldId id="648" r:id="rId400"/>
    <p:sldId id="649" r:id="rId401"/>
    <p:sldId id="650" r:id="rId402"/>
    <p:sldId id="651" r:id="rId403"/>
    <p:sldId id="652" r:id="rId404"/>
    <p:sldId id="653" r:id="rId405"/>
    <p:sldId id="654" r:id="rId406"/>
    <p:sldId id="655" r:id="rId407"/>
    <p:sldId id="656" r:id="rId408"/>
    <p:sldId id="657" r:id="rId409"/>
    <p:sldId id="658" r:id="rId410"/>
    <p:sldId id="659" r:id="rId411"/>
    <p:sldId id="660" r:id="rId412"/>
    <p:sldId id="661" r:id="rId413"/>
    <p:sldId id="662" r:id="rId414"/>
    <p:sldId id="663" r:id="rId415"/>
    <p:sldId id="664" r:id="rId416"/>
    <p:sldId id="665" r:id="rId417"/>
    <p:sldId id="666" r:id="rId418"/>
    <p:sldId id="667" r:id="rId419"/>
    <p:sldId id="668" r:id="rId420"/>
    <p:sldId id="669" r:id="rId421"/>
    <p:sldId id="670" r:id="rId422"/>
    <p:sldId id="671" r:id="rId423"/>
    <p:sldId id="672" r:id="rId424"/>
    <p:sldId id="673" r:id="rId425"/>
    <p:sldId id="674" r:id="rId426"/>
    <p:sldId id="675" r:id="rId427"/>
    <p:sldId id="676" r:id="rId428"/>
    <p:sldId id="677" r:id="rId429"/>
    <p:sldId id="678" r:id="rId430"/>
    <p:sldId id="679" r:id="rId431"/>
    <p:sldId id="680" r:id="rId432"/>
    <p:sldId id="681" r:id="rId433"/>
    <p:sldId id="682" r:id="rId434"/>
    <p:sldId id="683" r:id="rId435"/>
    <p:sldId id="684" r:id="rId436"/>
    <p:sldId id="685" r:id="rId437"/>
    <p:sldId id="686" r:id="rId438"/>
    <p:sldId id="687" r:id="rId439"/>
    <p:sldId id="688" r:id="rId440"/>
    <p:sldId id="689" r:id="rId441"/>
    <p:sldId id="690" r:id="rId442"/>
    <p:sldId id="691" r:id="rId443"/>
    <p:sldId id="692" r:id="rId444"/>
    <p:sldId id="693" r:id="rId445"/>
    <p:sldId id="694" r:id="rId446"/>
    <p:sldId id="695" r:id="rId447"/>
    <p:sldId id="696" r:id="rId448"/>
    <p:sldId id="697" r:id="rId449"/>
    <p:sldId id="698" r:id="rId450"/>
    <p:sldId id="699" r:id="rId451"/>
    <p:sldId id="700" r:id="rId452"/>
    <p:sldId id="701" r:id="rId453"/>
    <p:sldId id="702" r:id="rId454"/>
    <p:sldId id="703" r:id="rId455"/>
    <p:sldId id="704" r:id="rId456"/>
    <p:sldId id="705" r:id="rId457"/>
    <p:sldId id="706" r:id="rId458"/>
    <p:sldId id="707" r:id="rId459"/>
    <p:sldId id="708" r:id="rId460"/>
    <p:sldId id="709" r:id="rId461"/>
    <p:sldId id="710" r:id="rId462"/>
    <p:sldId id="711" r:id="rId463"/>
    <p:sldId id="712" r:id="rId464"/>
    <p:sldId id="713" r:id="rId465"/>
    <p:sldId id="714" r:id="rId466"/>
    <p:sldId id="715" r:id="rId467"/>
    <p:sldId id="716" r:id="rId468"/>
    <p:sldId id="717" r:id="rId469"/>
    <p:sldId id="718" r:id="rId470"/>
    <p:sldId id="719" r:id="rId471"/>
    <p:sldId id="720" r:id="rId472"/>
    <p:sldId id="721" r:id="rId473"/>
    <p:sldId id="722" r:id="rId474"/>
    <p:sldId id="723" r:id="rId475"/>
    <p:sldId id="724" r:id="rId476"/>
    <p:sldId id="725" r:id="rId477"/>
    <p:sldId id="726" r:id="rId478"/>
    <p:sldId id="727" r:id="rId479"/>
    <p:sldId id="728" r:id="rId480"/>
    <p:sldId id="729" r:id="rId481"/>
    <p:sldId id="730" r:id="rId482"/>
    <p:sldId id="731" r:id="rId483"/>
    <p:sldId id="732" r:id="rId484"/>
    <p:sldId id="733" r:id="rId485"/>
    <p:sldId id="734" r:id="rId486"/>
    <p:sldId id="735" r:id="rId487"/>
    <p:sldId id="736" r:id="rId488"/>
    <p:sldId id="737" r:id="rId489"/>
    <p:sldId id="738" r:id="rId490"/>
    <p:sldId id="739" r:id="rId491"/>
    <p:sldId id="740" r:id="rId492"/>
    <p:sldId id="741" r:id="rId493"/>
    <p:sldId id="742" r:id="rId494"/>
    <p:sldId id="743" r:id="rId495"/>
    <p:sldId id="744" r:id="rId496"/>
    <p:sldId id="745" r:id="rId497"/>
    <p:sldId id="746" r:id="rId498"/>
    <p:sldId id="747" r:id="rId499"/>
    <p:sldId id="748" r:id="rId500"/>
    <p:sldId id="749" r:id="rId501"/>
    <p:sldId id="750" r:id="rId502"/>
    <p:sldId id="751" r:id="rId503"/>
    <p:sldId id="752" r:id="rId504"/>
    <p:sldId id="753" r:id="rId505"/>
    <p:sldId id="754" r:id="rId506"/>
    <p:sldId id="755" r:id="rId507"/>
    <p:sldId id="756" r:id="rId508"/>
    <p:sldId id="757" r:id="rId509"/>
    <p:sldId id="758" r:id="rId510"/>
    <p:sldId id="759" r:id="rId511"/>
    <p:sldId id="760" r:id="rId512"/>
    <p:sldId id="761" r:id="rId513"/>
    <p:sldId id="762" r:id="rId514"/>
    <p:sldId id="763" r:id="rId515"/>
    <p:sldId id="764" r:id="rId516"/>
    <p:sldId id="765" r:id="rId517"/>
    <p:sldId id="766" r:id="rId518"/>
    <p:sldId id="767" r:id="rId519"/>
    <p:sldId id="768" r:id="rId520"/>
    <p:sldId id="769" r:id="rId521"/>
    <p:sldId id="770" r:id="rId522"/>
    <p:sldId id="771" r:id="rId523"/>
    <p:sldId id="772" r:id="rId524"/>
    <p:sldId id="773" r:id="rId525"/>
    <p:sldId id="774" r:id="rId526"/>
    <p:sldId id="775" r:id="rId527"/>
    <p:sldId id="776" r:id="rId528"/>
    <p:sldId id="777" r:id="rId529"/>
    <p:sldId id="778" r:id="rId530"/>
    <p:sldId id="779" r:id="rId531"/>
    <p:sldId id="780" r:id="rId532"/>
    <p:sldId id="781" r:id="rId533"/>
    <p:sldId id="782" r:id="rId534"/>
    <p:sldId id="783" r:id="rId535"/>
    <p:sldId id="784" r:id="rId536"/>
    <p:sldId id="785" r:id="rId537"/>
    <p:sldId id="786" r:id="rId538"/>
    <p:sldId id="787" r:id="rId539"/>
    <p:sldId id="788" r:id="rId540"/>
    <p:sldId id="789" r:id="rId541"/>
  </p:sldIdLst>
  <p:sldSz cx="12191695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11.xml"/><Relationship Id="rId19" Type="http://schemas.openxmlformats.org/officeDocument/2006/relationships/slide" Target="slides/slide12.xml"/><Relationship Id="rId20" Type="http://schemas.openxmlformats.org/officeDocument/2006/relationships/slide" Target="slides/slide13.xml"/><Relationship Id="rId21" Type="http://schemas.openxmlformats.org/officeDocument/2006/relationships/slide" Target="slides/slide14.xml"/><Relationship Id="rId22" Type="http://schemas.openxmlformats.org/officeDocument/2006/relationships/slide" Target="slides/slide15.xml"/><Relationship Id="rId23" Type="http://schemas.openxmlformats.org/officeDocument/2006/relationships/slide" Target="slides/slide16.xml"/><Relationship Id="rId24" Type="http://schemas.openxmlformats.org/officeDocument/2006/relationships/slide" Target="slides/slide17.xml"/><Relationship Id="rId25" Type="http://schemas.openxmlformats.org/officeDocument/2006/relationships/slide" Target="slides/slide18.xml"/><Relationship Id="rId26" Type="http://schemas.openxmlformats.org/officeDocument/2006/relationships/slide" Target="slides/slide19.xml"/><Relationship Id="rId27" Type="http://schemas.openxmlformats.org/officeDocument/2006/relationships/slide" Target="slides/slide20.xml"/><Relationship Id="rId28" Type="http://schemas.openxmlformats.org/officeDocument/2006/relationships/slide" Target="slides/slide21.xml"/><Relationship Id="rId29" Type="http://schemas.openxmlformats.org/officeDocument/2006/relationships/slide" Target="slides/slide22.xml"/><Relationship Id="rId30" Type="http://schemas.openxmlformats.org/officeDocument/2006/relationships/slide" Target="slides/slide23.xml"/><Relationship Id="rId31" Type="http://schemas.openxmlformats.org/officeDocument/2006/relationships/slide" Target="slides/slide24.xml"/><Relationship Id="rId32" Type="http://schemas.openxmlformats.org/officeDocument/2006/relationships/slide" Target="slides/slide25.xml"/><Relationship Id="rId33" Type="http://schemas.openxmlformats.org/officeDocument/2006/relationships/slide" Target="slides/slide26.xml"/><Relationship Id="rId34" Type="http://schemas.openxmlformats.org/officeDocument/2006/relationships/slide" Target="slides/slide27.xml"/><Relationship Id="rId35" Type="http://schemas.openxmlformats.org/officeDocument/2006/relationships/slide" Target="slides/slide28.xml"/><Relationship Id="rId36" Type="http://schemas.openxmlformats.org/officeDocument/2006/relationships/slide" Target="slides/slide29.xml"/><Relationship Id="rId37" Type="http://schemas.openxmlformats.org/officeDocument/2006/relationships/slide" Target="slides/slide30.xml"/><Relationship Id="rId38" Type="http://schemas.openxmlformats.org/officeDocument/2006/relationships/slide" Target="slides/slide31.xml"/><Relationship Id="rId39" Type="http://schemas.openxmlformats.org/officeDocument/2006/relationships/slide" Target="slides/slide32.xml"/><Relationship Id="rId40" Type="http://schemas.openxmlformats.org/officeDocument/2006/relationships/slide" Target="slides/slide33.xml"/><Relationship Id="rId41" Type="http://schemas.openxmlformats.org/officeDocument/2006/relationships/slide" Target="slides/slide34.xml"/><Relationship Id="rId42" Type="http://schemas.openxmlformats.org/officeDocument/2006/relationships/slide" Target="slides/slide35.xml"/><Relationship Id="rId43" Type="http://schemas.openxmlformats.org/officeDocument/2006/relationships/slide" Target="slides/slide36.xml"/><Relationship Id="rId44" Type="http://schemas.openxmlformats.org/officeDocument/2006/relationships/slide" Target="slides/slide37.xml"/><Relationship Id="rId45" Type="http://schemas.openxmlformats.org/officeDocument/2006/relationships/slide" Target="slides/slide38.xml"/><Relationship Id="rId46" Type="http://schemas.openxmlformats.org/officeDocument/2006/relationships/slide" Target="slides/slide39.xml"/><Relationship Id="rId47" Type="http://schemas.openxmlformats.org/officeDocument/2006/relationships/slide" Target="slides/slide40.xml"/><Relationship Id="rId48" Type="http://schemas.openxmlformats.org/officeDocument/2006/relationships/slide" Target="slides/slide41.xml"/><Relationship Id="rId49" Type="http://schemas.openxmlformats.org/officeDocument/2006/relationships/slide" Target="slides/slide42.xml"/><Relationship Id="rId50" Type="http://schemas.openxmlformats.org/officeDocument/2006/relationships/slide" Target="slides/slide43.xml"/><Relationship Id="rId51" Type="http://schemas.openxmlformats.org/officeDocument/2006/relationships/slide" Target="slides/slide44.xml"/><Relationship Id="rId52" Type="http://schemas.openxmlformats.org/officeDocument/2006/relationships/slide" Target="slides/slide45.xml"/><Relationship Id="rId53" Type="http://schemas.openxmlformats.org/officeDocument/2006/relationships/slide" Target="slides/slide46.xml"/><Relationship Id="rId54" Type="http://schemas.openxmlformats.org/officeDocument/2006/relationships/slide" Target="slides/slide47.xml"/><Relationship Id="rId55" Type="http://schemas.openxmlformats.org/officeDocument/2006/relationships/slide" Target="slides/slide48.xml"/><Relationship Id="rId56" Type="http://schemas.openxmlformats.org/officeDocument/2006/relationships/slide" Target="slides/slide49.xml"/><Relationship Id="rId57" Type="http://schemas.openxmlformats.org/officeDocument/2006/relationships/slide" Target="slides/slide50.xml"/><Relationship Id="rId58" Type="http://schemas.openxmlformats.org/officeDocument/2006/relationships/slide" Target="slides/slide51.xml"/><Relationship Id="rId59" Type="http://schemas.openxmlformats.org/officeDocument/2006/relationships/slide" Target="slides/slide52.xml"/><Relationship Id="rId60" Type="http://schemas.openxmlformats.org/officeDocument/2006/relationships/slide" Target="slides/slide53.xml"/><Relationship Id="rId61" Type="http://schemas.openxmlformats.org/officeDocument/2006/relationships/slide" Target="slides/slide54.xml"/><Relationship Id="rId62" Type="http://schemas.openxmlformats.org/officeDocument/2006/relationships/slide" Target="slides/slide55.xml"/><Relationship Id="rId63" Type="http://schemas.openxmlformats.org/officeDocument/2006/relationships/slide" Target="slides/slide56.xml"/><Relationship Id="rId64" Type="http://schemas.openxmlformats.org/officeDocument/2006/relationships/slide" Target="slides/slide57.xml"/><Relationship Id="rId65" Type="http://schemas.openxmlformats.org/officeDocument/2006/relationships/slide" Target="slides/slide58.xml"/><Relationship Id="rId66" Type="http://schemas.openxmlformats.org/officeDocument/2006/relationships/slide" Target="slides/slide59.xml"/><Relationship Id="rId67" Type="http://schemas.openxmlformats.org/officeDocument/2006/relationships/slide" Target="slides/slide60.xml"/><Relationship Id="rId68" Type="http://schemas.openxmlformats.org/officeDocument/2006/relationships/slide" Target="slides/slide61.xml"/><Relationship Id="rId69" Type="http://schemas.openxmlformats.org/officeDocument/2006/relationships/slide" Target="slides/slide62.xml"/><Relationship Id="rId70" Type="http://schemas.openxmlformats.org/officeDocument/2006/relationships/slide" Target="slides/slide63.xml"/><Relationship Id="rId71" Type="http://schemas.openxmlformats.org/officeDocument/2006/relationships/slide" Target="slides/slide64.xml"/><Relationship Id="rId72" Type="http://schemas.openxmlformats.org/officeDocument/2006/relationships/slide" Target="slides/slide65.xml"/><Relationship Id="rId73" Type="http://schemas.openxmlformats.org/officeDocument/2006/relationships/slide" Target="slides/slide66.xml"/><Relationship Id="rId74" Type="http://schemas.openxmlformats.org/officeDocument/2006/relationships/slide" Target="slides/slide67.xml"/><Relationship Id="rId75" Type="http://schemas.openxmlformats.org/officeDocument/2006/relationships/slide" Target="slides/slide68.xml"/><Relationship Id="rId76" Type="http://schemas.openxmlformats.org/officeDocument/2006/relationships/slide" Target="slides/slide69.xml"/><Relationship Id="rId77" Type="http://schemas.openxmlformats.org/officeDocument/2006/relationships/slide" Target="slides/slide70.xml"/><Relationship Id="rId78" Type="http://schemas.openxmlformats.org/officeDocument/2006/relationships/slide" Target="slides/slide71.xml"/><Relationship Id="rId79" Type="http://schemas.openxmlformats.org/officeDocument/2006/relationships/slide" Target="slides/slide72.xml"/><Relationship Id="rId80" Type="http://schemas.openxmlformats.org/officeDocument/2006/relationships/slide" Target="slides/slide73.xml"/><Relationship Id="rId81" Type="http://schemas.openxmlformats.org/officeDocument/2006/relationships/slide" Target="slides/slide74.xml"/><Relationship Id="rId82" Type="http://schemas.openxmlformats.org/officeDocument/2006/relationships/slide" Target="slides/slide75.xml"/><Relationship Id="rId83" Type="http://schemas.openxmlformats.org/officeDocument/2006/relationships/slide" Target="slides/slide76.xml"/><Relationship Id="rId84" Type="http://schemas.openxmlformats.org/officeDocument/2006/relationships/slide" Target="slides/slide77.xml"/><Relationship Id="rId85" Type="http://schemas.openxmlformats.org/officeDocument/2006/relationships/slide" Target="slides/slide78.xml"/><Relationship Id="rId86" Type="http://schemas.openxmlformats.org/officeDocument/2006/relationships/slide" Target="slides/slide79.xml"/><Relationship Id="rId87" Type="http://schemas.openxmlformats.org/officeDocument/2006/relationships/slide" Target="slides/slide80.xml"/><Relationship Id="rId88" Type="http://schemas.openxmlformats.org/officeDocument/2006/relationships/slide" Target="slides/slide81.xml"/><Relationship Id="rId89" Type="http://schemas.openxmlformats.org/officeDocument/2006/relationships/slide" Target="slides/slide82.xml"/><Relationship Id="rId90" Type="http://schemas.openxmlformats.org/officeDocument/2006/relationships/slide" Target="slides/slide83.xml"/><Relationship Id="rId91" Type="http://schemas.openxmlformats.org/officeDocument/2006/relationships/slide" Target="slides/slide84.xml"/><Relationship Id="rId92" Type="http://schemas.openxmlformats.org/officeDocument/2006/relationships/slide" Target="slides/slide85.xml"/><Relationship Id="rId93" Type="http://schemas.openxmlformats.org/officeDocument/2006/relationships/slide" Target="slides/slide86.xml"/><Relationship Id="rId94" Type="http://schemas.openxmlformats.org/officeDocument/2006/relationships/slide" Target="slides/slide87.xml"/><Relationship Id="rId95" Type="http://schemas.openxmlformats.org/officeDocument/2006/relationships/slide" Target="slides/slide88.xml"/><Relationship Id="rId96" Type="http://schemas.openxmlformats.org/officeDocument/2006/relationships/slide" Target="slides/slide89.xml"/><Relationship Id="rId97" Type="http://schemas.openxmlformats.org/officeDocument/2006/relationships/slide" Target="slides/slide90.xml"/><Relationship Id="rId98" Type="http://schemas.openxmlformats.org/officeDocument/2006/relationships/slide" Target="slides/slide91.xml"/><Relationship Id="rId99" Type="http://schemas.openxmlformats.org/officeDocument/2006/relationships/slide" Target="slides/slide92.xml"/><Relationship Id="rId100" Type="http://schemas.openxmlformats.org/officeDocument/2006/relationships/slide" Target="slides/slide93.xml"/><Relationship Id="rId101" Type="http://schemas.openxmlformats.org/officeDocument/2006/relationships/slide" Target="slides/slide94.xml"/><Relationship Id="rId102" Type="http://schemas.openxmlformats.org/officeDocument/2006/relationships/slide" Target="slides/slide95.xml"/><Relationship Id="rId103" Type="http://schemas.openxmlformats.org/officeDocument/2006/relationships/slide" Target="slides/slide96.xml"/><Relationship Id="rId104" Type="http://schemas.openxmlformats.org/officeDocument/2006/relationships/slide" Target="slides/slide97.xml"/><Relationship Id="rId105" Type="http://schemas.openxmlformats.org/officeDocument/2006/relationships/slide" Target="slides/slide98.xml"/><Relationship Id="rId106" Type="http://schemas.openxmlformats.org/officeDocument/2006/relationships/slide" Target="slides/slide99.xml"/><Relationship Id="rId107" Type="http://schemas.openxmlformats.org/officeDocument/2006/relationships/slide" Target="slides/slide100.xml"/><Relationship Id="rId108" Type="http://schemas.openxmlformats.org/officeDocument/2006/relationships/slide" Target="slides/slide101.xml"/><Relationship Id="rId109" Type="http://schemas.openxmlformats.org/officeDocument/2006/relationships/slide" Target="slides/slide102.xml"/><Relationship Id="rId110" Type="http://schemas.openxmlformats.org/officeDocument/2006/relationships/slide" Target="slides/slide103.xml"/><Relationship Id="rId111" Type="http://schemas.openxmlformats.org/officeDocument/2006/relationships/slide" Target="slides/slide104.xml"/><Relationship Id="rId112" Type="http://schemas.openxmlformats.org/officeDocument/2006/relationships/slide" Target="slides/slide105.xml"/><Relationship Id="rId113" Type="http://schemas.openxmlformats.org/officeDocument/2006/relationships/slide" Target="slides/slide106.xml"/><Relationship Id="rId114" Type="http://schemas.openxmlformats.org/officeDocument/2006/relationships/slide" Target="slides/slide107.xml"/><Relationship Id="rId115" Type="http://schemas.openxmlformats.org/officeDocument/2006/relationships/slide" Target="slides/slide108.xml"/><Relationship Id="rId116" Type="http://schemas.openxmlformats.org/officeDocument/2006/relationships/slide" Target="slides/slide109.xml"/><Relationship Id="rId117" Type="http://schemas.openxmlformats.org/officeDocument/2006/relationships/slide" Target="slides/slide110.xml"/><Relationship Id="rId118" Type="http://schemas.openxmlformats.org/officeDocument/2006/relationships/slide" Target="slides/slide111.xml"/><Relationship Id="rId119" Type="http://schemas.openxmlformats.org/officeDocument/2006/relationships/slide" Target="slides/slide112.xml"/><Relationship Id="rId120" Type="http://schemas.openxmlformats.org/officeDocument/2006/relationships/slide" Target="slides/slide113.xml"/><Relationship Id="rId121" Type="http://schemas.openxmlformats.org/officeDocument/2006/relationships/slide" Target="slides/slide114.xml"/><Relationship Id="rId122" Type="http://schemas.openxmlformats.org/officeDocument/2006/relationships/slide" Target="slides/slide115.xml"/><Relationship Id="rId123" Type="http://schemas.openxmlformats.org/officeDocument/2006/relationships/slide" Target="slides/slide116.xml"/><Relationship Id="rId124" Type="http://schemas.openxmlformats.org/officeDocument/2006/relationships/slide" Target="slides/slide117.xml"/><Relationship Id="rId125" Type="http://schemas.openxmlformats.org/officeDocument/2006/relationships/slide" Target="slides/slide118.xml"/><Relationship Id="rId126" Type="http://schemas.openxmlformats.org/officeDocument/2006/relationships/slide" Target="slides/slide119.xml"/><Relationship Id="rId127" Type="http://schemas.openxmlformats.org/officeDocument/2006/relationships/slide" Target="slides/slide120.xml"/><Relationship Id="rId128" Type="http://schemas.openxmlformats.org/officeDocument/2006/relationships/slide" Target="slides/slide121.xml"/><Relationship Id="rId129" Type="http://schemas.openxmlformats.org/officeDocument/2006/relationships/slide" Target="slides/slide122.xml"/><Relationship Id="rId130" Type="http://schemas.openxmlformats.org/officeDocument/2006/relationships/slide" Target="slides/slide123.xml"/><Relationship Id="rId131" Type="http://schemas.openxmlformats.org/officeDocument/2006/relationships/slide" Target="slides/slide124.xml"/><Relationship Id="rId132" Type="http://schemas.openxmlformats.org/officeDocument/2006/relationships/slide" Target="slides/slide125.xml"/><Relationship Id="rId133" Type="http://schemas.openxmlformats.org/officeDocument/2006/relationships/slide" Target="slides/slide126.xml"/><Relationship Id="rId134" Type="http://schemas.openxmlformats.org/officeDocument/2006/relationships/slide" Target="slides/slide127.xml"/><Relationship Id="rId135" Type="http://schemas.openxmlformats.org/officeDocument/2006/relationships/slide" Target="slides/slide128.xml"/><Relationship Id="rId136" Type="http://schemas.openxmlformats.org/officeDocument/2006/relationships/slide" Target="slides/slide129.xml"/><Relationship Id="rId137" Type="http://schemas.openxmlformats.org/officeDocument/2006/relationships/slide" Target="slides/slide130.xml"/><Relationship Id="rId138" Type="http://schemas.openxmlformats.org/officeDocument/2006/relationships/slide" Target="slides/slide131.xml"/><Relationship Id="rId139" Type="http://schemas.openxmlformats.org/officeDocument/2006/relationships/slide" Target="slides/slide132.xml"/><Relationship Id="rId140" Type="http://schemas.openxmlformats.org/officeDocument/2006/relationships/slide" Target="slides/slide133.xml"/><Relationship Id="rId141" Type="http://schemas.openxmlformats.org/officeDocument/2006/relationships/slide" Target="slides/slide134.xml"/><Relationship Id="rId142" Type="http://schemas.openxmlformats.org/officeDocument/2006/relationships/slide" Target="slides/slide135.xml"/><Relationship Id="rId143" Type="http://schemas.openxmlformats.org/officeDocument/2006/relationships/slide" Target="slides/slide136.xml"/><Relationship Id="rId144" Type="http://schemas.openxmlformats.org/officeDocument/2006/relationships/slide" Target="slides/slide137.xml"/><Relationship Id="rId145" Type="http://schemas.openxmlformats.org/officeDocument/2006/relationships/slide" Target="slides/slide138.xml"/><Relationship Id="rId146" Type="http://schemas.openxmlformats.org/officeDocument/2006/relationships/slide" Target="slides/slide139.xml"/><Relationship Id="rId147" Type="http://schemas.openxmlformats.org/officeDocument/2006/relationships/slide" Target="slides/slide140.xml"/><Relationship Id="rId148" Type="http://schemas.openxmlformats.org/officeDocument/2006/relationships/slide" Target="slides/slide141.xml"/><Relationship Id="rId149" Type="http://schemas.openxmlformats.org/officeDocument/2006/relationships/slide" Target="slides/slide142.xml"/><Relationship Id="rId150" Type="http://schemas.openxmlformats.org/officeDocument/2006/relationships/slide" Target="slides/slide143.xml"/><Relationship Id="rId151" Type="http://schemas.openxmlformats.org/officeDocument/2006/relationships/slide" Target="slides/slide144.xml"/><Relationship Id="rId152" Type="http://schemas.openxmlformats.org/officeDocument/2006/relationships/slide" Target="slides/slide145.xml"/><Relationship Id="rId153" Type="http://schemas.openxmlformats.org/officeDocument/2006/relationships/slide" Target="slides/slide146.xml"/><Relationship Id="rId154" Type="http://schemas.openxmlformats.org/officeDocument/2006/relationships/slide" Target="slides/slide147.xml"/><Relationship Id="rId155" Type="http://schemas.openxmlformats.org/officeDocument/2006/relationships/slide" Target="slides/slide148.xml"/><Relationship Id="rId156" Type="http://schemas.openxmlformats.org/officeDocument/2006/relationships/slide" Target="slides/slide149.xml"/><Relationship Id="rId157" Type="http://schemas.openxmlformats.org/officeDocument/2006/relationships/slide" Target="slides/slide150.xml"/><Relationship Id="rId158" Type="http://schemas.openxmlformats.org/officeDocument/2006/relationships/slide" Target="slides/slide151.xml"/><Relationship Id="rId159" Type="http://schemas.openxmlformats.org/officeDocument/2006/relationships/slide" Target="slides/slide152.xml"/><Relationship Id="rId160" Type="http://schemas.openxmlformats.org/officeDocument/2006/relationships/slide" Target="slides/slide153.xml"/><Relationship Id="rId161" Type="http://schemas.openxmlformats.org/officeDocument/2006/relationships/slide" Target="slides/slide154.xml"/><Relationship Id="rId162" Type="http://schemas.openxmlformats.org/officeDocument/2006/relationships/slide" Target="slides/slide155.xml"/><Relationship Id="rId163" Type="http://schemas.openxmlformats.org/officeDocument/2006/relationships/slide" Target="slides/slide156.xml"/><Relationship Id="rId164" Type="http://schemas.openxmlformats.org/officeDocument/2006/relationships/slide" Target="slides/slide157.xml"/><Relationship Id="rId165" Type="http://schemas.openxmlformats.org/officeDocument/2006/relationships/slide" Target="slides/slide158.xml"/><Relationship Id="rId166" Type="http://schemas.openxmlformats.org/officeDocument/2006/relationships/slide" Target="slides/slide159.xml"/><Relationship Id="rId167" Type="http://schemas.openxmlformats.org/officeDocument/2006/relationships/slide" Target="slides/slide160.xml"/><Relationship Id="rId168" Type="http://schemas.openxmlformats.org/officeDocument/2006/relationships/slide" Target="slides/slide161.xml"/><Relationship Id="rId169" Type="http://schemas.openxmlformats.org/officeDocument/2006/relationships/slide" Target="slides/slide162.xml"/><Relationship Id="rId170" Type="http://schemas.openxmlformats.org/officeDocument/2006/relationships/slide" Target="slides/slide163.xml"/><Relationship Id="rId171" Type="http://schemas.openxmlformats.org/officeDocument/2006/relationships/slide" Target="slides/slide164.xml"/><Relationship Id="rId172" Type="http://schemas.openxmlformats.org/officeDocument/2006/relationships/slide" Target="slides/slide165.xml"/><Relationship Id="rId173" Type="http://schemas.openxmlformats.org/officeDocument/2006/relationships/slide" Target="slides/slide166.xml"/><Relationship Id="rId174" Type="http://schemas.openxmlformats.org/officeDocument/2006/relationships/slide" Target="slides/slide167.xml"/><Relationship Id="rId175" Type="http://schemas.openxmlformats.org/officeDocument/2006/relationships/slide" Target="slides/slide168.xml"/><Relationship Id="rId176" Type="http://schemas.openxmlformats.org/officeDocument/2006/relationships/slide" Target="slides/slide169.xml"/><Relationship Id="rId177" Type="http://schemas.openxmlformats.org/officeDocument/2006/relationships/slide" Target="slides/slide170.xml"/><Relationship Id="rId178" Type="http://schemas.openxmlformats.org/officeDocument/2006/relationships/slide" Target="slides/slide171.xml"/><Relationship Id="rId179" Type="http://schemas.openxmlformats.org/officeDocument/2006/relationships/slide" Target="slides/slide172.xml"/><Relationship Id="rId180" Type="http://schemas.openxmlformats.org/officeDocument/2006/relationships/slide" Target="slides/slide173.xml"/><Relationship Id="rId181" Type="http://schemas.openxmlformats.org/officeDocument/2006/relationships/slide" Target="slides/slide174.xml"/><Relationship Id="rId182" Type="http://schemas.openxmlformats.org/officeDocument/2006/relationships/slide" Target="slides/slide175.xml"/><Relationship Id="rId183" Type="http://schemas.openxmlformats.org/officeDocument/2006/relationships/slide" Target="slides/slide176.xml"/><Relationship Id="rId184" Type="http://schemas.openxmlformats.org/officeDocument/2006/relationships/slide" Target="slides/slide177.xml"/><Relationship Id="rId185" Type="http://schemas.openxmlformats.org/officeDocument/2006/relationships/slide" Target="slides/slide178.xml"/><Relationship Id="rId186" Type="http://schemas.openxmlformats.org/officeDocument/2006/relationships/slide" Target="slides/slide179.xml"/><Relationship Id="rId187" Type="http://schemas.openxmlformats.org/officeDocument/2006/relationships/slide" Target="slides/slide180.xml"/><Relationship Id="rId188" Type="http://schemas.openxmlformats.org/officeDocument/2006/relationships/slide" Target="slides/slide181.xml"/><Relationship Id="rId189" Type="http://schemas.openxmlformats.org/officeDocument/2006/relationships/slide" Target="slides/slide182.xml"/><Relationship Id="rId190" Type="http://schemas.openxmlformats.org/officeDocument/2006/relationships/slide" Target="slides/slide183.xml"/><Relationship Id="rId191" Type="http://schemas.openxmlformats.org/officeDocument/2006/relationships/slide" Target="slides/slide184.xml"/><Relationship Id="rId192" Type="http://schemas.openxmlformats.org/officeDocument/2006/relationships/slide" Target="slides/slide185.xml"/><Relationship Id="rId193" Type="http://schemas.openxmlformats.org/officeDocument/2006/relationships/slide" Target="slides/slide186.xml"/><Relationship Id="rId194" Type="http://schemas.openxmlformats.org/officeDocument/2006/relationships/slide" Target="slides/slide187.xml"/><Relationship Id="rId195" Type="http://schemas.openxmlformats.org/officeDocument/2006/relationships/slide" Target="slides/slide188.xml"/><Relationship Id="rId196" Type="http://schemas.openxmlformats.org/officeDocument/2006/relationships/slide" Target="slides/slide189.xml"/><Relationship Id="rId197" Type="http://schemas.openxmlformats.org/officeDocument/2006/relationships/slide" Target="slides/slide190.xml"/><Relationship Id="rId198" Type="http://schemas.openxmlformats.org/officeDocument/2006/relationships/slide" Target="slides/slide191.xml"/><Relationship Id="rId199" Type="http://schemas.openxmlformats.org/officeDocument/2006/relationships/slide" Target="slides/slide192.xml"/><Relationship Id="rId200" Type="http://schemas.openxmlformats.org/officeDocument/2006/relationships/slide" Target="slides/slide193.xml"/><Relationship Id="rId201" Type="http://schemas.openxmlformats.org/officeDocument/2006/relationships/slide" Target="slides/slide194.xml"/><Relationship Id="rId202" Type="http://schemas.openxmlformats.org/officeDocument/2006/relationships/slide" Target="slides/slide195.xml"/><Relationship Id="rId203" Type="http://schemas.openxmlformats.org/officeDocument/2006/relationships/slide" Target="slides/slide196.xml"/><Relationship Id="rId204" Type="http://schemas.openxmlformats.org/officeDocument/2006/relationships/slide" Target="slides/slide197.xml"/><Relationship Id="rId205" Type="http://schemas.openxmlformats.org/officeDocument/2006/relationships/slide" Target="slides/slide198.xml"/><Relationship Id="rId206" Type="http://schemas.openxmlformats.org/officeDocument/2006/relationships/slide" Target="slides/slide199.xml"/><Relationship Id="rId207" Type="http://schemas.openxmlformats.org/officeDocument/2006/relationships/slide" Target="slides/slide200.xml"/><Relationship Id="rId208" Type="http://schemas.openxmlformats.org/officeDocument/2006/relationships/slide" Target="slides/slide201.xml"/><Relationship Id="rId209" Type="http://schemas.openxmlformats.org/officeDocument/2006/relationships/slide" Target="slides/slide202.xml"/><Relationship Id="rId210" Type="http://schemas.openxmlformats.org/officeDocument/2006/relationships/slide" Target="slides/slide203.xml"/><Relationship Id="rId211" Type="http://schemas.openxmlformats.org/officeDocument/2006/relationships/slide" Target="slides/slide204.xml"/><Relationship Id="rId212" Type="http://schemas.openxmlformats.org/officeDocument/2006/relationships/slide" Target="slides/slide205.xml"/><Relationship Id="rId213" Type="http://schemas.openxmlformats.org/officeDocument/2006/relationships/slide" Target="slides/slide206.xml"/><Relationship Id="rId214" Type="http://schemas.openxmlformats.org/officeDocument/2006/relationships/slide" Target="slides/slide207.xml"/><Relationship Id="rId215" Type="http://schemas.openxmlformats.org/officeDocument/2006/relationships/slide" Target="slides/slide208.xml"/><Relationship Id="rId216" Type="http://schemas.openxmlformats.org/officeDocument/2006/relationships/slide" Target="slides/slide209.xml"/><Relationship Id="rId217" Type="http://schemas.openxmlformats.org/officeDocument/2006/relationships/slide" Target="slides/slide210.xml"/><Relationship Id="rId218" Type="http://schemas.openxmlformats.org/officeDocument/2006/relationships/slide" Target="slides/slide211.xml"/><Relationship Id="rId219" Type="http://schemas.openxmlformats.org/officeDocument/2006/relationships/slide" Target="slides/slide212.xml"/><Relationship Id="rId220" Type="http://schemas.openxmlformats.org/officeDocument/2006/relationships/slide" Target="slides/slide213.xml"/><Relationship Id="rId221" Type="http://schemas.openxmlformats.org/officeDocument/2006/relationships/slide" Target="slides/slide214.xml"/><Relationship Id="rId222" Type="http://schemas.openxmlformats.org/officeDocument/2006/relationships/slide" Target="slides/slide215.xml"/><Relationship Id="rId223" Type="http://schemas.openxmlformats.org/officeDocument/2006/relationships/slide" Target="slides/slide216.xml"/><Relationship Id="rId224" Type="http://schemas.openxmlformats.org/officeDocument/2006/relationships/slide" Target="slides/slide217.xml"/><Relationship Id="rId225" Type="http://schemas.openxmlformats.org/officeDocument/2006/relationships/slide" Target="slides/slide218.xml"/><Relationship Id="rId226" Type="http://schemas.openxmlformats.org/officeDocument/2006/relationships/slide" Target="slides/slide219.xml"/><Relationship Id="rId227" Type="http://schemas.openxmlformats.org/officeDocument/2006/relationships/slide" Target="slides/slide220.xml"/><Relationship Id="rId228" Type="http://schemas.openxmlformats.org/officeDocument/2006/relationships/slide" Target="slides/slide221.xml"/><Relationship Id="rId229" Type="http://schemas.openxmlformats.org/officeDocument/2006/relationships/slide" Target="slides/slide222.xml"/><Relationship Id="rId230" Type="http://schemas.openxmlformats.org/officeDocument/2006/relationships/slide" Target="slides/slide223.xml"/><Relationship Id="rId231" Type="http://schemas.openxmlformats.org/officeDocument/2006/relationships/slide" Target="slides/slide224.xml"/><Relationship Id="rId232" Type="http://schemas.openxmlformats.org/officeDocument/2006/relationships/slide" Target="slides/slide225.xml"/><Relationship Id="rId233" Type="http://schemas.openxmlformats.org/officeDocument/2006/relationships/slide" Target="slides/slide226.xml"/><Relationship Id="rId234" Type="http://schemas.openxmlformats.org/officeDocument/2006/relationships/slide" Target="slides/slide227.xml"/><Relationship Id="rId235" Type="http://schemas.openxmlformats.org/officeDocument/2006/relationships/slide" Target="slides/slide228.xml"/><Relationship Id="rId236" Type="http://schemas.openxmlformats.org/officeDocument/2006/relationships/slide" Target="slides/slide229.xml"/><Relationship Id="rId237" Type="http://schemas.openxmlformats.org/officeDocument/2006/relationships/slide" Target="slides/slide230.xml"/><Relationship Id="rId238" Type="http://schemas.openxmlformats.org/officeDocument/2006/relationships/slide" Target="slides/slide231.xml"/><Relationship Id="rId239" Type="http://schemas.openxmlformats.org/officeDocument/2006/relationships/slide" Target="slides/slide232.xml"/><Relationship Id="rId240" Type="http://schemas.openxmlformats.org/officeDocument/2006/relationships/slide" Target="slides/slide233.xml"/><Relationship Id="rId241" Type="http://schemas.openxmlformats.org/officeDocument/2006/relationships/slide" Target="slides/slide234.xml"/><Relationship Id="rId242" Type="http://schemas.openxmlformats.org/officeDocument/2006/relationships/slide" Target="slides/slide235.xml"/><Relationship Id="rId243" Type="http://schemas.openxmlformats.org/officeDocument/2006/relationships/slide" Target="slides/slide236.xml"/><Relationship Id="rId244" Type="http://schemas.openxmlformats.org/officeDocument/2006/relationships/slide" Target="slides/slide237.xml"/><Relationship Id="rId245" Type="http://schemas.openxmlformats.org/officeDocument/2006/relationships/slide" Target="slides/slide238.xml"/><Relationship Id="rId246" Type="http://schemas.openxmlformats.org/officeDocument/2006/relationships/slide" Target="slides/slide239.xml"/><Relationship Id="rId247" Type="http://schemas.openxmlformats.org/officeDocument/2006/relationships/slide" Target="slides/slide240.xml"/><Relationship Id="rId248" Type="http://schemas.openxmlformats.org/officeDocument/2006/relationships/slide" Target="slides/slide241.xml"/><Relationship Id="rId249" Type="http://schemas.openxmlformats.org/officeDocument/2006/relationships/slide" Target="slides/slide242.xml"/><Relationship Id="rId250" Type="http://schemas.openxmlformats.org/officeDocument/2006/relationships/slide" Target="slides/slide243.xml"/><Relationship Id="rId251" Type="http://schemas.openxmlformats.org/officeDocument/2006/relationships/slide" Target="slides/slide244.xml"/><Relationship Id="rId252" Type="http://schemas.openxmlformats.org/officeDocument/2006/relationships/slide" Target="slides/slide245.xml"/><Relationship Id="rId253" Type="http://schemas.openxmlformats.org/officeDocument/2006/relationships/slide" Target="slides/slide246.xml"/><Relationship Id="rId254" Type="http://schemas.openxmlformats.org/officeDocument/2006/relationships/slide" Target="slides/slide247.xml"/><Relationship Id="rId255" Type="http://schemas.openxmlformats.org/officeDocument/2006/relationships/slide" Target="slides/slide248.xml"/><Relationship Id="rId256" Type="http://schemas.openxmlformats.org/officeDocument/2006/relationships/slide" Target="slides/slide249.xml"/><Relationship Id="rId257" Type="http://schemas.openxmlformats.org/officeDocument/2006/relationships/slide" Target="slides/slide250.xml"/><Relationship Id="rId258" Type="http://schemas.openxmlformats.org/officeDocument/2006/relationships/slide" Target="slides/slide251.xml"/><Relationship Id="rId259" Type="http://schemas.openxmlformats.org/officeDocument/2006/relationships/slide" Target="slides/slide252.xml"/><Relationship Id="rId260" Type="http://schemas.openxmlformats.org/officeDocument/2006/relationships/slide" Target="slides/slide253.xml"/><Relationship Id="rId261" Type="http://schemas.openxmlformats.org/officeDocument/2006/relationships/slide" Target="slides/slide254.xml"/><Relationship Id="rId262" Type="http://schemas.openxmlformats.org/officeDocument/2006/relationships/slide" Target="slides/slide255.xml"/><Relationship Id="rId263" Type="http://schemas.openxmlformats.org/officeDocument/2006/relationships/slide" Target="slides/slide256.xml"/><Relationship Id="rId264" Type="http://schemas.openxmlformats.org/officeDocument/2006/relationships/slide" Target="slides/slide257.xml"/><Relationship Id="rId265" Type="http://schemas.openxmlformats.org/officeDocument/2006/relationships/slide" Target="slides/slide258.xml"/><Relationship Id="rId266" Type="http://schemas.openxmlformats.org/officeDocument/2006/relationships/slide" Target="slides/slide259.xml"/><Relationship Id="rId267" Type="http://schemas.openxmlformats.org/officeDocument/2006/relationships/slide" Target="slides/slide260.xml"/><Relationship Id="rId268" Type="http://schemas.openxmlformats.org/officeDocument/2006/relationships/slide" Target="slides/slide261.xml"/><Relationship Id="rId269" Type="http://schemas.openxmlformats.org/officeDocument/2006/relationships/slide" Target="slides/slide262.xml"/><Relationship Id="rId270" Type="http://schemas.openxmlformats.org/officeDocument/2006/relationships/slide" Target="slides/slide263.xml"/><Relationship Id="rId271" Type="http://schemas.openxmlformats.org/officeDocument/2006/relationships/slide" Target="slides/slide264.xml"/><Relationship Id="rId272" Type="http://schemas.openxmlformats.org/officeDocument/2006/relationships/slide" Target="slides/slide265.xml"/><Relationship Id="rId273" Type="http://schemas.openxmlformats.org/officeDocument/2006/relationships/slide" Target="slides/slide266.xml"/><Relationship Id="rId274" Type="http://schemas.openxmlformats.org/officeDocument/2006/relationships/slide" Target="slides/slide267.xml"/><Relationship Id="rId275" Type="http://schemas.openxmlformats.org/officeDocument/2006/relationships/slide" Target="slides/slide268.xml"/><Relationship Id="rId276" Type="http://schemas.openxmlformats.org/officeDocument/2006/relationships/slide" Target="slides/slide269.xml"/><Relationship Id="rId277" Type="http://schemas.openxmlformats.org/officeDocument/2006/relationships/slide" Target="slides/slide270.xml"/><Relationship Id="rId278" Type="http://schemas.openxmlformats.org/officeDocument/2006/relationships/slide" Target="slides/slide271.xml"/><Relationship Id="rId279" Type="http://schemas.openxmlformats.org/officeDocument/2006/relationships/slide" Target="slides/slide272.xml"/><Relationship Id="rId280" Type="http://schemas.openxmlformats.org/officeDocument/2006/relationships/slide" Target="slides/slide273.xml"/><Relationship Id="rId281" Type="http://schemas.openxmlformats.org/officeDocument/2006/relationships/slide" Target="slides/slide274.xml"/><Relationship Id="rId282" Type="http://schemas.openxmlformats.org/officeDocument/2006/relationships/slide" Target="slides/slide275.xml"/><Relationship Id="rId283" Type="http://schemas.openxmlformats.org/officeDocument/2006/relationships/slide" Target="slides/slide276.xml"/><Relationship Id="rId284" Type="http://schemas.openxmlformats.org/officeDocument/2006/relationships/slide" Target="slides/slide277.xml"/><Relationship Id="rId285" Type="http://schemas.openxmlformats.org/officeDocument/2006/relationships/slide" Target="slides/slide278.xml"/><Relationship Id="rId286" Type="http://schemas.openxmlformats.org/officeDocument/2006/relationships/slide" Target="slides/slide279.xml"/><Relationship Id="rId287" Type="http://schemas.openxmlformats.org/officeDocument/2006/relationships/slide" Target="slides/slide280.xml"/><Relationship Id="rId288" Type="http://schemas.openxmlformats.org/officeDocument/2006/relationships/slide" Target="slides/slide281.xml"/><Relationship Id="rId289" Type="http://schemas.openxmlformats.org/officeDocument/2006/relationships/slide" Target="slides/slide282.xml"/><Relationship Id="rId290" Type="http://schemas.openxmlformats.org/officeDocument/2006/relationships/slide" Target="slides/slide283.xml"/><Relationship Id="rId291" Type="http://schemas.openxmlformats.org/officeDocument/2006/relationships/slide" Target="slides/slide284.xml"/><Relationship Id="rId292" Type="http://schemas.openxmlformats.org/officeDocument/2006/relationships/slide" Target="slides/slide285.xml"/><Relationship Id="rId293" Type="http://schemas.openxmlformats.org/officeDocument/2006/relationships/slide" Target="slides/slide286.xml"/><Relationship Id="rId294" Type="http://schemas.openxmlformats.org/officeDocument/2006/relationships/slide" Target="slides/slide287.xml"/><Relationship Id="rId295" Type="http://schemas.openxmlformats.org/officeDocument/2006/relationships/slide" Target="slides/slide288.xml"/><Relationship Id="rId296" Type="http://schemas.openxmlformats.org/officeDocument/2006/relationships/slide" Target="slides/slide289.xml"/><Relationship Id="rId297" Type="http://schemas.openxmlformats.org/officeDocument/2006/relationships/slide" Target="slides/slide290.xml"/><Relationship Id="rId298" Type="http://schemas.openxmlformats.org/officeDocument/2006/relationships/slide" Target="slides/slide291.xml"/><Relationship Id="rId299" Type="http://schemas.openxmlformats.org/officeDocument/2006/relationships/slide" Target="slides/slide292.xml"/><Relationship Id="rId300" Type="http://schemas.openxmlformats.org/officeDocument/2006/relationships/slide" Target="slides/slide293.xml"/><Relationship Id="rId301" Type="http://schemas.openxmlformats.org/officeDocument/2006/relationships/slide" Target="slides/slide294.xml"/><Relationship Id="rId302" Type="http://schemas.openxmlformats.org/officeDocument/2006/relationships/slide" Target="slides/slide295.xml"/><Relationship Id="rId303" Type="http://schemas.openxmlformats.org/officeDocument/2006/relationships/slide" Target="slides/slide296.xml"/><Relationship Id="rId304" Type="http://schemas.openxmlformats.org/officeDocument/2006/relationships/slide" Target="slides/slide297.xml"/><Relationship Id="rId305" Type="http://schemas.openxmlformats.org/officeDocument/2006/relationships/slide" Target="slides/slide298.xml"/><Relationship Id="rId306" Type="http://schemas.openxmlformats.org/officeDocument/2006/relationships/slide" Target="slides/slide299.xml"/><Relationship Id="rId307" Type="http://schemas.openxmlformats.org/officeDocument/2006/relationships/slide" Target="slides/slide300.xml"/><Relationship Id="rId308" Type="http://schemas.openxmlformats.org/officeDocument/2006/relationships/slide" Target="slides/slide301.xml"/><Relationship Id="rId309" Type="http://schemas.openxmlformats.org/officeDocument/2006/relationships/slide" Target="slides/slide302.xml"/><Relationship Id="rId310" Type="http://schemas.openxmlformats.org/officeDocument/2006/relationships/slide" Target="slides/slide303.xml"/><Relationship Id="rId311" Type="http://schemas.openxmlformats.org/officeDocument/2006/relationships/slide" Target="slides/slide304.xml"/><Relationship Id="rId312" Type="http://schemas.openxmlformats.org/officeDocument/2006/relationships/slide" Target="slides/slide305.xml"/><Relationship Id="rId313" Type="http://schemas.openxmlformats.org/officeDocument/2006/relationships/slide" Target="slides/slide306.xml"/><Relationship Id="rId314" Type="http://schemas.openxmlformats.org/officeDocument/2006/relationships/slide" Target="slides/slide307.xml"/><Relationship Id="rId315" Type="http://schemas.openxmlformats.org/officeDocument/2006/relationships/slide" Target="slides/slide308.xml"/><Relationship Id="rId316" Type="http://schemas.openxmlformats.org/officeDocument/2006/relationships/slide" Target="slides/slide309.xml"/><Relationship Id="rId317" Type="http://schemas.openxmlformats.org/officeDocument/2006/relationships/slide" Target="slides/slide310.xml"/><Relationship Id="rId318" Type="http://schemas.openxmlformats.org/officeDocument/2006/relationships/slide" Target="slides/slide311.xml"/><Relationship Id="rId319" Type="http://schemas.openxmlformats.org/officeDocument/2006/relationships/slide" Target="slides/slide312.xml"/><Relationship Id="rId320" Type="http://schemas.openxmlformats.org/officeDocument/2006/relationships/slide" Target="slides/slide313.xml"/><Relationship Id="rId321" Type="http://schemas.openxmlformats.org/officeDocument/2006/relationships/slide" Target="slides/slide314.xml"/><Relationship Id="rId322" Type="http://schemas.openxmlformats.org/officeDocument/2006/relationships/slide" Target="slides/slide315.xml"/><Relationship Id="rId323" Type="http://schemas.openxmlformats.org/officeDocument/2006/relationships/slide" Target="slides/slide316.xml"/><Relationship Id="rId324" Type="http://schemas.openxmlformats.org/officeDocument/2006/relationships/slide" Target="slides/slide317.xml"/><Relationship Id="rId325" Type="http://schemas.openxmlformats.org/officeDocument/2006/relationships/slide" Target="slides/slide318.xml"/><Relationship Id="rId326" Type="http://schemas.openxmlformats.org/officeDocument/2006/relationships/slide" Target="slides/slide319.xml"/><Relationship Id="rId327" Type="http://schemas.openxmlformats.org/officeDocument/2006/relationships/slide" Target="slides/slide320.xml"/><Relationship Id="rId328" Type="http://schemas.openxmlformats.org/officeDocument/2006/relationships/slide" Target="slides/slide321.xml"/><Relationship Id="rId329" Type="http://schemas.openxmlformats.org/officeDocument/2006/relationships/slide" Target="slides/slide322.xml"/><Relationship Id="rId330" Type="http://schemas.openxmlformats.org/officeDocument/2006/relationships/slide" Target="slides/slide323.xml"/><Relationship Id="rId331" Type="http://schemas.openxmlformats.org/officeDocument/2006/relationships/slide" Target="slides/slide324.xml"/><Relationship Id="rId332" Type="http://schemas.openxmlformats.org/officeDocument/2006/relationships/slide" Target="slides/slide325.xml"/><Relationship Id="rId333" Type="http://schemas.openxmlformats.org/officeDocument/2006/relationships/slide" Target="slides/slide326.xml"/><Relationship Id="rId334" Type="http://schemas.openxmlformats.org/officeDocument/2006/relationships/slide" Target="slides/slide327.xml"/><Relationship Id="rId335" Type="http://schemas.openxmlformats.org/officeDocument/2006/relationships/slide" Target="slides/slide328.xml"/><Relationship Id="rId336" Type="http://schemas.openxmlformats.org/officeDocument/2006/relationships/slide" Target="slides/slide329.xml"/><Relationship Id="rId337" Type="http://schemas.openxmlformats.org/officeDocument/2006/relationships/slide" Target="slides/slide330.xml"/><Relationship Id="rId338" Type="http://schemas.openxmlformats.org/officeDocument/2006/relationships/slide" Target="slides/slide331.xml"/><Relationship Id="rId339" Type="http://schemas.openxmlformats.org/officeDocument/2006/relationships/slide" Target="slides/slide332.xml"/><Relationship Id="rId340" Type="http://schemas.openxmlformats.org/officeDocument/2006/relationships/slide" Target="slides/slide333.xml"/><Relationship Id="rId341" Type="http://schemas.openxmlformats.org/officeDocument/2006/relationships/slide" Target="slides/slide334.xml"/><Relationship Id="rId342" Type="http://schemas.openxmlformats.org/officeDocument/2006/relationships/slide" Target="slides/slide335.xml"/><Relationship Id="rId343" Type="http://schemas.openxmlformats.org/officeDocument/2006/relationships/slide" Target="slides/slide336.xml"/><Relationship Id="rId344" Type="http://schemas.openxmlformats.org/officeDocument/2006/relationships/slide" Target="slides/slide337.xml"/><Relationship Id="rId345" Type="http://schemas.openxmlformats.org/officeDocument/2006/relationships/slide" Target="slides/slide338.xml"/><Relationship Id="rId346" Type="http://schemas.openxmlformats.org/officeDocument/2006/relationships/slide" Target="slides/slide339.xml"/><Relationship Id="rId347" Type="http://schemas.openxmlformats.org/officeDocument/2006/relationships/slide" Target="slides/slide340.xml"/><Relationship Id="rId348" Type="http://schemas.openxmlformats.org/officeDocument/2006/relationships/slide" Target="slides/slide341.xml"/><Relationship Id="rId349" Type="http://schemas.openxmlformats.org/officeDocument/2006/relationships/slide" Target="slides/slide342.xml"/><Relationship Id="rId350" Type="http://schemas.openxmlformats.org/officeDocument/2006/relationships/slide" Target="slides/slide343.xml"/><Relationship Id="rId351" Type="http://schemas.openxmlformats.org/officeDocument/2006/relationships/slide" Target="slides/slide344.xml"/><Relationship Id="rId352" Type="http://schemas.openxmlformats.org/officeDocument/2006/relationships/slide" Target="slides/slide345.xml"/><Relationship Id="rId353" Type="http://schemas.openxmlformats.org/officeDocument/2006/relationships/slide" Target="slides/slide346.xml"/><Relationship Id="rId354" Type="http://schemas.openxmlformats.org/officeDocument/2006/relationships/slide" Target="slides/slide347.xml"/><Relationship Id="rId355" Type="http://schemas.openxmlformats.org/officeDocument/2006/relationships/slide" Target="slides/slide348.xml"/><Relationship Id="rId356" Type="http://schemas.openxmlformats.org/officeDocument/2006/relationships/slide" Target="slides/slide349.xml"/><Relationship Id="rId357" Type="http://schemas.openxmlformats.org/officeDocument/2006/relationships/slide" Target="slides/slide350.xml"/><Relationship Id="rId358" Type="http://schemas.openxmlformats.org/officeDocument/2006/relationships/slide" Target="slides/slide351.xml"/><Relationship Id="rId359" Type="http://schemas.openxmlformats.org/officeDocument/2006/relationships/slide" Target="slides/slide352.xml"/><Relationship Id="rId360" Type="http://schemas.openxmlformats.org/officeDocument/2006/relationships/slide" Target="slides/slide353.xml"/><Relationship Id="rId361" Type="http://schemas.openxmlformats.org/officeDocument/2006/relationships/slide" Target="slides/slide354.xml"/><Relationship Id="rId362" Type="http://schemas.openxmlformats.org/officeDocument/2006/relationships/slide" Target="slides/slide355.xml"/><Relationship Id="rId363" Type="http://schemas.openxmlformats.org/officeDocument/2006/relationships/slide" Target="slides/slide356.xml"/><Relationship Id="rId364" Type="http://schemas.openxmlformats.org/officeDocument/2006/relationships/slide" Target="slides/slide357.xml"/><Relationship Id="rId365" Type="http://schemas.openxmlformats.org/officeDocument/2006/relationships/slide" Target="slides/slide358.xml"/><Relationship Id="rId366" Type="http://schemas.openxmlformats.org/officeDocument/2006/relationships/slide" Target="slides/slide359.xml"/><Relationship Id="rId367" Type="http://schemas.openxmlformats.org/officeDocument/2006/relationships/slide" Target="slides/slide360.xml"/><Relationship Id="rId368" Type="http://schemas.openxmlformats.org/officeDocument/2006/relationships/slide" Target="slides/slide361.xml"/><Relationship Id="rId369" Type="http://schemas.openxmlformats.org/officeDocument/2006/relationships/slide" Target="slides/slide362.xml"/><Relationship Id="rId370" Type="http://schemas.openxmlformats.org/officeDocument/2006/relationships/slide" Target="slides/slide363.xml"/><Relationship Id="rId371" Type="http://schemas.openxmlformats.org/officeDocument/2006/relationships/slide" Target="slides/slide364.xml"/><Relationship Id="rId372" Type="http://schemas.openxmlformats.org/officeDocument/2006/relationships/slide" Target="slides/slide365.xml"/><Relationship Id="rId373" Type="http://schemas.openxmlformats.org/officeDocument/2006/relationships/slide" Target="slides/slide366.xml"/><Relationship Id="rId374" Type="http://schemas.openxmlformats.org/officeDocument/2006/relationships/slide" Target="slides/slide367.xml"/><Relationship Id="rId375" Type="http://schemas.openxmlformats.org/officeDocument/2006/relationships/slide" Target="slides/slide368.xml"/><Relationship Id="rId376" Type="http://schemas.openxmlformats.org/officeDocument/2006/relationships/slide" Target="slides/slide369.xml"/><Relationship Id="rId377" Type="http://schemas.openxmlformats.org/officeDocument/2006/relationships/slide" Target="slides/slide370.xml"/><Relationship Id="rId378" Type="http://schemas.openxmlformats.org/officeDocument/2006/relationships/slide" Target="slides/slide371.xml"/><Relationship Id="rId379" Type="http://schemas.openxmlformats.org/officeDocument/2006/relationships/slide" Target="slides/slide372.xml"/><Relationship Id="rId380" Type="http://schemas.openxmlformats.org/officeDocument/2006/relationships/slide" Target="slides/slide373.xml"/><Relationship Id="rId381" Type="http://schemas.openxmlformats.org/officeDocument/2006/relationships/slide" Target="slides/slide374.xml"/><Relationship Id="rId382" Type="http://schemas.openxmlformats.org/officeDocument/2006/relationships/slide" Target="slides/slide375.xml"/><Relationship Id="rId383" Type="http://schemas.openxmlformats.org/officeDocument/2006/relationships/slide" Target="slides/slide376.xml"/><Relationship Id="rId384" Type="http://schemas.openxmlformats.org/officeDocument/2006/relationships/slide" Target="slides/slide377.xml"/><Relationship Id="rId385" Type="http://schemas.openxmlformats.org/officeDocument/2006/relationships/slide" Target="slides/slide378.xml"/><Relationship Id="rId386" Type="http://schemas.openxmlformats.org/officeDocument/2006/relationships/slide" Target="slides/slide379.xml"/><Relationship Id="rId387" Type="http://schemas.openxmlformats.org/officeDocument/2006/relationships/slide" Target="slides/slide380.xml"/><Relationship Id="rId388" Type="http://schemas.openxmlformats.org/officeDocument/2006/relationships/slide" Target="slides/slide381.xml"/><Relationship Id="rId389" Type="http://schemas.openxmlformats.org/officeDocument/2006/relationships/slide" Target="slides/slide382.xml"/><Relationship Id="rId390" Type="http://schemas.openxmlformats.org/officeDocument/2006/relationships/slide" Target="slides/slide383.xml"/><Relationship Id="rId391" Type="http://schemas.openxmlformats.org/officeDocument/2006/relationships/slide" Target="slides/slide384.xml"/><Relationship Id="rId392" Type="http://schemas.openxmlformats.org/officeDocument/2006/relationships/slide" Target="slides/slide385.xml"/><Relationship Id="rId393" Type="http://schemas.openxmlformats.org/officeDocument/2006/relationships/slide" Target="slides/slide386.xml"/><Relationship Id="rId394" Type="http://schemas.openxmlformats.org/officeDocument/2006/relationships/slide" Target="slides/slide387.xml"/><Relationship Id="rId395" Type="http://schemas.openxmlformats.org/officeDocument/2006/relationships/slide" Target="slides/slide388.xml"/><Relationship Id="rId396" Type="http://schemas.openxmlformats.org/officeDocument/2006/relationships/slide" Target="slides/slide389.xml"/><Relationship Id="rId397" Type="http://schemas.openxmlformats.org/officeDocument/2006/relationships/slide" Target="slides/slide390.xml"/><Relationship Id="rId398" Type="http://schemas.openxmlformats.org/officeDocument/2006/relationships/slide" Target="slides/slide391.xml"/><Relationship Id="rId399" Type="http://schemas.openxmlformats.org/officeDocument/2006/relationships/slide" Target="slides/slide392.xml"/><Relationship Id="rId400" Type="http://schemas.openxmlformats.org/officeDocument/2006/relationships/slide" Target="slides/slide393.xml"/><Relationship Id="rId401" Type="http://schemas.openxmlformats.org/officeDocument/2006/relationships/slide" Target="slides/slide394.xml"/><Relationship Id="rId402" Type="http://schemas.openxmlformats.org/officeDocument/2006/relationships/slide" Target="slides/slide395.xml"/><Relationship Id="rId403" Type="http://schemas.openxmlformats.org/officeDocument/2006/relationships/slide" Target="slides/slide396.xml"/><Relationship Id="rId404" Type="http://schemas.openxmlformats.org/officeDocument/2006/relationships/slide" Target="slides/slide397.xml"/><Relationship Id="rId405" Type="http://schemas.openxmlformats.org/officeDocument/2006/relationships/slide" Target="slides/slide398.xml"/><Relationship Id="rId406" Type="http://schemas.openxmlformats.org/officeDocument/2006/relationships/slide" Target="slides/slide399.xml"/><Relationship Id="rId407" Type="http://schemas.openxmlformats.org/officeDocument/2006/relationships/slide" Target="slides/slide400.xml"/><Relationship Id="rId408" Type="http://schemas.openxmlformats.org/officeDocument/2006/relationships/slide" Target="slides/slide401.xml"/><Relationship Id="rId409" Type="http://schemas.openxmlformats.org/officeDocument/2006/relationships/slide" Target="slides/slide402.xml"/><Relationship Id="rId410" Type="http://schemas.openxmlformats.org/officeDocument/2006/relationships/slide" Target="slides/slide403.xml"/><Relationship Id="rId411" Type="http://schemas.openxmlformats.org/officeDocument/2006/relationships/slide" Target="slides/slide404.xml"/><Relationship Id="rId412" Type="http://schemas.openxmlformats.org/officeDocument/2006/relationships/slide" Target="slides/slide405.xml"/><Relationship Id="rId413" Type="http://schemas.openxmlformats.org/officeDocument/2006/relationships/slide" Target="slides/slide406.xml"/><Relationship Id="rId414" Type="http://schemas.openxmlformats.org/officeDocument/2006/relationships/slide" Target="slides/slide407.xml"/><Relationship Id="rId415" Type="http://schemas.openxmlformats.org/officeDocument/2006/relationships/slide" Target="slides/slide408.xml"/><Relationship Id="rId416" Type="http://schemas.openxmlformats.org/officeDocument/2006/relationships/slide" Target="slides/slide409.xml"/><Relationship Id="rId417" Type="http://schemas.openxmlformats.org/officeDocument/2006/relationships/slide" Target="slides/slide410.xml"/><Relationship Id="rId418" Type="http://schemas.openxmlformats.org/officeDocument/2006/relationships/slide" Target="slides/slide411.xml"/><Relationship Id="rId419" Type="http://schemas.openxmlformats.org/officeDocument/2006/relationships/slide" Target="slides/slide412.xml"/><Relationship Id="rId420" Type="http://schemas.openxmlformats.org/officeDocument/2006/relationships/slide" Target="slides/slide413.xml"/><Relationship Id="rId421" Type="http://schemas.openxmlformats.org/officeDocument/2006/relationships/slide" Target="slides/slide414.xml"/><Relationship Id="rId422" Type="http://schemas.openxmlformats.org/officeDocument/2006/relationships/slide" Target="slides/slide415.xml"/><Relationship Id="rId423" Type="http://schemas.openxmlformats.org/officeDocument/2006/relationships/slide" Target="slides/slide416.xml"/><Relationship Id="rId424" Type="http://schemas.openxmlformats.org/officeDocument/2006/relationships/slide" Target="slides/slide417.xml"/><Relationship Id="rId425" Type="http://schemas.openxmlformats.org/officeDocument/2006/relationships/slide" Target="slides/slide418.xml"/><Relationship Id="rId426" Type="http://schemas.openxmlformats.org/officeDocument/2006/relationships/slide" Target="slides/slide419.xml"/><Relationship Id="rId427" Type="http://schemas.openxmlformats.org/officeDocument/2006/relationships/slide" Target="slides/slide420.xml"/><Relationship Id="rId428" Type="http://schemas.openxmlformats.org/officeDocument/2006/relationships/slide" Target="slides/slide421.xml"/><Relationship Id="rId429" Type="http://schemas.openxmlformats.org/officeDocument/2006/relationships/slide" Target="slides/slide422.xml"/><Relationship Id="rId430" Type="http://schemas.openxmlformats.org/officeDocument/2006/relationships/slide" Target="slides/slide423.xml"/><Relationship Id="rId431" Type="http://schemas.openxmlformats.org/officeDocument/2006/relationships/slide" Target="slides/slide424.xml"/><Relationship Id="rId432" Type="http://schemas.openxmlformats.org/officeDocument/2006/relationships/slide" Target="slides/slide425.xml"/><Relationship Id="rId433" Type="http://schemas.openxmlformats.org/officeDocument/2006/relationships/slide" Target="slides/slide426.xml"/><Relationship Id="rId434" Type="http://schemas.openxmlformats.org/officeDocument/2006/relationships/slide" Target="slides/slide427.xml"/><Relationship Id="rId435" Type="http://schemas.openxmlformats.org/officeDocument/2006/relationships/slide" Target="slides/slide428.xml"/><Relationship Id="rId436" Type="http://schemas.openxmlformats.org/officeDocument/2006/relationships/slide" Target="slides/slide429.xml"/><Relationship Id="rId437" Type="http://schemas.openxmlformats.org/officeDocument/2006/relationships/slide" Target="slides/slide430.xml"/><Relationship Id="rId438" Type="http://schemas.openxmlformats.org/officeDocument/2006/relationships/slide" Target="slides/slide431.xml"/><Relationship Id="rId439" Type="http://schemas.openxmlformats.org/officeDocument/2006/relationships/slide" Target="slides/slide432.xml"/><Relationship Id="rId440" Type="http://schemas.openxmlformats.org/officeDocument/2006/relationships/slide" Target="slides/slide433.xml"/><Relationship Id="rId441" Type="http://schemas.openxmlformats.org/officeDocument/2006/relationships/slide" Target="slides/slide434.xml"/><Relationship Id="rId442" Type="http://schemas.openxmlformats.org/officeDocument/2006/relationships/slide" Target="slides/slide435.xml"/><Relationship Id="rId443" Type="http://schemas.openxmlformats.org/officeDocument/2006/relationships/slide" Target="slides/slide436.xml"/><Relationship Id="rId444" Type="http://schemas.openxmlformats.org/officeDocument/2006/relationships/slide" Target="slides/slide437.xml"/><Relationship Id="rId445" Type="http://schemas.openxmlformats.org/officeDocument/2006/relationships/slide" Target="slides/slide438.xml"/><Relationship Id="rId446" Type="http://schemas.openxmlformats.org/officeDocument/2006/relationships/slide" Target="slides/slide439.xml"/><Relationship Id="rId447" Type="http://schemas.openxmlformats.org/officeDocument/2006/relationships/slide" Target="slides/slide440.xml"/><Relationship Id="rId448" Type="http://schemas.openxmlformats.org/officeDocument/2006/relationships/slide" Target="slides/slide441.xml"/><Relationship Id="rId449" Type="http://schemas.openxmlformats.org/officeDocument/2006/relationships/slide" Target="slides/slide442.xml"/><Relationship Id="rId450" Type="http://schemas.openxmlformats.org/officeDocument/2006/relationships/slide" Target="slides/slide443.xml"/><Relationship Id="rId451" Type="http://schemas.openxmlformats.org/officeDocument/2006/relationships/slide" Target="slides/slide444.xml"/><Relationship Id="rId452" Type="http://schemas.openxmlformats.org/officeDocument/2006/relationships/slide" Target="slides/slide445.xml"/><Relationship Id="rId453" Type="http://schemas.openxmlformats.org/officeDocument/2006/relationships/slide" Target="slides/slide446.xml"/><Relationship Id="rId454" Type="http://schemas.openxmlformats.org/officeDocument/2006/relationships/slide" Target="slides/slide447.xml"/><Relationship Id="rId455" Type="http://schemas.openxmlformats.org/officeDocument/2006/relationships/slide" Target="slides/slide448.xml"/><Relationship Id="rId456" Type="http://schemas.openxmlformats.org/officeDocument/2006/relationships/slide" Target="slides/slide449.xml"/><Relationship Id="rId457" Type="http://schemas.openxmlformats.org/officeDocument/2006/relationships/slide" Target="slides/slide450.xml"/><Relationship Id="rId458" Type="http://schemas.openxmlformats.org/officeDocument/2006/relationships/slide" Target="slides/slide451.xml"/><Relationship Id="rId459" Type="http://schemas.openxmlformats.org/officeDocument/2006/relationships/slide" Target="slides/slide452.xml"/><Relationship Id="rId460" Type="http://schemas.openxmlformats.org/officeDocument/2006/relationships/slide" Target="slides/slide453.xml"/><Relationship Id="rId461" Type="http://schemas.openxmlformats.org/officeDocument/2006/relationships/slide" Target="slides/slide454.xml"/><Relationship Id="rId462" Type="http://schemas.openxmlformats.org/officeDocument/2006/relationships/slide" Target="slides/slide455.xml"/><Relationship Id="rId463" Type="http://schemas.openxmlformats.org/officeDocument/2006/relationships/slide" Target="slides/slide456.xml"/><Relationship Id="rId464" Type="http://schemas.openxmlformats.org/officeDocument/2006/relationships/slide" Target="slides/slide457.xml"/><Relationship Id="rId465" Type="http://schemas.openxmlformats.org/officeDocument/2006/relationships/slide" Target="slides/slide458.xml"/><Relationship Id="rId466" Type="http://schemas.openxmlformats.org/officeDocument/2006/relationships/slide" Target="slides/slide459.xml"/><Relationship Id="rId467" Type="http://schemas.openxmlformats.org/officeDocument/2006/relationships/slide" Target="slides/slide460.xml"/><Relationship Id="rId468" Type="http://schemas.openxmlformats.org/officeDocument/2006/relationships/slide" Target="slides/slide461.xml"/><Relationship Id="rId469" Type="http://schemas.openxmlformats.org/officeDocument/2006/relationships/slide" Target="slides/slide462.xml"/><Relationship Id="rId470" Type="http://schemas.openxmlformats.org/officeDocument/2006/relationships/slide" Target="slides/slide463.xml"/><Relationship Id="rId471" Type="http://schemas.openxmlformats.org/officeDocument/2006/relationships/slide" Target="slides/slide464.xml"/><Relationship Id="rId472" Type="http://schemas.openxmlformats.org/officeDocument/2006/relationships/slide" Target="slides/slide465.xml"/><Relationship Id="rId473" Type="http://schemas.openxmlformats.org/officeDocument/2006/relationships/slide" Target="slides/slide466.xml"/><Relationship Id="rId474" Type="http://schemas.openxmlformats.org/officeDocument/2006/relationships/slide" Target="slides/slide467.xml"/><Relationship Id="rId475" Type="http://schemas.openxmlformats.org/officeDocument/2006/relationships/slide" Target="slides/slide468.xml"/><Relationship Id="rId476" Type="http://schemas.openxmlformats.org/officeDocument/2006/relationships/slide" Target="slides/slide469.xml"/><Relationship Id="rId477" Type="http://schemas.openxmlformats.org/officeDocument/2006/relationships/slide" Target="slides/slide470.xml"/><Relationship Id="rId478" Type="http://schemas.openxmlformats.org/officeDocument/2006/relationships/slide" Target="slides/slide471.xml"/><Relationship Id="rId479" Type="http://schemas.openxmlformats.org/officeDocument/2006/relationships/slide" Target="slides/slide472.xml"/><Relationship Id="rId480" Type="http://schemas.openxmlformats.org/officeDocument/2006/relationships/slide" Target="slides/slide473.xml"/><Relationship Id="rId481" Type="http://schemas.openxmlformats.org/officeDocument/2006/relationships/slide" Target="slides/slide474.xml"/><Relationship Id="rId482" Type="http://schemas.openxmlformats.org/officeDocument/2006/relationships/slide" Target="slides/slide475.xml"/><Relationship Id="rId483" Type="http://schemas.openxmlformats.org/officeDocument/2006/relationships/slide" Target="slides/slide476.xml"/><Relationship Id="rId484" Type="http://schemas.openxmlformats.org/officeDocument/2006/relationships/slide" Target="slides/slide477.xml"/><Relationship Id="rId485" Type="http://schemas.openxmlformats.org/officeDocument/2006/relationships/slide" Target="slides/slide478.xml"/><Relationship Id="rId486" Type="http://schemas.openxmlformats.org/officeDocument/2006/relationships/slide" Target="slides/slide479.xml"/><Relationship Id="rId487" Type="http://schemas.openxmlformats.org/officeDocument/2006/relationships/slide" Target="slides/slide480.xml"/><Relationship Id="rId488" Type="http://schemas.openxmlformats.org/officeDocument/2006/relationships/slide" Target="slides/slide481.xml"/><Relationship Id="rId489" Type="http://schemas.openxmlformats.org/officeDocument/2006/relationships/slide" Target="slides/slide482.xml"/><Relationship Id="rId490" Type="http://schemas.openxmlformats.org/officeDocument/2006/relationships/slide" Target="slides/slide483.xml"/><Relationship Id="rId491" Type="http://schemas.openxmlformats.org/officeDocument/2006/relationships/slide" Target="slides/slide484.xml"/><Relationship Id="rId492" Type="http://schemas.openxmlformats.org/officeDocument/2006/relationships/slide" Target="slides/slide485.xml"/><Relationship Id="rId493" Type="http://schemas.openxmlformats.org/officeDocument/2006/relationships/slide" Target="slides/slide486.xml"/><Relationship Id="rId494" Type="http://schemas.openxmlformats.org/officeDocument/2006/relationships/slide" Target="slides/slide487.xml"/><Relationship Id="rId495" Type="http://schemas.openxmlformats.org/officeDocument/2006/relationships/slide" Target="slides/slide488.xml"/><Relationship Id="rId496" Type="http://schemas.openxmlformats.org/officeDocument/2006/relationships/slide" Target="slides/slide489.xml"/><Relationship Id="rId497" Type="http://schemas.openxmlformats.org/officeDocument/2006/relationships/slide" Target="slides/slide490.xml"/><Relationship Id="rId498" Type="http://schemas.openxmlformats.org/officeDocument/2006/relationships/slide" Target="slides/slide491.xml"/><Relationship Id="rId499" Type="http://schemas.openxmlformats.org/officeDocument/2006/relationships/slide" Target="slides/slide492.xml"/><Relationship Id="rId500" Type="http://schemas.openxmlformats.org/officeDocument/2006/relationships/slide" Target="slides/slide493.xml"/><Relationship Id="rId501" Type="http://schemas.openxmlformats.org/officeDocument/2006/relationships/slide" Target="slides/slide494.xml"/><Relationship Id="rId502" Type="http://schemas.openxmlformats.org/officeDocument/2006/relationships/slide" Target="slides/slide495.xml"/><Relationship Id="rId503" Type="http://schemas.openxmlformats.org/officeDocument/2006/relationships/slide" Target="slides/slide496.xml"/><Relationship Id="rId504" Type="http://schemas.openxmlformats.org/officeDocument/2006/relationships/slide" Target="slides/slide497.xml"/><Relationship Id="rId505" Type="http://schemas.openxmlformats.org/officeDocument/2006/relationships/slide" Target="slides/slide498.xml"/><Relationship Id="rId506" Type="http://schemas.openxmlformats.org/officeDocument/2006/relationships/slide" Target="slides/slide499.xml"/><Relationship Id="rId507" Type="http://schemas.openxmlformats.org/officeDocument/2006/relationships/slide" Target="slides/slide500.xml"/><Relationship Id="rId508" Type="http://schemas.openxmlformats.org/officeDocument/2006/relationships/slide" Target="slides/slide501.xml"/><Relationship Id="rId509" Type="http://schemas.openxmlformats.org/officeDocument/2006/relationships/slide" Target="slides/slide502.xml"/><Relationship Id="rId510" Type="http://schemas.openxmlformats.org/officeDocument/2006/relationships/slide" Target="slides/slide503.xml"/><Relationship Id="rId511" Type="http://schemas.openxmlformats.org/officeDocument/2006/relationships/slide" Target="slides/slide504.xml"/><Relationship Id="rId512" Type="http://schemas.openxmlformats.org/officeDocument/2006/relationships/slide" Target="slides/slide505.xml"/><Relationship Id="rId513" Type="http://schemas.openxmlformats.org/officeDocument/2006/relationships/slide" Target="slides/slide506.xml"/><Relationship Id="rId514" Type="http://schemas.openxmlformats.org/officeDocument/2006/relationships/slide" Target="slides/slide507.xml"/><Relationship Id="rId515" Type="http://schemas.openxmlformats.org/officeDocument/2006/relationships/slide" Target="slides/slide508.xml"/><Relationship Id="rId516" Type="http://schemas.openxmlformats.org/officeDocument/2006/relationships/slide" Target="slides/slide509.xml"/><Relationship Id="rId517" Type="http://schemas.openxmlformats.org/officeDocument/2006/relationships/slide" Target="slides/slide510.xml"/><Relationship Id="rId518" Type="http://schemas.openxmlformats.org/officeDocument/2006/relationships/slide" Target="slides/slide511.xml"/><Relationship Id="rId519" Type="http://schemas.openxmlformats.org/officeDocument/2006/relationships/slide" Target="slides/slide512.xml"/><Relationship Id="rId520" Type="http://schemas.openxmlformats.org/officeDocument/2006/relationships/slide" Target="slides/slide513.xml"/><Relationship Id="rId521" Type="http://schemas.openxmlformats.org/officeDocument/2006/relationships/slide" Target="slides/slide514.xml"/><Relationship Id="rId522" Type="http://schemas.openxmlformats.org/officeDocument/2006/relationships/slide" Target="slides/slide515.xml"/><Relationship Id="rId523" Type="http://schemas.openxmlformats.org/officeDocument/2006/relationships/slide" Target="slides/slide516.xml"/><Relationship Id="rId524" Type="http://schemas.openxmlformats.org/officeDocument/2006/relationships/slide" Target="slides/slide517.xml"/><Relationship Id="rId525" Type="http://schemas.openxmlformats.org/officeDocument/2006/relationships/slide" Target="slides/slide518.xml"/><Relationship Id="rId526" Type="http://schemas.openxmlformats.org/officeDocument/2006/relationships/slide" Target="slides/slide519.xml"/><Relationship Id="rId527" Type="http://schemas.openxmlformats.org/officeDocument/2006/relationships/slide" Target="slides/slide520.xml"/><Relationship Id="rId528" Type="http://schemas.openxmlformats.org/officeDocument/2006/relationships/slide" Target="slides/slide521.xml"/><Relationship Id="rId529" Type="http://schemas.openxmlformats.org/officeDocument/2006/relationships/slide" Target="slides/slide522.xml"/><Relationship Id="rId530" Type="http://schemas.openxmlformats.org/officeDocument/2006/relationships/slide" Target="slides/slide523.xml"/><Relationship Id="rId531" Type="http://schemas.openxmlformats.org/officeDocument/2006/relationships/slide" Target="slides/slide524.xml"/><Relationship Id="rId532" Type="http://schemas.openxmlformats.org/officeDocument/2006/relationships/slide" Target="slides/slide525.xml"/><Relationship Id="rId533" Type="http://schemas.openxmlformats.org/officeDocument/2006/relationships/slide" Target="slides/slide526.xml"/><Relationship Id="rId534" Type="http://schemas.openxmlformats.org/officeDocument/2006/relationships/slide" Target="slides/slide527.xml"/><Relationship Id="rId535" Type="http://schemas.openxmlformats.org/officeDocument/2006/relationships/slide" Target="slides/slide528.xml"/><Relationship Id="rId536" Type="http://schemas.openxmlformats.org/officeDocument/2006/relationships/slide" Target="slides/slide529.xml"/><Relationship Id="rId537" Type="http://schemas.openxmlformats.org/officeDocument/2006/relationships/slide" Target="slides/slide530.xml"/><Relationship Id="rId538" Type="http://schemas.openxmlformats.org/officeDocument/2006/relationships/slide" Target="slides/slide531.xml"/><Relationship Id="rId539" Type="http://schemas.openxmlformats.org/officeDocument/2006/relationships/slide" Target="slides/slide532.xml"/><Relationship Id="rId540" Type="http://schemas.openxmlformats.org/officeDocument/2006/relationships/slide" Target="slides/slide533.xml"/><Relationship Id="rId541" Type="http://schemas.openxmlformats.org/officeDocument/2006/relationships/slide" Target="slides/slide534.xml"/></Relationships>
</file>

<file path=ppt/charts/_rels/chart1.xml.rels><?xml version='1.0' encoding='UTF-8' standalone='yes'?>
<Relationships xmlns="http://schemas.openxmlformats.org/package/2006/relationships"><Relationship Id="rId1" Type="http://schemas.openxmlformats.org/officeDocument/2006/relationships/package" Target="../embeddings/Microsoft_Excel_Sheet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ser>
          <c:idx val="0"/>
          <c:order val="0"/>
          <c:tx>
            <c:strRef>
              <c:f>Sheet1!$B$1</c:f>
              <c:strCache>
                <c:ptCount val="1"/>
                <c:pt idx="0">
                  <c:v>Level</c:v>
                </c:pt>
              </c:strCache>
            </c:strRef>
          </c:tx>
          <c:dPt>
            <c:idx val="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1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5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6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1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1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1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4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6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2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2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2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3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38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3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4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3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5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7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4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49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2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5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6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58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59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0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61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3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64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5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6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7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6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dPt>
            <c:idx val="70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1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72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3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4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75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76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7"/>
            <c:spPr>
              <a:solidFill>
                <a:srgbClr val="F6B26B"/>
              </a:solidFill>
              <a:ln w="9525">
                <a:solidFill>
                  <a:srgbClr val="111827"/>
                </a:solidFill>
              </a:ln>
            </c:spPr>
          </c:dPt>
          <c:dPt>
            <c:idx val="78"/>
            <c:spPr>
              <a:solidFill>
                <a:srgbClr val="FFD966"/>
              </a:solidFill>
              <a:ln w="9525">
                <a:solidFill>
                  <a:srgbClr val="111827"/>
                </a:solidFill>
              </a:ln>
            </c:spPr>
          </c:dPt>
          <c:dPt>
            <c:idx val="79"/>
            <c:spPr>
              <a:solidFill>
                <a:srgbClr val="B6D7A8"/>
              </a:solidFill>
              <a:ln w="9525">
                <a:solidFill>
                  <a:srgbClr val="111827"/>
                </a:solidFill>
              </a:ln>
            </c:spPr>
          </c:dPt>
          <c:cat>
            <c:strRef>
              <c:f>Sheet1!$A$2:$A$81</c:f>
              <c:strCache>
                <c:ptCount val="80"/>
                <c:pt idx="0">
                  <c:v>Q1</c:v>
                </c:pt>
                <c:pt idx="1">
                  <c:v>Q2</c:v>
                </c:pt>
                <c:pt idx="2">
                  <c:v>Q3</c:v>
                </c:pt>
                <c:pt idx="3">
                  <c:v>Q4</c:v>
                </c:pt>
                <c:pt idx="4">
                  <c:v>Q5</c:v>
                </c:pt>
                <c:pt idx="5">
                  <c:v>Q6</c:v>
                </c:pt>
                <c:pt idx="6">
                  <c:v>Q7</c:v>
                </c:pt>
                <c:pt idx="7">
                  <c:v>Q8</c:v>
                </c:pt>
                <c:pt idx="8">
                  <c:v>Q9</c:v>
                </c:pt>
                <c:pt idx="9">
                  <c:v>Q10</c:v>
                </c:pt>
                <c:pt idx="10">
                  <c:v>Q11</c:v>
                </c:pt>
                <c:pt idx="11">
                  <c:v>Q12</c:v>
                </c:pt>
                <c:pt idx="12">
                  <c:v>Q13</c:v>
                </c:pt>
                <c:pt idx="13">
                  <c:v>Q14</c:v>
                </c:pt>
                <c:pt idx="14">
                  <c:v>Q15</c:v>
                </c:pt>
                <c:pt idx="15">
                  <c:v>Q16</c:v>
                </c:pt>
                <c:pt idx="16">
                  <c:v>Q17</c:v>
                </c:pt>
                <c:pt idx="17">
                  <c:v>Q18</c:v>
                </c:pt>
                <c:pt idx="18">
                  <c:v>Q19</c:v>
                </c:pt>
                <c:pt idx="19">
                  <c:v>Q20</c:v>
                </c:pt>
                <c:pt idx="20">
                  <c:v>Q21</c:v>
                </c:pt>
                <c:pt idx="21">
                  <c:v>Q22</c:v>
                </c:pt>
                <c:pt idx="22">
                  <c:v>Q23</c:v>
                </c:pt>
                <c:pt idx="23">
                  <c:v>Q24</c:v>
                </c:pt>
                <c:pt idx="24">
                  <c:v>Q25</c:v>
                </c:pt>
                <c:pt idx="25">
                  <c:v>Q26</c:v>
                </c:pt>
                <c:pt idx="26">
                  <c:v>Q27</c:v>
                </c:pt>
                <c:pt idx="27">
                  <c:v>Q28</c:v>
                </c:pt>
                <c:pt idx="28">
                  <c:v>Q29</c:v>
                </c:pt>
                <c:pt idx="29">
                  <c:v>Q30</c:v>
                </c:pt>
                <c:pt idx="30">
                  <c:v>Q31</c:v>
                </c:pt>
                <c:pt idx="31">
                  <c:v>Q32</c:v>
                </c:pt>
                <c:pt idx="32">
                  <c:v>Q33</c:v>
                </c:pt>
                <c:pt idx="33">
                  <c:v>Q34</c:v>
                </c:pt>
                <c:pt idx="34">
                  <c:v>Q35</c:v>
                </c:pt>
                <c:pt idx="35">
                  <c:v>Q36</c:v>
                </c:pt>
                <c:pt idx="36">
                  <c:v>Q37</c:v>
                </c:pt>
                <c:pt idx="37">
                  <c:v>Q38</c:v>
                </c:pt>
                <c:pt idx="38">
                  <c:v>Q39</c:v>
                </c:pt>
                <c:pt idx="39">
                  <c:v>Q40</c:v>
                </c:pt>
                <c:pt idx="40">
                  <c:v>Q41</c:v>
                </c:pt>
                <c:pt idx="41">
                  <c:v>Q42</c:v>
                </c:pt>
                <c:pt idx="42">
                  <c:v>Q43</c:v>
                </c:pt>
                <c:pt idx="43">
                  <c:v>Q44</c:v>
                </c:pt>
                <c:pt idx="44">
                  <c:v>Q45</c:v>
                </c:pt>
                <c:pt idx="45">
                  <c:v>Q46</c:v>
                </c:pt>
                <c:pt idx="46">
                  <c:v>Q47</c:v>
                </c:pt>
                <c:pt idx="47">
                  <c:v>Q48</c:v>
                </c:pt>
                <c:pt idx="48">
                  <c:v>Q49</c:v>
                </c:pt>
                <c:pt idx="49">
                  <c:v>Q50</c:v>
                </c:pt>
                <c:pt idx="50">
                  <c:v>Q51</c:v>
                </c:pt>
                <c:pt idx="51">
                  <c:v>Q52</c:v>
                </c:pt>
                <c:pt idx="52">
                  <c:v>Q53</c:v>
                </c:pt>
                <c:pt idx="53">
                  <c:v>Q54</c:v>
                </c:pt>
                <c:pt idx="54">
                  <c:v>Q55</c:v>
                </c:pt>
                <c:pt idx="55">
                  <c:v>Q56</c:v>
                </c:pt>
                <c:pt idx="56">
                  <c:v>Q57</c:v>
                </c:pt>
                <c:pt idx="57">
                  <c:v>Q58</c:v>
                </c:pt>
                <c:pt idx="58">
                  <c:v>Q59</c:v>
                </c:pt>
                <c:pt idx="59">
                  <c:v>Q60</c:v>
                </c:pt>
                <c:pt idx="60">
                  <c:v>Q61</c:v>
                </c:pt>
                <c:pt idx="61">
                  <c:v>Q62</c:v>
                </c:pt>
                <c:pt idx="62">
                  <c:v>Q63</c:v>
                </c:pt>
                <c:pt idx="63">
                  <c:v>Q64</c:v>
                </c:pt>
                <c:pt idx="64">
                  <c:v>Q65</c:v>
                </c:pt>
                <c:pt idx="65">
                  <c:v>Q66</c:v>
                </c:pt>
                <c:pt idx="66">
                  <c:v>Q67</c:v>
                </c:pt>
                <c:pt idx="67">
                  <c:v>Q68</c:v>
                </c:pt>
                <c:pt idx="68">
                  <c:v>Q69</c:v>
                </c:pt>
                <c:pt idx="69">
                  <c:v>Q70</c:v>
                </c:pt>
                <c:pt idx="70">
                  <c:v>Q71</c:v>
                </c:pt>
                <c:pt idx="71">
                  <c:v>Q72</c:v>
                </c:pt>
                <c:pt idx="72">
                  <c:v>Q73</c:v>
                </c:pt>
                <c:pt idx="73">
                  <c:v>Q74</c:v>
                </c:pt>
                <c:pt idx="74">
                  <c:v>Q75</c:v>
                </c:pt>
                <c:pt idx="75">
                  <c:v>Q76</c:v>
                </c:pt>
                <c:pt idx="76">
                  <c:v>Q77</c:v>
                </c:pt>
                <c:pt idx="77">
                  <c:v>Q78</c:v>
                </c:pt>
                <c:pt idx="78">
                  <c:v>Q79</c:v>
                </c:pt>
                <c:pt idx="79">
                  <c:v>Q80</c:v>
                </c:pt>
              </c:strCache>
            </c:strRef>
          </c:cat>
          <c:val>
            <c:numRef>
              <c:f>Sheet1!$B$2:$B$81</c:f>
              <c:numCache>
                <c:formatCode>General</c:formatCode>
                <c:ptCount val="80"/>
                <c:pt idx="0">
                  <c:v>2.0</c:v>
                </c:pt>
                <c:pt idx="1">
                  <c:v>2.0</c:v>
                </c:pt>
                <c:pt idx="2">
                  <c:v>3.0</c:v>
                </c:pt>
                <c:pt idx="3">
                  <c:v>2.0</c:v>
                </c:pt>
                <c:pt idx="4">
                  <c:v>2.0</c:v>
                </c:pt>
                <c:pt idx="5">
                  <c:v>1.0</c:v>
                </c:pt>
                <c:pt idx="6">
                  <c:v>2.0</c:v>
                </c:pt>
                <c:pt idx="7">
                  <c:v>1.0</c:v>
                </c:pt>
                <c:pt idx="8">
                  <c:v>2.0</c:v>
                </c:pt>
                <c:pt idx="9">
                  <c:v>2.0</c:v>
                </c:pt>
                <c:pt idx="10">
                  <c:v>1.0</c:v>
                </c:pt>
                <c:pt idx="11">
                  <c:v>2.0</c:v>
                </c:pt>
                <c:pt idx="12">
                  <c:v>2.0</c:v>
                </c:pt>
                <c:pt idx="13">
                  <c:v>2.0</c:v>
                </c:pt>
                <c:pt idx="14">
                  <c:v>2.0</c:v>
                </c:pt>
                <c:pt idx="15">
                  <c:v>3.0</c:v>
                </c:pt>
                <c:pt idx="16">
                  <c:v>3.0</c:v>
                </c:pt>
                <c:pt idx="17">
                  <c:v>2.0</c:v>
                </c:pt>
                <c:pt idx="18">
                  <c:v>2.0</c:v>
                </c:pt>
                <c:pt idx="19">
                  <c:v>1.0</c:v>
                </c:pt>
                <c:pt idx="20">
                  <c:v>2.0</c:v>
                </c:pt>
                <c:pt idx="21">
                  <c:v>1.0</c:v>
                </c:pt>
                <c:pt idx="22">
                  <c:v>2.0</c:v>
                </c:pt>
                <c:pt idx="23">
                  <c:v>2.0</c:v>
                </c:pt>
                <c:pt idx="24">
                  <c:v>1.0</c:v>
                </c:pt>
                <c:pt idx="25">
                  <c:v>2.0</c:v>
                </c:pt>
                <c:pt idx="26">
                  <c:v>1.0</c:v>
                </c:pt>
                <c:pt idx="27">
                  <c:v>2.0</c:v>
                </c:pt>
                <c:pt idx="28">
                  <c:v>2.0</c:v>
                </c:pt>
                <c:pt idx="29">
                  <c:v>1.0</c:v>
                </c:pt>
                <c:pt idx="30">
                  <c:v>2.0</c:v>
                </c:pt>
                <c:pt idx="31">
                  <c:v>2.0</c:v>
                </c:pt>
                <c:pt idx="32">
                  <c:v>1.0</c:v>
                </c:pt>
                <c:pt idx="33">
                  <c:v>3.0</c:v>
                </c:pt>
                <c:pt idx="34">
                  <c:v>2.0</c:v>
                </c:pt>
                <c:pt idx="35">
                  <c:v>2.0</c:v>
                </c:pt>
                <c:pt idx="36">
                  <c:v>2.0</c:v>
                </c:pt>
                <c:pt idx="37">
                  <c:v>2.0</c:v>
                </c:pt>
                <c:pt idx="38">
                  <c:v>1.0</c:v>
                </c:pt>
                <c:pt idx="39">
                  <c:v>2.0</c:v>
                </c:pt>
                <c:pt idx="40">
                  <c:v>1.0</c:v>
                </c:pt>
                <c:pt idx="41">
                  <c:v>2.0</c:v>
                </c:pt>
                <c:pt idx="42">
                  <c:v>2.0</c:v>
                </c:pt>
                <c:pt idx="43">
                  <c:v>3.0</c:v>
                </c:pt>
                <c:pt idx="44">
                  <c:v>2.0</c:v>
                </c:pt>
                <c:pt idx="45">
                  <c:v>2.0</c:v>
                </c:pt>
                <c:pt idx="46">
                  <c:v>2.0</c:v>
                </c:pt>
                <c:pt idx="47">
                  <c:v>3.0</c:v>
                </c:pt>
                <c:pt idx="48">
                  <c:v>2.0</c:v>
                </c:pt>
                <c:pt idx="49">
                  <c:v>2.0</c:v>
                </c:pt>
                <c:pt idx="50">
                  <c:v>2.0</c:v>
                </c:pt>
                <c:pt idx="51">
                  <c:v>2.0</c:v>
                </c:pt>
                <c:pt idx="52">
                  <c:v>3.0</c:v>
                </c:pt>
                <c:pt idx="53">
                  <c:v>2.0</c:v>
                </c:pt>
                <c:pt idx="54">
                  <c:v>2.0</c:v>
                </c:pt>
                <c:pt idx="55">
                  <c:v>3.0</c:v>
                </c:pt>
                <c:pt idx="56">
                  <c:v>3.0</c:v>
                </c:pt>
                <c:pt idx="57">
                  <c:v>2.0</c:v>
                </c:pt>
                <c:pt idx="58">
                  <c:v>3.0</c:v>
                </c:pt>
                <c:pt idx="59">
                  <c:v>3.0</c:v>
                </c:pt>
                <c:pt idx="60">
                  <c:v>1.0</c:v>
                </c:pt>
                <c:pt idx="61">
                  <c:v>2.0</c:v>
                </c:pt>
                <c:pt idx="62">
                  <c:v>2.0</c:v>
                </c:pt>
                <c:pt idx="63">
                  <c:v>1.0</c:v>
                </c:pt>
                <c:pt idx="64">
                  <c:v>2.0</c:v>
                </c:pt>
                <c:pt idx="65">
                  <c:v>3.0</c:v>
                </c:pt>
                <c:pt idx="66">
                  <c:v>2.0</c:v>
                </c:pt>
                <c:pt idx="67">
                  <c:v>2.0</c:v>
                </c:pt>
                <c:pt idx="68">
                  <c:v>2.0</c:v>
                </c:pt>
                <c:pt idx="69">
                  <c:v>1.0</c:v>
                </c:pt>
                <c:pt idx="70">
                  <c:v>2.0</c:v>
                </c:pt>
                <c:pt idx="71">
                  <c:v>3.0</c:v>
                </c:pt>
                <c:pt idx="72">
                  <c:v>2.0</c:v>
                </c:pt>
                <c:pt idx="73">
                  <c:v>2.0</c:v>
                </c:pt>
                <c:pt idx="74">
                  <c:v>3.0</c:v>
                </c:pt>
                <c:pt idx="75">
                  <c:v>3.0</c:v>
                </c:pt>
                <c:pt idx="76">
                  <c:v>2.0</c:v>
                </c:pt>
                <c:pt idx="77">
                  <c:v>3.0</c:v>
                </c:pt>
                <c:pt idx="78">
                  <c:v>2.0</c:v>
                </c:pt>
                <c:pt idx="79">
                  <c:v>1.0</c:v>
                </c:pt>
              </c:numCache>
            </c:numRef>
          </c:val>
        </c:ser>
        <c:dLbls>
          <c:numFmt formatCode="0.0#" sourceLinked="0"/>
          <c:txPr>
            <a:bodyPr/>
            <a:lstStyle/>
            <a:p>
              <a:pPr>
                <a:defRPr sz="2000" b="1">
                  <a:solidFill>
                    <a:srgbClr val="111827"/>
                  </a:solidFill>
                  <a:latin typeface="Arial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txPr>
          <a:bodyPr/>
          <a:lstStyle/>
          <a:p>
            <a:pPr>
              <a:defRPr sz="2000" b="1">
                <a:latin typeface="Arial"/>
              </a:defRPr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5.5"/>
          <c:min val="0.0"/>
        </c:scaling>
        <c:delete val="0"/>
        <c:axPos val="l"/>
        <c:majorGridlines>
          <c:spPr>
            <a:ln>
              <a:solidFill>
                <a:srgbClr val="D1D5DB"/>
              </a:solidFill>
            </a:ln>
          </c:spPr>
        </c:majorGridlines>
        <c:title>
          <c:tx>
            <c:rich>
              <a:bodyPr/>
              <a:lstStyle/>
              <a:p>
                <a:r>
                  <a:rPr sz="2000"/>
                  <a:t>Level</a:t>
                </a:r>
              </a:p>
            </c:rich>
          </c:tx>
          <c:layout/>
          <c:overlay val="0"/>
        </c:title>
        <c:majorTickMark val="out"/>
        <c:minorTickMark val="none"/>
        <c:tickLblPos val="nextTo"/>
        <c:txPr>
          <a:bodyPr/>
          <a:lstStyle/>
          <a:p>
            <a:pPr>
              <a:defRPr sz="2000">
                <a:latin typeface="Arial"/>
              </a:defRPr>
            </a:pPr>
          </a:p>
        </c:txPr>
        <c:crossAx val="-2068027336"/>
        <c:crosses val="autoZero"/>
        <c:majorUnit val="1.0"/>
      </c:valAx>
    </c:plotArea>
    <c:dispBlanksAs val="gap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2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0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7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5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2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9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7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6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2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9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9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3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0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6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2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6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2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0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6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2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7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5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2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9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6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2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9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5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1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9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5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1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7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4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2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6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2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8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4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8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8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3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0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5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1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8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5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1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7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3.xml"/></Relationships>
</file>

<file path=ppt/notesSlides/_rels/notesSlide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9.xml"/></Relationships>
</file>

<file path=ppt/notesSlides/_rels/notesSlide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5.xml"/></Relationships>
</file>

<file path=ppt/notesSlides/_rels/notesSlide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3.xml"/></Relationships>
</file>

<file path=ppt/notesSlides/_rels/notesSlide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9.xml"/></Relationships>
</file>

<file path=ppt/notesSlides/_rels/notesSlide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5.xml"/></Relationships>
</file>

<file path=ppt/notesSlides/_rels/notesSlide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2.xml"/></Relationships>
</file>

<file path=ppt/notesSlides/_rels/notesSlide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9.xml"/></Relationships>
</file>

<file path=ppt/notesSlides/_rels/notesSlide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5.xml"/></Relationships>
</file>

<file path=ppt/notesSlides/_rels/notesSlide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2.xml"/></Relationships>
</file>

<file path=ppt/notesSlides/_rels/notesSlide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6.xml"/></Relationships>
</file>

<file path=ppt/notesSlides/_rels/notesSlide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4.xml"/></Relationships>
</file>

<file path=ppt/notesSlides/_rels/notesSlide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2.xml"/></Relationships>
</file>

<file path=ppt/notesSlides/_rels/notesSlide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8.xml"/></Relationships>
</file>

<file path=ppt/notesSlides/_rels/notesSlide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4.xml"/></Relationships>
</file>

<file path=ppt/notesSlides/_rels/notesSlide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8.xml"/></Relationships>
</file>

<file path=ppt/notesSlides/_rels/notesSlide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4.xml"/></Relationships>
</file>

<file path=ppt/notesSlides/_rels/notesSlide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9.xml"/></Relationships>
</file>

<file path=ppt/notesSlides/_rels/notesSlide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5.xml"/></Relationships>
</file>

<file path=ppt/notesSlides/_rels/notesSlide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1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second line keeps the limits $-\frac{\pi}{4}$ to $\frac{\pi}{4}$ for $\int\cos f$ (they must stay $-\frac{\pi}{2}$ to $\frac{\pi}{2}$) and writes the log as $\log(n+\sqrt{x^2+1})$ and $\log_e(4+\sqrt{x^2+1})$ (it is $\log_e(x+\sqrt{x^2+1})$). It also never shows why $f$ is odd. Fixed here; the answer (B)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Print slips in the PDF: the first line of the working has $\int_1^1$ (should be $\int_1^2$) and writes $n\le x\,n+1$ (missing the $&lt;$); the piecewise definition labels the first branch '$x\in n$' and writes $x(x-1)/2$ with the argument $x$ where it should read $n(n-1)/2$ at $x=n$. The PDF also omits the left/right derivatives at an integer (they are $n-1$ and $n$). Answer (C) unchanged. At $x=0$ only a right derivative exists ($=0$), which the key treats as differentiable.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writes $f'(2^-)=2$ for the left derivative; from $f(x)=5x+1$ it is $5$ (the PDF's own line above says $f'(x)=5$ for $x&lt;2$). The conclusion (not differentiable at 2, since $6\ne5$) and answer (D) are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antiderivative is wrong: it writes $\int_0^1\left(1+\frac{4}{2x+4}\right)dx=x+\ell n(x+2)\Big|_0^1$, but $\int\frac{4}{2x+4}dx=2\ln(x+2)$, so the correct antiderivative is $x+2\ln(x+2)$. The PDF's next line, $1+2\ln\frac32$, is right (and option B unchanged).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In step (2) of the PDF the reflected integrand is printed as $\left(1+e^{x\cos x}\right)$ again, which would make (1) and (2) identical and give $2I=2\int\frac{dx}{(1+e^{x\cos x})(\cdots)}$, not the next line. The exponent must change sign: $x\to-x$ gives $e^{-x\cos x}$ (it is this sign change that makes $\frac1{1+e^u}+\frac1{1+e^{-u}}=1$). The rest of the PDF working and the answer $\frac\pi{2\sqrt2}$ are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PDF writes $\int\frac{t+1}{t^2-t+1}dt=\frac12\int\frac{2t}{t^2-t+1}dt+\int\frac{dt}{t^2-t+1}$, which is wrong; it should be $\frac12\int\frac{2t-1}{t^2-t+1}dt+\frac32\int\frac{dt}{t^2-t+1}$ (the PDF's next line does use this correct form). Also the printed arctan argument $\frac{t-1/\sqrt2}{\sqrt3/2}$ should be $\frac{t-1/2}{\sqrt3/2}$, and the factor $\frac13$ is dropped between two lines. Corrected here; the final answer 3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second line is garbled: it writes $\sqrt{\frac{1-\cos\theta}{1+\sin\theta}}$ (should be $\frac{1-\cos\theta}{1+\cos\theta}$) and a stray 'x - sinθ dx' (should be $dx=-\sin\theta\,d\theta$). It also stops at $\frac\pi3+\ln(2-\sqrt3)$ without matching the option form $\ln\frac{\sqrt3-1}{\sqrt3+1}$. Corrected the typos and added the last matching step. The answer (A)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Print slip in the PDF's line for (1)+(2): the bracket is typeset as $e^{\frac{1}{x|x|+1}}+\frac{1}{e^{-x|x|}+1}$ instead of $\frac{1}{e^{x|x|}+1}+\frac{1}{e^{-x|x|}+1}$. Corrected here; the method, the value $6$ and the key (D) are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Print slips in the PDF: its first line shows $\sin^2x+\cos x$ on the right (the next line differentiates $\sin^3x$, so $\sin^3x$ is correct), and in the last two lines it writes $f\left(\frac1{\sqrt3}\right)$ where $f'\left(\frac1{\sqrt3}\right)$ is meant. Values and answer (B)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Sign slip in the PDF's last working line: it writes $-\ln\left(1-\frac17\right)+7\left(\ln\left(1-\frac17\right)-\frac17\right)$; the second term must be $7\left(\ln\left(1-\frac17\right)+\frac17\right)$ (since $-(-\ln(1-\tfrac17)-\tfrac17)=\ln(1-\tfrac17)+\tfrac17$). The final value $1+6\ln\frac67$ and key (A) are right; numerically $I=0.07510$.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has $\cos h$ in the denominator after $\sec\left(\frac\pi2-h\right)=\operatorname{cosec}h$ (it should be $\sin h$), and its L'Hopital line gives $2+\lim\frac{f'\left(\frac\pi2-h\right)}{\cos h}$; the correct limit of $\frac{f(\pi/2-h)}{\sin h}$ is $-1$, so $2-(-1)=3$. The final value $3$ and key (B) are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Typesetting slip in the PDF: the third integral is printed as $\cos\left(\pi\left(-\left[\frac x2\right]\right)\right)$ (the $x$ is missing); it should be $\cos\left(\pi\left(x-\left[\frac x2\right]\right)\right)=\cos\pi(x-2)$ on $[4,5]$. The values (all three pieces $0$) and answer (D) are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Several print slips in the PDF: the first line is $f(x)=x\int_0^1(x-t)f(t)dt$ (the $+$ is missing); the next line $x\left[t f\int_0^1 f\right]-\int tf$ is garbled; the second constant is printed as $\int_0^1 tf(t)dt=1$ where it should be $b$; the second equation integrates up to $t$ instead of $1$; and the last lines read $f(x)=\frac{18\times(-4)}{13}$ and 'lies on $f(10)$'. Correct: $f(x)=\frac{18x-4}{13}$ and $f(6)=8$. Answer (D)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second display line ends with $\ln\frac{49}{50}$, but at that point the right-hand side is still the given $\ln\frac{49}{40}$; $\frac{49}{50}$ appears only after $\ln\frac45$ is moved across (its later lines). Corrected: write $\ln\frac{49}{40}$ there. Final answer $b=6$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first display line reads '$\frac{\sqrt3}{2}=\int\frac{(1-\frac1{\sqrt3})(\cos x-\sin x)}{\frac{\sqrt3}{2}+\sin2x}dx$', with the integral $I$ missing on the left and the factor $\frac{\sqrt3}2$ not carried into the numerator. Correct: $I=\int\frac{\frac{\sqrt3}{2}\left(1-\frac1{\sqrt3}\right)(\cos x-\sin x)}{\frac{\sqrt3}{2}+\sin2x}dx$, which is what the next line uses. The PDF also jumps from the split integrals to the answer without the $\csc$ and $\sec$ integrals; these steps are added. Answer (A) unchanged and verified by differentiation.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first line has $-3e^{-x}$ in the numerator, but the given slope has $-6e^{-x}$ (its next line, $e^{2x}-\frac{6e^x}{2e^{2x}+9}$, uses $6$). Its antiderivative drops the factor $\sqrt2$: $\int\frac{6e^x}{2e^{2x}+9}dx=\sqrt2\tan^{-1}\frac{\sqrt2e^x}{3}$, not $\tan^{-1}\frac{\sqrt2e^x}{3}$. Its constant '$c=-\frac\pi4-\tan^{-1}\frac{\sqrt2}{3}$' is not consistent with the given point; correct is $c=\frac{\pi}{2\sqrt2}+\sqrt2\tan^{-1}\frac{\sqrt2}{3}$. The final value of $e^\alpha$ (option B) is correct and was verified by solving the ODE numerically.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Step 'f'(x)=8 sinx - 2cos2x' is a print slip (correct: 8cos x - 2cos 2x; the later values f'(pi/3)=5 and f'(pi/4)=4 sqrt2 use the correct one). Real error: the PDF turns bounds on f' over (pi/4,pi/3) into 5x&lt;f(x)&lt;4sqrt2 x, which needs f' on (0,x). The lower bound survives (concavity), the upper bound is false (f(pi/4)/(pi/4)=5.93&gt;4sqrt2=5.66). True I=1.5362, which exceeds sqrt2*pi/3=1.4810, so option (C) as printed is false and no option is fully true; the official key (C) is kept as the intended answer.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Print slips only: the PDF's lower limit of the first piece in the floor integral reads 1/2 (should be -1/2), the pieces are not joined by '+', and the intermediate values 9/8 and 11/24 of the modulus part are not shown. Values and the answer 19/12 are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 stops at 'Put n = 5'; the last steps (n=5 relation, I_5'=(x^2+5)^-5, matching option A) were added. Also the sign in the by-parts line is misprinted: the PDF writes '- integral of n(t^2+5)^(-n-1).2t^2' where the term is '- integral of t.(-n)(t^2+5)^(-n-1).2t = +2n integral t^2/(t^2+5)^(n+1)'; the following line (+2n integral) is already correct. Answer (A)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Print slip in the PDF's penultimate integral: it writes $\int_1^{3}\frac{\ln t}{t}dt$ with upper limit $3$; the correct upper limit is $e^3$ (it becomes $r=3$ only after $r=\ln t$, which the PDF then uses correctly). Final answer (D)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Arithmetic slips in the PDF: it writes $a_2=3+\frac32=\frac92$ but $a_2=3+\frac34=\frac{15}4$ (the term is $\frac{2^2-1}{2^2}$); it writes $a_3=4+2+\frac{28}9=\frac{100}9$ but the sum is $\frac{82}9$. It also stops at $a_4&gt;31$ without arguing for $n\ge5$ (added: all terms positive, so $a_n$ exceeds its last term). Both $a_2,a_3$ still lie in $(2,30)$, so the answer $5$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The PDF's line after integration by parts reads $I_2=-n(2n+1)\{I_2+I_1\}$; the sign inside the bracket is wrong. The correct relation is $I_2=-n(2n+1)\{I_2-I_1\}=n(2n+1)(I_1-I_2)$ (since $x^n=1-(1-x^n)$). The PDF's next line $(2n^2+n+1)I_2=n(2n+1)I_1$ is consistent with the corrected sign, so the answer $24$ is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taken from the PDF but CORRECTED by Claude.</a:t>
            </a:r>
          </a:p>
          <a:p>
            <a:r>
              <a:t>WHAT WAS WRONG IN THE PDF AND WHAT CHANGED: Print slips in the PDF: (1) the line after the $u$-substitution shows $15\int(u^4-2u^2)du$ whereas the factor is $2\cdot15=30$ (the PDF uses $30$ from the next line on); (2) one line has $-\frac25\left(\sqrt3^3-\sqrt2^3\right)$ but the coefficient is $\frac23$ (the following line uses $\frac23$); (3) the bracket $30\left[-\frac15+\sqrt3+\frac8{15}\sqrt2\right]$ should be $30\left[-\frac{\sqrt3}5+\frac8{15}\sqrt2\right]$. The result $-6\sqrt3+16\sqrt2$ and the answer $10$ are unchanged.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Solution copied from the PDF in full and checked step by step - it is correct.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.xml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0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1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2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3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4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5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6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7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8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9.xml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0.xml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1.xml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2.xml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3.xml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4.xml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5.xml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6.xml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7.xml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8.xml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9.xml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0.xml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1.xml"/></Relationships>
</file>

<file path=ppt/slides/_rels/slide2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2.xml"/></Relationships>
</file>

<file path=ppt/slides/_rels/slide2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3.xml"/></Relationships>
</file>

<file path=ppt/slides/_rels/slide2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4.xml"/></Relationships>
</file>

<file path=ppt/slides/_rels/slide2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5.xml"/></Relationships>
</file>

<file path=ppt/slides/_rels/slide2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6.xml"/></Relationships>
</file>

<file path=ppt/slides/_rels/slide3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7.xml"/></Relationships>
</file>

<file path=ppt/slides/_rels/slide3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8.xml"/></Relationships>
</file>

<file path=ppt/slides/_rels/slide3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9.xml"/></Relationships>
</file>

<file path=ppt/slides/_rels/slide3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0.xml"/></Relationships>
</file>

<file path=ppt/slides/_rels/slide3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1.xml"/></Relationships>
</file>

<file path=ppt/slides/_rels/slide3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2.xml"/></Relationships>
</file>

<file path=ppt/slides/_rels/slide3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3.xml"/></Relationships>
</file>

<file path=ppt/slides/_rels/slide3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4.xml"/></Relationships>
</file>

<file path=ppt/slides/_rels/slide3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5.xml"/></Relationships>
</file>

<file path=ppt/slides/_rels/slide3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6.xml"/></Relationships>
</file>

<file path=ppt/slides/_rels/slide3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7.xml"/></Relationships>
</file>

<file path=ppt/slides/_rels/slide3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8.xml"/></Relationships>
</file>

<file path=ppt/slides/_rels/slide3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9.xml"/></Relationships>
</file>

<file path=ppt/slides/_rels/slide3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0.xml"/></Relationships>
</file>

<file path=ppt/slides/_rels/slide3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1.xml"/></Relationships>
</file>

<file path=ppt/slides/_rels/slide3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2.xml"/></Relationships>
</file>

<file path=ppt/slides/_rels/slide4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3.xml"/></Relationships>
</file>

<file path=ppt/slides/_rels/slide4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4.xml"/></Relationships>
</file>

<file path=ppt/slides/_rels/slide4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5.xml"/></Relationships>
</file>

<file path=ppt/slides/_rels/slide4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6.xml"/></Relationships>
</file>

<file path=ppt/slides/_rels/slide4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7.xml"/></Relationships>
</file>

<file path=ppt/slides/_rels/slide4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8.xml"/></Relationships>
</file>

<file path=ppt/slides/_rels/slide4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9.xml"/></Relationships>
</file>

<file path=ppt/slides/_rels/slide4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0.xml"/></Relationships>
</file>

<file path=ppt/slides/_rels/slide4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1.xml"/></Relationships>
</file>

<file path=ppt/slides/_rels/slide4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2.xml"/></Relationships>
</file>

<file path=ppt/slides/_rels/slide4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3.xml"/></Relationships>
</file>

<file path=ppt/slides/_rels/slide4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4.xml"/></Relationships>
</file>

<file path=ppt/slides/_rels/slide4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5.xml"/></Relationships>
</file>

<file path=ppt/slides/_rels/slide4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6.xml"/></Relationships>
</file>

<file path=ppt/slides/_rels/slide4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7.xml"/></Relationships>
</file>

<file path=ppt/slides/_rels/slide4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8.xml"/></Relationships>
</file>

<file path=ppt/slides/_rels/slide5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9.xml"/></Relationships>
</file>

<file path=ppt/slides/_rels/slide5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0.xml"/></Relationships>
</file>

<file path=ppt/slides/_rels/slide5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chart" Target="../charts/chart1.xml"/></Relationships>
</file>

<file path=ppt/slides/_rels/slide5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/>
          <a:lstStyle>
            <a:lvl1pPr>
              <a:defRPr sz="4000">
                <a:solidFill>
                  <a:srgbClr val="FFFFFF"/>
                </a:solidFill>
              </a:defRPr>
            </a:lvl1pPr>
          </a:lstStyle>
          <a:p>
            <a:pPr algn="ctr">
              <a:defRPr sz="4000">
                <a:solidFill>
                  <a:srgbClr val="FFFFFF"/>
                </a:solidFill>
              </a:defRPr>
            </a:pPr>
            <a:r>
              <a:rPr sz="4000" b="1">
                <a:solidFill>
                  <a:srgbClr val="FFFFFF"/>
                </a:solidFill>
                <a:latin typeface="Arial"/>
              </a:rPr>
              <a:t>Integration (JEE Main) — Paper Analysis</a:t>
            </a:r>
            <a:endParaRPr sz="4000">
              <a:solidFill>
                <a:srgbClr val="FFFFFF"/>
              </a:solidFill>
            </a:endParaRPr>
          </a:p>
          <a:p>
            <a:pPr algn="ctr"/>
            <a:r>
              <a:rPr sz="2200">
                <a:solidFill>
                  <a:srgbClr val="FFFFFF"/>
                </a:solidFill>
                <a:latin typeface="Arial"/>
              </a:rPr>
              <a:t>XII Sheet · Integration · Exercise J-M · detailed solutions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Q01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(assumed: no marks are printed in the paper; JEE Advanced default for numerical)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Marking pattern not printed in the paper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𝐴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14</m:t>
                                    </m:r>
                                  </m:sub>
                                </m:sSub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15</m:t>
                                    </m:r>
                                  </m:sub>
                                </m:sSub>
                              </m:num>
                              <m:den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13</m:t>
                                    </m:r>
                                  </m:sub>
                                </m:sSub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$\frac{1}{\alpha(\alpha+1)(\alpha+2)\cdots(\alpha+20)}=\sum_{k=0}^{20}\frac{A_k}{\alpha+k}$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$100\left(\frac{A_{14}+A_{15}}{A_{13}}\right)^2$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460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Partial fractions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cover-up value: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product with the factor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removed.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Each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cover-up value: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$\alpha=-k$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product with the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$(\alpha+k)$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removed.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partial fractions: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obtained by putting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cancelling the factor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the common denominator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partial fractions: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obtained by putting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$\frac{1}{\alpha(\alpha+1)\cdots(\alpha+20)}$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cancelling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$(\alpha+k)$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$A_{14}=\frac{1}{(-14)(-13)\cdots(-1)(1)(2)\cdots(6)}$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$A_{15}=\frac{1}{(-15)(-14)\cdots(-1)(1)(2)\cdots(5)}$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$A_{13}=\frac{1}{(-13)(-12)\cdots(-1)(1)(2)\cdots(7)}$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the common denominator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$D=(-15)(-14)\cdots(-1)(1)\cdots(6)$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$A_{14}=\frac{-15}{D}$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$A_{15}=\frac{6}{D}$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cancelling the common factors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leaves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14</m:t>
                                    </m:r>
                                  </m:sub>
                                </m:sSub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15</m:t>
                                    </m:r>
                                  </m:sub>
                                </m:sSub>
                              </m:num>
                              <m:den>
                                <m:sSub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</m:t>
                                    </m:r>
                                  </m:e>
                                  <m:sub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13</m:t>
                                    </m:r>
                                  </m:sub>
                                </m:sSub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$A_{14}+A_{15}=\frac{-15+6}{D}=\frac{-9}{D}$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$A_{13}=\frac{1}{(-13)\cdots(7)}$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cancelling the common factors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$(-13)\cdots(6)$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leaves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$\frac{A_{14}+A_{15}}{A_{13}}=\frac{-9}{(-15)(-14)/7}$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$\frac{(-15)(-14)}{7}=\frac{210}{7}=30$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$\frac{A_{14}+A_{15}}{A_{13}}=\frac{-9}{30}=-\frac{3}{10}$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$100\left(\frac{A_{14}+A_{15}}{A_{13}}\right)^2=100\cdot\frac{9}{100}=9$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closed form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den>
                            </m:f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first; the required ratio then becomes a ratio of binomial coefficients.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the closed form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$A_k=\frac{(-1)^k\binom{20}{k}}{20!}$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first; the required ratio then becomes a ratio of binomial coefficients.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remaining product is </a:t>
                </a:r>
                <a14:m>
                  <m:oMath xmlns:m="http://schemas.openxmlformats.org/officeDocument/2006/math">
                    <m:nary>
                      <m:naryPr>
                        <m:chr m:val="∏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≠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!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!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negative factors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positive factors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den>
                            </m:f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13</m:t>
                                </m:r>
                              </m:den>
                            </m:f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14</m:t>
                                </m:r>
                              </m:den>
                            </m:f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15</m:t>
                                </m:r>
                              </m:den>
                            </m:f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remaining product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$\prod_{j\ne k}(j-k)=(-1)^k\,k!\,(20-k)!$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negative factors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$-1,\dots,-k$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positive factors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$1,\dots,20-k$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$A_k=\frac{(-1)^k}{k!\,(20-k)!}=\frac{(-1)^k\binom{20}{k}}{20!}$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$A_{13}=-\frac{\binom{20}{13}}{20!}$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$A_{14}=\frac{\binom{20}{14}}{20!}$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$A_{15}=-\frac{\binom{20}{15}}{20!}$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14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15</m:t>
                                </m:r>
                              </m:den>
                            </m:f>
                          </m:e>
                        </m: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13</m:t>
                                </m:r>
                              </m:den>
                            </m:f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15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14</m:t>
                                </m:r>
                              </m:den>
                            </m:f>
                          </m:e>
                        </m:d>
                      </m:num>
                      <m:den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no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13</m:t>
                                </m:r>
                              </m:den>
                            </m:f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77520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38760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15504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ratio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15504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38760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77520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23256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77520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$\frac{A_{14}+A_{15}}{A_{13}}=\frac{\binom{20}{14}-\binom{20}{15}}{-\binom{20}{13}}=\frac{\binom{20}{15}-\binom{20}{14}}{\binom{20}{13}}$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$\binom{20}{13}=77520,\ \binom{20}{14}=38760,\ \binom{20}{15}=15504$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ratio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$\frac{15504-38760}{77520}=\frac{-23256}{77520}=-\frac{3}{10}$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$100\cdot\left(-\frac{3}{10}\right)^2=9$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9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distinct poles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nary>
                              <m:naryPr>
                                <m:chr m:val="∏"/>
                                <m:limLoc m:val="undOvr"/>
                                <m:subHide m:val="off"/>
                                <m:sup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naryPr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≠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​</m:t>
                                </m:r>
                              </m: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</m:e>
                            </m:nary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(cover-up rule).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consecutive integers: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no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</m:den>
                                </m:f>
                              </m:e>
                            </m: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signs alternate and adjacent ratios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14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coefficients give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no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Beta-function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distinct poles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$a_0,\dots,a_n$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$\frac{1}{\prod(x-a_j)}=\sum_k\frac{1}{\prod_{j\ne k}(a_k-a_j)}\cdot\frac{1}{x-a_k}$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(cover-up rule).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consecutive integers: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$\frac{1}{\alpha(\alpha+1)\cdots(\alpha+n)}=\frac{1}{n!}\sum_{k=0}^{n}\frac{(-1)^k\binom{n}{k}}{\alpha+k}$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$\frac{1}{\alpha}-\frac{1}{\alpha+1}=\frac{1}{\alpha(\alpha+1)}$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$A_k\propto(-1)^k\binom{n}{k}$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signs alternate and adjacent ratios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$\frac{A_{k+1}}{A_k}=-\frac{n-k}{k+1}$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$\frac{A_{15}}{A_{14}}=-\frac{6}{15}$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same coefficients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$\sum_k(-1)^k\binom{n}{k}\frac{1}{x+k}=\frac{n!}{x(x+1)\cdots(x+n)}$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Beta-function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 t^{x-1}(1-t)^n\,dt$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Q02 – Q14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(assumed: no marks are printed in the paper; JEE Advanced default for single correct)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Marking pattern not printed in the paper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positive real number such that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greatest integer less than or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434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positive real number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 e^{x-[x]}\,dx=10e-9$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greatest integer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$10+\log_e(1+e)$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$10+\log_e 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$10-\log_e(1+e)$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$10+\log_e 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522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a periodic function involving the greatest integer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 period, so split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full periods plus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$e^{x-[x]}$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 period, so split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$[0,a]$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$[a]$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full periods plus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$\{a\}$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range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periodic with period 1, so the first part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second part (shift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both integrals have integrand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Evaluate: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range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$\int_0^{[a]}e^{x-[x]}dx+\int_{[a]}^{a}e^{x-[x]}dx=10e-9$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periodic with period 1, so the first part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$[a]\int_0^1e^{x-[x]}dx$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second part (shift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$\int_0^{\{a\}}e^{x-[x]}dx$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both integrals have integrand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$[a]\int_0^1e^xdx+\int_0^{\{a\}}e^xdx=10e-9$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Evaluate: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$[a](e-1)+e^{\{a\}}-1=10e-9$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compare the coefficient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indeed lies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 e^{\{a\}}&lt;e$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compare the 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$[a]=10$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$10e-10+e^{\{a\}}-1=10e-9$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$e^{\{a\}}=2$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indeed lies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$[1,e)$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$\{a\}=\log_e2$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$a=[a]+\{a\}=10+\log_e2$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$10+\log_e 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the four options directly with the exact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see which one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18.183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Test the four options directly with the exact value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$G(a)=[a](e-1)+e^{\{a\}}-1$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see which one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$10e-9\approx18.183$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unit interval contributes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Target: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18.1828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11.313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0.313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1.71828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0.368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19.27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Not equal.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$G(a)=\int_0^ae^{x-[x]}dx=[a](e-1)+e^{\{a\}}-1$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unit interval contributes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Target: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$10e-9\approx18.1828$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$a=10+\ln(1+e)\approx11.313$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$[a]=11$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$\{a\}\approx0.313$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$G\approx11(1.71828)+0.368\approx19.27$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Not equal.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8.687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0.687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13.746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0.987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14.73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Not equal.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11.099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0.099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18.901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0.104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19.00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Not equal.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exactly. Hence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$a=10-\ln(1+e)\approx8.687$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$[a]=8$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$\{a\}\approx0.687$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$G\approx13.746+0.987\approx14.73$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Not equal.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$a=10+\ln3\approx11.099$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$[a]=11$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$\{a\}\approx0.099$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$G\approx18.901+0.104\approx19.00$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Not equal.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$a=10+\ln2$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$[a]=10$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$e^{\{a\}}=2$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$G=10(e-1)+2-1=10e-9$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exactly. Hence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$10+\log_e 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{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}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strictly increasing,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exactly one root.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fix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10.58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pattern for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}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split into whole periods plus the fractional remainder.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$\int_0^{nT+s}h=n\int_0^Th+\int_0^sh$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$h=e^{x-[x]}=e^{\{x\}}$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$\int_0^1h=e-1$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$G(a)=\int_0^ae^{\{x\}}dx=[a](e-1)+e^{\{a\}}-1$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strictly increasing,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$G(a)=c$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exactly one root.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fix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$[a](e-1)\le G(a)&lt;[a](e-1)+(e-1)$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$[a]\le\frac{c}{e-1}&lt;[a]+1$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$\frac{10e-9}{e-1}\approx10.58$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pattern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$\int_0^a\{x\}\,dx=\frac{[a]}{2}+\frac{\{a\}^2}{2}$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split into whole periods plus the fractional remainder.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447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447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$\int_{-1}^{1}\log_e\left(\sqrt{1-x}+\sqrt{1+x}\right)dx$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$\log_e2+\frac{\pi}{2}-1$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$2\log_e2+\frac{\pi}{2}-\frac{1}{2}$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$\frac{1}{2}\log_e2+\frac{\pi}{4}-\frac{3}{2}$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$2\log_e2+\frac{\pi}{4}-1$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integral: even function and integration by parts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is even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integral reduces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is even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$(\sqrt{1-x}+\sqrt{1+x})^2=2+2\sqrt{1-x^2}$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integral reduces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$\ln2+\int_0^1\ln(1+\sqrt{1-x^2})dx$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even,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even,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$I=2\int_0^1\ln\left(\sqrt{1-x}+\sqrt{1+x}\right)dx$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$2\ln(\cdot)=\ln(\cdot)^2$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$I=\int_0^1\ln\left(2+2\sqrt{1-x^2}\right)dx$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$I=\int_0^1\ln2\,dx+\int_0^1\ln\left(1+\sqrt{1-x^2}\right)dx=\ln2+J$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parts (take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second function):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e>
                                </m:rad>
                              </m:e>
                            </m:d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e>
                                </m:rad>
                              </m:e>
                            </m: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boundary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parts (take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the second function):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$J=\left[x\ln\left(1+\sqrt{1-x^2}\right)\right]_0^1+\int_0^1\frac{x^2\,dx}{\sqrt{1-x^2}\left(1+\sqrt{1-x^2}\right)}$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boundary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$1\cdot\ln1=0$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$1-x^2=t^2$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$x\,dx=-t\,dt$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$J=\int_0^1\frac{(1-t^2)\,t\,dt}{t(1+t)\sqrt{1-t^2}}$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den>
                            </m:f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$J=\int_0^1\sqrt{\frac{1-t}{1+t}}\,dt=\int_0^1\frac{1-t}{\sqrt{1-t^2}}\,dt$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$J=\left[\sin^{-1}t\right]_0^1+\left[\sqrt{1-t^2}\right]_0^1=\frac{\pi}{2}-0+(0-1)=\frac{\pi}{2}-1$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$I=\ln2+\frac{\pi}{2}-1=\log_e2+\frac{\pi}{2}-1$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$\log_e2+\frac{\pi}{2}-1$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log splits as </a:t>
                </a:r>
                <a14:m>
                  <m:oMath xmlns:m="http://schemas.openxmlformats.org/officeDocument/2006/math">
                    <m:f>
                      <m:fPr>
                        <m:type m:val="li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$x=\cos2\theta$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$\sqrt{1-x}=\sqrt2\sin\theta$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$\sqrt{1+x}=\sqrt2\cos\theta$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log splits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$\tfrac12\ln2+\ln(\sin\theta+\cos\theta)$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part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$x=\cos2\theta$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$\theta\in[0,\frac{\pi}{2}]$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$x=-1\leftrightarrow\theta=\frac{\pi}{2}$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$x=1\leftrightarrow\theta=0$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$dx=-2\sin2\theta\,d\theta$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$\sqrt{1-x}+\sqrt{1+x}=\sqrt2(\sin\theta+\cos\theta)$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$\frac12\ln2+\ln(\sin\theta+\cos\theta)=\frac12\ln2+\frac12\ln(1+\sin2\theta)$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$I=\int_0^{\pi/2}2\sin2\theta\left[\frac12\ln2+\frac12\ln(1+\sin2\theta)\right]d\theta=\ln2\int_0^{\pi/2}\sin2\theta\,d\theta+\int_0^{\pi/2}\sin2\theta\ln(1+\sin2\theta)d\theta$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first part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$\ln2\cdot1=\ln2$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second,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use symmetry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second,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use symmetry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$\frac12\int_0^{\pi}\sin u\ln(1+\sin u)du=\int_0^{\pi/2}\sin u\ln(1+\sin u)du$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$\left[-\cos u\ln(1+\sin u)\right]_0^{\pi/2}+\int_0^{\pi/2}\frac{\cos^2u}{1+\sin u}du=0+\int_0^{\pi/2}(1-\sin u)du=\frac{\pi}{2}-1$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$I=\ln2+\frac{\pi}{2}-1$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$\log_e2+\frac{\pi}{2}-1$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useful whenever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 together.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with the second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Numerical check: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0.5708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den>
                            </m:f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follows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$x=\cos2\theta$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$\sqrt{1\pm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$\sqrt2\cos\theta,\ \sqrt2\sin\theta$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useful whenever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 together.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$(\sqrt{1-x}+\sqrt{1+x})^2=2+2\sqrt{1-x^2}$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$(\sqrt{1+x}-\sqrt{1-x})^2=2-2\sqrt{1-x^2}$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with the second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$\int\ln g(x)\,dx=x\ln g(x)-\int\frac{xg'(x)}{g(x)}dx$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Numerical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$\int_0^1\ln(1+\sqrt{1-x^2})dx=\frac{\pi}{2}-1\approx0.5708$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$\int_{-a}^af=2\int_0^af$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$\int_0^1\sqrt{\frac{1-t}{1+t}}dt=\frac{\pi}{2}-1$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follows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$t=\cos\phi$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less than or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$\int_{-\pi/2}^{\pi/2}\left[[x]-\sin x\right]dx$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greatest-integer functions using symmetry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integer, so it comes out of the outer bracket: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unless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integer.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integer, so it comes out of the outer bracket: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$[[x]-\sin x]=[x]+[-\sin x]$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$[t]+[-t]=-1$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unless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integer.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integer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Regroup: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integer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$[x+I]=[x]+I$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$I_0=\int_{-\pi/2}^{\pi/2}\left([x]+[-\sin x]\right)dx$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$\int_{-a}^af(x)dx=\int_0^a\left(f(x)+f(-x)\right)dx$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$I_0=\int_0^{\pi/2}\left([x]+[-\sin x]\right)dx+\int_0^{\pi/2}\left([-x]+[\sin x]\right)dx$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Regroup: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$I_0=\int_0^{\pi/2}\left([x]+[-x]\right)dx+\int_0^{\pi/2}\left([\sin x]+[-\sin x]\right)dx$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non-integer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exceptional points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integer) do not affect the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non-integer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$[t]+[-t]=-1$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exceptional points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$x=0,\frac{\pi}{2}$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integer) do not affect the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$I_0=-\int_0^{\pi/2}dx-\int_0^{\pi/2}dx=-\frac{\pi}{2}-\frac{\pi}{2}$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$I_0=-\pi$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$-\pi$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 not use symmetry: split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jumps) and read off the integer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each piece.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Do not use symmetry: split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$[-\frac{\pi}{2},\frac{\pi}{2}]$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$-1,0,1$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jumps) and read off the integer value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$[[x]-\sin x]$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each piece.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integrand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length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contribution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integrand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contribution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$[[x]-\sin x]=[x]+[-\sin 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$-\sin x\in(0,1)$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$x\in(-\frac{\pi}{2},0)$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$\in(-1,0)$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$x\in(0,\frac{\pi}{2})$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$[-\frac{\pi}{2},-1)$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$[-\sin x]=0$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integrand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contribution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$-\pi+2$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$[-\sin x]=0$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integrand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contribution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integrand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contribution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integrand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contribution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$[-\sin x]=-1$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integrand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contribution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$[1,\frac{\pi}{2}]$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$[-\sin x]=-1$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integrand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contribution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$(-\pi+2)-1-1+0=-\pi$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$-\pi$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Z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otherwise. 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∉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Z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e.g.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1.5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1.5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for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general.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standard first step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neither even nor odd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collapses to a constant).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idea: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∉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Z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almost everywhere.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$[t]+[-t]=0$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$t\in\mathbb{Z}$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otherwise.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$\int_{-a}^{a}[x]\,dx=-a$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$a\notin\mathbb{Z}$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$\int_{-1.5}^{1.5}[x]dx=-1.5$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$[x+n]=[x]+n$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for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$[[x]-g(x)]=[x]+[-g(x)]$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$[x-\sin x]\ne[x]+[-\sin 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general.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$\int_{-a}^af(x)dx=\int_0^a\left(f(x)+f(-x)\right)dx$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standard first step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neither even nor odd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$f(x)+f(-x)$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collapses to a constant).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idea: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$\int_{-a}^{a}\left([g(x)]+[-g(x)]\right)dx=-2a$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$g(x)\notin\mathbb{Z}$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almost everywhere.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one of the following is correct?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$g(t)=\int_{-\pi/2}^{\pi/2}\cos\left(\frac{\pi}{4}t+f(x)\right)dx$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$f(x)=\log_e\left(x+\sqrt{x^2+1}\right)$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which one of the following is correct?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$g(1)=g(0)$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$\sqrt2\,g(1)=g(0)$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$g(1)+g(0)=0$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$g(1)=\sqrt2\,g(0)$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integral: odd and even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even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odd; expanding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kills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$f(-x)=-f(x)$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 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even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 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odd; expanding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$\cos(\frac{\pi}{4}t+f)$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kills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 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</m:e>
                        </m: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odd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$g(1)=\int_{-\pi/2}^{\pi/2}\cos\left(\frac{\pi}{4}+f(x)\right)dx$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$g(1)=\cos\frac{\pi}{4}\int_{-\pi/2}^{\pi/2}\cos f(x)\,dx-\sin\frac{\pi}{4}\int_{-\pi/2}^{\pi/2}\sin 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$g(1)=\frac{1}{\sqrt2}\int_{-\pi/2}^{\pi/2}\cos f(x)\,dx-\frac{1}{\sqrt2}\int_{-\pi/2}^{\pi/2}\sin\left(\log_e\left(x+\sqrt{x^2+1}\right)\right)dx$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$f(-x)=\log_e\left(\sqrt{x^2+1}-x\right)=\log_e\frac{1}{x+\sqrt{x^2+1}}=-f(x)$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odd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of an odd function over a symmetric interval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second integral vanishes: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of an odd function over a symmetric interval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second integral vanishes: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$g(1)=\frac{1}{\sqrt2}\int_{-\pi/2}^{\pi/2}\cos 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$g(0)=\int_{-\pi/2}^{\pi/2}\cos 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$g(1)=\frac{g(0)}{\sqrt2}$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$\sqrt2\,g(1)=g(0)$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$\sqrt2\,g(1)=g(0)$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odd function (since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 vanishes. Numerically,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2.277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always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Parity rules: odd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odd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even, odd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odd; for odd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even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$\log\left(x+\sqrt{x^2+1}\right)=\sinh^{-1}x$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odd function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$\left(\sqrt{x^2+1}-x\right)\left(\sqrt{x^2+1}+x\right)=1$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$\int_{-a}^{a}\cos(c+f)=\cos c\int_{-a}^a\cos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 vanishes. Numerically,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$\sqrt2\,g(1)=g(0)\approx2.277$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$g(t)=g(0)\cos\frac{\pi t}{4}$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always integrates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Parity rules: odd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even, odd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odd; for odd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$h(f)$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even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737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given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737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$f:\mathbb{R}\to\mathbb{R}$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given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$\lim_{n\to\infty}\frac{1}{n}\left[f(0)+f\left(\frac{5}{n}\right)+f\left(\frac{10}{n}\right)+\cdots+f\left(\frac{5(n-1)}{n}\right)\right]$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982463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Limit of a sum as a definite integral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Recognise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Recognise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$\frac{1}{n}\sum_{r=0}^{n-1}F\left(\frac{r}{n}\right)\to\int_0^1F(x)dx$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$F(x)=f(5x)$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limit is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limit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$f\left(\frac{5r}{n}\right)$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$r=0,1,\dots,n-1$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$\lim_{n\to\infty}\frac{1}{n}\sum_{r=0}^{n-1}f\left(\frac{5r}{n}\right)$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$\frac{r}{n}$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$\frac{1}{n}\sum$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$\int_0^1f(5x)\,dx$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integral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$f(5x)=5x+1$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$\int_0^1(5x+1)\,dx$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$=\left[\frac{5x^2}{2}+x\right]_0^1=\frac52+1=\frac72$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$\frac{7}{2}$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 integral needed: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linear, so the sum is an arithmetic series that can be added exactly.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No integral needed: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linear, so the sum is an arithmetic series that can be added exactly.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tends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$\sum_{r=0}^{n-1}f\left(\frac{5r}{n}\right)=\sum_{r=0}^{n-1}\left(\frac{5r}{n}+1\right)=\frac{5}{n}\cdot\frac{(n-1)n}{2}+n$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$=\frac{5(n-1)}{2}+n$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$\frac{5(n-1)}{2n}+1=\frac52\left(1-\frac1n\right)+1$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tends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$\frac52+1=\frac72$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7" name="Rounded Rectangle 6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$\frac{7}{2}$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sum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same limit.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inside, the upper limit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factor changes: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$\lim_{n\to\infty}\frac{1}{n}\sum_{r=0}^{n-1}F\left(\frac{r}{n}\right)=\int_0^1F(x)dx$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the same limit.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$\frac{ar}{n}$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inside, the upper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factor changes: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$\frac{1}{n}\sum_{r=0}^{n-1}f\left(\frac{ar}{n}\right)\to\frac{1}{a}\int_0^af(x)dx$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$\frac15\int_0^5(x+1)dx=\frac15\cdot\frac{35}{2}=\frac72$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a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outside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every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Left-endpoint and right-endpoint sums have the same limit; for increasing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left sum is smaller. Here the left sum is exactly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a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$\frac{c}{n}$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outside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$\frac{r}{n}$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every term.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Left-endpoint and right-endpoint sums have the same limit; for increasing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left sum is smaller. Here the left sum is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$\frac72-\frac{5}{2n}$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π</m:t>
                                        </m:r>
                                      </m:den>
                                    </m:f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d>
                                      <m:dPr>
                                        <m:begChr m:val="["/>
                                        <m:sepChr m:val=""/>
                                        <m:endChr m:val="]"/>
                                        <m:grow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>
                                          <m:fPr>
                                            <m:type m:val="bar"/>
                                            <m:ctrlP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</m:num>
                                          <m:den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π</m:t>
                                            </m:r>
                                          </m:den>
                                        </m:f>
                                      </m:e>
                                    </m:d>
                                  </m:e>
                                </m:d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greatest integer less than or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$\int_0^{100\pi}\frac{\sin^2x}{e^{\left(\frac{x}{\pi}-\left[\frac{x}{\pi}\right]\right)}}dx=\frac{\alpha\pi^3}{1+4\pi^2}$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greatest integer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$200\left(1-e^{-1}\right)$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$150\left(e^{-1}-1\right)$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$50(e-1)$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$100(1-e)$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281424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a periodic function involving the fractional part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(because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{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periods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one period.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has period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(because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$\frac{x}{\pi}-[\frac{x}{\pi}]=\{\frac{x}{\pi}\}$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periods equal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times one period.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integrand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{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}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{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}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$\frac{x}{\pi}-\left[\frac{x}{\pi}\right]=\left\{\frac{x}{\pi}\right\}$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$f(x)=\frac{\sin^2x}{e^{\{x/\pi\}}}$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$\{\frac{x}{\pi}\}$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have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$\mathrm{LCM}(\pi,\pi)=\pi$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$\int_0^{100\pi}f\,dx=100\int_0^{\pi}\frac{\sin^2x}{e^{\{x/\pi\}}}dx=100\int_0^{\pi}\frac{\sin^2x}{e^{x/\pi}}dx$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integral: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den>
                        </m:f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$x=\pi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$dx=\pi\,dt$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$100\pi\int_0^1\frac{\sin^2\pi t}{e^{t}}dt$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$\sin^2\pi t=\frac{1-\cos2\pi t}{2}$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$=50\pi\left[\int_0^1e^{-t}dt-\int_0^1e^{-t}\cos2\pi t\,dt\right]$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integral: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e^{-t}\cos2\pi t\,dt=\frac{e^{-t}}{4\pi^2+1}\left(-\cos2\pi t+2\pi\sin2\pi t\right)$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$\int_0^1e^{-t}\cos2\pi t\,dt=\frac{-e^{-1}+1}{1+4\pi^2}$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$-e^{-1}$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$\left(1-\frac1e\right)-\frac{1}{1+4\pi^2}\left(1-\frac1e\right)=\left(1-\frac1e\right)\frac{4\pi^2}{1+4\pi^2}$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den>
                        </m:f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200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den>
                            </m:f>
                          </m:e>
                        </m: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$50\pi\left(1-\frac1e\right)\frac{4\pi^2}{1+4\pi^2}=\frac{200\left(1-\frac1e\right)\pi^3}{1+4\pi^2}$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$\frac{\alpha\pi^3}{1+4\pi^2}$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$\alpha=200\left(1-e^{-1}\right)$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200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$200\left(1-e^{-1}\right)$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Avoid by-parts: write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evaluate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real part of a complex exponential integral.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Avoid by-parts: 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$\sin^2x=\frac{1-\cos2x}{2}$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evaluate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e^{-x/\pi}\cos2x\,dx$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the real part of a complex exponential integral.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the integral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sup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sup>
                            </m:sSup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sup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sup>
                            </m:sSup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den>
                                </m:f>
                              </m:e>
                            </m: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den>
                        </m:f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the integral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$100\int_0^\pi\sin^2x\,e^{-x/\pi}dx=50\left[\int_0^\pi e^{-x/\pi}dx-\int_0^\pi e^{-x/\pi}\cos2x\,dx\right]$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 e^{-x/\pi}dx=\pi\left(1-e^{-1}\right)$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 e^{-x/\pi}\cos2x\,dx=\mathrm{Re}\int_0^\pi e^{\left(2i-\frac1\pi\right)x}dx=\mathrm{Re}\frac{e^{(2i-1/\pi)\pi}-1}{2i-\frac1\pi}$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is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d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200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$e^{(2i-1/\pi)\pi}=e^{2\pi i}e^{-1}=e^{-1}$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$\left(e^{-1}-1\right)\mathrm{Re}\frac{1}{2i-1/\pi}=\left(e^{-1}-1\right)\cdot\frac{-1/\pi}{4+1/\pi^2}=\frac{\pi\left(1-e^{-1}\right)}{1+4\pi^2}$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$50\pi\left(1-e^{-1}\right)\left[1-\frac{1}{1+4\pi^2}\right]=\frac{200\pi^3\left(1-e^{-1}\right)}{1+4\pi^2}$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$\alpha=200\left(1-e^{-1}\right)$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200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$200\left(1-e^{-1}\right)$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fractional part and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formula used above.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whole number of periods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upper limit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combining with an exponential.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$\int_0^{nT}h=n\int_0^Th$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$\{x/\pi\}$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fractional part and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$x/\pi$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e^{ax}\cos bx\,dx=\frac{e^{ax}(a\cos bx+b\sin bx)}{a^2+b^2}$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e^{ax}\sin bx\,dx=\frac{e^{ax}(a\sin bx-b\cos bx)}{a^2+b^2}$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$a=-1,b=2\pi$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formula used above.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whole number of periods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$\int_0^{2\pi/b}e^{ax}\cos bx\,dx=\frac{a\left(e^{2\pi a/b}-1\right)}{a^2+b^2}$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upper 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$\frac{1\mp\cos2x}{2}$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before combining with an exponential.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definite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deg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g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definite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$\int_{\pi/24}^{5\pi/24}\frac{dx}{1+\sqrt[3]{\tan2x}}$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$\frac{\pi}{18}$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$\frac{\pi}{3}$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King property of definite integrals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two forms add up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$a+b-x=\frac{\pi}{4}-x$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$\tan2x\to\cot2x$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two forms add up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$I=\int_{\pi/24}^{5\pi/24}\frac{dx}{1+(\tan2x)^{1/3}}$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$\int_a^bf(x)dx=\int_a^bf(a+b-x)dx$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$a+b=\frac{\pi}{24}+\frac{5\pi}{24}=\frac{\pi}{4}$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$\tan\left(2\left(\frac{\pi}{4}-x\right)\right)=\tan\left(\frac{\pi}{2}-2x\right)=\cot2x$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$I=\int_{\pi/24}^{5\pi/24}\frac{dx}{1+(\cot2x)^{1/3}}$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$2I=\int\left[\frac{1}{1+t^{1/3}}+\frac{1}{1+t^{-1/3}}\right]dx$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$\frac{1}{1+t^{1/3}}+\frac{t^{1/3}}{t^{1/3}+1}=1$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$2I=\int_{\pi/24}^{5\pi/24}dx=\frac{5\pi}{24}-\frac{\pi}{24}=\frac{4\pi}{24}=\frac{\pi}{6}$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$\frac{\pi}{12}$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family: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$g(a+b-x)=\frac{1}{g(x)}$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$\int_a^b\frac{dx}{1+g(x)}=\frac{b-a}{2}$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$g=(\tan2x)^{1/3}$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$\frac12\left(\frac{5\pi}{24}-\frac{\pi}{24}\right)=\frac{\pi}{12}$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family: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$\int_a^b\frac{f(x)}{f(x)+f(a+b-x)}dx=\frac{b-a}{2}$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$\int_0^{\pi/2}\frac{\sqrt{\sin x}}{\sqrt{\sin x}+\sqrt{\cos x}}dx=\frac{\pi}{4}$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Pairs that give reciprocal values: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the tangent means the reflection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(about the midpoint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exponent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any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plays no role: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𝑔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Pairs that give reciprocal values: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x\leftrightarrow\cot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$x\to\frac{\pi}{2}-x$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the tangent means the reflection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$x\to\frac{\pi}{4}-x$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(about the midpoint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$[\frac{\pi}{24},\frac{5\pi}{24}]$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exponent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any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plays no role: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$\int_a^b\frac{dx}{1+g^k}=\frac{b-a}{2}$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4932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defined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greatest integer less than or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Which of the following is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 at every point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everywhere except at the integer points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every point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differentiable except at the integer points.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both continuous and differentiable except at the integer points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4932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$f:[0,\infty)\to[0,\infty)$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defined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$f(x)=\int_0^x[y]\,dy$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greatest integer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Which of the following is true?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 at every point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everywhere except at the integer points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every point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differentiable except at the integer points.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both continuous and differentiable except at the integer points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the greatest integer function, Continuity and differentiability of an integral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An integral of a bounded function is always continuous; its derivative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jumps at every integer.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An integral of a bounded function is always continuous; its derivative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jumps at every integer.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non-negative integer). Split the integral at the integers: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$n\le x&lt;n+1$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 non-negative integer). Split the integral at the integers: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$f(x)=\int_0^1 0\,dy+\int_1^2 1\,dy+\int_2^3 2\,dy+\cdots+\int_{n-1}^{n}(n-1)\,dy+\int_n^x n\,dy$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an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Continuity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from the left, using the piece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every integer, and obviously at every other point: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$f(x)=0+1+2+\cdots+(n-1)+n(x-n)$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$f(x)=\frac{(n-1)n}{2}+nx-n^2=n\left(x-\frac{n+1}{2}\right)$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$n\le x&lt;n+1$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$f(x)=n\cdot\frac{2x-n-1}{2}$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$f(x)=[x]\,\frac{2x-[x]-1}{2}$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$f(n)=\frac{n(n-1)}{2}$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an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Continuity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$f(n^+)=n\left(n-\frac{n+1}{2}\right)=\frac{n(n-1)}{2}$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from the left, using the piece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$f(n^-)=(n-1)\left(n-\frac n2\right)=\frac{n(n-1)}{2}$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Both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$f(n)=\frac{n(n-1)}{2}$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every integer, and obviously at every other point: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Differentiability: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every non-integer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an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right derivative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left derivative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They differ,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differentiable at the positive integers.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everywhere and differentiable except at the integer points: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Differentiability: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$f(x)=\int_0^x[y]dy$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every non-integer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an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right derivative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left derivative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They differ,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differentiable at the positive integers.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everywhere and differentiable except at the integer points: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continuous at every point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and differentiable except at the integer points.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continuous at every point in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$[0,\infty)$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and differentiable except at the integer points.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Fundamental Theorem directly: an integral of a bounded function is continuous,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wherever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continuous - no need to compute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Fundamental Theorem directly: an integral of a bounded function is continuous,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$f'=[x]$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wherever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continuous - no need to compute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bounded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has only jump discontinuities, so it is Riemann integrable on every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FTC: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every non-integer,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 there.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bounded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$|[y]|\le 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has only jump discontinuities, so it is Riemann integrable on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$|f(x+h)-f(x)|=\left|\int_x^{x+h}[y]dy\right|\le(x+h)\,h\to0$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FTC: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every non-integer,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 there.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an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</m:sup>
                        </m:sSup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</m:sup>
                        </m:sSup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(one-sided FTC).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are unequal,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differentiable at the positive integers (it has a corner). Hence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an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$f'(n^+)=\lim_{y\to n^+}[y]=n$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$f'(n^-)=\lim_{y\to n^-}[y]=n-1$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(one-sided FTC).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These are unequal,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differentiable at the positive integers (it has a corner). Hence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continuous at every point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and differentiable except at the integer points.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continuous at every point in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$[0,\infty)$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and differentiable except at the integer points.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09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bounded and Riemann integrable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(even Lipschitz);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jump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corner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a jump.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}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0.25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also continuous with corners at integers,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jumps.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Corner test: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one-sided limits of the integrand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compare them to decide differentiability.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bounded and Riemann integrable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$F(x)=\int_a^xh$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(even Lipschitz);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$F'(x_0)=h(x_0)$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jump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 corner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a jump.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$\int_0^x[y]\,dy=[x]\left(x-\frac{[x]+1}{2}\right)=\frac{[x]\,(2x-[x]-1)}{2}$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$x=3.7$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$3\cdot(3.7-2)=5.1$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$0+1+2+3(0.7)=5.1$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$\int_0^x\{y\}\,dy=\frac{[x]}{2}+\frac{\{x\}^2}{2}$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$\frac12+\frac{0.25}{2}=0.625$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also continuous with corners at integers,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$\{y\}$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jumps.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Corner test: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$F'(a^\pm)$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one-sided limits of the integrand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compare them to decide differentiability.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058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sepChr m:val=""/>
                        <m:endChr m:val="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nary>
                                <m:naryPr>
                                  <m:chr m:val="∫"/>
                                  <m:limLoc m:val="subSup"/>
                                  <m:subHide m:val="off"/>
                                  <m:supHide m:val="off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  <m:sup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sup>
                                <m:e>
                                  <m:d>
                                    <m:dPr>
                                      <m:begChr m:val="("/>
                                      <m:sepChr m:val=""/>
                                      <m:endChr m:val=")"/>
                                      <m:grow/>
                                      <m:ctrlP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5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+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|</m:t>
                                      </m:r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|</m:t>
                                      </m:r>
                                    </m:e>
                                  </m:d>
                                </m:e>
                              </m:nary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𝑑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&gt;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differentiable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continuous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everywhere differentiable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but not differentiable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00583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$f(x)=\begin{cases}\int_0^x\left(5+|1-t|\right)dt, &amp; x&gt;2\\ 5x+1, &amp; x\le2\end{cases}$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differentiable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continuous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everywhere differentiable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but not differentiable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involving the modulus function, Continuity and differentiability of a piecewise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split the modulus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compare values and one-sided derivatives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$x&gt;2$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split the modulus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$f(x)=\frac{x^2+8x+2}{2}$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compare values and one-sided derivatives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split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split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$|1-t|$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$f(x)=\int_0^1(5+1-t)\,dt+\int_1^x(5+t-1)\,dt$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$f(x)=\int_0^1(6-t)\,dt+\int_1^x(t+4)\,dt$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Continuity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$=6-\frac12+\frac{x^2}{2}+4x-\frac12-4$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$f(x)=\frac{11+x^2+8x-1-8}{2}=\frac{x^2+8x+2}{2}$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$f(x)=5x+1$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Continuity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$f(2^+)=\frac{4+16+2}{2}=11$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$f(2^-)=5(2)+1=11$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Derivative: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They are unequal,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differentiable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but not differentiable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(option 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Derivative: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$f'(x)=\frac{2x+8}{2}=x+4$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$f'(2^+)=2+4=6$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$f'(2^-)=5$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They are unequal,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differentiable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but not differentiable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(option 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continuous but not differentiable at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continuous but not differentiable at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$x=2$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geometry and the Fundamental Theorem: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rectangle plus two triangles,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simply the integrand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geometry and the Fundamental Theorem: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$\int_0^2(5+|1-t|)dt$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rectangle plus two triangles,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$f'(2^+)$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simply the integrand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Continuity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area of two right triangles with legs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continuous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Continuity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$f(2^+)=\int_0^2\left(5+|1-t|\right)dt=\int_0^2 5\,dt+\int_0^2|1-t|\,dt$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$\int_0^25\,dt=10$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$\int_0^2|1-t|dt$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area of two right triangles with legs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$\frac12+\frac12=1$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$f(2^+)=11=5(2)+1=f(2^-)=f(2)$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continuous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continuous, so by the Fundamental Theorem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not differentiable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(A) is false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(differentiable); so the answer is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$5+|1-t|$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continuous, so by the Fundamental Theorem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$f'(x)=5+|1-x|$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$f'(2^+)=5+1=6$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$f'(2^-)=5\ne6$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not differentiable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(A) is false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$f(x)=5x+1$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near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(differentiable); so the answer is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continuous but not differentiable at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continuous but not differentiable at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$x=2$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continuous: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 everywhere. A kink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therefore does not hurt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only makes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fail there.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piecewise function glued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iff the two pieces agree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differentiable iff, in addition, the one-sided derivatives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agree.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and, in general,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a function with a corner gives a function that is differentiable there; a jump of the integrand produces a corner of the integral (cf. Q9).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$F(x)=\int_a^x h(t)dt$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continuous: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 everywhere. A kink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$|1-t|$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therefore does not hurt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only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fail there.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piecewise function glued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iff the two pieces agree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is differentiable iff, in addition, the one-sided derivatives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agree.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$\int_0^2|1-t|dt=1$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and, in general,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$\int_0^a|c-t|dt=\frac{c^2+(a-c)^2}{2}$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c\le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$c=1,a=2$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$\frac{1+1}{2}=1$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a function with a corner gives a function that is differentiable there; a jump of the integrand produces a corner of the integral (cf. Q9).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$\int_{-1}^{1}\log\left(x+\sqrt{x^2+1}\right)dx$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Properties of definite integrals (odd and even functions)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log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odd function,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log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integral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vanishes.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$\log\left(x+\sqrt{x^2+1}\right)$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 odd function, because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$f(x)+f(-x)=\log 1=0$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integral 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$[-1,1]$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vanishes.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rad>
                              </m:e>
                            </m: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rad>
                              </m:e>
                            </m: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$I=\int_{-1}^{1}\log\left(x+\sqrt{x^2+1}\right)dx$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$f(x)=\log\left(x+\sqrt{x^2+1}\right)$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$\int_{-a}^{a}f(x)\,dx=\int_0^{a}\big(f(x)+f(-x)\big)dx$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$f(-x)=\log\left(-x+\sqrt{x^2+1}\right)$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$I=\int_0^1\Big(\log\left(x+\sqrt{x^2+1}\right)+\log\left(-x+\sqrt{x^2+1}\right)\Big)dx$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logarithms is the logarithm of the product: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of logarithms is the logarithm of the 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$\left(\sqrt{x^2+1}+x\right)\left(\sqrt{x^2+1}-x\right)=x^2+1-x^2=1$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$I=\int_0^1\log\left(x^2+1-x^2\right)dx=\int_0^1\log 1\,dx=0$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(A)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an antiderivative by parts: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evaluate it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Find an antiderivative by parts: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$\int\sinh^{-1}x\,dx=x\sinh^{-1}x-\sqrt{x^2+1}$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evaluate it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$\pm1$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log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derivative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$\log\left(x+\sqrt{x^2+1}\right)=\sinh^{-1}x$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derivative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$\frac{1}{\sqrt{x^2+1}}$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$u=\sinh^{-1}x,\ dv=dx$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$\int\sinh^{-1}x\,dx=x\sinh^{-1}x-\int\frac{x}{\sqrt{x^2+1}}dx=x\sinh^{-1}x-\sqrt{x^2+1}$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$\sinh^{-1}1-\sqrt2$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values are equal, so the definite integral is their 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$(-1)\sinh^{-1}(-1)-\sqrt2=\sinh^{-1}1-\sqrt2$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$\sinh^{-1}$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two values are equal, so the definite integral is their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(A)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 general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because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Other odd logarithms: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sinh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sinh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1.6512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1.6512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$\int_{-a}^{a}f=0$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$\int_{-a}^{a}f=2\int_0^af$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 general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$\int_{-a}^{a}f=\int_0^a\big(f(x)+f(-x)\big)dx$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$\ln\left(x+\sqrt{x^2+1}\right)=\sinh^{-1}x$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$\left(\sqrt{x^2+1}+x\right)\left(\sqrt{x^2+1}-x\right)=1$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Other odd logarithms: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$\ln\frac{1-x}{1+x}$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$\ln\left(\sqrt{1+x^2}-x\right)$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$\int\sinh^{-1}x\,dx=x\sinh^{-1}x-\sqrt{x^2+1}+C$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$\int_0^2\sinh^{-1}x\,dx=2\sinh^{-1}2-\sqrt5+1\approx1.6512$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$1.6512$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$\lim_{n\to\infty}\frac1n\sum_{j=1}^{n}\frac{(2j-1)+8n}{(2j-1)+4n}$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$5+\log_e\left(\frac32\right)$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$1+2\log_e\left(\frac32\right)$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$3+2\log_e\left(\frac23\right)$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$2-\log_e\left(\frac23\right)$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Limit of a sum as a definite integral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vanishes in the limit), then integrate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$f\left(\frac jn\right)$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$f(x)=\frac{2x+8}{2x+4}$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$-\frac1n$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vanishes in the limit), then integrate 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of each term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of each term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$\lim\frac1n\sum_{j=1}^{n}\frac{2\frac jn-\frac1n+8}{2\frac jn-\frac1n+4}$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limit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</m:e>
                    </m:nary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limit equals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fraction: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$\lim\frac1n\sum_{j=1}^{n}\frac{2\frac jn+8}{2\frac jn+4}$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jn\to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$\frac1n\to 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$\sum_{j=1}^n\to\int_0^1$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limit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$\int_0^1\frac{2x+8}{2x+4}\,dx$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fraction: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$\frac{2x+8}{2x+4}=1+\frac{4}{2x+4}=1+\frac{2}{x+2}$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Evaluate: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limit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$\int_0^1\left(1+\frac{2}{x+2}\right)dx=\Big[x+2\ln(x+2)\Big]_0^1$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Evaluate: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$(1+2\ln3)-(0+2\ln2)=1+2\ln\frac32$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$1+2\log_e\frac32$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$1+2\ln\frac32$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Avoid the integral: split off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turn the rest into a harmonic-type sum, using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Avoid the integral: split off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turn the rest into a harmonic-type sum, using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$H_m-\ln m\to\gamma$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$\sum_{k=pn+1}^{qn}\frac1k\to\ln\frac qp$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expression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Termwise the difference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it is at most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$\frac{(2j-1)+8n}{(2j-1)+4n}=1+\frac{4n}{2j-1+4n}$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expression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$\frac1n\sum_{j=1}^n1+\sum_{j=1}^{n}\frac{4}{2j+4n-1}=1+2\sum_{j=1}^{n}\frac{1}{j+2n-\frac12}$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$\sum_{j=1}^{n}\frac{1}{j+2n}=H_{3n}-H_{2n}$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Termwise the difference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$\frac{1/2}{(k)(k-\frac12)}\le\frac{1}{4n^2}$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$k\ge 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it is at most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$\frac{1}{4n}\to0$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𝑜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limit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as before.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$H_m=\ln m+\gamma+o(1)$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$H_{3n}-H_{2n}\to\ln\frac{3n}{2n}=\ln\frac32$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$1+2\ln\frac32$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as before.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$1+2\ln\frac32$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Shifts such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fixed) do not change the limit.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spot the integrand: divide numerator and denominator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until every term is a function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sum's range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.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limits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$\lim\frac1n\sum_{j=1}^{n}f\left(\frac jn\right)=\int_0^1f(x)\,dx$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Shifts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$\frac{j-1}{n}$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$\frac{j-1/2}{n}$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$\frac{j+k}{n}$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fixed) do not change the limit.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 spot the integrand: 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until every term is a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jn$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sum's range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$j=1..n$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$j=pn+1..qn$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limits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Constants split: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0.80889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from the sum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the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 here: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1.8109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1.81093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Constants split: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$\frac{px+q}{rx+s}=\frac pr+\frac{q-ps/r}{rx+s}$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$\int_0^1\frac{dx}{rx+s}=\frac1r\ln\frac{r+s}{s}$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$p,q,r,s=3,5,2,7$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$0.80889$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from the sum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$n=10^5$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the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 here: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$\int_0^1\frac{2x+8}{2x+4}dx=1+2\ln\frac32\approx1.8109$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$n=2\times10^5$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$1.81093$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definite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e>
                            </m: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7726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definite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$\int_{-\pi/4}^{\pi/4}\frac{dx}{\left(1+e^{x\cos x}\right)\left(\sin^4x+\cos^4x\right)}$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$\frac{\pi}{2\sqrt2}$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4281423"/>
                <a:ext cx="10725912" cy="20848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King property and integral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4281423"/>
                <a:ext cx="10725912" cy="20848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King property and integral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$\frac{1}{\sin^4x+\cos^4x}$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Reflect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removes the exponential, leaving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Reflect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$\frac{1}{1+e^{u}}+\frac{1}{1+e^{-u}}=1$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removes the exponential, leaving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$\int_0^{\pi/4}\frac{dx}{\sin^4x+\cos^4x}$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e>
                            </m: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e>
                            </m: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(2);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$I=\int_{-\pi/4}^{\pi/4}\frac{dx}{\left(1+e^{x\cos x}\right)\left(\sin^4x+\cos^4x\right)}$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$\int_a^bf(x)dx=\int_a^bf(a+b-x)dx$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$\cos(-x)=\cos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$x\cos x\to-x\cos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$I=\int_{-\pi/4}^{\pi/4}\frac{dx}{\left(1+e^{-x\cos x}\right)\left(\sin^4x+\cos^4x\right)}$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(2);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$\frac{1}{1+e^{u}}+\frac{1}{1+e^{-u}}=1$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$2I=\int_{-\pi/4}^{\pi/4}\frac{dx}{\sin^4x+\cos^4x}$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even,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𝑡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𝑡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even,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$2I=2\int_0^{\pi/4}\frac{dx}{\sin^4x+\cos^4x}$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$I=\int_0^{\pi/4}\frac{dx}{\sin^4x+\cos^4x}$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$\cos^4x$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$I=\int_0^{\pi/4}\frac{(1+\tan^2x)\sec^2x}{1+\tan^4x}dx$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$I=\int_0^1\frac{1+t^2}{1+t^4}dt=\int_0^1\frac{1+\frac{1}{t^2}}{t^2+\frac{1}{t^2}}dt$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$t^2+\frac1{t^2}=\left(t-\frac1t\right)^2+2$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$I=\int_0^1\frac{\left(1+\frac1{t^2}\right)dt}{\left(t-\frac1t\right)^2+2}$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den>
                            </m:f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d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argument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$u=t-\frac1t$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$du=\left(1+\frac1{t^2}\right)dt$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$I=\frac1{\sqrt2}\tan^{-1}\left(\frac{t-\frac1t}{\sqrt2}\right)\Big|_0^1=\frac1{\sqrt2}\tan^{-1}\left(\frac{t^2-1}{\sqrt2\,t}\right)\Big|_0^1$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argument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$t\to0^+$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$\frac{t^2-1}{\sqrt2\,t}\to-\infty$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$\tan^{-1}\to-\frac\pi2$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$I=\frac1{\sqrt2}\left(0+\frac\pi2\right)=\frac{\pi}{2\sqrt2}$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$\frac{\pi}{2\sqrt2}$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Odd-even split: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odd; then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standard integral.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Odd-even split: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$\frac1{1+e^u}=\frac12-\frac12\tanh\frac u2$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$u=x\cos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odd;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$\sin^4x+\cos^4x=\frac{3+\cos4x}{4}$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a standard integral.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tanh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odd;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 That part of the integrand is odd and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$\frac{1}{1+e^{u}}=\frac12-\frac12\tanh\frac u2$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$\tanh\frac{x\cos x}2$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$\sin^4x+\cos^4x$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 That part of the integrand is odd and integrates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$\left[-\frac\pi4,\frac\pi4\right]$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$I=\frac12\int_{-\pi/4}^{\pi/4}\frac{dx}{\sin^4x+\cos^4x}=\int_0^{\pi/4}\frac{dx}{\sin^4x+\cos^4x}$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$\sin^4x+\cos^4x=1-\frac12\sin^22x=\frac{3+\cos4x}{4}$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$I=\int_0^{\pi/4}\frac{4\,dx}{3+\cos4x}$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$u=4x$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$\int_0^{\pi}\frac{du}{3+\cos 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$\int_0^\pi\frac{du}{p+q\cos u}=\frac{\pi}{\sqrt{p^2-q^2}}$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$p&gt;|q|$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$I=\frac{\pi}{\sqrt{9-1}}=\frac{\pi}{2\sqrt2}$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$\frac{\pi}{2\sqrt2}$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𝑔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(also 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0.84147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0.785398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Instance here: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1.1107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$\int_{-a}^{a}\frac{f(x)}{1+e^{g(x)}}dx=\int_0^af(x)dx$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(also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$\frac{f(x)}{1+k^{g(x)}}$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$\int_{-1}^1\frac{\cos x}{1+e^{x^3}}dx=\sin1=0.84147$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$\sin^4x+\cos^4x=1-\frac12\sin^22x=\frac{3+\cos4x}4$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$\sin^6x+\cos^6x=1-\frac34\sin^22x$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$\int_0^\pi\frac{du}{p+q\cos u}=\frac{\pi}{\sqrt{p^2-q^2}}$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$p&gt;|q|$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$p=5,q=3$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$0.785398$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$\frac{1+t^2}{1+t^4}$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$u=t-\frac1t$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$\int\frac{1+t^2}{1+t^4}dt=\frac1{\sqrt2}\tan^{-1}\frac{t^2-1}{\sqrt2\,t}+C$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Instance here: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$\int_0^{\pi/4}\frac{dx}{\sin^4x+\cos^4x}=\frac{\pi}{2\sqrt2}\approx1.1107$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7495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twice differentiable function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differentiable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exactly five distinct roots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seven roots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twelve roots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five roots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three roots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7495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$f:(a,b)\to\mathbb{R}$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twice differentiable function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$f(x)=\int_a^x g(t)\,dt$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 differentiable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exactly five distinct roots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$g(x)g'(x)=0$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seven roots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twelve roots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five roots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three roots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Rolle's theorem, Derivative of an integral (Fundamental theorem of calculus)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apply Rolle's theorem twice: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5 zeros,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least 4,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least 3 (all distinct),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$g=f'$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$g'=f''$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apply Rolle's theorem twice: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5 zeros,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least 4,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least 3 (all distinct), giving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$4+3=7$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276088"/>
                <a:ext cx="10725912" cy="13990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$f(x)=\int_a^xg(t)dt$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$f''(x)=g'(x)$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$g(x)g'(x)=0\iff f'(x)f''(x)=0$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distinct roots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Rolle's theorem between consecutive roots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(there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gaps),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roots.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Rolle's theorem again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(differentiable,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twice differentiable): between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zeros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gaps,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roots.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found this way lie strictly inside the gaps between zeros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differ from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zeros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roots, and by (1)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roots: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distinct roots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Rolle's theorem between consecutive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(there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gaps),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roots.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Rolle's theorem again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(differentiable,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twice differentiable): between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zeros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there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gaps,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roots.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found this way lie strictly inside the gaps between zeros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differ from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zeros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$f'(x)f''(x)=0$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$4+3=7$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roots, and by (1)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$g(x)g'(x)=0$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roots: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seven roots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seven roots in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$(a,b)$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Apply Rolle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its derivative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exactly the product,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vanishes wherever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does.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Apply Rolle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its derivative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$2gg'$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exactly the product,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vanishes wherever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does.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zeros, so by Rolle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zeros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(differentiable).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each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That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roots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zeros, so by Rolle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zeros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$c_1&lt;c_2&lt;c_3&lt;c_4$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$h=g^2$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(differentiable).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$h'=2gg'$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$gg'=0\iff h'=0$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each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$h(c_i)=0$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$h'(c_i)=2g(c_i)g'(c_i)=0$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That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Rolle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further roots, all different from the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at least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roots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Example: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degree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real roots,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be improved.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$h(c_i)=h(c_{i+1})=0$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Rolle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$d_i\in(c_i,c_{i+1})$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$h'(d_i)=0$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$i=1,2,3$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further roots, all different from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at least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$4+3=7$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Example: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$f=(x-1)(x-2)(x-3)(x-4)(x-5)$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$f'f''$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degree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real roots,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cannot be improved.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seven roots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seven roots in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$(a,b)$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distinct zeros in an interval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differentiable,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distinct zeros (Rolle repeatedly); the new zeros lie strictly between the earlier ones.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Zero counts of products: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zeros;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zeros.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second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∏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real roots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1.356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1.775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2.456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3.544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4.225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4.644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distinct zeros in an interval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differentiable,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$f^{(k)}$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distinct zeros (Rolle repeatedly); the new zeros lie strictly between the earlier ones.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Zero counts of products: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 f'=\frac12(f^2)'$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$n+(n-1)=2n-1$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zeros;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$f'f''=\frac12\left((f')^2\right)'$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at least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$(n-1)+(n-2)=2n-3$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zeros.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second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$f=\prod_{i=1}^5(x-i)$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$f'f''$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real roots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$1.356,\,1.775,\,2.456,\,3,\,3.544,\,4.225,\,4.644$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(FTC); differentiability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what makes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Rolle guarantees a zero of the derivative strictly inside each gap, but never a count of zeros beyond that; the question therefore says 'at least'.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$f(x)=\int_a^xg$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(FTC); differentiability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what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$f''=g'$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Rolle guarantees a zero of the derivative strictly inside each gap, but never a count of zeros beyond that; the question therefore says 'at least'.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3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Q15 – Q17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(assumed: no marks are printed in the paper; JEE Advanced default for numerical)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Marking pattern not printed in the paper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domain of the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b>
                        </m:sSub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log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b>
                            </m:sSub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18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77</m:t>
                                </m:r>
                              </m:e>
                            </m:d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the domain of 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$f(x)=\log_4\left(\log_5\left(\log_3\left(18x-x^2-77\right)\right)\right)$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$\int_a^b\frac{\sin^3x}{\sin^3x+\sin^3(a+b-x)}dx$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2661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Domain of logarithmic functions, Properties of definite integrals (king property)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domain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tightest condition is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domain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$(8,10)$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tightest condition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$\log_3(\cdot)&gt;1$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$\int_a^b\frac{f(x)}{f(x)+f(a+b-x)}dx=\frac{b-a}{2}$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domain we need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77</m:t>
                            </m:r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77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77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contains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again containing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domain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$\log_5\left(\log_3\left(18x-x^2-77\right)\right)&gt;0$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$\Rightarrow\log_3\left(18x-x^2-77\right)&gt;1\Rightarrow18x-x^2-77&gt;3$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$\Rightarrow x^2-18x+80&lt;0$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$(x-8)(x-10)&lt;0$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$x\in(8,10)$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$\log_3\left(18x-x^2-77\right)&gt;0$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$18x-x^2-77&gt;1$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$x^2-18x+78&lt;0$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$x\in\left(9-\sqrt3,\,9+\sqrt3\right)$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$(8,10)$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$18x-x^2-77&gt;0$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$x\in(7,11)$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again containing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$(8,10)$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domain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(i) and (ii):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domain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$(8,10)$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$I=\int_8^{10}\frac{\sin^3x}{\sin^3x+\sin^3(18-x)}dx$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$\int_a^bf(x)dx=\int_a^bf(a+b-x)dx$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$I=\int_8^{10}\frac{\sin^3(18-x)}{\sin^3(18-x)+\sin^3x}dx$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(i) and (ii):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$2I=\int_8^{10}dx=2$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Complete the square to read the domain at once, then use the point-symmetry of the integrand about the centre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Complete the square to read the domain at once, then use the point-symmetry of the integrand about the centre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$x=9$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$h(9+t)+h(9-t)=1$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bases greater than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needs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needs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centre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$18x-x^2-77=4-(x-9)^2$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bases greater than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$\log_4(\cdot)$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$\log_5(\cdot)&gt;0$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$\log_3(\cdot)&gt;1$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$18x-x^2-77&gt;3$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$4-(x-9)^2&gt;3\iff(x-9)^2&lt;1\iff x\in(8,10)$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$(a,b)=(8,10)$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graph is symmetric about 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$h(x)=\frac{\sin^3x}{\sin^3x+\sin^3(18-x)}$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$x=9+t$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$h(9+t)=\frac{\sin^3(9+t)}{\sin^3(9+t)+\sin^3(9-t)}$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$18-x=9-t$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$h(9+t)+h(9-t)=1$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$t\in(-1,1)$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graph is symmetric about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$\left(9,\frac12\right)$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$I=\int_{-1}^{1}h(9+t)\,dt=\int_0^1\big(h(9+t)+h(9-t)\big)dt=\int_0^11\,dt=1$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integrand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average).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Nested logarithms with every base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condition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defined reduces to a single inequality on the innermost argument; here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tightest), which implies all the weaker ones.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$f(x)+f(a+b-x)\neq0$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$\int_a^b\frac{f(x)}{f(x)+f(a+b-x)}dx=\frac{b-a}2$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average).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Nested logarithms with every base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$&gt;1$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$\log_{b_1}(\log_{b_2}(\cdots))$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defined reduces to a single inequality on the innermost argument; here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$18x-x^2-77&gt;3$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tightest), which implies all the weaker ones.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Domain of a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complete the square,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condition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symmetric interval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centre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 check: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symmetry trick is legitimate.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Domain of a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$px-x^2-q$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complete the square,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 x-x^2-q=\left(\frac{p^2}{4}-q\right)-\left(x-\frac p2\right)^2$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$&gt;m$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symmetric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p2\pm\sqrt{\frac{p^2}{4}-q-m}$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whose centre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$\frac{a+b}2=\frac p2=9$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$\sin^3x+\sin^3(18-x)\neq0$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$(8,10)$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x+\sin(18-x)=2\sin9\cos(x-9)\neq0$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$|x-9|&lt;1$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symmetry trick is legitimate.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twice differentiable function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𝐹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224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β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178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$F:[3,5]\to\mathbb{R}$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twice differentiable function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$F(x)=e^{-x}\int_3^x\left(3t^2+2t+4F'(t)\right)dt$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$F'(4)=\frac{\alpha e^{\beta}-224}{\left(e^{\beta}-4\right)^2}$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26611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Integral equation: Leibniz rule and Fundamental theorem of calculus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terms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integrating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 exactly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$e^xF(x)$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$F'(4)$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terms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$F(4)$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integrating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$4F'(t)$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part exactly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$F(3)=0$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𝐹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(1):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𝐹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$e^xF(x)=\int_3^x\left(3t^2+2t+4F'(t)\right)dt$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$e^xF'(x)+e^xF(x)=3x^2+2x+4F'(x)$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$e^4F'(4)+e^4F(4)=48+8+4F'(4)$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$F'(4)=\frac{56-e^4F(4)}{e^4-4}$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$e^4F(4)=\int_3^4\left(3t^2+2t+4F'(t)\right)dt$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given relation).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44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56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224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224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β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$e^4F(4)=\Big[t^3+t^2+4F(t)\Big]_3^4$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$e^4F(4)=\left(4^3-3^3\right)+\left(4^2-3^2\right)+4\big[F(4)-F(3)\big]$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given relation).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$\left(e^4-4\right)F(4)=37+7=44$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$F(4)=\frac{44}{e^4-4}$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$F'(4)=\frac{56-e^4\cdot\frac{44}{e^4-4}}{e^4-4}=\frac{56\left(e^4-4\right)-44e^4}{\left(e^4-4\right)^2}=\frac{12e^4-224}{\left(e^4-4\right)^2}$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$\frac{\alpha e^\beta-224}{\left(e^\beta-4\right)^2}$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equation into an algebraic one,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differentiate.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Solve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$\int_3^x4F'(t)dt=4F(x)$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equation into an algebraic one,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$F(x)=\frac{x^3+x^2-36}{e^x-4}$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differentiate.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integral: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𝐹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𝐹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integral: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$e^xF(x)=\int_3^x\left(3t^2+2t\right)dt+4\int_3^xF'(t)dt$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$F(3)=e^{-3}\int_3^3(\cdots)=0$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$4\int_3^xF'(t)dt=4F(x)$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$\int_3^x\left(3t^2+2t\right)dt=x^3+x^2-36$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$e^xF(x)=x^3+x^2-36+4F(x)$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$F(x)=\frac{x^3+x^2-36}{e^x-4}$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36</m:t>
                            </m:r>
                          </m:e>
                        </m: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numerator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$F'(x)=\frac{\left(3x^2+2x\right)\left(e^x-4\right)-\left(x^3+x^2-36\right)e^x}{\left(e^x-4\right)^2}$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$3x^2+2x=56$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$x^3+x^2-36=44$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numerator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$56\left(e^4-4\right)-44e^4=12e^4-224$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𝐹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0.876279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both the formula and the original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integrand contains the unknown's own derivative, 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𝐹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of differentiating twice; the unknown then appears algebraically.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$F(x)=e^{-x}\int_c^x\big(p(t)+kF'(t)\big)dt$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$F(c)=0$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$\int_c^xkF'=kF(x)$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$F(x)=\frac{P(x)-P(c)}{e^x-k}$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$P'=p$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$e^x\neq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$p=3t^2+2t$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$F(4.5)=0.876279$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both the formula and the original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integrand contains the unknown's own derivative,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$\int_c^xF'(t)dt=F(x)-F(c)$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instead of differentiating twice; the unknown then appears algebraically.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Leibniz/FTC: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the lower-limit value gives the initial condition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automatically.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 here: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0.1684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Leibniz/FTC: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$\frac{d}{dx}\int_c^xh(t)dt=h(x)$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the lower-limit value gives the initial condition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$F(c)=0$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automatically.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 here: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$F(4)=\frac{44}{e^4-4}$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$F'(4)=\frac{12e^4-224}{(e^4-4)^2}\approx0.1684$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$\int_0^{\pi}\left(\sin^3x\right)e^{-\sin^2x}dx=\alpha-\frac{\beta}{e}\int_0^1\sqrt t\,e^{t}dt$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5475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Properties of definite integrals and integration by parts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Halve the range by symmetry, substitute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reduce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parts so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ra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appears.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Halve the range by symmetry, 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$\cos^2x=t$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reduce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$\int\frac{e^t}{\sqrt t}$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parts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$\int\sqrt t\,e^t$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appears.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$I=\int_0^\pi\sin^3x\,e^{-\sin^2x}dx$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$I=2\int_0^{\pi/2}\sin^3x\,e^{-\sin^2x}dx$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$\sin^3x=\left(1-\cos^2x\right)\sin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$e^{-\sin^2x}=e^{\cos^2x-1}$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$I=2\int_0^{\pi/2}\left(1-\cos^2x\right)\sin x\,e^{\cos^2x-1}dx$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$-2\cos x\sin 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x\,dx=\frac{-dt}{2\cos x}=\frac{-dt}{2\sqrt 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</m:rad>
                          </m:den>
                        </m:f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</m:rad>
                          </m:den>
                        </m:f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</m:rad>
                              </m:den>
                            </m:f>
                          </m:e>
                        </m:nary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</m:rad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$x=0\to 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$x=\frac\pi2\to 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$I=2\int_1^0(1-t)e^{t-1}\left(\frac{-dt}{2\sqrt t}\right)$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$I=\int_0^1\frac{(1-t)}{\sqrt t}e^{t-1}dt=\frac1e\int_0^1\frac{(1-t)}{\sqrt t}e^{t}dt$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$I=\frac1e\left[\int_0^1\frac{1}{\sqrt t}e^tdt-\int_0^1\sqrt t\,e^tdt\right]$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</m:rad>
                          </m:den>
                        </m:f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</m:rad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</m:rad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</m:rad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$\int_0^1\frac{1}{\sqrt t}e^tdt=\Big[2\sqrt t\,e^t\Big]_0^1-\int_0^12\sqrt t\,e^tdt=2e-2\int_0^1\sqrt t\,e^tdt$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$I=\frac1e\left[2e-2\int_0^1\sqrt t\,e^tdt-\int_0^1\sqrt t\,e^tdt\right]=\frac1e\left[2e-3\int_0^1\sqrt t\,e^tdt\right]$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$I=2-\frac3e\int_0^1\sqrt t\,e^tdt$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(no halving, no square roots) and 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tie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ra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directly (no halving, no square roots)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$\frac{d}{du}\left(ue^{u^2}\right)=(1+2u^2)e^{u^2}$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tie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e^{u^2}$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$\int\sqrt t\,e^t$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$\sin^2x=1-u^2$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x\,dx=-du$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$x:0\to\pi$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$u:1\to-1$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$I=\int_{-1}^{1}\left(1-u^2\right)e^{u^2-1}du=\frac2e\int_0^1\left(1-u^2\right)e^{u^2}du$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$K=\int_0^1e^{u^2}du$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$L=\int_0^1u^2e^{u^2}du$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$I=\frac2e(K-L)$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$J=\int_0^1\sqrt t\,e^tdt$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$t=u^2$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$dt=2u\,du$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$J=\int_0^12u^2e^{u^2}du=2L$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𝐽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𝐽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$\frac{d}{du}\left(ue^{u^2}\right)=(1+2u^2)e^{u^2}$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$e=K+2L=K+J$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$K=e-J$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$I=\frac2e\left(e-J-\frac J2\right)=2-\frac3eJ$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both sides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0.614239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Integrals such as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elementary, but they are linked: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1.46265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1.25563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answer is given 'in terms of' a leftover integral, integrate by parts until that integral appears with a rational multiple; compare coefficients.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(odd power of sine); for odd powers of cosine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 F(\sin x)dx=2\int_0^{\pi/2}F(\sin 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$\int_0^\pi\sin^{2k+1}x\,\phi(\sin^2x)dx=\int_{-1}^1(1-u^2)^k\phi(1-u^2)du$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both sides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$0.614239$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$\phi(s)=e^{-s}$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Integrals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$\int_0^1e^{u^2}du$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$\int_0^1\sqrt t\,e^tdt$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not elementary, but they are linked: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$\int_0^1e^{u^2}du=e-\int_0^1\sqrt t\,e^tdt$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$\int_0^1t^{-1/2}e^tdt=2e-2\int_0^1\sqrt t\,e^tdt$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$1.46265=e-1.25563$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answer is given 'in terms of' a leftover integral, integrate by parts until that integral appears with a rational multiple; compare coefficients.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$\int\sin^{2k+1}x\,\phi(\sin^2 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(odd power of sine); for odd powers of cosine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4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Q18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(assumed: no marks are printed in the paper; JEE Advanced default for single correct)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Marking pattern not printed in the paper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44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deg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g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(where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 of integration)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44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$\int\frac{1}{\sqrt[4]{(x-1)^3(x+2)^5}}dx$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 (where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 of integration)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$\frac43\left(\frac{x-1}{x+2}\right)^{\frac14}+C$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$\frac34\left(\frac{x+2}{x-1}\right)^{\frac14}+C$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$\frac34\left(\frac{x-1}{x+2}\right)^{\frac54}+C$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$\frac34\left(\frac{x+2}{x-1}\right)^{\frac54}+C$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Indefinite integration by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exponents add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pulling out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leaves a function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whose differential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exponents add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$\frac34+\frac54=2$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pulling 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$(x-1)^2$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leaves a function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$\frac{x+2}{x-1}$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whose differential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$\frac{-3\,dx}{(x-1)^2}$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385816"/>
                <a:ext cx="10725912" cy="12893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deg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g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sup>
                                </m:sSup>
                              </m:den>
                            </m:f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385816"/>
                <a:ext cx="10725912" cy="12893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$(x-1)^3=\frac{(x-1)^8}{(x-1)^5}$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$I=\int\frac{dx}{\sqrt[4]{(x-1)^8\cdot\frac{(x+2)^5}{(x-1)^5}}}$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the fourth root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the fourth root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$(x-1)^8$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$I=\int\frac{dx}{(x-1)^2\left(\frac{x+2}{x-1}\right)^{5/4}}$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$\frac{x+2}{x-1}=t$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$dt=\frac{(x-1)-(x+2)}{(x-1)^2}dx=\frac{-3\,dx}{(x-1)^2}$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$\frac{dx}{(x-1)^2}=-\frac{dt}{3}$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$I=-\frac13\int\frac{dt}{t^{5/4}}$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$I=-\frac13\cdot\frac{t^{-1/4}}{-\frac14}+C=\frac43t^{-1/4}+C$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Back-substitute: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$I=\frac43\left(\frac{x+2}{x-1}\right)^{-1/4}+C$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$I=\frac43\left(\frac{x-1}{x+2}\right)^{1/4}+C$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$\frac43\left(\frac{x-1}{x+2}\right)^{1/4}+C$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Mirror substitution: factor out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instead, so the integrand is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Mirror substitution: factor 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$(x+2)$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instead, so the integrand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$\left(\frac{x-1}{x+2}\right)^{-3/4}(x+2)^{-2}$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$d\left(\frac{x-1}{x+2}\right)=\frac{3\,dx}{(x+2)^2}$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Fourth root: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$(x-1)^3(x+2)^5=\left(\frac{x-1}{x+2}\right)^3(x+2)^8$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Fourth root: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$\left(\frac{x-1}{x+2}\right)^{3/4}(x+2)^2$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$w^{-3/4}(x+2)^{-2}$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$w=\frac{x-1}{x+2}$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$dw=\frac{(x+2)-(x-1)}{(x+2)^2}dx=\frac{3\,dx}{(x+2)^2}$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$I=\frac13\int w^{-3/4}dw=\frac13\cdot4w^{1/4}+C=\frac43\left(\frac{x-1}{x+2}\right)^{1/4}+C$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$\frac43\left(\frac{x-1}{x+2}\right)^{1/4}+C$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differentiates correctly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0.054288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root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exactly the case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its reciprocal.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$\int\frac{dx}{(x-a)^p(x-b)^q}$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$t=\frac{x-a}{x-b}$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$dt=\frac{(a-b)\,dx}{(x-b)^2}$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$\frac{t^{1-p}}{(a-b)(1-p)}+C$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$p\neq1$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$a=1,b=-2,p=\frac13$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differentiates correctly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$0.054288$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root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$(x-a)^m(x-b)^n$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$m+n=2k$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$3+5=8=2\cdot4$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exactly the 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$p+q=2$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$\frac{x-a}{x-b}$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its reciprocal.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 here: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option check: differentiate.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times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integrand (numerically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0.079527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 here: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$\frac{t^{1/4}}{3\cdot\frac14}=\frac43\left(\frac{x-1}{x+2}\right)^{1/4}$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option check: differentiate.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$\frac{d}{dx}\left(\frac{x-1}{x+2}\right)^{1/4}=\frac14\left(\frac{x-1}{x+2}\right)^{-3/4}\frac{3}{(x+2)^2}$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times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integrand (numerically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$0.079527$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5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Q19 – Q21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(assumed: no marks are printed in the paper; JEE Advanced default for numerical)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Marking pattern not printed in the paper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constant of integration,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$\int\frac{dx}{\left(x^2+x+1\right)^2}=a\tan^{-1}\left(\frac{2x+1}{\sqrt3}\right)+b\left(\frac{2x+1}{x^2+x+1}\right)+C$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constant of integration,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$9\left(\sqrt3a+b\right)$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846068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Integration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trigonometric substitution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846068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Integration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$\frac{1}{(x^2+x+1)^2}$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trigonometric substitution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Complete the square,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integrand becomes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convert back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Complete the square,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$x+\frac12=\frac{\sqrt3}2\tan\theta$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integrand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$\cos^2\theta$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convert back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$\sin2\theta=\frac{2\tan\theta}{1+\tan^2\theta}$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Complete the square: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</m:rad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Complete the square: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$x^2+x+1=\left(x+\frac12\right)^2+\left(\frac{\sqrt3}2\right)^2$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$x+\frac12=\frac{\sqrt3}{2}\tan\theta$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$dx=\frac{\sqrt3}2\sec^2\theta\,d\theta$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$x^2+x+1=\frac34\sec^2\theta$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$I=\frac{\sqrt3}{2}\int\frac{\sec^2\theta\,d\theta}{\frac{9}{16}\sec^4\theta}=\frac{8}{3\sqrt3}\int\cos^2\theta\,d\theta$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$I=\frac{8}{3\sqrt3}\int\frac{1+\cos2\theta}{2}d\theta=\frac{4}{3\sqrt3}\left[\theta+\frac{\sin2\theta}{2}\right]+C$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$\frac{\sin2\theta}{2}=\frac{\tan\theta}{1+\tan^2\theta}$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$I=\frac{4}{3\sqrt3}\left[\theta+\frac{\tan\theta}{1+\tan^2\theta}\right]+C$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$\tan\theta=\frac{2x+1}{\sqrt3}$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$1+\tan^2\theta=\frac{4\left(x^2+x+1\right)}{3}$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$\frac{\tan\theta}{1+\tan^2\theta}=\frac{\sqrt3(2x+1)}{4\left(x^2+x+1\right)}$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$I=\frac{4}{3\sqrt3}\tan^{-1}\left(\frac{2x+1}{\sqrt3}\right)+\frac13\cdot\frac{2x+1}{x^2+x+1}+C$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$a=\frac{4}{3\sqrt3}$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$9\left(\sqrt3a+b\right)=9\left(\frac43+\frac13\right)=15$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assumed form: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comparing coefficients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integration.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assumed form: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$\frac{d}{dx}\frac{2x+1}{D}=\frac{3}{D^2}-\frac2D$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$D=x^2+x+1$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comparing coefficients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no integration.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(because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the given identity: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𝐷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$D=x^2+x+1$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$\frac{d}{dx}\tan^{-1}\frac{2x+1}{\sqrt3}=\frac{2/\sqrt3}{1+\frac{(2x+1)^2}{3}}=\frac{2\sqrt3}{3+(2x+1)^2}=\frac{\sqrt3}{2D}$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$3+(2x+1)^2=4D$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$\frac{d}{dx}\frac{2x+1}{D}=\frac{2D-(2x+1)^2}{D^2}=\frac{3-2D}{D^2}=\frac{3}{D^2}-\frac2D$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$(2x+1)^2=4D-3$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the given identity: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$\frac{1}{D^2}=\frac{\sqrt3\,a}{2D}+b\left(\frac3{D^2}-\frac2D\right)$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constant,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$1=3b+D\left(\frac{\sqrt3\,a}{2}-2b\right)$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constant,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$\frac{\sqrt3\,a}{2}=2b$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$\sqrt3a=\frac43$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$9\left(\sqrt3a+b\right)=9\left(\frac43+\frac13\right)=15$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19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derivative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0.64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0.85033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Reduction: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Ostrogradsky form: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equals (rational function)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a log/arctan part; unknown constants are found by differentiating and comparing coefficients.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 here,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shifting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(derivative checked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0.062814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$\int\frac{dx}{(x^2+k^2)^2}=\frac{x}{2k^2(x^2+k^2)}+\frac{1}{2k^3}\tan^{-1}\frac xk+C$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derivative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$\frac{1}{(0.64+k^2)^2}=0.85033$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$I_{n+1}=\frac{x}{2nk^2(x^2+k^2)^n}+\frac{2n-1}{2nk^2}I_n$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$I_n=\int\frac{dx}{(x^2+k^2)^n}$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Ostrogradsky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$\int\frac{P(x)}{Q(x)^2}dx$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equals (rational function)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$/Q$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a log/arctan part; unknown constants are found by differentiating and comparing coefficients.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 here,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$k=\frac{\sqrt3}2$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shifting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$\int\frac{dx}{(x^2+x+1)^2}=\frac{4}{3\sqrt3}\tan^{-1}\frac{2x+1}{\sqrt3}+\frac{2x+1}{3(x^2+x+1)}+C$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(derivative checked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$x=1.3$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$0.062814$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557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 of integration,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557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$\int\frac{2e^x+3e^{-x}}{4e^x+7e^{-x}}dx=\frac1{14}\left(ux+v\log_e\left(4e^x+7e^{-x}\right)\right)+C$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 of integration,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$u+v$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364484"/>
                <a:ext cx="10725912" cy="171297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Indefinite integration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364484"/>
                <a:ext cx="10725912" cy="171297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Indefinite integration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$\frac{pe^x+qe^{-x}}{re^x+se^{-x}}$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numerator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(denominator)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(derivative of denominator), so the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𝑑𝑒𝑛𝑜𝑚𝑖𝑛𝑎𝑡𝑜𝑟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numerator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$A\cdot$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(denominator)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$+B\cdot$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(derivative of denominator), so the integral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$Ax+B\ln(\text{denominator})$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derivative of the denominator.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the coefficients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the coefficients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$2e^x+3e^{-x}=A\left(4e^x+7e^{-x}\right)+B\left(4e^x-7e^{-x}\right)$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$4e^x-7e^{-x}$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derivative of the denominator.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the coefficients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$4A+4B=2$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Compare the coefficients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$7A-7B=3$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$A-B=\frac37$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$A=\frac{13}{28}$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$B=\frac1{28}$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28</m:t>
                            </m:r>
                          </m:den>
                        </m:f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28</m:t>
                            </m:r>
                          </m:den>
                        </m:f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$I=\int\frac{\frac{13}{28}\left(4e^x+7e^{-x}\right)+\frac1{28}\left(4e^x-7e^{-x}\right)}{4e^x+7e^{-x}}dx$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$I=\frac{13}{28}x+\frac1{28}\ln\left(4e^x+7e^{-x}\right)+C$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$I=\frac1{14}\left(\frac{13}{2}x+\frac12\ln\left(4e^x+7e^{-x}\right)\right)+C$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$u=\frac{13}2$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$u+v=7$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assumed answer; only the coefficient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without finding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assumed answer; only the coefficient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$u+v$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without finding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$v$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separately.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the claimed form: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the claimed form: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$\frac{1}{14}\left(u+v\cdot\frac{4e^x-7e^{-x}}{4e^x+7e^{-x}}\right)=\frac{2e^x+3e^{-x}}{4e^x+7e^{-x}}$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$14\left(4e^x+7e^{-x}\right)$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$u\left(4e^x+7e^{-x}\right)+v\left(4e^x-7e^{-x}\right)=28e^x+42e^{-x}$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holds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independent, so compare the coefficient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coefficients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holds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$e^x,e^{-x}$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independent, so compare the 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$4u+4v=28$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$u+v=7$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coefficients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$7u-7v=42$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$u-v=6$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$u=\frac{13}2$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consistent.)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7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differentiates correctly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0.58477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sides). For this question: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trick for trigonometric ratios: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(verified numerically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$\int\frac{pe^x+qe^{-x}}{re^x+se^{-x}}dx=Ax+B\ln\left(re^x+se^{-x}\right)+C$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$A=\frac12\left(\frac pr+\frac qs\right)$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$B=\frac12\left(\frac pr-\frac qs\right)$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$(p,q,r,s)=(3,1,5,2)$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differentiates correctly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$x=0.4$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$0.58477$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sides). For this question: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$A=\frac{13}{28}$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$B=\frac1{28}$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trick for trigonometric ratios: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$\int\frac{a\sin x+b\cos x}{c\sin x+d\cos x}dx=Ax+B\ln|c\sin x+d\cos x|+C$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$A=\frac{ac+bd}{c^2+d^2}$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$B=\frac{bc-ad}{c^2+d^2}$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(verified numerically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$(a,b,c,d)=(2,3,5,1)$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principle: numerator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numerator and denominator are both in the span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integral is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coefficients of independent functions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turns an identity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linear equations; sometimes one equation alone gives the requested combination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principle: 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$=A\cdot D+B\cdot D'$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numerator and denominator are both in the span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$\{D,D'\}$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$e^x,e^{-x}$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x,\cos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the integral is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$Ax+B\ln|D|$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Matching coefficients of independent functions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turns an identity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linear equations; sometimes one equation alone gives the requested combination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$u+v$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 of integration,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$\int\frac{\sin x}{\sin^3x+\cos^3x}dx=\alpha\log_e|1+\tan x|+\beta\log_e|1-\tan x+\tan^2x|+\gamma\tan^{-1}\left(\frac{2\tan x-1}{\sqrt3}\right)+C$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 of integration,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$18(\alpha+\beta+\gamma^2)$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363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Indefinite integration by substitution and partial fractions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integral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partial-fraction integral.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$\cos^3x$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integral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$\int\frac{t\,dt}{t^3+1}$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partial-fraction integral.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integral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$\cos^3x$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 x}{\sin^3x+\cos^3x}dx=\frac{\tan x\sec^2x}{\tan^3x+1}dx$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integral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$\int\frac{t\,dt}{t^3+1}=\int\frac{t\,dt}{(t+1)(t^2-t+1)}$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$\frac{t}{(t+1)(t^2-t+1)}=\frac{A}{t+1}+\frac{Bt+C}{t^2-t+1}$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$t=A(t^2-t+1)+(Bt+C)(t+1)$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Compare coefficients: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ad>
                                      <m:radPr>
                                        <m:degHide m:val="on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$t=(A+B)t^2+(B+C-A)t+(A+C)$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Compare coefficients: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$B+C-A=1$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$C=-A$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$B+C-A=-3A=1$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$\int\frac{t\,dt}{t^3+1}=-\frac13\int\frac{dt}{t+1}+\frac13\int\frac{t+1}{t^2-t+1}dt=-\frac13\ln|t+1|+\frac13\int\frac{t+1}{t^2-t+1}dt$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$t+1=\frac12(2t-1)+\frac32$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$\int\frac{t+1}{t^2-t+1}dt=\frac12\ln|t^2-t+1|+\frac32\int\frac{dt}{\left(t-\frac12\right)^2+\left(\frac{\sqrt3}{2}\right)^2}$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last integral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term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integral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last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$\frac{2}{\sqrt3}\tan^{-1}\frac{t-\frac12}{\frac{\sqrt3}{2}}=\frac{2}{\sqrt3}\tan^{-1}\frac{2t-1}{\sqrt3}$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$\frac32\cdot\frac{2}{\sqrt3}=\sqrt3$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$\tan^{-1}\frac{2t-1}{\sqrt3}$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$=-\frac13\ln|1+\tan x|+\frac16\ln|\tan^2x-\tan x+1|+\frac{1}{\sqrt3}\tan^{-1}\frac{2\tan x-1}{\sqrt3}+C$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$\gamma^2=\frac13$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$18(\alpha+\beta+\gamma^2)=18\left(-\frac13+\frac16+\frac13\right)=18\times\frac16=3$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assumed form of the answer and match it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fixing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special values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(no partial-fraction set-up, no integration).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assumed form of the answer and match it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$\frac{t}{t^3+1}$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fixing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$\alpha,\beta,\gamma$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special values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(no partial-fraction set-up, no integration).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given form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we need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given form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$F=\alpha\ln|1+t|+\beta\ln(t^2-t+1)+\gamma\tan^{-1}\frac{2t-1}{\sqrt3}$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$\frac{dF}{dt}=\frac{t}{t^3+1}$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$\frac{d}{dt}\tan^{-1}\frac{2t-1}{\sqrt3}=\frac{2/\sqrt3}{1+\frac{(2t-1)^2}{3}}=\frac{2\sqrt3}{3+(2t-1)^2}=\frac{\sqrt3}{2(t^2-t+1)}$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$\frac{dF}{dt}=\frac{\alpha}{t+1}+\frac{\beta(2t-1)}{t^2-t+1}+\frac{\sqrt3\gamma}{2(t^2-t+1)}$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Coefficient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$t^3+1=(t+1)(t^2-t+1)$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$\alpha(t^2-t+1)+\beta(2t-1)(t+1)+\frac{\sqrt3\gamma}{2}(t+1)=t$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Coefficient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$\alpha+2\beta=0$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coefficient: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total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required.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$\alpha-\beta+\frac{\sqrt3\gamma}{2}=0$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$\frac{\sqrt3\gamma}{2}=\beta-\alpha=\frac16+\frac13=\frac12$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$\gamma=\frac{1}{\sqrt3}$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coefficient: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$\beta(2t-1)(t+1)=\beta(2t^2+t-1)$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total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$-\alpha+\beta+\frac{\sqrt3\gamma}{2}=\frac13+\frac16+\frac12=1$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required.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$18(\alpha+\beta+\gamma^2)=18\left(-\frac13+\frac16+\frac13\right)=3$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ratio like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divide top and bottom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ready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quadratic factors are irreducible over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produce 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and a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ratio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 x}{\sin^3x+\cos^3x}$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divide top and bottom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$\cos^3x$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$\frac{\tan x\sec^2x}{1+\tan^3x}dx$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ready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$t^3+1=(t+1)(t^2-t+1)$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$t^3-1=(t-1)(t^2+t+1)$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quadratic factors are irreducible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they produce 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and 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a linear numerator over an irreducible quadratic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separate the log part;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by differentiating: the derivative of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(verified numerically); the full antiderivative matches the integrand numerically.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a linear numerator over an irreducible quadratic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$pt+q=\frac p2(2t-1)+\left(q+\frac p2\right)$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separate the log part;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$\int\frac{dt}{(t-a)^2+b^2}=\frac1b\tan^{-1}\frac{t-a}{b}$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by differentiating: the derivative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$\tan^{-1}\frac{2t-1}{\sqrt3}$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$\frac{\sqrt3}{2(t^2-t+1)}$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(verified numerically); the full antiderivative matches the integrand numerically.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6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Q22 – Q32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(assumed: no marks are printed in the paper; JEE Advanced default for single correct)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Marking pattern not printed in the paper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$\lim_{n\to\infty}\frac1n\sum_{r=0}^{2n-1}\frac{n^2}{n^2+4r^2}$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$\frac14\tan^{-1}(4)$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$\frac12\tan^{-1}(2)$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$\frac12\tan^{-1}(4)$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$\tan^{-1}(4)$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1929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Limit of a sum as a definite integral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summand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read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the summand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$\frac{1}{1+4(r/n)^2}$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read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$\frac1n\sum$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$r/n\in[0,2)$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term: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sum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just below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limit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Rewrite the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$\frac{n^2}{n^2+4r^2}=\frac{1}{1+4\left(\frac rn\right)^2}$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$\frac1n\sum_{r=0}^{2n-1}f\left(\frac rn\right)$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$f(x)=\frac{1}{1+4x^2}$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rn$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just below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$\lim_{n\to\infty}\frac1n\sum_{r=0}^{2n-1}\frac{n^2}{n^2+4r^2}=\int_0^2\frac{dx}{1+4x^2}$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$\int\frac{dx}{1+4x^2}=\frac12\tan^{-1}(2x)$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$\frac12\left(\tan^{-1}(2x)\right)_0^2$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$=\frac12\left(\tan^{-1}4-\tan^{-1}0\right)=\frac{\tan^{-1}(4)}{2}$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$\frac12\tan^{-1}(4)$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limits are (first and last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whatever the number of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 only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dividing top and bottom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Instance: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0.6629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sum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0.66303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Including or omitting one end term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changes the sum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𝑂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does not affect the limit.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$\lim_{n\to\infty}\frac1n\sum_{r=an}^{bn-1}f\left(\frac rn\right)=\int_a^bf(x)\,dx$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limits are (first and last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$/n$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whatever the number of terms.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 only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$r/n$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dividing top and bottom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$\frac{n^2}{n^2+4r^2}$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$\int\frac{dx}{1+k^2x^2}=\frac1k\tan^{-1}(kx)$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Instance: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$\frac12\tan^{-1}4\approx0.6629$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sum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$n=4000$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$0.66303$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Including or omitting one end term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vs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changes the sum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$O(1/n)$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does not affect the limit.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d>
                                      <m:dPr>
                                        <m:begChr m:val="("/>
                                        <m:sepChr m:val=""/>
                                        <m:endChr m:val=")"/>
                                        <m:grow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>
                                          <m:fPr>
                                            <m:type m:val="bar"/>
                                            <m:ctrlP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400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+</m:t>
                                            </m:r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num>
                                          <m:den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400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−</m:t>
                                            </m:r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den>
                                        </m:f>
                                      </m:e>
                                    </m:d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d>
                                      <m:dPr>
                                        <m:begChr m:val="("/>
                                        <m:sepChr m:val=""/>
                                        <m:endChr m:val=")"/>
                                        <m:grow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>
                                          <m:fPr>
                                            <m:type m:val="bar"/>
                                            <m:ctrlP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400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−</m:t>
                                            </m:r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num>
                                          <m:den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400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+</m:t>
                                            </m:r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den>
                                        </m:f>
                                      </m:e>
                                    </m:d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$\int_{-1/\sqrt2}^{1/\sqrt2}\left(\left(\frac{x+1}{x-1}\right)^2+\left(\frac{x-1}{x+1}\right)^2-2\right)^{1/2}dx$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$4\log_e(3+2\sqrt2)$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$2\log_e16$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$\log_e16$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integration: even function and modulus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take the modulus with care for its sign.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$a^2+b^2-2=(a-b)^2$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$a=\frac{x+1}{x-1}$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$b=\frac{x-1}{x+1}$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take the modulus with care for its sign.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+</m:t>
                                        </m:r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expression under the root is a perfect square: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(replacing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just swaps the two fractions),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$f(x)=\left(\left(\frac{x+1}{x-1}\right)^2+\left(\frac{x-1}{x+1}\right)^2-2\right)^{1/2}$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$I=\int_{-1/\sqrt2}^{1/\sqrt2}f(x)\,dx$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expression under the root is a perfect square: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$f(x)=\sqrt{\left(\frac{x+1}{x-1}-\frac{x-1}{x+1}\right)^2}=\left|\frac{x+1}{x-1}-\frac{x-1}{x+1}\right|$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$f(-x)=f(x)$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(replacing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just swaps the two fractions),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$I=2\int_0^{1/\sqrt2}f(x)\,dx$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difference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difference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$\frac{x+1}{x-1}-\frac{x-1}{x+1}=\frac{4x}{x^2-1}\le0$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$f(x)=\frac{x-1}{x+1}-\frac{x+1}{x-1}$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$\frac{x-1}{x+1}=1-\frac{2}{x+1}$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$\frac{x+1}{x-1}=1+\frac{2}{x-1}$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$f(x)=\left(1-\frac{2}{1+x}\right)-\left(1+\frac{2}{x-1}\right)$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$I=2\int_0^{1/\sqrt2}\left(-\frac{2}{1+x}-\frac{2}{x-1}\right)dx=2\left[-2\ln|1+x|-2\ln|1-x|\right]_0^{1/\sqrt2}$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</m:den>
                            </m:f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$=-4\left[\ln\left(1+\frac{1}{\sqrt2}\right)+\ln\left(1-\frac{1}{\sqrt2}\right)\right]=-4\ln\left(1-\frac12\right)$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$=-4\ln\frac12=4\ln2=\ln16$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$\log_e16$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Simplify the root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first, then a single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finishes it (no splitting into two fractions).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Simplify the root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$\frac{4|x|}{1-x^2}$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first, then a single substitution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$u=1-x^2$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finishes it (no splitting into two fractions).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$\frac{x+1}{x-1}-\frac{x-1}{x+1}=\frac{(x+1)^2-(x-1)^2}{x^2-1}=\frac{4x}{x^2-1}$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$f(x)=\left|\frac{4x}{x^2-1}\right|=\frac{4|x|}{1-x^2}$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$1-x^2&gt;0$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$\left[-\frac1{\sqrt2},\frac1{\sqrt2}\right]$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$I=2\int_0^{1/\sqrt2}\frac{4x}{1-x^2}dx$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$u=1-x^2$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$du=-2x\,dx$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$x=0\to 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$x=\frac1{\sqrt2}\to u=\frac12$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$I=2\cdot2\int_{1/2}^{1}\frac{du}{u}=4\left[\ln u\right]_{1/2}^{1}=4\ln2=\ln16$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$\log_e16$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fix the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interval before dropping the modulus.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test evenness by direct substitution before computing.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2.7726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verified).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$a^2+b^2-2=(a-b)^2$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$\frac{x+1}{x-1}\cdot\frac{x-1}{x+1}=1$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$\sqrt{u^2}=|u|$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fix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interval before dropping the modulus.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$\frac{x+1}{x-1}-\frac{x-1}{x+1}=\frac{4x}{x^2-1}$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$\int\frac{2x}{1-x^2}dx=-\ln(1-x^2)$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$f(-x)=f(x)$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$\int_{-a}^af=2\int_0^af$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test evenness by direct substitution before computing.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$\int_{-1/\sqrt2}^{1/\sqrt2}\frac{4|x|}{1-x^2}dx=4\ln2\approx2.7726$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verified).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[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]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less than or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$\int_0^5\frac{x+[x]}{e^{x-[x]}}dx=\alpha e^{-1}+\beta$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$\alpha,\beta\in\mathbb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$5\alpha+6\beta=0$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$(\alpha+\beta)^2$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$25$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 with greatest integer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integrand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same shape on every unit interval.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$[k,k+1)$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$x=k+u$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integrand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$(u+2k)e^{-u}$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 same shape on every unit interval.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at the integers: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 each piece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2nd to 5th integrals respectively.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𝑣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𝑣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at the integers: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$I=\int_0^1\frac{x}{e^{x}}dx+\int_1^2\frac{x+1}{e^{x-1}}dx+\int_2^3\frac{x+2}{e^{x-2}}dx+\int_3^4\frac{x+3}{e^{x-3}}dx+\int_4^5\frac{x+4}{e^{x-4}}dx$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Shift each piece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$x=a+1,\ b+2,\ c+3,\ v+4$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2nd to 5th integrals respectively.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$I=\int_0^1\frac{x}{e^x}dx+\int_0^1\frac{a+2}{e^a}da+\int_0^1\frac{b+4}{e^b}db+\int_0^1\frac{c+6}{e^c}dc+\int_0^1\frac{v+8}{e^v}dv$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them (one variable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den>
                            </m:f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them (one variable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$I=\int_0^1\frac{5x+20}{e^x}dx=5\int_0^1\frac{x+4}{e^x}dx$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$\int_0^1xe^{-x}dx=1-\frac2e$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$\int_0^1e^{-x}dx=1-\frac1e$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$I=5\left[\left(1-\frac2e\right)+4\left(1-\frac1e\right)\right]=5\left(5-\frac6e\right)=-30e^{-1}+25$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$\alpha=-30$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$5\alpha+6\beta=-150+150=0$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$(\alpha+\beta)^2=(-30+25)^2=25$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side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it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the coefficient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side condition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$5\alpha+6\beta=0$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it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$\alpha+\beta=\frac{\alpha}{6}$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the coefficient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e>
                    </m:nary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</m:e>
                        </m:nary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parts matter: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$5\alpha+6\beta=0$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$\beta=-\frac{5\alpha}{6}$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$\alpha+\beta=\frac{\alpha}{6}$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$(\alpha+\beta)^2=\frac{\alpha^2}{36}$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$x=k+u$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$u=\{x\}\in[0,1)$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$\frac{x+[x]}{e^{x-[x]}}=(u+2k)e^{-u}$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$\int_0^5=\sum_{k=0}^{4}\int_0^1(u+2k)e^{-u}du$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parts matter: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$\int_0^1ue^{-u}du$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$-\frac{2}{e}$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$\int_0^1e^{-u}du$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indeed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$\alpha=\sum_{k=0}^{4}\left(-2-2k\right)=-2\cdot5-2\cdot10=-30$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$\alpha+\beta=\frac{-30}{6}=-5$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$(\alpha+\beta)^2=25$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indeed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$\beta=25$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25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 integral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</m:nary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Sums needed: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 contributes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 contributes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irrational,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unique when rational.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[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]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13.9636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verified).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$x\in[k,k+1)$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$x-[x]=\{x\}=u\in[0,1)$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An integral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$[0,N]$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$g([x],\{x\})$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$\sum_{k=0}^{N-1}\int_0^1g(k,u)du$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Sums needed: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$\sum_{k=0}^{N-1}k=\frac{N(N-1)}{2}$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this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 contributes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$20\int_0^1e^{-u}du$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$\{x\}$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part contributes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$5\int_0^1ue^{-u}du$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$\int_0^1ue^{-u}du=1-\frac2e$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$\int_0^1e^{-u}du=1-\frac1e$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irrational,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 e^{-1}+\beta$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unique when rational.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$\int_0^5\frac{x+[x]}{e^{x-[x]}}dx=25-\frac{30}{e}\approx13.9636$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verified).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$\int_{-\pi/2}^{\pi/2}\left(\frac{1+\sin^2x}{1+\pi^{\sin x}}\right)dx$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$\frac{5\pi}{2}$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integration: king property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$\frac{1}{1+\pi^{\sin x}}+\frac{1}{1+\pi^{-\sin x}}=1$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the king property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symmetric interval):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the two forms: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$I=\int_{-\pi/2}^{\pi/2}\frac{1+\sin^2x}{1+\pi^{\sin x}}dx$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the king property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symmetric interval):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$I=\int_{-\pi/2}^{\pi/2}\frac{1+\sin^2x}{1+\pi^{-\sin x}}dx$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the two forms: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$2I=\int_{-\pi/2}^{\pi/2}(1+\sin^2x)\left[\frac{1}{1+\pi^{\sin x}}+\frac{1}{1+\pi^{-\sin x}}\right]dx$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$\frac{1}{1+\pi^{\sin x}}+\frac{\pi^{\sin x}}{\pi^{\sin x}+1}=1$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$2I=\int_{-\pi/2}^{\pi/2}(1+\sin^2x)\,dx$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$1+\sin^2x$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$2I=2\int_0^{\pi/2}\left(1+\sin^2x\right)dx=2\left(\frac\pi2+\frac\pi4\right)=\frac{3\pi}{2}$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$\frac{3\pi}{4}$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Even-odd split: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(𝑜𝑑𝑑 𝑓𝑢𝑛𝑐𝑡𝑖𝑜𝑛)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odd part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against the even factor.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Even-odd split: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$\frac{1}{1+\pi^{\sin x}}=\frac12+\text{(odd function)}$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odd part integrates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against the even factor.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$g(x)=\frac{1}{1+\pi^{\sin 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$g(x)+g(-x)=1$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$g(x)=\frac12+h(x)$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$h(x)=g(x)-\frac12=\frac{1-\pi^{\sin x}}{2(1+\pi^{\sin x})}$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$h(-x)=\frac{1-\pi^{-\sin x}}{2(1+\pi^{-\sin x})}=\frac{\pi^{\sin x}-1}{2(\pi^{\sin x}+1)}=-h(x)$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its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$I=\int_{-\pi/2}^{\pi/2}(1+\sin^2x)\left(\frac12+h(x)\right)dx$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$(1+\sin^2x)h(x)$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its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$I=\frac12\int_{-\pi/2}^{\pi/2}(1+\sin^2x)dx=\int_0^{\pi/2}(1+\sin^2x)dx=\frac\pi2+\frac\pi4=\frac{3\pi}{4}$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$\frac{3\pi}{4}$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same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 odd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an odd function.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Condition: the interval must be symmetric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numerator even; if the numerator is odd the integral is not simply halved.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2.3562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verified).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$\int_{-b}^{b}\frac{f(x)}{1+a^{x}}dx=\int_0^bf(x)dx$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same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$a^{g(x)}$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 odd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$\frac{1}{1+a^t}+\frac{1}{1+a^{-t}}=1$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$\frac{1}{1+a^t}$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an odd function.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Condition: the interval must be symmetric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$[-b,b]$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numerator even; if the numerator is odd the integral is not simply halved.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$\int_{-\pi/2}^{\pi/2}\frac{1+\sin^2x}{1+\pi^{\sin x}}dx=\frac{3\pi}{4}\approx2.3562$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verified).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𝑈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𝑈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$U_n=\left(1+\frac1{n^2}\right)\left(1+\frac{2^2}{n^2}\right)^2\cdots\left(1+\frac{n^2}{n^2}\right)^n$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$\lim_{n\to\infty}(U_n)^{-4/n^2}$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$\frac{16}{e^2}$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$\frac4{e^2}$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$\frac{e^2}{16}$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0087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Limit of a product as a definite integral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exponent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Riemann sum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exponent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$-\frac{4}{n^2}\sum r\ln\left(1+\frac{r^2}{n^2}\right)$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Riemann sum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$-4\int_0^1x\ln(1+x^2)dx$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𝑈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𝑈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∏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𝑟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p>
                        </m:sSup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logarithms: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sum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$y=\lim_{n\to\infty}(U_n)^{-4/n^2}$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$U_n=\prod_{r=1}^{n}\left(1+\frac{r^2}{n^2}\right)^r$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logarithms: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y=\lim_{n\to\infty}\sum_{r=1}^{n}\frac{-4r}{n^2}\ln\left(1+\frac{r^2}{n^2}\right)$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$\frac{r}{n^2}=\frac1n\cdot\frac rn$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$\frac1n\sum\left(-4\frac rn\right)\ln\left(1+\frac{r^2}{n^2}\right)$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y=\int_0^1-4x\ln(1+x^2)\,dx$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$1+x^2=t$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$x:0\to1$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$t:1\to2$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y=-2\int_1^2\ln t\,dt=-2\left[t\ln t-t\right]_1^2$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$=-2\left[(2\ln2-2)-(0-1)\right]=-2(2\ln2-1)=2-4\ln2=2-\ln16$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$y=e^{2-\ln16}=\frac{e^2}{16}$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$\frac{e^2}{16}$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s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nary>
                              <m:naryPr>
                                <m:chr m:val="∏"/>
                                <m:limLoc m:val="undOvr"/>
                                <m:subHide m:val="off"/>
                                <m:supHide m:val="off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naryPr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=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𝐹</m:t>
                                </m:r>
                              </m:e>
                            </m:nary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den>
                                </m:f>
                              </m:e>
                            </m:d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exp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positive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weight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exponent adds an extra factor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the sum.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power like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exponent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means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check that the total power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exactly one so that the sum is a Riemann sum.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handles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exact limit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0.46182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product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0.46150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$\lim_{n\to\infty}\left[\prod_{r=1}^{n}F\left(\frac rn\right)\right]^{1/n}=\exp\int_0^1\ln 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positive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weight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exponent adds an extra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rn$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the sum.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power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$(\cdot)^{-4/n^2}$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exponent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inside means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$\frac{r}{n^2}=\frac1n\cdot\frac rn$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check that the total power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exactly one so that the sum is a Riemann sum.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$\int\ln t\,dt=t\ln t-t$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x\ln(1+x^2)dx=\frac12\left[(1+x^2)\ln(1+x^2)-(1+x^2)\right]$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$1+x^2=t$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handles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$x\ln(1+x^2)$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exact 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$e^2/16\approx0.46182$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product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$0.46150$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0949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log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</m:sSub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b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log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</m:sSub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b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log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484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0949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$\int_6^{16}\frac{\log_ex^2}{\log_ex^2+\log_e(x^2-44x+484)}dx$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31825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integration: king property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integrand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$x^2-44x+484=(22-x)^2$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integrand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$\frac{\phi(x)}{\phi(x)+\phi(22-x)}$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$6+16=22$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log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</m:sSub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b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log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</m:sSub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b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log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log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b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log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</m:s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b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log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</m:sSub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$x^2-44x+484=(x-22)^2=(22-x)^2$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$I=\int_6^{16}\frac{\log_ex^2}{\log_ex^2+\log_e(22-x)^2}dx$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$\int_a^bf(x)dx=\int_a^bf(a+b-x)dx$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$I=\int_6^{16}\frac{\log_e(22-x)^2}{\log_e(22-x)^2+\log_ex^2}dx$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(i) and (ii): the numerators add up to the denominator,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(i) and (ii): the numerators add up to the denominator,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$2I=\int_6^{16}1\,dx$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$2I=16-6=10$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Graph viewpoint: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graph symmetric about 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area is that of a rectangle of height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Graph viewpoint: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$h(x)+h(22-x)=1$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the graph symmetric about the 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$\left(11,\frac12\right)$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area is that of a rectangle of height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denominator is positive: both logs are positive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symmetric about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$h(x)=\frac{\ln x^2}{\ln x^2+\ln(22-x)^2}$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$[6,16]$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denominator is positive: both logs are positive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$22-x$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$[6,16]$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$h(x)+h(22-x)=1$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$(x,h(x))$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$(22-x,h(22-x))$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$\left(11,\frac12\right)$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graph symmetric about the centre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area equal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width.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graph symmetric about the 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$(11,\frac12)$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the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$[6,16]$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area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width.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$I=\frac12(16-6)=5$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the denominator is nonzero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the second term in the denominator is the first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hides it,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Hidden-square check: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change the ratio.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verified).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$\int_a^b\frac{f(x)}{f(x)+f(a+b-x)}dx=\frac{b-a}{2}$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whenever the denominator is nonzero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the second term in the denominator is the first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 a+b-x$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$x^2-44x+484=(22-x)^2$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hides it,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Hidden-square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$x^2-2px+p^2=(x-p)^2$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x^2=2\ln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change the ratio.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$\int_6^{16}\frac{\ln x}{\ln x+\ln(22-x)}dx=5$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verified).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2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2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$\int_0^1\frac{\sqrt x\,dx}{(1+x)(1+3x)(3+x)}$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$\frac\pi8\left(1-\frac{\sqrt3}{2}\right)$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$\frac\pi4\left(1-\frac{\sqrt3}{2}\right)$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$\frac\pi4\left(1-\frac{\sqrt3}{6}\right)$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$\frac\pi8\left(1-\frac{\sqrt3}{6}\right)$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integration: substitution and partial fractions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removes the root,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splits the fraction into two simpler ones.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$x=t^2$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removes the root,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$2t^2=(3t^2+1)-(t^2+1)$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splits the fraction into two simpler ones.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$dx=2t\,dt$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$I=\int_0^1\frac{2t^2\,dt}{(1+t^2)(1+3t^2)(3+t^2)}$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first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second: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$2t^2=(3t^2+1)-(t^2+1)$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$I=\int_0^1\frac{(3t^2+1)-(t^2+1)}{(t^2+1)(3t^2+1)(t^2+3)}dt$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$I=\int_0^1\frac{dt}{(1+t^2)(t^2+3)}-\int_0^1\frac{dt}{(3t^2+1)(t^2+3)}$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$(t^2+3)-(t^2+1)=2$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first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$(1+3t^2)-3(3+t^2)=-8$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second: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$I=\frac12\int_0^1\frac{(t^2+3)-(t^2+1)}{(1+t^2)(t^2+3)}dt+\frac18\int_0^1\frac{(1+3t^2)-3(3+t^2)}{(3t^2+1)(t^2+3)}dt$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$I=\frac12\int_0^1\frac{dt}{1+t^2}-\frac12\int_0^1\frac{dt}{t^2+3}+\frac18\int_0^1\frac{dt}{t^2+3}-\frac38\int_0^1\frac{dt}{3t^2+1}$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$-\frac12+\frac18=-\frac38$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$I=\frac12\int_0^1\frac{dt}{1+t^2}-\frac38\int_0^1\frac{dt}{t^2+3}-\frac38\int_0^1\frac{dt}{1+3t^2}$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$I=\frac12\tan^{-1}t\Big|_0^1-\frac{3}{8\sqrt3}\tan^{-1}\frac{t}{\sqrt3}\Big|_0^1-\frac{3}{8\sqrt3}\tan^{-1}(\sqrt3t)\Big|_0^1$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$I=\frac12\left(\frac\pi4\right)-\frac{3}{8\sqrt3}\left(\frac\pi6\right)-\frac{3}{8\sqrt3}\left(\frac\pi3\right)$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$I=\frac\pi8-\frac{\sqrt3}{16}\pi=\frac\pi8\left(1-\frac{\sqrt3}{2}\right)$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$\frac\pi8\left(1-\frac{\sqrt3}{2}\right)$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Inversion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maps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e>
                    </m:nary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needs only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Inversion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$x\to\frac1x$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maps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$D(x)=(1+x)(1+3x)(3+x)$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$D(x)/x^3$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$\int_0^1=\int_1^\infty$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$I=\frac12\int_0^\infty$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needs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$\int_0^\infty\frac{dt}{t^2+a^2}=\frac{\pi}{2a}$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$D(x)=(1+x)(1+3x)(3+x)$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$D\left(\frac1x\right)=\frac{(x+1)(x+3)(3x+1)}{x^3}=\frac{D(x)}{x^3}$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$I=\int_0^1\frac{\sqrt x}{D(x)}dx$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x\to u^{-1/2}$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$D\to\frac{D(u)}{u^3}$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$dx\to\frac{du}{u^2}$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$I=\int_1^\infty\frac{u^{-1/2}u^3u^{-2}}{D(u)}du=\int_1^\infty\frac{\sqrt u}{D(u)}du$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$2I=\int_0^\infty\frac{\sqrt x}{D(x)}dx$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$2I=\int_0^\infty\frac{2t^2\,dt}{(1+t^2)(1+3t^2)(3+t^2)}$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$\frac{u}{(u+1)(3u+1)(u+3)}=\frac{1/4}{u+1}-\frac{3/16}{3u+1}-\frac{3/16}{u+3}$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$\frac14-\frac3{16}-\frac1{16}=0$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$\int_0^\infty\frac{dt}{t^2+1}=\frac\pi2$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$\int_0^\infty\frac{dt}{3t^2+1}=\frac{\pi}{2\sqrt3}$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$\int_0^\infty\frac{dt}{t^2+3}=\frac{\pi}{2\sqrt3}$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$2I=2\left[\frac14\cdot\frac\pi2-\frac{3}{16}\cdot\frac{\pi}{2\sqrt3}-\frac{3}{16}\cdot\frac{\pi}{2\sqrt3}\right]=\frac\pi4-\frac{3\pi}{8\sqrt3}=\frac\pi4-\frac{\sqrt3\pi}{8}$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$I=\frac\pi8-\frac{\sqrt3\pi}{16}=\frac\pi8\left(1-\frac{\sqrt3}{2}\right)$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$\frac\pi8\left(1-\frac{\sqrt3}{2}\right)$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integrand carries the matching power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e>
                    </m:nary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𝐷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0.05261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verified).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while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infinite range gives cleaner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numerator is removed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0.05261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$D(1/x)=D(x)/x^k$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integrand carries the matching power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$\int_0^1=\int_1^\infty$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$\int_0^1=\frac12\int_0^\infty$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$\int_0^1\frac{\sqrt x}{D}=\int_1^\infty\frac{\sqrt x}{D}\approx0.05261$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verified).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$\int_0^\infty\frac{dt}{t^2+a^2}=\frac{\pi}{2a}$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$\int_0^1\frac{dt}{t^2+a^2}=\frac1a\tan^{-1}\frac1a$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infinite range gives cleaner values.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$\frac{1}{(u+a)(u+b)}=\frac{1}{b-a}\left(\frac1{u+a}-\frac1{u+b}\right)$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numerator is removed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$I=\frac\pi8\left(1-\frac{\sqrt3}2\right)\approx0.05261$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greatest integer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greatest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$\pi^2\int_0^2\left(\sin\frac{\pi x}{2}\right)\left(x-[x]\right)^{[x]}dx$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$4(\pi+1)$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$2(\pi+1)$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$4(\pi-1)$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$2(\pi-1)$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 with greatest integer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exponent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exponent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$[1,2)$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</m:nary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integral: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Second, by parts: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$(x-0)^0=1$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$(x-1)^1=x-1$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$I=\pi^2\left[\int_0^1\sin\frac{\pi x}{2}dx+\int_1^2(x-1)\sin\frac{\pi x}{2}dx\right]$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integral: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$\int_0^1\sin\frac{\pi x}{2}dx=\left[-\frac2\pi\cos\frac{\pi x}{2}\right]_0^1=-\frac2\pi(0-1)=\frac2\pi$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Second, by 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$\int_1^2(x-1)\sin\frac{\pi x}{2}dx=\left[(x-1)\left(-\frac2\pi\cos\frac{\pi x}{2}\right)\right]_1^2+\frac2\pi\int_1^2\cos\frac{\pi x}{2}dx$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Boundary term: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Remaining integral: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Boundary term: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$\left[-(x-1)\frac2\pi\cos\frac{\pi x}2\right]_1^2=-\frac2\pi(1)(-1)-0=\frac2\pi$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Remaining integral: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$\frac2\pi\cdot\frac2\pi\left[\sin\frac{\pi x}{2}\right]_1^2=\frac{4}{\pi^2}(0-1)=-\frac{4}{\pi^2}$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$I=\pi^2\left[\frac2\pi+\frac2\pi-\frac4{\pi^2}\right]=\pi^2\left[\frac4\pi-\frac4{\pi^2}\right]$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$I=4\pi-4=4(\pi-1)$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$4(\pi-1)$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Reflect the second piece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so both pieces live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combine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Reflect the second piece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$x\to2-x$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$\sin\left(\pi-\frac{\pi u}{2}\right)=\sin\frac{\pi u}{2}$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so both pieces live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combine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$(2-u)\sin\frac{\pi u}2$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the first piece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$x=2-u$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$u\in(0,1]$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$\sin\frac{\pi(2-u)}{2}=\sin\left(\pi-\frac{\pi u}{2}\right)=\sin\frac{\pi u}{2}$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$x-1=1-u$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$\int_1^2(x-1)\sin\frac{\pi x}{2}dx=\int_0^1(1-u)\sin\frac{\pi u}{2}du$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Adding the first piece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$\int_0^1\sin\frac{\pi u}{2}du$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$=\int_0^1(2-u)\sin\frac{\pi u}{2}du=2\int_0^1\sin\frac{\pi u}2du-\int_0^1u\sin\frac{\pi u}2du$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(one by-parts: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$\int_0^1\sin\frac{\pi u}{2}du=\frac2\pi$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$\int_0^1u\sin\frac{\pi u}{2}du=\frac{4}{\pi^2}$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(one by-parts: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$\left[-\frac{2u}{\pi}\cos\frac{\pi u}2\right]_0^1+\frac{2}{\pi}\cdot\frac2\pi=\frac4{\pi^2}$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$=\frac4\pi-\frac{4}{\pi^2}$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$I=\pi^2\left(\frac4\pi-\frac4{\pi^2}\right)=4(\pi-1)$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$4(\pi-1)$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29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factor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single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matter).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general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depending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lets the pieces merge.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8.5664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verified).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$x\in[k,k+1)$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$(x-[x])^{[x]}$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$(x-k)^k$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$x^0=1$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single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matter).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$\int_0^1u\sin\frac{\pi u}{2}du=\frac{4}{\pi^2}$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$\int_0^1\sin\frac{\pi u}2du=\frac2\pi$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general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$\int_0^1u\sin(au)du=\frac{\sin a-a\cos a}{a^2}$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Reflection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 n-x$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$[n-1,n]$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turns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$\sin\frac{\pi x}{2}$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$\pm\sin\frac{\pi u}{2}$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depending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lets the pieces merge.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Instance: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$\pi^2\int_0^2\ldots=4\pi-4\approx8.5664$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verified).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continuous function.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den>
                        </m:f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$f:\mathbb R\to\mathbb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continuous function.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$\lim_{x\to\pi/4}\frac{\frac\pi4\int_2^{\sec^2x}f(x)\,dx}{x^2-\frac{\pi^2}{16}}$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$2f(\sqrt2)$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$4f(2)$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$2f(2)$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Leibniz rule and L'Hopital's rule for integral limits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upper limit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equals the lower limit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form); differentiate top and bottom (Leibniz).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$x=\frac\pi4$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upper limit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$\sec^2x$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equals the lower limit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$\frac00$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form); differentiate top and bottom (Leibniz).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numerator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denominator is also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form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L'Hopital's rule; by Leibniz rule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 becomes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$\sec^2\frac\pi4=2$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numerator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$\frac\pi4\int_2^2f=0$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denominator is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form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L'Hopital's rule; by Leibniz rule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$\frac{d}{dx}\int_2^{\sec^2x}f(t)dt=f(\sec^2x)\cdot2\sec^2x\tan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$\lim_{x\to\pi/4}\frac{\frac\pi4f(\sec^2x)\cdot2\sec^2x\tan x}{2x}$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$\frac{\frac\pi4f(2)\cdot2\times2\times1}{2\times\frac\pi4}$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$=\frac{\pi f(2)}{\pi/2}=2f(2)$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$2f(2)$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value theorem for integrals gives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only the elementary limit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 (no L'Hopital).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Mean value theorem for integrals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$\int_2^{\sec^2x}f=f(c)(\sec^2x-2)$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$c\to2$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only the elementary limit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$\frac{\tan x-1}{x-\pi/4}\to\sec^2\frac\pi4$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needed (no L'Hopital).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continuous: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(derivative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continuous: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$\int_2^{\sec^2x}f(t)dt=f(c_x)\left(\sec^2x-2\right)$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$c_x\to2$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$f(c_x)\to f(2)$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$\sec^2x-2=\tan^2x-1=(\tan x-1)(\tan x+1)$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$x^2-\frac{\pi^2}{16}=\left(x-\frac\pi4\right)\left(x+\frac\pi4\right)$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$\lim_{x\to\pi/4}\frac{\tan x-1}{x-\frac\pi4}=\sec^2\frac\pi4=2$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(derivative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x+1\to2$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$x+\frac\pi4\to\frac\pi2$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$=\frac\pi4\cdot f(2)\cdot\frac{2\cdot2}{\pi/2}=\frac\pi4f(2)\cdot\frac{8}{\pi}$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$=2f(2)$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$2f(2)$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differentiable limits.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limit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only continuous, never differentiate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L'Hopital step needs only the Leibniz rule, which uses continuity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quotient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7.16773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7.16771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$\frac{d}{dx}\int_{a(x)}^{b(x)}f(t)dt=f(b(x))\,b'(x)-f(a(x))\,a'(x)$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differentiable limits.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$\frac{\int_{a}^{g(x)}f}{h(x)}$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$g(x_0)=a$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$h(x_0)=0$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$\frac{f(a)\,g'(x_0)}{h'(x_0)}$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$h'(x_0)\ne0$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$g'=2\sec^2x\tan 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$h'=\frac\pi2$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only continuous, never differentiate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L'Hopital step needs only the Leibniz rule, which uses continuity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$f(t)=\cos t+t^2$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quotient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$x=\frac\pi4+10^{-6}$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$7.16773$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$2f(2)=7.16771$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𝐽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Consider a matrix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sepChr m:val=""/>
                        <m:endChr m:val="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𝐽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6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𝐽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b>
                              </m:s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&gt;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j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34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$J_{n,m}=\int_0^{1/2}\frac{x^n}{x^m-1}\,dx$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$\forall\, n&gt;m$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$n,m\in\mathbb{N}$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Consider a matrix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$A=[a_{ij}]_{3\times3}$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$a_{ij}=\begin{cases}J_{6+i,3}-J_{i+3,3}, &amp; i\le j\\ 0, &amp; i&gt;j\end{cases}$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$|\mathrm{adj}\,A^{-1}|$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$(105)^2\times2^{38}$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$(15)^2\times2^{42}$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$(15)^2\times2^{34}$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$(105)^2\times2^{36}$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3823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integration, Determinant and adjoint of a matrix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cancels the denominator,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depends on the row only.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$x^{6+i}-x^{3+i}=x^{3+i}(x^3-1)$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cancels the denominator,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$a_{ij}=\int_0^{1/2}x^{3+i}dx$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depends on the row only.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𝐽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𝐽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$a_{ij}=J_{6+i,3}-J_{i+3,3}=\int_0^{1/2}\frac{x^{6+i}}{x^3-1}dx-\int_0^{1/2}\frac{x^{3+i}}{x^3-1}dx$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$a_{ij}=\int_0^{1/2}\frac{x^{3+i}(x^3-1)}{(x^3-1)}dx=\int_0^{1/2}x^{3+i}dx$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$i\le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$\int_0^{1/2}x^{3+i}dx=\left[\frac{x^{4+i}}{4+i}\right]_0^{1/2}=\frac{1}{4+i}\left(\frac12\right)^{4+i}=\frac{1}{(4+i)\,2^{4+i}}$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entries of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column 2)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row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(column 3)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sSup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e>
                                    <m:sup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5</m:t>
                                      </m:r>
                                    </m:sup>
                                  </m:sSup>
                                </m:den>
                              </m:f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sSup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e>
                                    <m:sup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5</m:t>
                                      </m:r>
                                    </m:sup>
                                  </m:sSup>
                                </m:den>
                              </m:f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sSup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e>
                                    <m:sup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5</m:t>
                                      </m:r>
                                    </m:sup>
                                  </m:sSup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6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sSup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e>
                                    <m:sup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6</m:t>
                                      </m:r>
                                    </m:sup>
                                  </m:sSup>
                                </m:den>
                              </m:f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6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sSup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e>
                                    <m:sup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6</m:t>
                                      </m:r>
                                    </m:sup>
                                  </m:sSup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type m:val="bar"/>
                                  <m:ctrlP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7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sSup>
                                    <m:e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e>
                                    <m:sup>
                                      <m:r>
                                        <a:rPr lang="en-IN" sz="2400" i="1">
                                          <a:solidFill>
                                            <a:srgbClr val="11182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7</m:t>
                                      </m:r>
                                    </m:sup>
                                  </m:sSup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upper triangular matrix.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determinant of a triangular matrix is the product of its diagonal entries: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$a_{ij}=\frac{1}{(4+i)2^{4+i}}$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$i\le 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$i&gt;j$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entries of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$\frac{1}{5\cdot2^5}$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column 2)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$\frac{1}{6\cdot2^6}$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row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(column 3)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$\frac{1}{7\cdot2^7}$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$A=\begin{pmatrix}\frac{1}{5\cdot2^5}&amp;\frac{1}{5\cdot2^5}&amp;\frac{1}{5\cdot2^5}\\0&amp;\frac{1}{6\cdot2^6}&amp;\frac{1}{6\cdot2^6}\\0&amp;0&amp;\frac{1}{7\cdot2^7}\end{pmatrix}$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upper triangular matrix.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determinant of a triangular matrix is the product of its diagonal entries: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$|A|=\frac{1}{5\cdot2^5}\cdot\frac{1}{6\cdot2^6}\cdot\frac{1}{7\cdot2^7}$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18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matrix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j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j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$|A|=\frac{1}{210\cdot2^{18}}$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$3\times3$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matrix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$|\mathrm{adj}\,M|=|M|^2$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$M=A^{-1}$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$|A^{-1}|=\frac1{|A|}$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$|\mathrm{adj}\,A^{-1}|=\frac{1}{|A|^2}$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$\frac{1}{|A|^2}=(210)^2\cdot2^{36}=(2\cdot105)^2\cdot2^{36}=(105)^2\cdot2^{38}$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105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×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38</m:t>
                        </m:r>
                      </m:sup>
                    </m:s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$(105)^2\times2^{38}$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𝐽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𝐽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a difference of two such integrals with the same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needs partial fractions. Check: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𝐽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𝐽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matrix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j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j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a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j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determinant of a triangular (or diagonal) matrix is the product of its diagonal entries, whatever lies above the diagonal.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Entries that depend on one index only (here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 a triangular matrix whose determinant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$J_{n+m,m}-J_{n,m}=\int x^n 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$x^{n+m}-x^n=x^n(x^m-1)$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a difference of two such integrals with the same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never needs partial fractions.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$J_{7,3}-J_{4,3}=\int_0^{1/2}x^4dx=\frac{1}{5\cdot2^5}$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$n\times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matrix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$|\mathrm{adj}\,M|=|M|^{n-1}$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$\mathrm{adj}(M^{-1})=\frac{M}{|M|}$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$|\mathrm{adj}\,A^{-1}|=|A|^{-2}$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determinant of a triangular (or diagonal) matrix is the product of its diagonal entries, whatever lies above the diagonal.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Entries that depend on one index only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$a_{ij}=c_i$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$j\ge 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give a triangular matrix whose determinant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$c_1c_2c_3$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that satisfies the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9107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that satisfies 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$f(x)=x+\int_0^{\pi/2}\sin x\cdot\cos y\,f(y)\,dy$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$x+(\pi-2)\sin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$x+\frac{\pi}{2}\sin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$x+\frac{2}{3}(\pi-2)\sin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$x+(\pi+2)\sin x$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998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equation with a separable kernel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comes out of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-integral,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a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be found.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comes out of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-integral,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$f(x)=x+A\sin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a constant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$A=\int_0^{\pi/2}\cos y\,f(y)\,dy$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be found.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depend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(I), a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(II) inside (I):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does not depend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$f(x)=x+\sin x\int_0^{\pi/2}\cos y\,f(y)\,dy$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$A=\int_0^{\pi/2}\cos y\,f(y)\,dy$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(I), a constant.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$f(x)=x+A\sin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(II) inside (I):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$A=\int_0^{\pi/2}\cos y\,(y+A\sin y)\,dy$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$A=\int_0^{\pi/2}y\cos y\,dy+\frac A2\int_0^{\pi/2}\sin2y\,dy$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y\cos y=\frac12\sin2y$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first integral is by parts).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$A=\left[y\sin y+\cos y\right]_0^{\pi/2}+\frac A2\left[-\frac{\cos2y}{2}\right]_0^{\pi/2}$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first integral is by parts).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$\Rightarrow A=\left[\frac\pi2-1\right]+\frac A4\left[-(-1)+1\right]$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$\Rightarrow A=\frac\pi2-1+\frac A2$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A2=\frac\pi2-1$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$A=\pi-2$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$f(x)=x+(\pi-2)\sin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$x+(\pi-2)\sin x$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Rank-one kernel: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 the last integral read off from the area under the inverse function.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Rank-one kernel: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$A\left(1-\int_0^{\pi/2}\sin y\cos y\,dy\right)=\int_0^{\pi/2}y\cos y\,dy$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with the last integral read off from the area under the inverse function.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again: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$f=x+A\sin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$A=\int_0^{\pi/2}y\cos y\,dy+A\int_0^{\pi/2}\sin y\cos y\,dy$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Collect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$A\left(1-\int_0^{\pi/2}\sin y\cos y\,dy\right)=\int_0^{\pi/2}y\cos y\,dy$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$u=\sin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$\int_0^{\pi/2}\sin y\cos y\,dy=\int_0^1u\,du=\frac12$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$u=\sin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again: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$\int_0^{\pi/2}y\cos y\,dy=\int_0^1\sin^{-1}u\,du$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splits the rectangle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two regions: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$u=\sin 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splits the rectangle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$[0,1]\times[0,\frac\pi2]$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into two regions: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$\int_0^1\sin^{-1}u\,du+\int_0^{\pi/2}\sin y\,dy=1\cdot\frac\pi2$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$\int_0^{\pi/2}\sin y\,dy=1$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$\int_0^1\sin^{-1}u\,du=\frac\pi2-1$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A2=\frac\pi2-1$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$A=\pi-2$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$f(x)=x+(\pi-2)\sin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$x+(\pi-2)\sin x$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Separable kernel: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equation is singular: it has either no solution or infinitely many, so always check the denominator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Separable kernel: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$f(x)=g(x)+p(x)\int_a^bq(y)f(y)\,dy$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$f=g+A\,p$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$A=\frac{\int_a^b q\,g}{1-\int_a^b q\,p}$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(needs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qp\ne1$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$q=\cos,\ g=x,\ p=\sin$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$A=\frac{\pi/2-1}{1-1/2}=\pi-2$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 q\,p=1$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equation is singular: it has either no solution or infinitely many, so always check the denominator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$1-\int qp$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Inverse-function area: for increasing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values: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Inverse-function area: for increasing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$\int_a^bf(x)dx+\int_{f(a)}^{f(b)}f^{-1}(u)du=b f(b)-a f(a)$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$f=\sin$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$[0,\frac\pi2]$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$1+\left(\frac\pi2-1\right)=\frac\pi2$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values: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$\int_0^{\pi/2}y\cos y\,dy=\frac\pi2-1$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$\int_0^{\pi/2}\sin y\cos y\,dy=\frac12$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7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Q33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(assumed: no marks are printed in the paper; JEE Advanced default for numerical)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Marking pattern not printed in the paper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greatest integer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greatest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$8\cdot\int_{-1/2}^{1}\big([2x]+|x|\big)dx$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greatest integer and modulus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at the points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jumps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changes form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at the points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$[2x]$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jumps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$x=0,\frac12$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$|x|$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changes form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$I=8\int_{-1/2}^{1}[2x]\,dx+8\int_{-1/2}^{1}|x|\,dx$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$\left[-\frac12,1\right]$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$[2x]=-1$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$-\frac12\le 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$[2x]=0$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x&lt;\frac12$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$[2x]=1$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$\frac12\le x&lt;1$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$|x|=-x$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$|x|=x$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$I=8\left(\int_{-1/2}^{0}(-1)dx+\int_0^{1/2}0\,dx+\int_{1/2}^{1}1\,dx\right)+8\left(\int_{-1/2}^{0}(-x)dx+\int_0^1x\,dx\right)$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bracket: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bracket: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bracket: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$-\frac12+0+\frac12=0$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bracket: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$\left[-\frac{x^2}{2}\right]_{-1/2}^{0}+\left[\frac{x^2}{2}\right]_0^1=\frac18+\frac12$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$I=8(0)+8\left(\frac18+\frac12\right)=1+4=5$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fractional part averages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each full period,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sum of two triangle areas.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$[2x]=2x-\{2x\}$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fractional part averages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each full period,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$\int|x|$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sum of two triangle areas.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interval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length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exactly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periods,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$[2x]=2x-\{2x\}$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$\int_{-1/2}^{1}[2x]dx=\int_{-1/2}^{1}2x\,dx-\int_{-1/2}^{1}\{2x\}dx$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$\int_{-1/2}^{1}2x\,dx=\left[x^2\right]_{-1/2}^{1}=1-\frac14=\frac34$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$\{2x\}$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$\int_0^{1/2}\{2x\}dx=\int_0^{1/2}2x\,dx=\frac14$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$\left[-\frac12,1\right]$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exactly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periods,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$\int_{-1/2}^{1}\{2x\}dx=3\cdot\frac14=\frac34$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area of two right isosceles triangles with legs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$\int_{-1/2}^{1}[2x]dx=\frac34-\frac34=0$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$\int_{-1/2}^{1}|x|dx$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area of two right isosceles triangles with legs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$\frac12\cdot\frac12\cdot\frac12+\frac12\cdot1\cdot1=\frac18+\frac12=\frac58$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$I=8\left(0+\frac58\right)=5$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mean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e.g.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integral with a greatest-integer function, split at every point where its argument crosses an integer, and 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whole periods when the length is a whole number.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$[kx]=kx-\{kx\}$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$\{kx\}$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mean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$\int_0^{n/k}\{kx\}dx=\frac{n}{2k}$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$k=2,n=3$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$a&lt;b$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$\int_a^b[x]dx=\sum_{k=a}^{b-1}k$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$\int_0^3[x]dx=0+1+2=3$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$\int_{-p}^{q}|x|dx=\frac{p^2+q^2}{2}$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$p,q\ge0$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$p=\frac12,q=1$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integral with a greatest-integer function, split at every point where its argument crosses an integer, and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$\int_a^b[x]dx=\int_a^bx\,dx-\int_a^b\{x\}dx$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whole periods when the length is a whole number.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8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Q34 – Q51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(assumed: no marks are printed in the paper; JEE Advanced default for single correct)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Marking pattern not printed in the paper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4578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such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e>
                            </m:d>
                          </m:num>
                          <m:den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𝑒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arbitrary constant.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in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in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in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in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14578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$g:(0,\infty)\to\mathbb{R}$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$\int\left(\frac{x(\cos x-\sin x)}{e^x+1}+\frac{g(x)\left(e^x+1-xe^x\right)}{\left(e^x+1\right)^2}\right)dx=\frac{x\,g(x)}{e^x+1}+c$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arbitrary constant.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$\left(0,\frac\pi4\right)$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$\left(0,\frac\pi4\right)$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$g+g'$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$\left(0,\frac\pi2\right)$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$g-g'$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$\left(0,\frac\pi2\right)$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by recognising a derivative, Monotonicity of a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Differentiating both sides makes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-term cancel and leaves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Differentiating both sides makes every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-term cancel and leaves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$g'(x)=\cos x-\sin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both sides w.r.t.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684776"/>
                <a:ext cx="10725912" cy="19903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both sides w.r.t.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$\frac{x(\cos x-\sin x)}{e^x+1}+\frac{g(e^x+1-xe^x)}{(e^x+1)^2}=\frac{(e^x+1)(g+xg')-e^x\cdot x\cdot g}{(e^x+1)^2}$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-terms on the two sides are equal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each), so they cancel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increasing; (A)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decreasing; (B)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decreasing; (C) is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$(e^x+1)^2$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$(e^x+1)\,x(\cos x-\sin x)+g(e^x+1-xe^x)=(e^x+1)(g+xg')-e^x\,x\,g$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-terms on the two sides are equal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$g(e^x+1)-xe^xg$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each), so they cancel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$(e^x+1)\,x(\cos x-\sin x)=(e^x+1)\,x\,g'$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$g'(x)=\cos x-\sin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$g(x)=\sin x+\cos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$\left(0,\frac\pi4\right)$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$g'=\cos x-\sin 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increasing; (A)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$g''(x)=-\sin x-\cos 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$\left(0,\frac\pi4\right)$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decreasing; (B) is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$h=g+g'=2\cos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$h'=g'+g''=-2\sin 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decreasing; (C) is false.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ϕ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increasing; (D)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$\phi=g-g'=2\sin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$\phi'=g'-g''=2\cos 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$g-g'$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increasing; (D) is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increasing in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$g-g'$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increasing in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$\left(0,\frac\pi2\right)$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the product rule: the integrand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shifted sine to test the options.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Spot the product rule: the integrand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$(\cos x-\sin x)\,u+g\,u'$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$u=\frac{x}{e^x+1}$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shifted sine to test the options.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identity says the integrand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$u(x)=\frac{x}{e^x+1}$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$u'=\frac{e^x+1-xe^x}{(e^x+1)^2}$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$(\cos x-\sin x)\,u+g\,u'$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$\frac{x(\cos x-\sin x)}{e^x+1}=(\cos x-\sin x)\,u$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identity says the integrand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$(g\,u)'=g'u+g\,u'$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Subtract: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$\left(g'-(\cos x-\sin x)\right)u=0$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$g'=\cos x-\sin x=\sqrt2\cos\left(x+\frac\pi4\right)$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(A false),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decreases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decreases (B false).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decreasing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increasing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$g=\sqrt2\sin\theta+C$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$\theta=x+\frac\pi4$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$g'=\sqrt2\cos\theta$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$\left(0,\frac\pi4\right)$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$\theta\in\left(\frac\pi4,\frac\pi2\right)$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(A false),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decreases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decreases (B false).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$g+g'=\sqrt2(\sin\theta+\cos\theta)+C=2\sin\left(\theta+\frac\pi4\right)+C=2\cos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decreasing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(C) false.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$g-g'=\sqrt2(\sin\theta-\cos\theta)+C=2\sin\left(\theta-\frac\pi4\right)+C=2\sin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(D) true.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increasing in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$g-g'$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is increasing in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$\left(0,\frac\pi2\right)$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unknown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compare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cancel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-terms and isolate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Valid wherever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✓).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the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exactly where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never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Monotonicity of a combination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decided by the sign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compute it directly rather than comparing graphs.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F\,dx=u(x)\,g(x)+c$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unknown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$F=u'g+u\,g'$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compare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cancel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-terms and isolate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Valid wherever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$a\cos x+b\sin x=R\sin(x+\varphi)$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$R=\sqrt{a^2+b^2}$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$g=\sin x+\cos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$g+g'=2\cos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$g-g'=2\sin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$g+g'=1+1+C$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✓).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$g=\sin x+\cos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$g''=-g$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up to the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exactly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$g''=-(g-C)\ge0$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x+\cos x\le0$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never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Monotonicity of a combination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$g\pm 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decided by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$g'\pm g''$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compute it directly rather than comparing graphs.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$\int\frac1x\sqrt{\frac{1-x}{1+x}}\,dx=g(x)+c$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$g\left(\frac12\right)$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$\log_e\left(\frac{\sqrt3-1}{\sqrt3+1}\right)+\frac\pi3$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$\log_e\left(\frac{\sqrt3+1}{\sqrt3-1}\right)+\frac\pi3$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$\log_e\left(\frac{\sqrt3+1}{\sqrt3-1}\right)-\frac\pi3$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$\frac12\log_e\left(\frac{\sqrt3-1}{\sqrt3+1}\right)-\frac\pi6$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Indefinite integration by trigonometric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$x=\cos\theta$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$\sqrt{\frac{1-x}{1+x}}$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$\tan\frac\theta2$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$\sin\theta\tan\frac\theta2=1-\cos\theta$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$dx=-\sin\theta\,d\theta$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$\theta\in\left[0,\frac\pi2\right)$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$0&lt;x\le1$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θ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θ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$\int\frac1x\sqrt{\frac{1-x}{1+x}}dx=-\int\frac{\sin\theta}{\cos\theta}\sqrt{\frac{1-\cos\theta}{1+\cos\theta}}\,d\theta$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$\sqrt{\frac{1-\cos\theta}{1+\cos\theta}}=\sqrt{\frac{\sin^2\frac\theta2}{\cos^2\frac\theta2}}=\tan\frac\theta2$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$=-\int\frac{2\sin\frac\theta2\cos\frac\theta2\cdot\sin\frac\theta2}{\cos\theta\,\cos\frac\theta2}\,d\theta=-\int\frac{2\sin^2\frac\theta2}{\cos\theta}\,d\theta$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$=-\int\frac{1-\cos\theta}{\cos\theta}\,d\theta=-\int\sec\theta\,d\theta+\int 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$=\theta-\ln(\sec\theta+\tan\theta)+c$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$g(x)=\cos^{-1}x-\ln\left(\sec(\cos^{-1}x)+\tan(\cos^{-1}x)\right)+c$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$g(1)=0-\ln(1+0)+c=0$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$g\left(\frac12\right)=\frac\pi3-\ln\left(\sec\frac\pi3+\tan\frac\pi3\right)=\frac\pi3-\ln(2+\sqrt3)$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$=\frac\pi3+\ln\frac{1}{2+\sqrt3}=\frac\pi3+\ln(2-\sqrt3)$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$\frac{\sqrt3-1}{\sqrt3+1}=\frac{(\sqrt3-1)^2}{2}=2-\sqrt3$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$g\left(\frac12\right)=\log_e\left(\frac{\sqrt3-1}{\sqrt3+1}\right)+\frac\pi3$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$\log_e\left(\frac{\sqrt3-1}{\sqrt3+1}\right)+\frac\pi3$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Rationalise: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splits the integrand into two standard integrals.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Rationalise: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$\sqrt{\frac{1-x}{1+x}}=\frac{1-x}{\sqrt{1-x^2}}$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splits the integrand into two standard integrals.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$\frac1x\sqrt{\frac{1-x}{1+x}}=\frac{1-x}{x\sqrt{1-x^2}}=\frac{1}{x\sqrt{1-x^2}}-\frac{1}{\sqrt{1-x^2}}$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$0&lt;x&lt;1$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$\int\frac{dx}{\sqrt{1-x^2}}=\sin^{-1}x$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$\int\frac{dx}{x\sqrt{1-x^2}}=-\ln\frac{1+\sqrt{1-x^2}}{x}$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$g(x)=-\ln\frac{1+\sqrt{1-x^2}}{x}-\sin^{-1}x+c$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$g(1)=-\ln1-\frac\pi2+c=0$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$g\left(\frac12\right)=-\ln\frac{1+\frac{\sqrt3}{2}}{\frac12}-\frac\pi6+\frac\pi2=-\ln(2+\sqrt3)+\frac\pi3$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$=\frac\pi3+\ln(2-\sqrt3)=\frac\pi3+\log_e\frac{\sqrt3-1}{\sqrt3+1}$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$\log_e\left(\frac{\sqrt3-1}{\sqrt3+1}\right)+\frac\pi3$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either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or multiply by the conjugate: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Conjugate pairs: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remember when matching log options.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$\sqrt{\frac{a-x}{a+x}}$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$\sqrt{\frac{a+x}{a-x}}$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either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$x=a\cos2\theta$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or multiply by the conjugate: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$\sqrt{\frac{a-x}{a+x}}=\frac{a-x}{\sqrt{a^2-x^2}}$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$\int\frac{dx}{x\sqrt{1-x^2}}=-\ln\frac{1+\sqrt{1-x^2}}{|x|}+c$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$0&lt;|x|&lt;1$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$\int\sec\theta\,d\theta=\ln|\sec\theta+\tan\theta|+c$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$\tan\frac\theta2=\sqrt{\frac{1-\cos\theta}{1+\cos\theta}}=\frac{1-\cos\theta}{\sin\theta}$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$\theta\in(0,\pi)$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Conjugate pairs: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$\frac{\sqrt3-1}{\sqrt3+1}=2-\sqrt3=\frac{1}{2+\sqrt3}$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remember when matching log options.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constant,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$\int\frac{\left(x^2+1\right)e^x}{(x+1)^2}\,dx=f(x)\,e^x+C$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constant,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$\frac{d^3f}{dx^3}$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Integrals of the form e^x [f(x) + f'(x)]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rational factor into pieces of the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the rational factor into pieces of the form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$\varphi+\varphi'$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e^x(\varphi+\varphi')dx=e^x\varphi$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 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$g(x)=\frac{(x^2+1)}{(x+1)^2}e^x=\frac{x^2+x+1-x}{(x+1)^2}e^x$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$\frac{x^2+1}{(x+1)^2}=\frac{x}{x+1}+\frac{1-x}{(x+1)^2}$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$1-x=1-\big((x+1)-1\big)$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$\frac{1-x}{(x+1)^2}=\frac{1}{(x+1)^2}-\frac{(x+1)-1}{(x+1)^2}=\frac{2}{(x+1)^2}-\frac{1}{x+1}$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$g(x)=\left(\frac{x}{x+1}+\frac{1}{(x+1)^2}-\frac{1}{x+1}+\frac{1}{(x+1)^2}\right)e^x$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Group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$e^x(\varphi+\varphi')$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$\varphi=\frac{x}{x+1}-\frac{1}{x+1}=\frac{x-1}{x+1}$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$\varphi'=\frac{2}{(x+1)^2}$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‴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‴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e^x(\varphi+\varphi')dx=e^x\varphi+C$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g(x)dx=e^x\left(\frac{x}{x+1}-\frac{1}{x+1}\right)+C$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$f(x)=\frac{x-1}{x+1}$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$f'(x)=\frac{(x+1)-(x-1)}{(x+1)^2}=\frac{2}{(x+1)^2}$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$f''(x)=\frac{-4}{(x+1)^3}$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$f'''(x)=\frac{12}{(x+1)^4}$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$f'''(1)=\frac{12}{16}=\frac34$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$\frac34$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Subtract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numerator: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 and an immediate third derivative.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Subtract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$(x+1)^2$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from the numerator: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$x^2+1=(x+1)^2-2x$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$f=1-\frac{2}{x+1}$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 and an immediate third derivative.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$\frac{x^2+1}{(x+1)^2}=1-\frac{2x}{(x+1)^2}=1-\frac{2}{x+1}+\frac{2}{(x+1)^2}$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$2x=2(x+1)-2$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$\varphi=-\frac{2}{x+1}$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$\varphi'=\frac{2}{(x+1)^2}$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$e^x\cdot1+e^x(\varphi+\varphi')$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e^xdx=e^x$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e^x(\varphi+\varphi')dx=e^x\varphi$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$e^x\left(1-\frac{2}{x+1}\right)+C$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!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‴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‴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$f(x)=1-\frac{2}{x+1}$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$\frac{d^n}{dx^n}(x+1)^{-1}=(-1)^nn!\,(x+1)^{-(n+1)}$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$\frac{d^3}{dx^3}(x+1)^{-1}=-\frac{6}{(x+1)^4}$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$f'''(x)=-2\cdot\left(-\frac{6}{(x+1)^4}\right)=\frac{12}{(x+1)^4}$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$f'''(1)=\frac{12}{16}=\frac34$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$\frac34$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φ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differentiable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More generally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φ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(rational function with denominator a power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rewrite the numerator in powers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terms pair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any leftover pure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integrated separately.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e^x\left[\varphi(x)+\varphi'(x)\right]dx=e^x\varphi(x)+C$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any differentiable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e^x\left(\frac1x-\frac1{x^2}\right)dx=\frac{e^x}{x}$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$\frac{d}{dx}\frac{e^x}{x}=e^x\left(\frac1x-\frac1{x^2}\right)$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More generally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e^{ax}\left[a\varphi+\varphi'\right]dx=e^{ax}\varphi+C$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(rational function with denominator a power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rewrite the numerator in powers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terms pair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any leftover pure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integrated separately.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$\frac{d^n}{dx^n}\frac{1}{x+1}=\frac{(-1)^nn!}{(x+1)^{n+1}}$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$-\frac{6}{16}$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192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19224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$\int_{-\pi/2}^{\pi/2}\frac{dx}{(1+e^x)(\sin^6x+\cos^6x)}$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27984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integration: King property and symmetry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Pairing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add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factor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disappears.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Pairing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$\frac{1}{1+e^x}$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$\frac{e^x}{1+e^x}$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add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factor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$1+e^x$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disappears.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(2);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$I=\int_{-\pi/2}^{\pi/2}\frac{dx}{(1+e^x)(\sin^6x+\cos^6x)}$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$\int_a^bf(x)dx=\int_a^bf(a+b-x)dx$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$\sin^6,\cos^6$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even):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$I=\int_{-\pi/2}^{\pi/2}\frac{dx}{(1+e^{-x})(\sin^6x+\cos^6x)}=\int_{-\pi/2}^{\pi/2}\frac{e^x\,dx}{(e^x+1)(\sin^6x+\cos^6x)}$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$\frac{1}{1+e^x}+\frac{e^x}{1+e^x}=1$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$2I=\int_{-\pi/2}^{\pi/2}\frac{dx}{\sin^6x+\cos^6x}$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even: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even: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$2I=2\int_0^{\pi/2}\frac{dx}{\sin^6x+\cos^6x}$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$I=\int_0^{\pi/2}\frac{dx}{\sin^6x+\cos^6x}$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$\sin^6x+\cos^6x=1-3\sin^2x\cos^2x=1-\frac34\sin^22x$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$I=\int_0^{\pi/2}\frac{4\,dx}{4-3\sin^22x}$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$F\left(\frac\pi2-x\right)=F(x)$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$\sin^2(\pi-2x)=\sin^22x$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$I=2\int_0^{\pi/4}\frac{4\,dx}{4-3\sin^22x}$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$I=2\int_0^{\pi/4}\frac{4\sec^22x\,dx}{4\sec^22x-3\tan^22x}=2\int_0^{\pi/4}\frac{4\sec^22x\,dx}{4+\tan^22x}$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$\tan2x=t$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$2\sec^22x\,dx=dt$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$x:0\to\frac\pi4$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$t:0\to\infty$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$I=4\int_0^\infty\frac{dt}{4+t^2}$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$I=4\cdot\frac12\left[\tan^{-1}\frac t2\right]_0^\infty=2\left[\frac\pi2-0\right]=\pi$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$\pi$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removing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symmetric-in-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trick).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removing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$1+e^x$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$\frac{1+t^2}{t^4-t^2+1}$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$u=t-\frac1t$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(the symmetric-in-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$t,\frac1t$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trick).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in the primary solution, pairing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in the primary solution, pairing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$I=\int_0^{\pi/2}\frac{dx}{\sin^6x+\cos^6x}$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$\cos^6x$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$\frac{dx}{\sin^6x+\cos^6x}=\frac{\sec^6x\,dx}{1+\tan^6x}$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$\sec^4x=(1+t^2)^2$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$I=\int_0^\infty\frac{(1+t^2)^2}{1+t^6}dt$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$1+t^6=(1+t^2)(t^4-t^2+1)$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$I=\int_0^\infty\frac{1+t^2}{t^4-t^2+1}dt$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top and bottom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top and bottom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$I=\int_0^\infty\frac{1+t^{-2}}{t^2+t^{-2}-1}dt$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$u=t-\frac1t$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$du=\left(1+t^{-2}\right)dt$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$t^2+t^{-2}-1=u^2+1$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$t:0\to\infty$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$u:-\infty\to\infty$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$I=\int_{-\infty}^{\infty}\frac{du}{1+u^2}=\pi$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$\pi$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any real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(pair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handles integrands of the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𝑝𝑜𝑙𝑦 𝑖𝑛 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$\int_{-a}^{a}\frac{f(x)}{1+e^{kx}}dx=\int_0^af(x)dx$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any real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(pair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$f=1,a=1,k=1$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$\int_{-1}^1\frac{dx}{1+e^x}=1$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$\sin^6x+\cos^6x=1-\frac34\sin^22x=\frac{5+3\cos4x}{8}$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$\sin^4x+\cos^4x=1-\frac12\sin^22x$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$\int_0^{\pi/2}\frac{dx}{1-k\sin^22x}=\frac{\pi}{2\sqrt{1-k}}$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k&lt;1$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$\frac{\pi}{\sqrt2}=\int_0^{\pi/2}\frac{dx}{\sin^4x+\cos^4x}$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$F\left(\frac\pi2-x\right)=F(x)$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$\int_0^{\pi/2}F=2\int_0^{\pi/4}F$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$u=t-\frac1t$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handles integrands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$\frac{1+t^{-2}}{\text{poly in }t^2+t^{-2}}$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105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$\lim_{n\to\infty}\left(\frac{n^2}{(n^2+1)(n+1)}+\frac{n^2}{(n^2+4)(n+2)}+\dots+\frac{n^2}{(n^2+n^2)(n+n)}\right)$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$\frac\pi8+\frac14\log_e2$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$\frac\pi4+\frac18\log_e2$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$\frac\pi4-\frac18\log_e2$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$\frac\pi8+\log_e\sqrt2$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1929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Limit of a sum as a definite integral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each term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limit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each term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$n^3$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$\frac1n F\left(\frac rn\right)$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$F(x)=\frac{1}{(1+x^2)(1+x)}$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limit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$\int_0^1F$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general term is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sub>
                        </m:sSub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Riemann sum, so the limit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general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$T_r=\frac{n^2}{(n^2+r^2)(n+r)}$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$r=1,2,\dots,n$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$T_r=\frac{1}{n}\cdot\frac{1}{\left(1+\frac{r^2}{n^2}\right)\left(1+\frac rn\right)}$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$\sum_{r=1}^{n}T_r$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Riemann sum, so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$\int_0^1\frac{dx}{(1+x^2)(1+x)}$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$\frac{1}{(1+x^2)(1+x)}=\frac{A}{1+x}+\frac{Bx+C}{1+x^2}$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$1=A(1+x^2)+(Bx+C)(1+x)$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coefficients: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coefficients: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$B+C=0$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$A+C=1$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$\int_0^1\ldots=\frac12\int_0^1\frac{dx}{1+x}-\frac14\int_0^1\frac{2x\,dx}{1+x^2}+\frac12\int_0^1\frac{dx}{1+x^2}$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$=\frac12\ln(1+x)\Big|_0^1-\frac14\ln(1+x^2)\Big|_0^1+\frac12\tan^{-1}x\Big|_0^1$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$=\frac12\ln2-\frac14\ln2+\frac\pi8=\frac\pi8+\frac14\ln2$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$\frac\pi8+\frac14\log_e2$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the Riemann step, 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absorbed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leaving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(split numerator as half the denominator plus half its derivative).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the Riemann step, 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$x=\tan\theta$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absorbed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leaving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$\int\frac{d\theta}{1+\tan\theta}$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(split numerator as half the denominator plus half its derivative).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Riemann-sum step is as before: the limit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θ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θ</m:t>
                                </m:r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θ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θ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Riemann-sum step is as before: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$I=\int_0^1\frac{dx}{(1+x^2)(1+x)}$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$x=\tan\theta$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$dx=\sec^2\theta\,d\theta$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$1+x^2=\sec^2\theta$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$I=\int_0^{\pi/4}\frac{d\theta}{1+\tan\theta}=\int_0^{\pi/4}\frac{\cos\theta}{\sin\theta+\cos\theta}d\theta$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$\cos\theta=\frac12\left[(\sin\theta+\cos\theta)+(\cos\theta-\sin\theta)\right]$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$I=\frac12\int_0^{\pi/4}\left[1+\frac{\cos\theta-\sin\theta}{\sin\theta+\cos\theta}\right]d\theta$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$I=\frac12\left[\theta+\ln(\sin\theta+\cos\theta)\right]_0^{\pi/4}=\frac12\left[\frac\pi4+\ln\sqrt2\right]$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$I=\frac\pi8+\frac14\ln2$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same answer.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$\frac\pi8+\frac14\log_e2$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limit is the same).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a term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total degree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cancelling, so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divide by the highest power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each factor.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whereas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θ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(King property).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$\lim_{n\to\infty}\frac1n\sum_{r=1}^{n}F\left(\frac rn\right)=\int_0^1F(x)dx$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limit is the same).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a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$\frac{n^2}{(n^2+r^2)(n+r)}$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total degree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cancelling, so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 F\left(\frac rn\right)$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divide by the highest power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each factor.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$\int\frac{dx}{(1+x)(1+x^2)}=\frac12\ln(1+x)-\frac14\ln(1+x^2)+\frac12\tan^{-1}x+C$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$\int_0^{\pi/4}\frac{d\theta}{1+\tan\theta}=\frac\pi8+\frac14\ln2$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$\int_0^{\pi/2}\frac{d\theta}{1+\tan\theta}=\frac\pi4$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(King property).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cos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e>
                            </m: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$\int_0^\pi\frac{e^{\cos x}\sin x}{\left(1+\cos^2x\right)\left(e^{\cos x}+e^{-\cos x}\right)}dx$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integration: King property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flips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add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$x\to\pi-x$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flips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$\frac{e^{c}}{e^c+e^{-c}}$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$\frac{e^{-c}}{e^c+e^{-c}}$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add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(2): the numerators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 the common factor,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$I=\int_0^\pi\frac{e^{\cos x}\sin x}{(1+\cos^2x)(e^{\cos x}+e^{-\cos x})}dx$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$x\to\pi-x$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$\cos\to-\cos$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$\sin\to\sin$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$I=\int_0^\pi\frac{e^{-\cos x}\sin x}{(1+\cos^2x)(e^{-\cos x}+e^{\cos x})}dx$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 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(2): the numerators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$e^{\cos x}+e^{-\cos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 the common factor,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$2I=\int_0^\pi\frac{\sin x}{1+\cos^2x}dx$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symmetric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$2I=2\int_0^{\pi/2}\frac{\sin x}{1+\cos^2x}dx$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$I=\int_0^{\pi/2}\frac{\sin x}{1+\cos^2x}dx$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$-\sin x\,dx=dt$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$x:0\to\frac\pi2$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$t:1\to0$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$I=\int_0^1\frac{dt}{1+t^2}$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$I=\left[\tan^{-1}t\right]_0^1=\frac\pi4$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$\frac\pi4$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once, split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kill the odd part.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once, split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$\frac{e^t}{e^t+e^{-t}}=\frac12+\frac12\tanh 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kill the odd part.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tanh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x\,dx=-dt$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$x:0\to\pi$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$t:1\to-1$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$I=\int_{-1}^{1}\frac{e^t}{(1+t^2)(e^t+e^{-t})}dt$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$\frac{e^t}{e^t+e^{-t}}=\frac12+\frac12\cdot\frac{e^t-e^{-t}}{e^t+e^{-t}}=\frac12+\frac12\tanh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$I=\frac12\int_{-1}^{1}\frac{dt}{1+t^2}+\frac12\int_{-1}^{1}\frac{\tanh t}{1+t^2}dt$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tanh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the second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$\frac{\tanh t}{1+t^2}$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the second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$I=\frac12\left[\tan^{-1}t\right]_{-1}^{1}=\frac12\cdot\frac\pi2=\frac\pi4$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$\frac\pi4$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39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nor/>
                      </m:rP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(𝑜𝑑𝑑 𝑓𝑢𝑛𝑐𝑡𝑖𝑜𝑛)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sends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unchanged.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logistic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it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simplifies (here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$\frac{p(t)}{p(t)+p(-t)}=\frac12+\text{(odd function)}$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$\int_{-a}^{a}E(t)\frac{p(t)}{p(t)+p(-t)}dt=\frac12\int_{-a}^{a}E(t)dt$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$p=e^t$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 f(\cos x)\sin x\,dx=\int_{-1}^{1}f(t)dt$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$x\to\pi-x$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sends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unchanged.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$\frac{e^t}{e^t+e^{-t}}=\frac{1}{1+e^{-2t}}$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logistic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$\sigma(2t)$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$\sigma(s)+\sigma(-s)=1$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$\int_a^bf(x)dx=\int_a^bf(a+b-x)dx$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use it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$f(x)+f(a+b-x)$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simplifies (here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 x}{1+\cos^2x}$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29818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an A.P. with common 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an A.P. with common difference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 G.P.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an A.P. with common 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29818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$b_n=\int_0^{\pi/2}\frac{\cos^2nx}{\sin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$b_3-b_2,\ b_4-b_3,\ b_5-b_4$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an A.P.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$\frac{1}{b_3-b_2},\ \frac{1}{b_4-b_3},\ \frac{1}{b_5-b_4}$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an A.P.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$b_3-b_2,\ b_4-b_3,\ b_5-b_4$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 G.P.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$\frac{1}{b_3-b_2},\ \frac{1}{b_4-b_3},\ \frac{1}{b_5-b_4}$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 an A.P.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integration (recurrence), Arithmetic progression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cancels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denominator.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Form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$b_n-b_{n-1}$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$\cos^2nx-\cos^2(n-1)x=-\sin x\,\sin(2n-1)x$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cancels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the denominator.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numerator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$b_n-b_{n-1}=\int_0^{\pi/2}\frac{\cos^2nx-\cos^2(n-1)x}{\sin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$\cos^2A-\cos^2B=-\sin(A+B)\sin(A-B)$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$A=nx,\ B=(n-1)x$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numerator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$\sin(2n-1)x\,\sin(-x)$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reciprocals are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 A.P. with common 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differences themselves,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 neither in A.P.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nor in G.P. (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(A), (C) are false and (B) has the wrong sign; (D) is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$b_n-b_{n-1}=\int_0^{\pi/2}\frac{\sin(2n-1)x\,\sin(-x)}{\sin x}dx=-\int_0^{\pi/2}\sin(2n-1)x\,dx$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$=\left[\frac{\cos(2n-1)x}{2n-1}\right]_0^{\pi/2}$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$\cos\frac{(2n-1)\pi}{2}=0$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$\cos0=1$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$b_n-b_{n-1}=\frac{-1}{2n-1}$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$\frac{1}{b_n-b_{n-1}}=-(2n-1)=-2n+1$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$n=3,4,5$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reciprocals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$-5,-7,-9$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 A.P.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differences themselves,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$-\frac15,-\frac17,-\frac19$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are neither in A.P.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$-\frac{2}{35}\ne-\frac{2}{63}$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nor in G.P.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$\frac57\ne\frac79$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(A), (C) are false and (B) has the wrong sign; (D) is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Remark: each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alone diverges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(integrand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but the combined integrand of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bounded, so the difference is a proper integral.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Remark: each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alone diverges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(integrand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but the combined integrand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$b_n-b_{n-1}$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bounded, so the difference is a proper integral.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</m:sSub>
                      </m:den>
                    </m:f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are in an A.P. with common 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$\frac{1}{b_3-b_2},\frac{1}{b_4-b_3},\frac{1}{b_5-b_4}$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are in an A.P. with common difference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write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-independent term minus the partial sum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$\frac{\sin^2nx}{\sin x}=\sum_{k=1}^{n}\sin(2k-1)x$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$b_n$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-independent term minus the partial sum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$1+\frac13+\dots+\frac1{2n-1}$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first part does not depend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cancels in any difference.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summing (telescoping)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$\cos^2nx=1-\sin^2nx$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$b_n=\int_0^{\pi/2}\frac{dx}{\sin x}-\int_0^{\pi/2}\frac{\sin^2nx}{\sin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first part does not depend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cancels in any difference.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$2\sin x\sin(2k-1)x=\cos(2k-2)x-\cos2kx$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summing (telescoping)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$2\sin x\sum_{k=1}^{n}\sin(2k-1)x=1-\cos2nx=2\sin^2nx$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$\frac{\sin^2nx}{\sin x}=\sum_{k=1}^{n}\sin(2k-1)x$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reciprocals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form an A.P. with common 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$\int_0^{\pi/2}\sin(2k-1)x\,dx=\frac{1-\cos\frac{(2k-1)\pi}2}{2k-1}=\frac{1}{2k-1}$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$\int_0^{\pi/2}\frac{\sin^2nx}{\sin x}dx=1+\frac13+\dots+\frac{1}{2n-1}$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$b_n-b_{n-1}=-\frac{1}{2n-1}$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reciprocals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$\frac{1}{b_n-b_{n-1}}=1-2n$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$=-5,-7,-9$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$n=3,4,5$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form an A.P. with common difference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</m:sSub>
                      </m:den>
                    </m:f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are in an A.P. with common difference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$\frac{1}{b_3-b_2},\frac{1}{b_4-b_3},\frac{1}{b_5-b_4}$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are in an A.P. with common difference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0.1187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integrals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depending on a parameter, look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first: product-to-sum identities usually cancel a troublesome denominator (and any divergent common part).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$\cos^2A-\cos^2B=\sin^2B-\sin^2A=-\sin(A+B)\sin(A-B)$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$A=2,B=1$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$\approx-0.1187$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$\frac{\sin^2nx}{\sin x}=\sum_{k=1}^{n}\sin(2k-1)x$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$\int_0^{\pi/2}\frac{\sin^2nx}{\sin x}dx=\sum_{k=1}^n\frac{1}{2k-1}$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$1+\frac13+\frac15=\frac{23}{15}$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integrals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depending on a parameter, look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$I_n-I_{n-1}$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first: product-to-sum identities usually cancel a troublesome denominator (and any divergent common part).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odd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for sequences: A.P. iff consecutive differences are equal; G.P. iff consecutive ratios are equal; 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neither holds, but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A.P.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$\int_0^{\pi/2}\sin(mx)dx=\frac{1-\cos(m\pi/2)}{m}$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odd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for sequences: A.P. iff consecutive differences are equal; G.P. iff consecutive ratios are equal;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$a_n=-\frac{1}{2n-1}$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neither holds, 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$\frac1{a_n}$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A.P.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0949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809496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$\int_{-2}^{2}\frac{|x^3+x|}{e^{x|x|}+1}\,dx$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$5e^{2}$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$3e^{-2}$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31825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properties (king property, even/odd functions)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 a symmetric interval the weights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add up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exponential disappears.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On a symmetric interval the weights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$\frac{1}{e^{x|x|}+1}$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$\frac{1}{e^{-x|x|}+1}$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add up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exponential disappears.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the king property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(limits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symmetric); note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$I=\int_{-2}^{2}\frac{|x^3+x|}{e^{x|x|}+1}dx$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the king property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symmetric); note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$(-x)|-x|=-x|x|$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$I=\int_{-2}^{2}\frac{|-x^3-x|}{e^{-x|x|}+1}dx$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$|-x^3-x|=|x^3+x|$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$I=\int_{-2}^{2}\frac{|x^3+x|}{e^{-x|x|}+1}dx$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$2I=\int_{-2}^{2}|x^3+x|\left(\frac{1}{e^{x|x|}+1}+\frac{1}{e^{-x|x|}+1}\right)dx$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bracket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even function,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$\frac{1}{e^{-x|x|}+1}=\frac{e^{x|x|}}{e^{x|x|}+1}$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bracket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$\frac{1+e^{x|x|}}{e^{x|x|}+1}=1$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$2I=\int_{-2}^{2}|x^3+x|\,dx$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$|x^3+x|$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even function,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$2I=2\int_{0}^{2}|x^3+x|\,dx$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$I=\int_{0}^{2}|x^3+x|\,dx$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$x^3+x\ge0$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$I=\int_{0}^{2}(x^3+x)\,dx$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$I=\left[\frac{x^4}{4}+\frac{x^2}{2}\right]_0^2=4+2=6$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odd: the odd part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only half of the even weight survives.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$\frac{1}{e^{u}+1}=\frac12-\frac12\tanh\frac u2$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$u=x|x|$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odd: the odd part integrates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only half of the even weight survives.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tanh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odd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even; 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tanh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227832"/>
                <a:ext cx="10725912" cy="344728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$\frac{1}{e^{u}+1}=\frac12\left(1-\tanh\frac u2\right)$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$u=x|x|$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$u=x|x|$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odd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$\tanh\frac{u}{2}$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$x^3+x$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$|x^3+x|$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even;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$|x^3+x|\tanh\frac{x|x|}{2}$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odd function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that part contributes nothing.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odd function integrates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$[-2,2]$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that part contributes nothing.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$I=\frac12\int_{-2}^{2}|x^3+x|\,dx=\int_0^2(x^3+x)\,dx=4+2=6$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φ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φ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φ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for any base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φ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a symmetric interval together with a denominator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𝑜𝑑𝑑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m:rPr>
                            <m:nor/>
                          </m:r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𝑜𝑑𝑑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signals this trick.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even; classify the parity first, then decide whether to use the king property.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$\int_{-a}^{a}\frac{h(x)}{1+e^{\varphi(x)}}dx=\int_0^a h(x)\,dx$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$\frac{1}{1+e^{\varphi(x)}}+\frac{1}{1+e^{\varphi(-x)}}=1$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Same for any base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$\int_{-a}^{a}\frac{h(x)}{1+b^{\varphi(x)}}dx=\int_0^a h(x)\,dx$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$\int_{-1}^{1}\frac{x^2}{e^x+1}dx=\frac13=\int_0^1x^2dx$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a symmetric interval together with a denominator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$1+e^{\text{odd}}$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$1+a^{\text{odd}}$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signals this trick.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$x|x|$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$|x^3+x|$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even; classify the parity first, then decide whether to use the king property.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are the number of local maximum and local minimum points of the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ordered pair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respectively are the number of local maximum and local minimum points of 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$f(x)=\int_{0}^{x^2}\frac{t^2-5t+4}{2+e^{t}}dt$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ordered pair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$(m,n)$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$(3,4)$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690111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Leibniz rule (differentiation of an integral), Maxima and minima by sign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690111"/>
                <a:ext cx="10725912" cy="21945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Leibniz rule (differentiation of an integral), Maxima and minima by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2(A level below 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with Leibniz, factor the numerator into five simple roots and read the extrema off the sign change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with Leibniz, factor the numerator into five simple roots and read the extrema off the sign change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Leibniz rule: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denominator is always positive, so the sign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sign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Leibniz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$f'(x)=\frac{x^4-5x^2+4}{2+e^{x^2}}\cdot2x$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$x^4-5x^2+4=(x^2-1)(x^2-4)$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$f'(x)=\frac{2x(x^2-1)(x^2-4)}{e^{x^2}+2}$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$f'(x)=\frac{2(x-1)(x-2)\,x\,(x+1)(x+2)}{e^{x^2}+2}$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denominator is always positive, so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$2(x-1)(x-2)x(x+1)(x+2)$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zeros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all simple,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at each of them; the sign scheme from the left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local minima,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local maxima,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Its zeros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$-2,-1,0,1,2$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all simple,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at each of them; the sign scheme from the left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$-,+,-,+,-,+$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$x=-2,\,0,\,2$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local minima,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$x=-1,\,1$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local maxima,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$(m,n)=(2,3)$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(2, 3)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study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pull the extrema back through the even map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↦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$f(x)=F(x^2)$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$F(u)=\int_0^u\frac{t^2-5t+4}{2+e^t}dt$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study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$u\ge0$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pull the extrema back through the even map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$x\mapsto 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local maximum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local minimum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(interior points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the boundary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small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$F'(u)=\frac{(u-1)(u-4)}{2+e^{u}}$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a local maximum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 local minimum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(interior points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the boundary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$F(u)&gt;F(0)$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small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maps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local maxima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local minima.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small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also a local minimum. Total minima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maps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$f(x)=F(x^2)$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$u=1\Rightarrow x=\pm1$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local maxima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$u=4\Rightarrow x=\pm2$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local minima.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$f(x)=F(x^2)&gt;F(0)=f(0)$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small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also a local minimum. Total minima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$x=0,\pm2$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$(m,n)=(2,3)$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(B) (2, 3)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𝐹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always has a stationary point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extrema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a pair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zero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an extremum only 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there (odd-order zero); an even-order zero (e.g.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does not.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on this question: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(maximum),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0.183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(minima).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$\frac{d}{dx}\int_{a(x)}^{b(x)}\varphi(t)\,dt=\varphi(b(x))\,b'(x)-\varphi(a(x))\,a'(x)$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$\varphi(x^2)\cdot2x$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$f(x)=F(x^2)$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$f'(x)=2xF'(x^2)$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it always has a stationary point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extrema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$u_0&gt;0$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a pair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$\pm\sqrt{u_0}$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zero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an extremum only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sign there (odd-order zero); an even-order zero (e.g.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does not.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on this question: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$f(\pm1)\approx0.542$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(maximum),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$f(\pm2)\approx0.183$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(minima).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289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in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289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$\left(0,\frac{\pi}{2}\right)$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$\int_{\cos x}^{1}t^2f(t)\,dt=\sin^3x+\cos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$\frac{1}{\sqrt3}f'\left(\frac{1}{\sqrt3}\right)$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$6-9\sqrt2$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$6-\frac{9}{\sqrt2}$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$\frac92-6\sqrt2$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$\frac{9}{\sqrt2}-6$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3771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Leibniz rule and differentiation of an integral equation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integral equation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explicitly, then differentiate once more to reach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the integral equation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$f(\cos 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explicitly, then differentiate once more to reach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$f'(\cos 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both sides w.r.t.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$\int_{\cos x}^{1}t^2f(t)\,dt=\sin^3x+\cos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both sides w.r.t.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$-\cos^2x\,f(\cos x)\,(-\sin x)=3\sin^2x\cos x-\sin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$\cos^2x\,\sin x\,f(\cos x)=\sin x\,(3\sin x\cos x-1)$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$f(\cos x)=\frac{3\sin x\cos x-1}{\cos^2x}$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$f(\cos x)=3\tan x-\sec^2x$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again w.r.t.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again w.r.t.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$f'(\cos x)(-\sin x)=3\sec^2x-2\sec^2x\tan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x=\frac1{\sqrt3}$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x=\frac{\sqrt2}{\sqrt3}$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$-\frac{\sqrt2}{\sqrt3}f'\left(\frac1{\sqrt3}\right)=3\cdot3-2\cdot3\cdot\sqrt2=9-6\sqrt2$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$\frac1{\sqrt3}f'\left(\frac1{\sqrt3}\right)=\frac{3(3-2\sqrt2)}{-\sqrt2}=6-\frac{9}{\sqrt2}$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$6-\frac{9}{\sqrt2}$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first, so the equation reads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differentiate with respect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get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one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$s=\cos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first, so the equation reads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$\int_s^1t^2f(t)dt=(1-s^2)^{3/2}+s$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differentiate with respect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$f'(s)$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one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w.r.t.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𝑠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$s=\cos x\in(0,1)$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x=\sqrt{1-s^2}$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$\int_s^1t^2f(t)dt=(1-s^2)^{3/2}+s$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w.r.t.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$-s^2f(s)=-3s\sqrt{1-s^2}+1$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$f(s)=\frac{3\sqrt{1-s^2}}{s}-\frac1{s^2}$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den>
                    </m:f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𝑠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𝑠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𝑠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$\frac{d}{ds}\frac{\sqrt{1-s^2}}{s}=-\frac{1}{s^2\sqrt{1-s^2}}$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$f'(s)=-\frac{3}{s^2\sqrt{1-s^2}}+\frac{2}{s^3}$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$s=\frac1{\sqrt3}$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$s^2=\frac13$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$\sqrt{1-s^2}=\frac{\sqrt2}{\sqrt3}$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$s^3=\frac1{3\sqrt3}$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$f'=-\frac{9\sqrt3}{\sqrt2}+6\sqrt3$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$\frac1{\sqrt3}f'\left(\frac1{\sqrt3}\right)=6-\frac{9}{\sqrt2}$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$6-\frac{9}{\sqrt2}$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lower limit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factor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limit is a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equation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to get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differentiate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again and 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 through a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invertible on the interval; then everything is a plain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𝑠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numerically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0.3640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$\frac{d}{dx}\int_{a(x)}^{b(x)}\varphi(t)dt=\varphi(b)b'-\varphi(a)a'$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lower 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factor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$-\varphi(\cos x)\cdot(-\sin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the limit is a function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equation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$\int_{u(x)}^{c}\varphi=R(x)$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determines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$\varphi(u(x))$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to get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differentiate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$f(u(x))$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again and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$f'(u)\,u'=\frac{d}{dx}f(u(x))$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 through a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$s=u(x)$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invertible on the interval; then everything is a plain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$f(s)=\frac{3s\sqrt{1-s^2}-1}{s^2}$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$\frac{d}{ds}\int_s^1t^2f(t)dt=-s^2f(s)$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$\frac1{\sqrt3}f'\left(\frac1{\sqrt3}\right)=-0.3640=6-\frac9{\sqrt2}$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  <m:sup>
                                <m:d>
                                  <m:dPr>
                                    <m:begChr m:val="["/>
                                    <m:sepChr m:val=""/>
                                    <m:endChr m:val="]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den>
                                    </m:f>
                                  </m:e>
                                </m:d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function,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$\int_{0}^{1}\frac{1}{7^{\left[\frac{1}{x}\right]}}\,dx$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$[\cdot]$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function,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$1+6\log_e\left(\frac67\right)$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$1-6\log_e\left(\frac67\right)$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$\log_e\left(\frac76\right)$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$1-7\log_e\left(\frac67\right)$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greatest-integer function and logarithmic series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summed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∑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$\left[\frac1x\right]=n$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$\left(\frac1{n+1},\frac1n\right]$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$\sum\frac{1}{7^n}\left(\frac1n-\frac1{n+1}\right)$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summed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$\sum\frac{r^n}{n}=-\ln(1-r)$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 7^{-[1/x]}dx$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$\frac1{n+1}&lt;x\le\frac1n$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$\left[\frac1x\right]=n$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$n=1,2,3,\dots$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writes this with reversed limits and an overall minus sign; same value).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series: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$I=\int_{1/2}^{1}\frac{dx}{7}+\int_{1/3}^{1/2}\frac{dx}{7^2}+\int_{1/4}^{1/3}\frac{dx}{7^3}+\cdots$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writes this with reversed limits and an overall minus sign; same value).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$I=\frac17\left(1-\frac12\right)+\frac1{7^2}\left(\frac12-\frac13\right)+\frac1{7^3}\left(\frac13-\frac14\right)+\cdots=\sum_{n\ge1}\frac1{7^n}\left(\frac1n-\frac1{n+1}\right)$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$I=\left(\frac17+\frac1{2\cdot7^2}+\frac1{3\cdot7^3}+\cdots\right)-\left(\frac1{7\cdot2}+\frac1{7^2\cdot3}+\frac1{7^3\cdot4}+\cdots\right)$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series: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$\sum_{n\ge1}\frac{(1/7)^n}{n}=-\ln\left(1-\frac17\right)$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series: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Second series: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$\sum_{n\ge1}\frac{(1/7)^n}{n+1}=7\left[\frac{(1/7)^2}{2}+\frac{(1/7)^3}{3}+\cdots\right]=7\left[-\ln\left(1-\frac17\right)-\frac17\right]$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$I=-\ln\left(1-\frac17\right)-7\left[-\ln\left(1-\frac17\right)-\frac17\right]=-\ln\frac67+7\ln\frac67+1$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$I=6\ln\frac67+1$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$1+6\log_e\left(\frac67\right)$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(layer-cake), so the integrand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minus indicator functions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weights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$7^{-m}=1-6\sum_{k=1}^{m}7^{-k}$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(layer-cake), so the integrand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minus indicator functions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$\{x\le 1/k\}$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weights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$6\cdot7^{-k}$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b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b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$7^{-m}=1-\sum_{k=1}^{m}\left(7^{-(k-1)}-7^{-k}\right)=1-6\sum_{k=1}^{m}7^{-k}$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$m=\left[\frac1x\right]$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$7^{-[1/x]}=1-6\sum_{k\ge1}7^{-k}\,\mathbf 1\{[1/x]\ge k\}$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$\left[\frac1x\right]\ge k\iff x\le\frac1k$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$\int_0^1\mathbf 1\{x\le\frac1k\}dx=\frac1k$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terms are non-negative, so term-by-term integration is valid).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0.0751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$I=1-6\sum_{k\ge1}\frac{(1/7)^k}{k}$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terms are non-negative, so term-by-term integration is valid).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$\sum_{k\ge1}\frac{(1/7)^k}{k}=-\ln\left(1-\frac17\right)=\ln\frac76$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$I=1-6\ln\frac76=1+6\ln\frac67\approx0.0751$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$1+6\log_e\left(\frac67\right)$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(equivalently,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0.3069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0.30685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Series to recall: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shifting the index gives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𝑟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geometric identity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 h\left(\left[\frac1x\right]\right)dx=\sum_{n\ge1}h(n)\left(\frac1n-\frac1{n+1}\right)$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$\left[\frac1x\right]=n$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$\left(\frac1{n+1},\frac1n\right]$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(equivalently,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$x=1/y$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$0&lt;r&lt;1$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$\int_0^1r^{[1/x]}dx=1+\frac{1-r}{r}\ln(1-r)$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$1-\ln2=0.3069$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$0.30685$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$r=\frac17$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$1+6\ln\frac67$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Series to recall: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$\sum_{n\ge1}\frac{r^n}{n}=-\ln(1-r)$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$|r|&lt;1$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shifting the index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$\sum_{n\ge1}\frac{r^n}{n+1}=\frac1r\left(-\ln(1-r)-r\right)$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$7^{-m}=1-6\sum_{k\le m}7^{-k}$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geometric identity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$r^m=1-(1-r)\sum_{k=0}^{m-1}r^k$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greatest integer less than or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greatest integer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$\int_{0}^{1}\left[-8x^2+6x-1\right]dx$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$-\frac54$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$\frac{\sqrt{17}-13}{8}$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$\frac{\sqrt{17}-16}{8}$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greatest-integer function of a quadratic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Sketch the parabola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cut the interval where it crosses the integers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on each piece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Sketch the parabola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cut the interval where it crosses the integers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$0,-1,-2$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on each piece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$[y]$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vertex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ranges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∪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$y=-8x^2+6x-1$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$y(0)=-1$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vertex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$\left(\frac38,\frac18\right)$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$y(1)=-3$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ranges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$[-3,\frac18]$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$8x^2-6x+1=0\Rightarrow x=\frac14,\frac12$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$\frac14\le x\le\frac12$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y\le\frac18&lt;1$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$-8x^2+6x=0\Rightarrow x=0,\frac34$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$x\in[0,\frac14)\cup(\frac12,\frac34]$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0.89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17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17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$8x^2-6x-1=0\Rightarrow x=\frac{3+\sqrt{17}}8$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$\approx0.89$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$[y]=-2$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$\frac34&lt;x\le\frac{3+\sqrt{17}}8$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$\frac{3+\sqrt{17}}8&lt;x\le1$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$-3\le y&lt;-2$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$[y]=-3$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$\int_0^1[y]dx=\int_0^{1/4}(-1)dx+\int_{1/4}^{1/2}0\,dx+\int_{1/2}^{3/4}(-1)dx+\int_{3/4}^{\frac{3+\sqrt{17}}8}(-2)dx+\int_{\frac{3+\sqrt{17}}8}^{1}(-3)dx$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17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17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$=-\frac14+0-\left(\frac34-\frac12\right)-2\left(\frac{3+\sqrt{17}}8-\frac34\right)-3\left(1-\frac{3+\sqrt{17}}8\right)$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$=-\frac12-\frac{\sqrt{17}-3}{4}-\frac{3(5-\sqrt{17})}{8}=\frac{-4-2\sqrt{17}+6-15+3\sqrt{17}}{8}=\frac{\sqrt{17}-13}{8}$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$\frac{\sqrt{17}-13}{8}$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  <m:e>
                        <m:r>
                          <m:rPr>
                            <m:sty m:val="b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the lengths of the sets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(layer-cake), instead of integrating piece by piece.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$[y]=-3+\sum_{k=-2}^{0}\mathbf 1\{y\ge k\}$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add the lengths of the sets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$\{x:y\ge k\}$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(layer-cake), instead of integrating piece by piece.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b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b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b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length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$-3\le y\le\frac18$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$[y]=-3+\mathbf 1\{y\ge-2\}+\mathbf 1\{y\ge-1\}+\mathbf 1\{y\ge0\}$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$\int_0^1[y]dx=-3+L_{-2}+L_{-1}+L_0$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length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$\{x\in[0,1]:y\ge k\}$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$y\ge k\iff-8x^2+6x-1-k\ge0$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$x=\frac{3\pm\sqrt{1-8k}}8$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roots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roots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lower root is negative, so within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set is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17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$\frac14,\frac12$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$L_0=\frac14$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$0,\frac34$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$L_{-1}=\frac34$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$\frac{3\pm\sqrt{17}}8$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lower root is negative, so within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$\left[0,\frac{3+\sqrt{17}}8\right]$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$L_{-2}=\frac{3+\sqrt{17}}8$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$\int_0^1[y]dx=-3+\frac{3+\sqrt{17}}8+\frac34+\frac14=\frac{\sqrt{17}-13}{8}$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$\frac{\sqrt{17}-13}{8}$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2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Layer-cake for floors: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integers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𝑀</m:t>
                        </m:r>
                      </m: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{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: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}</m:t>
                            </m:r>
                          </m:e>
                        </m:d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(measure of the level sets).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crossing points with the horizontal line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only the integers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the minimum and the maximum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interval matter.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Layer-cake for floors: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$m\le g\le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integers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$m&lt;M$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$\int_a^b[g]dx=m(b-a)+\sum_{k=m+1}^{M}\left|\{x:g(x)\ge k\}\right|$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(measure of the level sets).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$y=ax^2+bx+c$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crossing points with the horizontal line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$ax^2+bx+c-k=0$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only the integers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between the minimum and the maximum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the interval matter.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test the ends: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takes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rounded down, so at an endpoint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exactly an integer the value belongs to the upper step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single points do not change the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numerical integration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1.10961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test the ends: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takes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rounded down, so at an endpoint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exactly an integer the value belongs to the upper step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$x=\frac14,\frac12$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single points do not change the integral.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numerical integration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$-1.10961=\frac{\sqrt{17}-13}{8}$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such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</m:sup>
                        </m:sSup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8239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$f:\mathbb R\to\mathbb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such that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$f\left(\frac\pi4\right)=\sqrt2$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$f\left(\frac\pi2\right)=0$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$f'\left(\frac\pi2\right)=1$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$g(x)=\int_{x}^{\pi/4}\left(f'(t)\sec t+\tan t\sec t\,f(t)\right)dt$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$x\in\left[\frac\pi4,\frac\pi2\right)$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$\lim_{x\to\left(\frac\pi2\right)^-}g(x)$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9115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Fundamental theorem of calculus (integral of an exact derivative) and limits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limit is 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$\frac{d}{dt}\left(\sec t\,f(t)\right)$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$g(x)=2-\sec x\,f(x)$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limit is 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$\frac00$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the derivative of a product: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$f\left(\frac\pi4\right)=\sqrt2$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$f\left(\frac\pi2\right)=0$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$f'\left(\frac\pi2\right)=1$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$g(x)=\int_x^{\pi/4}\left[f'(t)\sec t+\tan t\sec t\,f(t)\right]dt$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the derivative of a product: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$\frac{d}{dt}\left(\sec t\,f(t)\right)=f'(t)\sec t+f(t)\sec t\tan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$g(x)=\left[\sec t\,f(t)\right]_x^{\pi/4}$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$g(x)=\sqrt2\cdot\sqrt2-\sec x\,f(x)=2-\sec x\,f(x)$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e>
                        </m: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L'Hopital (differentiate w.r.t.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e>
                        </m: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e>
                        </m: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s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</m:sup>
                        </m:sSup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$x=\frac\pi2-h$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$h\to0^+$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 g=2-\lim_{h\to0}\sec\left(\frac\pi2-h\right)f\left(\frac\pi2-h\right)$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$\sec\left(\frac\pi2-h\right)=\operatorname{cosec}h$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 g=2-\lim_{h\to0}\frac{f\left(\frac\pi2-h\right)}{\sin h}$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L'Hopital (differentiate w.r.t.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$\lim_{h\to0}\frac{f\left(\frac\pi2-h\right)}{\sin h}=\lim_{h\to0}\frac{-f'\left(\frac\pi2-h\right)}{\cos h}=-f'\left(\frac\pi2\right)=-1$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$\lim_{x\to\frac\pi2^-}g(x)=2-(-1)=3$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(B)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Spot exact derivatives: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𝑔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differentiable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either side). 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numerically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Spot exact derivatives: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$f'\sec t+f\sec t\tan t=(f\sec t)'$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$f'\cos t-f\sin t=(f\cos t)'$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$f'g+fg'=(fg)'$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$\frac{f'g-fg'}{g^2}=\left(\frac fg\right)'$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differentiable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$g(a)=0$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$g'(a)\ne0$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 a}\frac{f(x)}{g(x)}=\frac{f'(a)}{g'(a)}$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$g'\left(\frac\pi2\right)=-1$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$f\left(\frac\pi2\right)=0$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$\lim_{x\to\frac\pi2}\sec x\,f(x)=-f'\left(\frac\pi2\right)$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(from either side). 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$f(x)=\left(\frac\pi2-x\right)+c\left(\frac\pi2-x\right)^2$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$f(\frac\pi4)=\sqrt2$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$g\to3$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continuous function satisfying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positive integer. If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8153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$f:\mathbb R\to\mathbb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continuous function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$f(x)+f(x+k)=n$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positive integer.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$I_1=\int_0^{4nk}f(x)\,dx$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$I_2=\int_{-k}^{3k}f(x)\,dx$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$I_1+2I_2=4nk$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$I_1+2I_2=2nk$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$I_1+nI_2=4n^2k$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$I_1+nI_2=6n^2k$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3240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Periodic functions and definite integral over a period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Shifting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twice shows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Shifting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twice shows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$\int_0^{2k}f=\int_0^k\left[f(x)+f(x+k)\right]dx=nk$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interval has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periods,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$f(x)+f(x+k)=n$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$f(x+k)+f(x+2k)=n$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$f(x+2k)=f(x)$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$I_1=\int_0^{4nk}f(x)dx$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interval has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$4nk=2n\cdot2k$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periods,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$I_1=2n\int_0^{2k}f(x)dx$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the second integral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length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two periods,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$\int_0^{2k}f=\int_0^kf(x)dx+\int_k^{2k}f(x)dx$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in the second integral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$x=t+k$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$\int_0^{2k}f=\int_0^k\left[f(x)+f(x+k)\right]dx=\int_0^kn\,dx=nk$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$I_1=2n\cdot nk=2n^2k$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$I_2=\int_{-k}^{3k}f$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length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$4k=2\cdot2k$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two periods,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$I_2=2\int_0^{2k}f=2nk$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$I_1+nI_2=2n^2k+n\cdot2nk=4n^2k$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b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$I_1+nI_2=4n^2k$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Subtract the mean: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every window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average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Subtract the mean: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$h=f-\frac n2$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$h(x+k)=-h(x)$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integrates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every window of length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average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 n2$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made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windows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$h(x)=f(x)-\frac n2$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$h(x)+h(x+k)=0$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$h(x+k)=-h(x)$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$h(x+2k)=h(x)$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$\int_a^{a+2k}h=\int_a^{a+k}\left[h(x)+h(x+k)\right]dx=0$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$[0,4nk]$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made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windows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h=0$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$I_1=\frac n2\cdot4nk=2n^2k$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two windows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$[-k,3k]$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two windows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$I_2=\frac n2\cdot4k=2nk$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$I_1+nI_2=2n^2k+2n^2k=4n^2k$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b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$I_1+nI_2=4n^2k$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implies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mean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anti-periodic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its integral over any window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(hence any whole number of such windows)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-periodic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0.7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12.6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$f(x)+f(x+k)=c$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implies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$\int_a^{a+2k}f=ck$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mean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c2$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Equivalently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$f-\frac c2$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anti-periodic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$h(x+k)=-h(x)$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its integral over any window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(hence any whole number of such windows)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$\int_a^{a+nT}f=n\int_0^Tf$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-periodic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$f(x)=\frac32+\cos\frac{\pi x}{0.7}$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$k=0.7$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$I_1=12.6=2n^2k$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$I_2=4.2=2nk$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066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function defined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sepChr m:val=""/>
                        <m:endChr m:val="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max</m:t>
                                  </m:r>
                                </m:e>
                                <m:sub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≤</m:t>
                                  </m:r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sub>
                              </m:s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{</m:t>
                              </m:r>
                              <m:sSup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e>
                                <m:sup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}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mr>
                          <m:mr>
                            <m:e>
                              <m:sSup>
                                <m:e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p>
                                  <m:r>
                                    <a:rPr lang="en-IN" sz="2400" i="1">
                                      <a:solidFill>
                                        <a:srgbClr val="111827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&lt;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&lt;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e>
                          </m:mr>
                          <m:m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&gt;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greatest integer less than or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number of points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differentiable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ordered pair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066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$f:\mathbb R\to\mathbb 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function defined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$f(x)=\begin{cases}\max_{t\le x}\{t^3-3t\}, &amp; x\le2\\ x^2+2x-6, &amp; 2&lt;x&lt;3\\ [x-3]+9, &amp; 3\le x\le5\\ 2x+1, &amp; x&gt;5\end{cases}$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greatest integer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the number of points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differentiable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$I=\int_{-2}^{2}f(x)\,dx$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ordered pair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$(m,I)$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$\left(3,\frac{27}4\right)$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$\left(3,\frac{23}4\right)$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$\left(4,\frac{27}4\right)$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$\left(4,\frac{23}4\right)$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Running maximum, greatest-integer function and differentiability, Definite integral of a piecewise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max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follows the cubic until its local maximum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stays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all kinks and jumps then sit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$\max_{t\le x}(t^3-3t)$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follows the cubic until its local maximum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stays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all kinks and jumps then sit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$x=2,3,4,5$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56632"/>
                <a:ext cx="10725912" cy="16184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max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decreases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increases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56632"/>
                <a:ext cx="10725912" cy="16184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$f(x)=\max_{t\le x}g(t)$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$g(t)=t^3-3t$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$g'(t)=3(t^2-1)$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$(-\infty,-1)$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decreases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$(-1,1)$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increases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$g(-1)=2$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$g(1)=-2$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$g(2)=2$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increasing, so the maximum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maximum stays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cubic returns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left derivative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right derivative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 there.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left derivative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right derivative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not differentiable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continuous,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increasing, so the maximum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$t\le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$g(x)=x^3-3x$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$-1\le x\le2$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maximum stays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cubic returns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$3\le x\le5$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$[x-3]=0$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$[4,5)$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$f(x)=x^3-3x$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$-1\le x\le2$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$x^2+2x-6$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$2&lt;x&lt;3$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$3\le x&lt;4$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$4\le x&lt;5$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left derivative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$3x^2-3=0$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right derivative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differentiable there.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left derivative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right derivative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$2x+2=6$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not differentiable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continuous,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left limit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left derivative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right derivative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not differentiable.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jump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left limit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discontinuous, so not differentiable. Non-differentiable points: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left 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$9=f(3)$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but left derivative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$2x+2=8$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right derivative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not differentiable.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jump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$9\to10$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left 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$f(5)=11$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discontinuous, so not differentiable. Non-differentiable points: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$2,3,4,5$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$I=\int_{-2}^{-1}(x^3-3x)dx+\int_{-1}^{2}2\,dx=\left[\frac{x^4}4-\frac{3x^2}2\right]_{-2}^{-1}+6=\frac34+6=\frac{27}4$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$(m,I)=\left(4,\frac{27}4\right)$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27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$\left(4,\frac{27}4\right)$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max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non-decreasing: it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sets new records and stays constant (the previous record) while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below it. Kinks occur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rejoins its record.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Differentiability checklist at a joining point: continuity first, then equal left and right derivatives; the greatest integer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discontinuous exactly at integers, so every integer breakpoint in the formula is a non-differentiable point unless the surrounding pieces cancel the jump.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$M(x)=\max_{t\le x}g(t)$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non-decreasing: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sets new records and stays constant (the previous record)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below it. Kinks occur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rejoins its record.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Differentiability checklist at a joining point: continuity first, then equal left and right derivatives; the greatest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$[x-c]$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discontinuous exactly at integers, so every integer breakpoint in the formula is a non-differentiable point unless the surrounding pieces cancel the jump.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cubic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local maximum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local minimum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(roots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with the pieces above,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6.75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cubic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$x^3-3x$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local maximum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local minimum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$g(2)=g(-1)=2$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$x^3-3x-2=(x+1)^2(x-2)$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with the pieces above,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$\int_{-2}^{2}f=6.75=\frac{27}4$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d>
                              <m:dPr>
                                <m:begChr m:val="["/>
                                <m:sepChr m:val=""/>
                                <m:endChr m:val="]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</m: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less than or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181351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$\int_0^5\cos\left(\pi\left(x-\left[\frac x2\right]\right)\right)dx$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690111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with greatest-integer function inside a trigonometric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integrand becomes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there and each piece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$\left[\frac x2\right]$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$[0,2),[2,4),[4,5]$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integrand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$\cos\pi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$-\cos\pi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$\cos\pi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there and each piece integrates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at the points where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</m:e>
                    </m:nary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e>
                    </m:nary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e>
                    </m:nary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at the points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 x2\right]$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$\int_0^5=\int_0^2+\int_2^4+\int_4^5$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 x2\right]=0$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$[4,5]$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$\int_0^2\cos\pi x\,dx+\int_2^4\cos\pi(x-1)dx+\int_4^5\cos\pi(x-2)dx$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Antiderivatives: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bracket: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Second: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Third: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Antiderivatives: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$=\left[\frac{\sin\pi x}{\pi}\right]_0^2+\left[\frac{\sin\pi(x-1)}{\pi}\right]_2^4+\left[\frac{\sin\pi(x-2)}{\pi}\right]_4^5$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First bracket: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$\frac{\sin2\pi-\sin0}\pi=0$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Second: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$\frac{\sin3\pi-\sin\pi}\pi=0$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Third: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$\frac{\sin3\pi-\sin2\pi}\pi=0$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anti-periodic with anti-period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any window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only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remains.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anti-periodic with anti-period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$G(x+2)=-G(x)$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any window of length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integrates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$\int_4^5$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remains.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d>
                              <m:dPr>
                                <m:begChr m:val="["/>
                                <m:sepChr m:val=""/>
                                <m:endChr m:val="]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d>
                              <m:dPr>
                                <m:begChr m:val="["/>
                                <m:sepChr m:val=""/>
                                <m:endChr m:val="]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𝐺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$G(x)=\cos\left(\pi\left(x-\left[\frac x2\right]\right)\right)$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$\left[\frac{x+2}2\right]=\left[\frac x2\right]+1$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$G(x+2)=\cos\left(\pi\left(x-\left[\frac x2\right]+1\right)\right)=-G(x)$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$\int_2^4G=\int_0^2G(x+2)dx=-\int_0^2G$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$\int_0^4G=0$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$G(x+4)=G(x)$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$\int_4^5G=\int_0^1G(x)dx=\int_0^1\cos\pi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 x2\right]=0$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$\int_0^1\cos\pi x\,dx=\frac{\sin\pi}{\pi}=0$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$\int_0^5G=0+0=0$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49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(anti-periodic),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 integer shift inside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changes the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vanishes exactly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integer.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move: replace the greatest-integer expression by its constant value on each interval it is constant, then integrate.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$f(x+T)=-f(x)$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(anti-periodic),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$\int_a^{a+2T}f=0$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$\int_a^{a+2T}f=\int_a^{a+T}[f(x)+f(x+T)]dx$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$\cos(\pi(x-n))=(-1)^n\cos\pi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 integer shift inside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$\pi(\cdot)$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changes the sign.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$\int_a^{a+1}\cos\pi x\,dx=\frac{\sin\pi(a+1)-\sin\pi a}{\pi}=-\frac{2\sin\pi a}{\pi}$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it vanishes exactly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integer.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General move: replace the greatest-integer expression by its constant value on each interval it is constant, then integrate.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real valued continuous function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Then, which of the following points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07162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real valued continuous function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$f(x)=x+\int_0^1(x-t)f(t)\,dt$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Then, which of the following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?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$(4,17)$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$(6,8)$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58038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Integral equation with a separable kernel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integrals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constants,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linear,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two moment equations fix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integrals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$\int_0^1f$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$\int_0^1tf$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are constants,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linear,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$f(x)=ax-b$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two moment equations fix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(constants).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$f(x)=x+\int_0^1(x-t)f(t)dt=x+x\int_0^1f(t)dt-\int_0^1tf(t)dt$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$f(x)=x\left[1+\int_0^1f(t)dt\right]-\int_0^1tf(t)dt$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$1+\int_0^1f(t)dt=a$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$\int_0^1tf(t)dt=b$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(constants).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$f(x)=ax-b$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$a=1+\int_0^1(at-b)dt=1+\frac a2-b\Rightarrow\frac a2+b=1$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Into (1):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the options: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curve.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$b=\int_0^1t(at-b)dt=\frac a3-\frac b2\Rightarrow\frac{3b}2=\frac a3$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$a=\frac{9b}2$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Into (1):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$\frac{9b}4+b=1$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$b=\frac4{13}$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$a=\frac{18}{13}$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$f(x)=\frac{18x-4}{13}$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the options: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$f(2)=\frac{32}{13}\ne4$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$f(1)=\frac{14}{13}\ne2$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$f(4)=\frac{68}{13}\ne17$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$f(6)=\frac{104}{13}=8$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$(6,8)$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on the curve.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(6, 8)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kernel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makes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constants: unknowns reduce to a small linear system (obtained by multiplying the equation by each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integrating).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two moments; the system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an integral equation has the form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𝐾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polynomial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𝐾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degree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polynomial of degree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deg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kernel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$K(x,t)=\sum p_i(x)q_i(t)$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$x\cdot1-1\cdot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makes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$f=g+\sum c_ip_i$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$c_i=\int q_if$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constants: unknowns reduce to a small linear system (obtained by multiplying the equation by each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$q_i$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integrating).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$\int_0^1tf$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the two moments; the system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a2+b=1,\ \frac a3-\frac b2=b$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an integral equation has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$f(x)=g(x)+\int_a^b K(x,t)f(t)dt$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polynomial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degree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 polynomial of degree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$\le\max(\deg g,d)$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$f(x)=\frac{18x-4}{13}$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$f(x)-x-\int_0^1(x-t)f(t)dt=0$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$10^{-30}$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numerically.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447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447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$\int_0^2\left(\sqrt{2x}-\sqrt{2x-x^2}\right)dx=\int_0^1\left(1-\sqrt{1-y^2}-\frac{y^2}{2}\right)dy+\int_1^2\left(2-\frac{y^2}{2}\right)dy+I$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$\int_0^1\left(1+\sqrt{1-y^2}\right)dy$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$\int_0^1\left(\frac{y^2}{2}-\sqrt{1-y^2}+1\right)dy$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$\int_0^1\left(1-\sqrt{1-y^2}\right)dy$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$\int_0^1\left(\frac{y^2}{2}+\sqrt{1-y^2}+1\right)dy$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integrals as areas (quarter circle and parabola)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Express both sides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(a quarter circle) and solve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Express both sides through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$J=\int_0^1\sqrt{1-y^2}\,dy$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(a quarter circle) and solve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left side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$2x-x^2=1-(x-1)^2$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$\int_0^2\sqrt{2x}\,dx-\int_0^2\sqrt{1-(x-1)^2}\,dx$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Right side: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RHS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By symmetry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(semicircle),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LHS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RHS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Right side: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$\int_0^1\left(1-\frac{y^2}{2}\right)dy+\int_1^2\left(2-\frac{y^2}{2}\right)dy=\int_0^2\left(1-\frac{y^2}{2}\right)dy+\int_1^2 1\,dy$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RHS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$=\int_0^2\left(1-\frac{y^2}{2}\right)dy+1-\int_0^1\sqrt{1-y^2}\,dy+I$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$J=\int_0^1\sqrt{1-y^2}\,dy$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By symmetry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(semicircle),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$\int_0^2\sqrt{1-(x-1)^2}\,dx=2J$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$\int_0^2\sqrt{2x}\,dx=\frac{2\sqrt2}{3}\cdot2\sqrt2=\frac{8}{3}$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LHS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$=\frac{8}{3}-2J$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$\int_0^2\left(1-\frac{y^2}{2}\right)dy=2-\frac{4}{3}=\frac{2}{3}$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RHS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$=\frac{2}{3}+1-J+I$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$\frac{8}{3}-2J=\frac{2}{3}+1-J+I$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$I=\frac{8}{3}-\frac{2}{3}-1-2J+J=1-J$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$I=1-\int_0^1\sqrt{1-y^2}\,dy=\int_0^1\left(1-\sqrt{1-y^2}\right)dy$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e>
                        </m:d>
                      </m:e>
                    </m:nary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$\int_0^1\left(1-\sqrt{1-y^2}\right)dy$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left side is an area; slice the same region by horizontal strips instead of vertical ones, and the two given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-integrals appear with one piece left over, which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𝐼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left side is an area; slice the same region by horizontal strips instead of vertical ones, and the two given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-integrals appear with one piece left over, which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area of the region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𝑅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between the parabola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upper half of the circle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a horizontal strip at height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point is above the circle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below the parabola iff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$\int_0^2\left(\sqrt{2x}-\sqrt{2x-x^2}\right)dx$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area of the region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$\sqrt{2x-x^2}\le y\le\sqrt{2x}$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between the parabola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$x=\frac{y^2}{2}$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upper half of the circle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$(x-1)^2+y^2=1$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a horizontal strip at height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y\le1$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point is above the circle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$x\le1-\sqrt{1-y^2}$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$x\ge1+\sqrt{1-y^2}$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below the parabola iff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$x\ge\frac{y^2}{2}$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strip has two pieces: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lengths are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circle is not reached, so the strip runs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$1-\sqrt{1-y^2}\ge\frac{y^2}{2}$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strip has two pieces: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$\left[\frac{y^2}{2},\,1-\sqrt{1-y^2}\right]$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$\left[1+\sqrt{1-y^2},\,2\right]$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Their lengths are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$1-\sqrt{1-y^2}-\frac{y^2}{2}$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$1-\sqrt{1-y^2}$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 y\le2$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circle is not reached, so the strip runs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$x=\frac{y^2}{2}$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$2-\frac{y^2}{2}$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the given identity, the extra piece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(C); no area needs to be computed. (Both sides equal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$=\int_0^1\left(1-\sqrt{1-y^2}-\frac{y^2}{2}\right)dy+\int_0^1\left(1-\sqrt{1-y^2}\right)dy+\int_1^2\left(2-\frac{y^2}{2}\right)dy$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 with the given identity, the extra piece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$I=\int_0^1\left(1-\sqrt{1-y^2}\right)dy$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(C); no area needs to be computed. (Both sides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p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e>
                        </m:d>
                      </m:e>
                    </m:nary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$\int_0^1\left(1-\sqrt{1-y^2}\right)dy$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increasing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(quarter disc)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(semicircle, centre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radius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increasing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$f(a)=c,\ f(b)=d$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 f\,dx+\int_c^d f^{-1}(y)\,dy=bd-ac$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$\int_0^2\sqrt{2x}\,dx+\int_0^2\frac{y^2}{2}dy=\frac83+\frac43=4=2\cdot2$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$\int_0^1\sqrt{1-y^2}\,dy=\frac{\pi}{4}$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(quarter disc)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$\int_0^2\sqrt{2x-x^2}\,dx=\frac{\pi}{2}$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(semicircle, centre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radius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an integral identity mixes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integrals, read each as an area and change the direction of slicing: vertical strips and horizontal strips of the same region give equal areas.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sanity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0.2146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also rules out options (A), (B), (D) (their integrands exceed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most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an integral identity mixes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integrals, read each as an area and change the direction of slicing: vertical strips and horizontal strips of the same region give equal areas.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Quick sanity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$I=1-\frac{\pi}{4}\approx0.2146&gt;0$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also rules out options (A), (B), (D) (their integrands exceed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most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9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Q52 – Q56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(assumed: no marks are printed in the paper; JEE Advanced default for numerical)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Marking pattern not printed in the paper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$f(\theta)=\sin\theta+\int_{-\pi/2}^{\pi/2}(\sin\theta+t\cos\theta)f(t)\,dt$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$\left|\int_0^{\pi/2}f(\theta)\,d\theta\right|$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integrals with symmetric limits (odd/even functions), Integral equations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integral is a pair of constants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find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parity.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integral is a pair of constants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$A=\int f,\ B=\int tf$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$f=(A+1)\sin\theta+B\cos\theta$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find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$A,B$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parity.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integral: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(constants).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(integral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integral: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$f(\theta)=\sin\theta+\sin\theta\int_{-\pi/2}^{\pi/2}f(t)\,dt+\cos\theta\int_{-\pi/2}^{\pi/2}tf(t)\,dt$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$A=\int_{-\pi/2}^{\pi/2}f(t)\,dt$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$B=\int_{-\pi/2}^{\pi/2}tf(t)\,dt$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(constants).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$f(\theta)=\sin\theta+A\sin\theta+B\cos\theta=(A+1)\sin\theta+B\cos\theta$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$A=\int_{-\pi/2}^{\pi/2}\left[(A+1)\sin t+B\cos t\right]dt$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(integral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$\int_{-\pi/2}^{\pi/2}\cos t\,dt=2$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(integral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(1) into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$B=\int_{-\pi/2}^{\pi/2}t\left[(A+1)\sin t+B\cos t\right]dt$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$t\cos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 (integral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$t\sin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$B=(A+1)\cdot2\int_0^{\pi/2}t\sin 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$\int_0^{\pi/2}t\sin t\,dt=\left[-t\cos t+\sin t\right]_0^{\pi/2}=1$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$B=2(A+1)$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$2A+2-B=0$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from (1) into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$4B+2-B=0$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$B=-\frac{2}{3}$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$A=-\frac{4}{3}$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$f(\theta)=-\frac{1}{3}\sin\theta-\frac{2}{3}\cos\theta$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$\int_0^{\pi/2}f(\theta)\,d\theta=-\frac{1}{3}\int_0^{\pi/2}\sin\theta\,d\theta-\frac{2}{3}\int_0^{\pi/2}\cos\theta\,d\theta=-\frac13-\frac23=-1$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$\left|\int_0^{\pi/2}f(\theta)\,d\theta\right|=1$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kernel of the form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separable: the unknown function is a combination of the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the free term, and the constants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a linear system.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odd integrands give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even ones give twice the half-range integral. Here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(by parts).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verify: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substituted in the original equation reproduces itself (checked numerically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kernel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$\sum_i a_i(\theta)b_i(t)$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$\sin\theta\cdot1+\cos\theta\cdot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separable: the unknown function is a combination of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$a_i(\theta)$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the free term, and the constants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b_i 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satisfy a linear system.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$[-a,a]$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odd integrands give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even ones give twice the half-range integral.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$\int_{-\pi/2}^{\pi/2}\sin t=0,\ \int\cos t=2,\ \int t\sin t=2,\ \int t\cos 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$\int_0^{\pi/2}t\sin t\,dt=1$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$\int_0^{\pi/2}t\cos t\,dt=\frac{\pi}{2}-1$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(by parts).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Always verify: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$f=-\frac13\sin\theta-\frac23\cos\theta$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substituted in the original equation reproduces itself (checked numerically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$\theta=0.3,\ 1.1$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max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min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≤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max</m:t>
                        </m:r>
                      </m:e>
                    </m:nary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8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$\max_{0\le x\le2}\left\{\frac{9-x^2}{5-x}\right\}=\alpha$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$\min_{0\le x\le2}\left\{\frac{9-x^2}{5-x}\right\}=\beta$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$\int_{\beta-\frac83}^{2\alpha-1}\max\left\{\frac{9-x^2}{5-x},\,x\right\}dx=\alpha_1+\alpha_2\log_e\left(\frac{8}{15}\right)$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$\alpha_1+\alpha_2$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738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Maxima/minima of a function on a closed interval, Definite integral of the maximum of two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 the limits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branches of the maximum cross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i.e.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fix the limits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 two branches of the maximum cross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$9-x^2=5x-x^2$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i.e.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$x=\frac95$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maximum is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minimum is at an endpoint: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We need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max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$f(x)=\frac{9-x^2}{5-x}=\frac{x^2-9}{x-5}$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$f'(x)=\frac{(x-1)(x-9)}{(x-5)^2}$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$1&lt;x&lt;2$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maximum is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$\alpha=f(1)=2$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minimum is at an endpoint: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$f(0)=\frac95,\ f(2)=\frac53$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$\frac53&lt;\frac95$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$\beta=\frac53$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$\beta-\frac83=-1$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$2\alpha-1=3$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We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$\int_{-1}^{3}\max\{f(x),x\}\,dx$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16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$f(x)=x\iff9-x^2=5x-x^2\iff x=\frac95$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$x&lt;\frac95$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$f(x)&gt;x$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$\frac95&lt;x\le3$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$f(x)&lt;x$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$\int_{-1}^{9/5}\frac{x^2-9}{x-5}dx+\int_{9/5}^{3}x\,dx$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$\frac{x^2-9}{x-5}=x+5+\frac{16}{x-5}$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$\int_{-1}^{9/5}\left(x+5+\frac{16}{x-5}\right)dx=\left[\frac{x^2}{2}+5x+16\ln|x-5|\right]_{-1}^{9/5}=\frac{28}{25}+14+16\ln\frac{16/5}{6}=\frac{28}{25}+14+16\ln\frac{8}{15}$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$\int_{9/5}^{3}x\,dx=\frac12\left(9-\frac{81}{25}\right)=\frac{72}{25}$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$=\frac{28}{25}+\frac{72}{25}+14+16\ln\frac{8}{15}=18+16\ln\frac{8}{15}$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$\alpha_1=18,\ \alpha_2=16$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$\alpha_1+\alpha_2=34$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the region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needs a separate integral,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simple Mobius expression.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$\max\{f,x\}=x+(f-x)^+$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the region where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$f&gt;x$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needs a separate integral,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simple Mobius expression.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positive exactly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$\max\{f,x\}=x+\max\{f-x,0\}$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$f-x=\frac{9-x^2-5x+x^2}{5-x}=\frac{9-5x}{5-x}$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positive exactly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$x&lt;\frac95$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$\int_{-1}^{3}x\,dx=\frac{9-1}{2}=4$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$\frac{9-5x}{5-x}=5-\frac{16}{5-x}$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$\int_{-1}^{9/5}\frac{9-5x}{5-x}dx=\left[5x+16\ln(5-x)\right]_{-1}^{9/5}$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$=\left(9+16\ln\frac{16}{5}\right)-\left(-5+16\ln6\right)=14+16\ln\frac{8}{15}$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$=4+14+16\ln\frac{8}{15}=18+16\ln\frac{8}{15}$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$\alpha_1+\alpha_2=18+16=34$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max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&gt;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only the sign region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matters.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continuous function on a closed interval has its extreme values among critical points and endpoints; compare all of them (here the minimum is the endpoint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(verified: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0.5747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divide first: quotient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remainder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remainder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$\max\{f,g\}=g+(f-g)^+=\frac{f+g+|f-g|}{2}$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$\int\max\{f,g\}=\int g+\int_{f&gt;g}(f-g)$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only the sign region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$f-g$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matters.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continuous function on a closed interval has its extreme values among critical points and endpoints; compare all of them (here the minimum is the endpoint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$\int\frac{px+q}{rx+s}dx=\frac{p}{r}x+\frac{qr-ps}{r^2}\ln|rx+s|+C$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(verified: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$\int_0^1\frac{3x+2}{2x+5}dx=0.5747$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$\frac{x^2-a^2}{x-b}$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divide first: quotient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plus remainder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$\frac{b^2-a^2}{x-b}$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$b=5,\ a=3$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remainder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40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$b&gt;3$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which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$12\int_3^b\frac{1}{(x^2-1)(x^2-4)}dx=\log_e\left(\frac{49}{40}\right)$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by partial fractions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integral into two logarithms.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$\frac{1}{(x^2-1)(x^2-4)}=\frac13\left[\frac{1}{x^2-4}-\frac{1}{x^2-1}\right]$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integral into two logarithms.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Partial fractions: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$\frac{1}{(x^2-1)(x^2-4)}=\frac13\left[\frac{1}{x^2-4}-\frac{1}{x^2-1}\right]$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$12\int_3^b\frac{dx}{(x^2-1)(x^2-4)}=12\int_3^b\left(-\frac13\cdot\frac{1}{x^2-1}+\frac13\cdot\frac{1}{x^2-4}\right)dx=\ln\frac{49}{40}$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$\int\frac{dx}{x^2-1}=\frac12\ln\left|\frac{x-1}{x+1}\right|$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$\int\frac{dx}{x^2-4}=\frac14\ln\left|\frac{x-2}{x+2}\right|$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⋅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 the logs: </a:t>
                </a: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d>
                              <m:dPr>
                                <m:begChr m:val="{"/>
                                <m:sepChr m:val=""/>
                                <m:endChr m:val="}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sSup>
                                  <m:e>
                                    <m:d>
                                      <m:dPr>
                                        <m:begChr m:val="("/>
                                        <m:sepChr m:val=""/>
                                        <m:endChr m:val=")"/>
                                        <m:grow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>
                                          <m:fPr>
                                            <m:type m:val="bar"/>
                                            <m:ctrlP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400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+</m:t>
                                            </m:r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num>
                                          <m:den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𝑥</m:t>
                                            </m:r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400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−</m:t>
                                            </m:r>
                                            <m:r>
                                              <a:rPr lang="en-IN" sz="2400" i="1">
                                                <a:solidFill>
                                                  <a:srgbClr val="111827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den>
                                        </m:f>
                                      </m:e>
                                    </m:d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d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bracket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$\left[-4\cdot\frac12\ln\frac{x-1}{x+1}+4\cdot\frac14\ln\frac{x-2}{x+2}\right]_3^b=\ln\frac{49}{40}$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Combine the logs: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$\left[\ln\left\{\frac{x-2}{x+2}\left(\frac{x+1}{x-1}\right)^2\right\}\right]_3^b=\ln\frac{49}{40}$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bracket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$\frac15\cdot\left(\frac42\right)^2=\frac15\cdot4=\frac45$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$\ln\left\{\frac{b-2}{b+2}\left(\frac{b+1}{b-1}\right)^2\right\}-\ln\left(\frac15\cdot4\right)=\ln\frac{49}{40}$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40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satisfied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left side increases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the integrand is positive), so it is the only solution: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$\ln\left\{\frac{b-2}{b+2}\left(\frac{b+1}{b-1}\right)^2\right\}=\ln\left(\frac{49}{40}\cdot\frac45\right)=\ln\frac{49}{50}$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$\frac{49}{50}=\frac48\left(\frac75\right)^2$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$\frac{b-2}{b+2}\left(\frac{b+1}{b-1}\right)^2=\frac{4}{8}\left(\frac{7}{5}\right)^2$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This is satisfied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left side increases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(as the integrand is positive), so it is the only solution: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arcoth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Existence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0.2231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0.2029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finite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exists, and it is unique because the integral increases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Log-derivative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𝑏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𝑏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monotonicity.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$\frac{1}{(x^2-a^2)(x^2-c^2)}=\frac{1}{a^2-c^2}\left[\frac{1}{x^2-a^2}-\frac{1}{x^2-c^2}\right]$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$a\ne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$a=2,\ 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$\frac13[\ldots]$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$\int\frac{dx}{x^2-a^2}=\frac{1}{2a}\ln\left|\frac{x-a}{x+a}\right|+C$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$-\frac1a\operatorname{arcoth}\frac xa$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Existence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$12\int_3^\infty\frac{dx}{(x^2-1)(x^2-4)}=\ln\frac54\approx0.2231&gt;\ln\frac{49}{40}\approx0.2029$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a finite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exists, and it is unique because the integral increases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Log-derivative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$\frac{b-2}{b+2}\left(\frac{b+1}{b-1}\right)^2$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$\frac{4}{b^2-4}-\frac{4}{b^2-1}&gt;0$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confirming monotonicity.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e>
                        </m:d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96545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$\frac{48}{\pi^4}\int_0^{\pi}\left(\frac{3\pi x^2}{2}-x^3\right)\frac{\sin x}{1+\cos^2x}dx$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474212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King property of definite integrals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polynomial part satisfies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constant, so the integrand collapses.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Under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$x\to\pi-x$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polynomial part satisfies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$P(x)+P(\pi-x)=\frac{\pi^3}{2}$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constant, so the integrand collapses.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the king property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unchanged.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...(2), since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</m:d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$I=\frac{48}{\pi^4}\int_0^{\pi}x^2\left(\frac{3\pi}{2}-x\right)\frac{\sin x}{1+\cos^2x}dx$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Apply the king property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$x\to\pi-x$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$\sin(\pi-x)=\sin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$\cos^2(\pi-x)=\cos^2x$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unchanged.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$I=\frac{48}{\pi^4}\int_0^{\pi}(\pi-x)^2\left(\frac{\pi}{2}+x\right)\frac{\sin x}{1+\cos^2x}dx$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...(2),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$\frac{3\pi}{2}-(\pi-x)=\frac{\pi}{2}+x$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$2I=\frac{48}{\pi^4}\int_0^\pi\left[x^2\left(\frac{3\pi}{2}-x\right)+(\pi-x)^2\left(\frac\pi2+x\right)\right]\frac{\sin x}{1+\cos^2x}dx$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bracket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Expand: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$(\pi-x)^2\left(\frac\pi2+x\right)=\frac{\pi^3}{2}-\frac{3\pi}{2}x^2+x^3$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bracket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$2I=\frac{48}{\pi^4}\cdot\frac{\pi^3}{2}\int_0^\pi\frac{\sin x}{1+\cos^2x}dx$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$I=\frac{12}{\pi}\int_0^\pi\frac{\sin x}{1+\cos^2x}dx$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x\,dx=-dt$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$x=0,\pi$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$t=1,-1$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$I=\frac{12}{\pi}\int_{1}^{-1}\frac{-dt}{1+t^2}=\frac{12}{\pi}\int_{-1}^{1}\frac{dt}{1+t^2}=\frac{12}{\pi}\cdot\frac{\pi}{2}=6$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to the midpoint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weight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even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the even part of the cubic survives, and that is a constant.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Shift to the midpoint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$x=\frac\pi2+u$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weight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$\frac{\cos u}{1+\sin^2u}$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even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only the even part of the cubic survives, and that is a constant.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weight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even function.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cubic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odd; multiplied by the even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they integrate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the symmetric interval.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$x=\frac\pi2+u$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$u\in\left[-\frac\pi2,\frac\pi2\right]$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x=\cos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$\cos^2x=\sin^2u$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weight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$w(u)=\frac{\cos u}{1+\sin^2u}$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even function.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cubic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$P\left(\frac\pi2+u\right)=\left(\frac\pi2+u\right)^2(\pi-u)=\frac{\pi^3}{4}+\frac{3\pi^2}{4}u-u^3$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$\frac{3\pi^2}{4}u$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$-u^3$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odd; multiplied by the even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$w(u)$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they integrate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the symmetric interval.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48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$I=\frac{48}{\pi^4}\cdot\frac{\pi^3}{4}\int_{-\pi/2}^{\pi/2}\frac{\cos u}{1+\sin^2u}du=\frac{12}{\pi}\left[\tan^{-1}(\sin u)\right]_{-\pi/2}^{\pi/2}$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$=\frac{12}{\pi}\left(\frac\pi4+\frac\pi4\right)=6$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6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φ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φ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special case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odd power of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a weight symmetric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numerically for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more generally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King property: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 g(x)\,dx=\int_0^a g(a-x)\,dx$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$g(x)=P(x)\,w(x)$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$w(a-x)=w(x)$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$\int_0^aPw=\frac12\int_0^a\left[P(x)+P(a-x)\right]w(x)dx$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 x\,\varphi(\sin x)\,dx=\frac\pi2\int_0^\pi\varphi(\sin 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special 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$P(x)=x$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$P(x)+P(\pi-x)=\pi$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Any odd power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$\left(x-\frac\pi2\right)$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a weight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integrates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$[0,\pi]$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numerically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$\left(x-\frac\pi2\right)^3$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$\int_0^\pi\frac{\sin x}{1+\cos^2x}dx=\frac\pi2$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more generally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$\int_0^\pi\frac{\sin x\,dx}{a^2+\cos^2x}=\frac{2}{a}\tan^{-1}\frac1a$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$\frac{24}{\pi}\int_0^{\sqrt2}\frac{(2-x^2)\,dx}{(2+x^2)\sqrt{4+x^4}}$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246120"/>
                <a:ext cx="10725912" cy="171297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integration by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246120"/>
                <a:ext cx="10725912" cy="171297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integration by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$t=x+\frac{a}{x}$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Divide numerator and denominator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$\left(\frac{2}{x^2}-1\right)dx=-dt$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$t=x+\frac2x$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$\sqrt{4/x^2+x^2}=\sqrt{t^2-4}$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d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have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$2-x^2=x^2\left(\frac{2}{x^2}-1\right)$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$2+x^2=x\left(\frac2x+x\right)$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$\sqrt{4+x^4}=x\sqrt{\frac{4}{x^2}+x^2}$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$I=\frac{24}{\pi}\int_0^{\sqrt2}\frac{\left(\frac{2}{x^2}-1\right)dx}{\left(\frac2x+x\right)\sqrt{\frac{4}{x^2}+x^2}}$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$\left(x+\frac2x\right)^2=x^2+4+\frac{4}{x^2}$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we have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$\sqrt{\frac4{x^2}+x^2}=\sqrt{\left(\frac2x+x\right)^2-4}$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$t=\frac2x+x$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$-dt=\left(\frac{2}{x^2}-1\right)dx$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d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$I=-\frac{24}{\pi}\int\frac{dt}{t\sqrt{t^2-4}}$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$\int\frac{dt}{t\sqrt{t^2-4}}=\frac12\sec^{-1}\frac 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$I=-\frac{24}{\pi}\cdot\frac12\left[\sec^{-1}\frac t2\right]=-\frac{12}{\pi}\left[\sec^{-1}\left(\frac x2+\frac1x\right)\right]_0^{\sqrt2}$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$\frac{\sqrt2}{2}+\frac{1}{\sqrt2}=\sqrt2$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$\sec^{-1}\sqrt2=\frac\pi4$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$x\to0^+$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x2+\frac1x\to\infty$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$\sec^{-1}\infty=\frac\pi2$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$I=-\frac{12}{\pi}\left[\frac\pi4-\frac\pi2\right]=\frac{12}{\pi}\cdot\frac\pi4=3$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Scale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radical becomes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ψ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 arcsine integral.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Scale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$x=\sqrt2\,u$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$u=\tan\psi$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$\frac{1-u^2}{1+u^2}=\cos2\psi$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radical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$\sqrt{1-\frac12\sin^22\psi}$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 arcsine integral.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𝑢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ψ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ψ</m:t>
                            </m:r>
                          </m:e>
                        </m:rad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ψ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$x=\sqrt2\,u$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$u\in[0,1]$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$2-x^2=2(1-u^2)$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$2+x^2=2(1+u^2)$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$\sqrt{4+x^4}=2\sqrt{1+u^4}$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$dx=\sqrt2\,du$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$I=\frac{24}{\pi}\cdot\frac{\sqrt2}{2}\int_0^1\frac{(1-u^2)\,du}{(1+u^2)\sqrt{1+u^4}}$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$u=\tan\psi$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$\psi\in\left[0,\frac\pi4\right]$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$\frac{1-u^2}{1+u^2}=\cos2\psi$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$du=\sec^2\psi\,d\psi$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$\sqrt{1+u^4}=\frac{\sqrt{\cos^4\psi+\sin^4\psi}}{\cos^2\psi}$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cancel; and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integral becomes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ψ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ψ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sin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22</m:t>
                                    </m:r>
                                  </m:sup>
                                </m:s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ψ</m:t>
                                </m:r>
                              </m:e>
                            </m:ra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ψ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𝑤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$\cos^{-2}\psi$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cancel;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$\cos^4\psi+\sin^4\psi=1-\frac12\sin^22\psi$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integral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$\int_0^{\pi/4}\frac{\cos2\psi\,d\psi}{\sqrt{1-\frac12\sin^22\psi}}$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$w=\sin2\psi$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$dw=2\cos2\psi\,d\psi$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$w:0\to1$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$\frac12\int_0^1\frac{dw}{\sqrt{1-w^2/2}}=\frac12\cdot\sqrt2\left[\sin^{-1}\frac{w}{\sqrt2}\right]_0^1=\frac{\sqrt2}{2}\cdot\frac\pi4$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$I=\frac{24}{\pi}\cdot\frac{\sqrt2}{2}\cdot\frac{\sqrt2}{2}\cdot\frac\pi4=\frac{24}{\pi}\cdot\frac{\pi}{8}=3$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likewise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goes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integrand has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top and a function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𝑐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below; divide top and bottom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equality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runs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</m:e>
                            </m:rad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3.000000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$\int\left(1-\frac{c}{x^2}\right)F\left(x+\frac cx\right)dx=\int 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$t=x+\frac 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likewise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$\left(1+\frac{c}{x^2}\right)$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goes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$t=x-\frac cx$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integrand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$x^2\pm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top and a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$x^2+\frac{c^2}{x^2}$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$x^4+c^2$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below; divide top and bottom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$\int\frac{dt}{t\sqrt{t^2-a^2}}=\frac1a\sec^{-1}\frac{t}{a}+C$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$t&gt;a&gt;0$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$x+\frac2x\ge2\sqrt2$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equality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runs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$[2\sqrt2,\infty)$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$(0,\sqrt2]$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$\frac{24}{\pi}\int_0^{\sqrt2}\frac{(2-x^2)dx}{(2+x^2)\sqrt{4+x^4}}=3.000000$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10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Single Correct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Q57 – Q72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(assumed: no marks are printed in the paper; JEE Advanced default for single correct)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Marking pattern not printed in the paper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</m:rad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</m:rad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12</m:t>
                                    </m:r>
                                  </m:den>
                                </m:f>
                              </m:e>
                            </m:d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den>
                                </m:f>
                              </m:e>
                            </m: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den>
                                </m:f>
                              </m:e>
                            </m:d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</m:e>
                            </m: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den>
                                </m:f>
                              </m:e>
                            </m:d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12</m:t>
                                    </m:r>
                                  </m:den>
                                </m:f>
                              </m:e>
                            </m: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12</m:t>
                                    </m:r>
                                  </m:den>
                                </m:f>
                              </m:e>
                            </m:d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den>
                                </m:f>
                              </m:e>
                            </m: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$\int\frac{\left(1-\frac{1}{\sqrt3}\right)(\cos x-\sin x)}{\left(1+\frac{2}{\sqrt3}\sin2x\right)}dx$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$\frac12\log_e\left|\frac{\tan\left(\frac x2+\frac\pi{12}\right)}{\tan\left(\frac x2+\frac\pi6\right)}\right|+C$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$\frac12\log_e\left|\frac{\tan\left(\frac x2+\frac\pi6\right)}{\tan\left(\frac x2+\frac\pi3\right)}\right|+C$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$\log_e\left|\frac{\tan\left(\frac x2+\frac\pi6\right)}{\tan\left(\frac x2+\frac\pi{12}\right)}\right|+C$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$\frac12\log_e\left|\frac{\tan\left(\frac x2-\frac\pi{12}\right)}{\tan\left(\frac x2-\frac\pi6\right)}\right|+C$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Indefinite integration of trigonometric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denominator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numerator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066288"/>
                <a:ext cx="10725912" cy="181051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$\frac{\sqrt3}{2}$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denominator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$\sin60^\circ+\sin2x=2\sin\left(x+\frac\pi6\right)\cos\left(x-\frac\pi6\right)$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numerator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$\cos\left(x-\frac\pi6\right)-\sin\left(x+\frac\pi6\right)$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numerator and denominator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</m:rad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60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∘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013960"/>
                <a:ext cx="10725912" cy="166115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$I=\int\frac{\left(\frac{\sqrt3}{2}-\frac12\right)(\cos x-\sin x)}{\sin60^\circ+\sin2x}dx$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(sum-to-product).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den>
                            </m:f>
                          </m:e>
                        </m: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den>
                            </m:f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den>
                            </m:f>
                          </m:e>
                        </m:d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den>
                                </m:f>
                              </m:e>
                            </m: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∫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den>
                                </m:f>
                              </m:e>
                            </m: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12</m:t>
                                </m:r>
                              </m:den>
                            </m:f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Denominator: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$\sin2x+\sin60^\circ=2\sin\left(x+\frac\pi6\right)\cos\left(x-\frac\pi6\right)$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(sum-to-product).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Numerator: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$\left(\frac{\sqrt3}{2}-\frac12\right)(\cos x-\sin x)=\left(\frac{\sqrt3}{2}\cos x+\frac12\sin x\right)-\left(\frac12\cos x+\frac{\sqrt3}{2}\sin x\right)$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$=\cos\left(x-\frac\pi6\right)-\sin\left(x+\frac\pi6\right)$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$I=\int\frac{\cos\left(x-\frac\pi6\right)-\sin\left(x+\frac\pi6\right)}{2\sin\left(x+\frac\pi6\right)\cos\left(x-\frac\pi6\right)}dx$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$I=\frac12\left[\int\frac{dx}{\sin\left(x+\frac\pi6\right)}-\int\frac{dx}{\cos\left(x-\frac\pi6\right)}\right]$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$\int\csc u\,du=\ln|\tan\frac u2|$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$\ln\left|\tan\left(\frac x2+\frac\pi{12}\right)\right|$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den>
                            </m:f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12</m:t>
                                    </m:r>
                                  </m:den>
                                </m:f>
                              </m:e>
                            </m:d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den>
                                </m:f>
                              </m:e>
                            </m: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$\int\sec u\,du=\ln\left|\tan\left(\frac\pi4+\frac u2\right)\right|$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$u=x-\frac\pi6$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$\ln\left|\tan\left(\frac x2+\frac\pi6\right)\right|$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$I=\frac12\ln\left|\frac{\tan\left(\frac x2+\frac\pi{12}\right)}{\tan\left(\frac x2+\frac\pi6\right)}\right|+C$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12</m:t>
                                    </m:r>
                                  </m:den>
                                </m:f>
                              </m:e>
                            </m:d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den>
                                </m:f>
                              </m:e>
                            </m: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$\frac12\log_e\left|\frac{\tan\left(\frac x2+\frac\pi{12}\right)}{\tan\left(\frac x2+\frac\pi6\right)}\right|+C$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integral becomes a standard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$u=\sin x+\cos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$du=(\cos x-\sin x)dx$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$\sin2x=u^2-1$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integral becomes a standard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$\int\frac{du}{u^2-a^2}$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</m:rad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the constant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den>
                        </m:f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$u=\sin x+\cos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$du=(\cos x-\sin 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$\sin2x=u^2-1$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$I=\left(1-\frac1{\sqrt3}\right)\int\frac{du}{1+\frac{2}{\sqrt3}(u^2-1)}=\left(1-\frac1{\sqrt3}\right)\frac{\sqrt3}{2}\int\frac{du}{u^2-a^2}$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$a^2=\left(\frac{2}{\sqrt3}-1\right)\frac{\sqrt3}{2}=1-\frac{\sqrt3}{2}$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$1-\frac{\sqrt3}{2}=\frac{2-\sqrt3}{2}=\left(\frac{\sqrt3-1}{2}\right)^2$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$a=\frac{\sqrt3-1}{2}$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and the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$\left(1-\frac1{\sqrt3}\right)\frac{\sqrt3}2=\frac{\sqrt3-1}{2}=a$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$I=a\cdot\frac{1}{2a}\ln\left|\frac{u-a}{u+a}\right|=\frac12\ln\left|\frac{u-a}{u+a}\right|$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𝑄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12</m:t>
                                </m:r>
                              </m:den>
                            </m:f>
                          </m:e>
                        </m: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den>
                            </m:f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12</m:t>
                                    </m:r>
                                  </m:den>
                                </m:f>
                              </m:e>
                            </m:d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den>
                                </m:f>
                              </m:e>
                            </m: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 again.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$u=\sqrt2\sin\left(x+\frac\pi4\right)$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$a=\sqrt2\sin\frac\pi{12}$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$\frac{u-a}{u+a}=\frac{\sin P-\sin Q}{\sin P+\sin 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$P=x+\frac\pi4,\ Q=\frac\pi{12}$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 P-\sin Q}{\sin P+\sin Q}=\frac{\tan\frac{P-Q}{2}}{\tan\frac{P+Q}{2}}=\frac{\tan\left(\frac x2+\frac\pi{12}\right)}{\tan\left(\frac x2+\frac\pi6\right)}$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$I=\frac12\ln\left|\frac{\tan\left(\frac x2+\frac\pi{12}\right)}{\tan\left(\frac x2+\frac\pi6\right)}\right|+C$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 again.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b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sub>
                    </m:sSub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12</m:t>
                                    </m:r>
                                  </m:den>
                                </m:f>
                              </m:e>
                            </m:d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  <m:r>
                                  <m:rPr>
                                    <m:sty m:val="p"/>
                                  </m:rPr>
                                  <a:rPr lang="en-IN" sz="2800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800" i="1">
                                        <a:solidFill>
                                          <a:srgbClr val="15803D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den>
                                </m:f>
                              </m:e>
                            </m:d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$\frac12\log_e\left|\frac{\tan\left(\frac x2+\frac\pi{12}\right)}{\tan\left(\frac x2+\frac\pi6\right)}\right|+C$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numerator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𝑄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𝑄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θ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θ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csc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sec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Verified: derivative of the answer equals the integrand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2.0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$\int\frac{(\cos x-\sin x)\,dx}{g(\sin x+\cos 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$u=\sin x+\cos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$\sin2x=u^2-1$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$(\cos x+\sin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numerator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$v=\sin x-\cos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$\sin2x=1-v^2$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$\int\frac{du}{u^2-a^2}=\frac1{2a}\ln\left|\frac{u-a}{u+a}\right|+C$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 P-\sin Q}{\sin P+\sin Q}=\frac{\tan\frac{P-Q}2}{\tan\frac{P+Q}2}$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$\sin2x+\sin\theta_0=2\sin\left(x+\frac{\theta_0}2\right)\cos\left(x-\frac{\theta_0}2\right)$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$\int\csc u\,du=\ln|\tan\frac u2|$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$\int\sec u\,du=\ln|\tan(\frac\pi4+\frac u2)|$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Verified: derivative of the answer equals the integrand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$x=0.4,\ 1.0,\ 2.0$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$\sqrt2\sin\frac\pi{12}=\frac{\sqrt3-1}{2}$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2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826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$I(x)=\int\frac{\sec^2x-2022}{\sin^{2022}x}dx$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$I\left(\frac\pi4\right)=2^{1011}$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$3^{1010}I\left(\frac\pi3\right)-I\left(\frac\pi6\right)=0$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$3^{1010}I\left(\frac\pi6\right)-I\left(\frac\pi3\right)=0$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$3^{1011}I\left(\frac\pi3\right)-I\left(\frac\pi6\right)=0$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$3^{1011}I\left(\frac\pi6\right)-I\left(\frac\pi3\right)=0$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9137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Integration by parts (cancelling form)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parts: the new integral is exactly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sup>
                    </m:sSup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cancels the second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$\sec^2x\,\sin^{-2022}x$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parts: the new integral is exactly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$+2022\int\sin^{-2022}x\,dx$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cancels the second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on the first integral (take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first function,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second):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last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$I(x)=\int\sec^2x\,\sin^{-2022}x\,dx-2022\int\sin^{-2022}x\,dx$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on the first integral (take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$\sin^{-2022}x$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first function,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second):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$\int\sec^2x\sin^{-2022}x\,dx=\tan x\sin^{-2022}x+2022\int\tan x\,\sin^{-2023}x\cos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 x\cos x=\sin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last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$2022\int\sin^{-2022}x\,dx$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$I(x)=\tan x\,\sin^{-2022}x+2022\int\sin^{-2022}x\,dx-2022\int\sin^{-2022}x\,dx=\tan x\,(\sin x)^{-2022}+C$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$2^{1011}=1\cdot\left(\frac1{\sqrt2}\right)^{-2022}+C=2^{1011}+C$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2022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</m:rad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2021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1010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2022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1010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$I(x)=\frac{\tan x}{(\sin x)^{2022}}$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$I\left(\frac\pi6\right)=\frac{1}{\sqrt3}\left(\frac12\right)^{-2022}=\frac{2^{2022}}{\sqrt3}$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$I\left(\frac\pi3\right)=\sqrt3\left(\frac{\sqrt3}{2}\right)^{-2022}=\frac{2^{2022}}{(\sqrt3)^{2021}}$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$(\sqrt3)^{2021}=\sqrt3\cdot3^{1010}$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$I\left(\frac\pi3\right)=\frac{1}{3^{1010}}\cdot\frac{2^{2022}}{\sqrt3}=\frac{1}{3^{1010}}I\left(\frac\pi6\right)$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$3^{1010}I\left(\frac\pi3\right)=I\left(\frac\pi6\right)$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1010</m:t>
                        </m:r>
                      </m:sup>
                    </m:sSup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$3^{1010}I\left(\frac\pi3\right)-I\left(\frac\pi6\right)=0$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integrand becomes an exact derivative,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1011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by-parts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$u=\cot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integrand becomes an exact derivative,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$\frac{d}{du}\left[\frac{(1+u^2)^{1011}}{u}\right]$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by-parts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cot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1011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1010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1011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1010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$\sin^{-2022}x=(1+\cot^2x)^{1011}$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$\sec^2x=1+\frac{1}{\cot^2x}$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$u=\cot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$dx=-\frac{du}{1+u^2}$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$\times\,dx$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$-\left(1+\frac1{u^2}-2022\right)(1+u^2)^{1010}du=\left(2021-\frac1{u^2}\right)(1+u^2)^{1010}du$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$\frac{d}{du}\left[\frac{(1+u^2)^{1011}}{u}\right]=2022(1+u^2)^{1010}-\frac{(1+u^2)^{1011}}{u^2}=(1+u^2)^{1010}\left(2021-\frac{1}{u^2}\right)$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1011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csc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cot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2022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1011</m:t>
                            </m:r>
                          </m:sup>
                        </m:sSup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1010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$I=\frac{(1+u^2)^{1011}}{u}+C=\frac{\csc^{2022}x}{\cot x}+C=\frac{\tan x}{\sin^{2022}x}+C$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$I\left(\frac\pi4\right)=2^{1011}$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$u=\frac1{\sqrt3}$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$1+u^2=\frac43$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$I=\sqrt3\left(\frac43\right)^{1011}$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$1+u^2=4$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$I=\frac{4^{1011}}{\sqrt3}$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$\frac{I(\pi/3)}{I(\pi/6)}=3\cdot\left(\frac13\right)^{1011}=3^{-1010}$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$3^{1010}I\left(\frac\pi3\right)=I\left(\frac\pi6\right)$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1010</m:t>
                        </m:r>
                      </m:sup>
                    </m:sSup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$3^{1010}I\left(\frac\pi3\right)-I\left(\frac\pi6\right)=0$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numerically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Pattern: when an integrand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-like, integrate by parts the 'derivative-of-a-known-function' term; the leftover integral often cancels the other term (as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ratios of values of a closed form such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compute the ratio directly: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den>
                        </m:f>
                      </m:den>
                    </m:f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6</m:t>
                                    </m:r>
                                  </m:den>
                                </m:f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2022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1010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avoiding huge numbers.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use it to reduce odd powers of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$\frac{d}{dx}\left[\tan x\,\sin^{-n}x\right]=\frac{\sec^2x-n}{\sin^nx}$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$\int\frac{\sec^2x-n}{\sin^nx}dx=\frac{\tan x}{\sin^nx}+C$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numerically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$n=2022$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Pattern: when an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$f'g-\lambda fg'$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-like, integrate by parts the 'derivative-of-a-known-function' term; the leftover integral often cancels the other term (as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e^x(f+f')dx=e^xf$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ratios of values of a closed form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$\frac{\tan x}{\sin^nx}$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compute the ratio directly: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$\frac{\tan\frac\pi3}{\tan\frac\pi6}\left(\frac{\sin\frac\pi6}{\sin\frac\pi3}\right)^{2022}=3\cdot3^{-1011}=3^{-1010}$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avoiding huge numbers.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$(\sqrt3)^{2m+1}=\sqrt3\cdot3^m$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use it to reduce odd powers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real number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largest integer less than or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real valued function defined on the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sepChr m:val=""/>
                        <m:endChr m:val="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baseJc m:val="center"/>
                            <m:plcHide m:val="on"/>
                            <m:mcs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  <m:mc>
                                <m:mcPr>
                                  <m:count m:val="1"/>
                                  <m:mcJc m:val="left"/>
                                </m:mcPr>
                              </m:mc>
                            </m:mcs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m:rPr>
                                  <m:nor/>
                                </m:rP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𝑖𝑓 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  <m:r>
                                <m:rPr>
                                  <m:nor/>
                                </m:rP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 𝑖𝑠 𝑜𝑑𝑑</m:t>
                              </m:r>
                            </m:e>
                          </m:mr>
                          <m:mr>
                            <m:e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</m:e>
                            <m:e>
                              <m:r>
                                <m:rPr>
                                  <m:nor/>
                                </m:rP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𝑖𝑓 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  <m:r>
                                <m:rPr>
                                  <m:nor/>
                                </m:rPr>
                                <a:rPr lang="en-IN" sz="2400" i="1">
                                  <a:solidFill>
                                    <a:srgbClr val="111827"/>
                                  </a:solidFill>
                                  <a:latin typeface="Cambria Math" panose="02040503050406030204" pitchFamily="18" charset="0"/>
                                </a:rPr>
                                <m:t> 𝑖𝑠 𝑒𝑣𝑒𝑛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250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any real number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largest integer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real valued function defined on the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$[-10,10]$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$f(x)=\begin{cases}x-[x],&amp;\text{if }[x]\text{ is odd}\\1+[x]-x,&amp;\text{if }[x]\text{ is even}\end{cases}$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$\frac{\pi^2}{10}\int_{-10}^{10}f(x)\cos\pi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43382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Greatest integer function and periodic functions in definite integrals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triangle wave of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(equal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periods and one period suffices.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triangle wave of period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(equal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$\{x\}$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$1-\{x\}$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$[-10,10]$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periods and one period suffices.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periods: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$[n,n+1)$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$f(x)=x-n=\{x\}$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odd,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$f(x)=1+n-x=1-\{x\}$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even.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$f(x)=\{x\}$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$2n-1\le x&lt;2n$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$f(x)=1-\{x\}$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$2n\le x&lt;2n+1$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$\cos\pi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also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$f(x)\cos\pi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$[-10,10]$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periods: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$\frac{\pi^2}{10}\int_{-10}^{10}f(x)\cos\pi x\,dx=\frac{\pi^2}{10}\cdot10\int_0^2f(x)\cos\pi x\,dx=\pi^2\int_0^2f(x)\cos\pi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 the second piece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{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}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{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}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whole quantity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π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the value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$f=1-x$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 the second piece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 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$\int_1^2(x-1)\cos\pi x\,dx=\int_0^1x\cos(\pi x+\pi)dx=-\int_0^1x\cos\pi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$\int_0^2f\cos\pi x\,dx=\int_0^1\left[(1-\{x\})+(-\{x\})\right]\cos\pi x\,dx=\int_0^1(1-2x)\cos\pi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$\int_0^1\cos\pi x\,dx=0$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this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$-2\int_0^1x\cos\pi 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whole quantity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$2\pi^2\int_0^1\left(-x\cos\pi x\right)dx$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$\int_0^1x\cos\pi x\,dx=\left[\frac{x\sin\pi x}{\pi}+\frac{\cos\pi x}{\pi^2}\right]_0^1=-\frac{1}{\pi^2}-\frac{1}{\pi^2}=-\frac{2}{\pi^2}$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the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$-2\pi^2\left(-\frac{2}{\pi^2}\right)=4$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even triangle wave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); expand it in a cosine series and use orthogonality: only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 survives.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the even triangle wave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$1-|x|$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$[-1,1]$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(period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); expand it in a cosine series and use orthogonality: only 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$\cos\pi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 survives.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 even triangle wave.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Cosine coefficients: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e>
                        </m:d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o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d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d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integrate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whole number of periods of every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$f=1-x$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$f(x)=1-|x|$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$x\in[-1,1]$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an even triangle wave.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Cosine coefficients: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$a_k=2\int_0^1(1-x)\cos k\pi x\,dx=\frac{2\left(1-(-1)^k\right)}{k^2\pi^2}$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$f(x)=\frac12+\frac{4}{\pi^2}\sum_{k\ \mathrm{odd}}\frac{\cos k\pi x}{k^2}$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$\cos\pi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integrate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$[-10,10]$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whole number of periods of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k\pi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$\int\cos k\pi x\cos\pi x\,dx=0$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$k\ne1$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$\int\frac12\cos\pi x\,dx=0$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survives: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40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survives: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$\int_{-10}^{10}f\cos\pi x\,dx=\frac{4}{\pi^2}\int_{-10}^{10}\cos^2\pi x\,dx=\frac{4}{\pi^2}\cdot10$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$\frac{\pi^2}{10}\cdot\frac{40}{\pi^2}=4$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59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Decode piecewise functions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writing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alternating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triangle wave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triangle wave: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 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o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d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d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Over whole periods,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(orthogonality), so integrals of a Fourier series against one harmonic pick out one coefficient.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$\int_a^{a+nT}g=n\int_0^Tg$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Decode piecewise functions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writing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$x=n+\{x\}$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$[n,n+1)$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alternating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$\{x\}$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$1-\{x\}$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the triangle wave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$1-|x|$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$\int_0^1x\cos\pi x\,dx=-\frac{2}{\pi^2}$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$\int_0^1(1-x)\cos\pi x\,dx=\frac{2}{\pi^2}$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triangle wave: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$1-|x|=\frac12+\frac4{\pi^2}\sum_{k\ \mathrm{odd}}\frac{\cos k\pi x}{k^2}$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$[-1,1]$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$x=0.3$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Over whole periods,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$\int\cos(k\pi x)\cos(m\pi x)\,dx=0$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$k\ne 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(orthogonality), so integrals of a Fourier series against one harmonic pick out one coefficient.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62737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slope of the tangent to a curve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any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points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4627372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slope of the tangent to a curve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$C:y=y(x)$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any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$(x,y)$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$\frac{2e^{2x}-6e^{-x}+9}{2+9e^{-2x}}$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$\left(0,\frac12+\frac{\pi}{2\sqrt2}\right)$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$\left(\alpha,\frac12e^{2\alpha}\right)$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$\frac{3+\sqrt2}{3-\sqrt2}$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$\frac{3}{\sqrt2}\left(\frac{3+\sqrt2}{3-\sqrt2}\right)$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$\frac{1}{\sqrt2}\left(\frac{\sqrt2+1}{\sqrt2-1}\right)$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$\frac{\sqrt2+1}{\sqrt2-1}$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First order differential equations (variable separable), Integration of rational functions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280160"/>
                <a:ext cx="10725912" cy="1975103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First order differential equations (variable separable), Integration of rational functions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split: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second part is a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$e^{2x}$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split: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$\frac{dy}{dx}=e^{2x}-\frac{6e^x}{2e^{2x}+9}$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whose second part is 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$\tan^{-1}$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$u=e^x$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$\frac{dy}{dx}=\frac{2e^{2x}-6e^{-x}+9}{2+9e^{-2x}}$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$\frac{dy}{dx}=\frac{2e^{4x}-6e^{x}+9e^{2x}}{2e^{2x}+9}$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$2e^{4x}+9e^{2x}=e^{2x}\left(2e^{2x}+9\right)$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$\frac{dy}{dx}=e^{2x}-\frac{6e^x}{2e^{2x}+9}$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$\int\frac{6e^x\,dx}{2e^{2x}+9}=\int\frac{6\,du}{2u^2+9}=6\cdot\frac{1}{3\sqrt2}\tan^{-1}\frac{\sqrt2u}{3}=\sqrt2\tan^{-1}\frac{\sqrt2e^x}{3}$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$y=\frac{e^{2x}}{2}-\sqrt2\tan^{-1}\left(\frac{\sqrt2e^x}{3}\right)+c$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$\left(0,\frac12+\frac{\pi}{2\sqrt2}\right)$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$\frac12+\frac{\pi}{2\sqrt2}=\frac12-\sqrt2\tan^{-1}\frac{\sqrt2}{3}+c$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$c=\frac{\pi}{2\sqrt2}+\sqrt2\tan^{-1}\frac{\sqrt2}{3}$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$\left(\alpha,\frac12e^{2\alpha}\right)$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$\frac12e^{2\alpha}=\frac{e^{2\alpha}}{2}-\sqrt2\tan^{-1}\frac{\sqrt2e^\alpha}{3}+c$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$\sqrt2\tan^{-1}\frac{\sqrt2e^\alpha}{3}=c$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$\tan^{-1}\frac{\sqrt2e^\alpha}{3}=\frac{c}{\sqrt2}=\frac\pi4+\tan^{-1}\frac{\sqrt2}{3}$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$\frac{\sqrt2e^\alpha}{3}=\frac{1+\frac{\sqrt2}{3}}{1-\frac{\sqrt2}{3}}=\frac{3+\sqrt2}{3-\sqrt2}$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$e^\alpha=\frac{3}{\sqrt2}\left(\frac{3+\sqrt2}{3-\sqrt2}\right)$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ad>
                              <m:radPr>
                                <m:degHide m:val="on"/>
                                <m:ctrlP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800" i="1">
                                    <a:solidFill>
                                      <a:srgbClr val="15803D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$\frac{3}{\sqrt2}\left(\frac{3+\sqrt2}{3-\sqrt2}\right)$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slope is a rational function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multiply top and bottom by a power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clear negative exponents and divide; then 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f>
                              <m:fPr>
                                <m:type m:val="li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𝑝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den>
                            </m:f>
                          </m:e>
                        </m:rad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do not lose the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factor.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(verified: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0.4676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slope is a rational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multiply top and bottom by a power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clear negative exponents and divide; then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$u=e^x$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$\int\frac{du}{pu^2+q}=\frac{1}{\sqrt{pq}}\tan^{-1}\left(u\sqrt{\tfrac pq}\right)+C$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do not lose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$\frac{1}{\sqrt{pq}}$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factor.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$p=2,\ q=9$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$\frac{1}{3\sqrt2}$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(verified: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$\int_0^1\frac{6e^x}{2e^{2x}+9}dx=0.4676=\sqrt2\left[\tan^{-1}\frac{\sqrt2e^x}{3}\right]_0^1$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this is how the constant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absorbed.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where the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vanishes relative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when the two given points differ by an arctan constant, use them to eliminate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$\tan^{-1}a-\tan^{-1}b=\frac\pi4\Rightarrow a=\frac{1+b}{1-b}$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$0&lt;b&lt;1$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); this is how the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absorbed.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$\left(\alpha,\frac12e^{2\alpha}\right)$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where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 vanishes relative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when the two given points differ by an arctan constant, use them to eliminate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first.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9921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$\lim_{n\to\infty}\frac{1}{2^n}\left(\frac{1}{\sqrt{1-\frac{1}{2^n}}}+\frac{1}{\sqrt{1-\frac{2}{2^n}}}+\frac{1}{\sqrt{1-\frac{3}{2^n}}}+\dots+\frac{1}{\sqrt{1-\frac{2^n-1}{2^n}}}\right)$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500879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as a limit of a sum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sum is a Riemann sum for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converges.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$t=2^n$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sum is a Riemann sum for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$\int_0^1\frac{dx}{\sqrt{1-x}}$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which converges.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rad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p>
                                    </m:sSup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sup>
                                    </m:sSup>
                                  </m:den>
                                </m:f>
                              </m:e>
                            </m:rad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den>
                                </m:f>
                              </m:e>
                            </m:ra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$I=\lim_{n\to\infty}\frac{1}{2^n}\left(\frac{1}{\sqrt{1-\frac{1}{2^n}}}+\frac{1}{\sqrt{1-\frac{2}{2^n}}}+\dots+\frac{1}{\sqrt{1-\frac{2^n-1}{2^n}}}\right)$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$2^n=t$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$I=\lim_{t\to\infty}\frac{1}{t}\sum_{r=1}^{t-1}\frac{1}{\sqrt{1-\frac{r}{t}}}$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(convergent improper integral).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rad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$\frac{r}{t}$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$I=\int_0^1\frac{dx}{\sqrt{1-x}}$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(convergent improper integral).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$\int_0^a f(x)\,dx=\int_0^a f(a-x)\,dx$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$I=\int_0^1\frac{dx}{\sqrt{x}}$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$I=\left[2x^{1/2}\right]_0^1=2$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(C)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increasing, so each term is squeezed between two integrals and the sum is trapped between two quantities tending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$(1-x)^{-1/2}$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increasing, so each term is squeezed between two integrals and the sum is trapped between two quantities tending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Summing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$g(x)=(1-x)^{-1/2}$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increasing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$S_t=\frac1t\sum_{r=1}^{t-1}g\left(\frac rt\right)$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$\frac1t g\left(\frac rt\right)\ge\int_{(r-1)/t}^{r/t}g\,dx$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Summing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$r=1,\dots,t-1$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$S_t\ge\int_0^{1-1/t}g\,dx$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last interval ends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integral converges). Summing gives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both bounds tend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squeeze theorem the limit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Also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$\frac1t g\left(\frac rt\right)\le\int_{r/t}^{(r+1)/t}g\,dx$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last interval ends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integral converges). Summing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$S_t\le\int_{1/t}^{1}g\,dx$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Now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$\int_0^{1-1/t}(1-x)^{-1/2}dx=2-\frac{2}{\sqrt 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$\int_{1/t}^{1}(1-x)^{-1/2}dx=2\sqrt{1-\frac1t}$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$2-\frac{2}{\sqrt t}\le S_t\le 2\sqrt{1-\frac1t}$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both bounds tend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squeeze theorem the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(C) 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3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continuous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dropping or adding one end term does not change the limit.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integrand blows up at an endpoint (like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 same rule holds when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monotone near that endpoint and the improper integral converges;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sum diverges.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question),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terms of the form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number of terms (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may be any sequence tending to infinity.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continuous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$\lim_{n\to\infty}\frac1n\sum_{r=1}^{n}f\left(\frac rn\right)=\int_0^1 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dropping or adding one end term does not change the limit.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the integrand blows up at an endpoint (like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$(1-x)^{-p}$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the same rule holds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monotone near that endpoint and the improper integral converges;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sum diverges.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$\int_0^1(1-x)^{-p}dx=\frac{1}{1-p}$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(this question),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$p=\frac13$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Recognition cue: terms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$\frac1t\,\phi\left(\frac rt\right)$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number of terms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may be any sequence tending to infinity.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3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greatest integer less than or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[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]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66293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 the greatest integer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$\int_{-3}^{101}\left([\sin(\pi x)]+e^{[\cos(2\pi x)]}\right)dx$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$\frac{52(1-e)}{e}$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$\frac{52}{e}$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$\frac{52(2+e)}{e}$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$\frac{104}{e}$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17169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periodic and greatest-integer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3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terms repeat with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104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periods; on one period each floor takes only the values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Both terms repeat with period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length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$52$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periods; on one period each floor takes only the values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$-1,0$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[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]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periodic with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periodic with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length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[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π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]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$I=\int_{-3}^{101}\left([\sin(\pi x)]+e^{[\cos(2\pi x)]}\right)dx$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$[\sin\pi 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periodic with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$e^{[\cos2\pi x]}$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periodic with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length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$[-3,101]$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$104=52\times2$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$I=52\int_0^2\left([\sin\pi x]+e^{[\cos2\pi x]}\right)dx$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$[\sin\pi x]=0$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∪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∪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∪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at isolated points).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d>
                      <m:dPr>
                        <m:begChr m:val="{"/>
                        <m:sepChr m:val=""/>
                        <m:endChr m:val="}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</m:e>
                        </m:nary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p>
                            </m:sSup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p>
                            </m:sSup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p>
                            </m:sSup>
                          </m:e>
                        </m:nary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Evaluate: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$[\cos2\pi x]=-1$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$\left(\frac14,\frac34\right)\cup\left(\frac54,\frac74\right)$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$\left[0,\frac14\right]\cup\left[\frac34,\frac54\right]\cup\left[\frac74,2\right]$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at isolated points).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$I=52\left\{\int_1^2(-1)dx+\int_{1/4}^{3/4}e^{-1}dx+\int_{5/4}^{7/4}e^{-1}dx+\int_0^{1/4}e^{0}dx+\int_{3/4}^{5/4}e^{0}dx+\int_{7/4}^{2}e^{0}dx\right\}$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Evaluate: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$-1+\frac1e\left(\frac12+\frac12\right)+\left(\frac14+\frac12+\frac14\right)=-1+\frac1e+1=\frac1e$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$I=\frac{52}{e}$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$\frac{52}{e}$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non-integer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treat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two-valued by the sign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(half of each period each).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$[s]+[-s]=-1$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non-integer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treat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$e^{[\cos2\pi x]}$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two-valued by the sign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$\cos2\pi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(half of each period each).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non-integer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integer only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only at isolated points).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otherwise.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$[-3,101]$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$I=52\int_0^2(\cdots)dx$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 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$\int_1^2[\sin\pi x]dx=\int_0^1[-\sin\pi x]dx$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$\int_0^2[\sin\pi x]dx=\int_0^1\left([s]+[-s]\right)dx$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$s=\sin\pi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non-integer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$[s]+[-s]=-1$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integer only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$x=0,\frac12,1$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$\int_0^2[\sin\pi x]dx=-1$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$[\cos2\pi x]=-1$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$\cos2\pi 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$0\le\cos2\pi x&lt;1$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only at isolated points).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$e^{[\cos2\pi x]}$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$e^{-1}$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$\cos2\pi 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otherwise.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each period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exactly half of it,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 period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 each period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$\cos2\pi 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exactly half of it,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$\int_0^1e^{[\cos2\pi x]}dx=\frac12\cdot1+\frac12\cdot e^{-1}$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$1+e^{-1}$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Per period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$-1+1+e^{-1}=e^{-1}$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$I=52\cdot\frac1e=\frac{52}{e}$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52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$\frac{52}{e}$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sum of periodic functions has period equal to the lcm of the periods (here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non-integer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𝑠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set of measure zero): such floors are two-valued, so only the measure of the set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matters (half a period).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numerical integration of the integrand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19.1297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𝑒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$\int_a^{a+nT}f(x)dx=n\int_0^Tf(x)dx$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sum of periodic functions has period equal to the lcm of the periods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$\mathrm{lcm}(2,1)=2$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non-integer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$[s]+[-s]=-1$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$\int_0^{2}[\sin\pi x]dx=-1$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$\int_0^{2\pi}[\sin x]dx=-\pi$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$[\cos\theta]=-1$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$0\le\cos\theta&lt;1$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$\cos\theta=1$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 set of measure zero): such floors are two-valued, so only the measure of the 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$\{\cos&lt;0\}$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matters (half a period).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Check: numerical integration of the integrand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$[-3,101]$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$19.1297=52/e$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6420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$a=\lim_{n\to\infty}\sum_{k=1}^{n}\frac{2n}{n^2+k^2}$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$f(x)=\sqrt{\frac{1-\cos x}{1+\cos x}}$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$2\sqrt2\,f\left(\frac a2\right)=f'\left(\frac a2\right)$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$f\left(\frac a2\right)f'\left(\frac a2\right)=\sqrt2$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$\sqrt2\,f\left(\frac a2\right)=f'\left(\frac a2\right)$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$f\left(\frac a2\right)=\sqrt2\,f'\left(\frac a2\right)$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Limit of a sum as a definite integral, Differentiation of trigonometric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everything is evaluated 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$a=\int_0^1\frac{2}{1+x^2}dx=\frac\pi2$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$f(x)=\tan\frac x2$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everything is evaluated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$\frac\pi4$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$\tan\frac\pi8=\sqrt2-1$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d>
                                  <m:dPr>
                                    <m:begChr m:val="("/>
                                    <m:sepChr m:val=""/>
                                    <m:endChr m:val=")"/>
                                    <m:grow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type m:val="bar"/>
                                        <m:ctrlP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𝑘</m:t>
                                        </m:r>
                                      </m:num>
                                      <m:den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den>
                                    </m:f>
                                  </m:e>
                                </m: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Riemann sum.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5123688"/>
                <a:ext cx="10725912" cy="155143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$a=\lim_{n\to\infty}\frac1n\sum_{k=1}^{n}\frac{2}{1+\left(\frac kn\right)^2}$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Riemann sum.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$a=\int_0^1\frac{2}{1+x^2}dx=2\tan^{-1}x\Big|_0^1=\frac\pi2$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$f(x)=\sqrt{\frac{1-\cos x}{1+\cos x}}=\sqrt{\tan^2\frac x2}=\tan\frac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(positive).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 a2=\frac\pi4\in(0,1)$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$f\left(\frac\pi4\right)=\tan\frac\pi8=\sqrt2-1$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$f'(x)=\frac12\sec^2\frac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$f'\left(\frac\pi4\right)=\frac12\sec^2\frac\pi8$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$\sec^2\frac\pi8=1+\tan^2\frac\pi8=1+(\sqrt2-1)^2=4-2\sqrt2$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$f'\left(\frac\pi4\right)=2-\sqrt2=\frac{\sqrt2}{\sqrt2+1}$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$\sqrt2\,f\left(\frac\pi4\right)=\sqrt2(\sqrt2-1)=2-\sqrt2$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$f'\left(\frac a2\right)=\sqrt2\,f\left(\frac a2\right)$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option (C).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$\sqrt2\,f\left(\frac a2\right)=f'\left(\frac a2\right)$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quadratic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satisfied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half-angle secant value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$f'=\frac12(1+f^2)$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quadratic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$t^2+2t-1=0$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satisfied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$t=\tan\frac\pi8$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no half-angle secant value is needed.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$f(x)=\tan\frac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$t=f\left(\frac\pi4\right)=\tan\frac\pi8$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$f'(x)=\frac12\sec^2\frac x2=\frac12\left(1+f^2\right)$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$f'\left(\frac\pi4\right)=\frac12(1+t^2)$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$\tan\frac\pi4=1$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$\frac{2t}{1-t^2}=1$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$t^2+2t-1=0$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$t^2=1-2t$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(C) asks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positive root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others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0.4142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0.5858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1.17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0.586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0.243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0.414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0.828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Only (C) holds.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$f'\left(\frac\pi4\right)=\frac12(2-2t)=1-t$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Option (C) asks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$1-t=\sqrt2\,t$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$t=\frac{1}{1+\sqrt2}=\sqrt2-1$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the positive root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$t^2+2t-1=0$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true.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Check the others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$t=0.4142$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$f'=0.5858$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$2\sqrt2t=1.17\ne0.586$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$tf'=0.243\ne\sqrt2$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$t=0.414\ne\sqrt2f'=0.828$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Only (C) holds.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num>
                          <m:den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$\sqrt2\,f\left(\frac a2\right)=f'\left(\frac a2\right)$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constant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 doubles it. Rewrite as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ϕ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dividing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|"/>
                        <m:sepChr m:val=""/>
                        <m:endChr m:val="|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$\lim_{n\to\infty}\sum_{k=1}^{n}\frac{n}{n^2+k^2}=\int_0^1\frac{dx}{1+x^2}=\frac\pi4$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here doubles it. Rewrite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$\frac1n\sum\phi\left(\frac kn\right)$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dividing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$\sqrt{\frac{1-\cos x}{1+\cos x}}=\left|\tan\frac x2\right|$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$x\in(0,\pi)$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relation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one point then follows from one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θ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cot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θ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$f=\tan 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$\frac{df}{du}=1+f^2$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$f'=\frac12(1+f^2)$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relation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one point then follows from one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$t=\tan\frac\theta2$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satisfies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$t^2+2t\cot\theta-1=0$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$\tan\frac\pi8=\sqrt2-1$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$\theta=\frac\pi6$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$\tan\frac{\pi}{12}=2-\sqrt3$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$\int_0^{20\pi}\left(|\sin x|+|\cos x|\right)^2dx$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$10(\pi+4)$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$10(\pi+2)$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$20(\pi-2)$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$20(\pi+2)$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periodic functions (modulus of trigonometric functions)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copies of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where the moduli can be dropped.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$(|\sin x|+|\cos x|)^2$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$[0,20\pi]$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$40$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copies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$\left[0,\frac\pi2\right]$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where the moduli can be dropped.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periodic with period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moduli being unnecessary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$I=\int_0^{20\pi}\left(|\sin x|+|\cos x|\right)^2dx$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integrand is periodic with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$|\sin(x+\frac\pi2)|=|\cos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$|\cos(x+\frac\pi2)|=|\sin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$20\pi=40\cdot\frac\pi2$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$I=40\int_0^{\pi/2}\left(\sin x+\cos x\right)^2dx$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moduli being unnecessary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$\left[0,\frac\pi2\right]$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$(\sin x+\cos x)^2=1+2\sin x\cos x=1+\sin2x$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$I=40\int_0^{\pi/2}(1+\sin2x)\,dx=40\left[x-\frac{\cos2x}{2}\right]_0^{\pi/2}$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$\left[x-\frac{\cos2x}{2}\right]_0^{\pi/2}=\left(\frac\pi2+\frac12\right)-\left(0-\frac12\right)=\frac\pi2+1$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$I=40\left(\frac\pi2+1\right)=20\pi+40=20(\pi+2)$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$20(\pi+2)$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first: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count humps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each of area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first: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$(|\sin x|+|\cos x|)^2=1+|\sin2x|$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count humps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$|\sin2x|$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each of area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 case analysis needed).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identical humps.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$(|\sin x|+|\cos x|)^2=1+2|\sin x||\cos x|=1+|\sin2x|$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(no case analysis needed).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$\int_0^{20\pi}1\,dx=20\pi$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$|\sin2x|$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$[0,20\pi]$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contains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identical humps.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One hump: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cos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20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One hump: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$\int_0^{\pi/2}|\sin2x|dx=\left[-\frac{\cos2x}{2}\right]_0^{\pi/2}=1$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$\int_0^{20\pi}|\sin2x|dx=40$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$I=20\pi+40=20(\pi+2)$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$20(\pi+2)$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always;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mean value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function of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integral over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periods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integral over one; choose the smallest period (here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Sanity 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102.8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between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62.8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125.7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$(|\sin x|+|\cos x|)^2=1+|\sin2x|$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always;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$1\le(|\sin x|+|\cos x|)\le\sqrt2$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$\int_0^{n\pi/2}|\sin2x|\,dx=n$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$\int_0^{n\pi}|\sin x|\,dx=\int_0^{n\pi}|\cos x|\,dx=2n$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mean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$|\sin x|$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 function of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integral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periods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times the integral over one; choose the smallest period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Sanity 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$I=20\pi+40\approx102.8$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$\int(1)=62.8$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2=125.7$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$1\le(\ldots)^2\le2$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defined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[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]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greatest integer less than or equal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exists, then the value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5532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$f:\mathbb{R}\to\mathbb{R}$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defined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$f(x)=a\sin\left(\frac{\pi[x]}{2}\right)+[2-x]$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greatest integer less than or equal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$\lim_{x\to-1}f(x)$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exists,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$\int_0^4f(x)\,dx$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061968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Limits and the greatest-integer function, Definite integral of the greatest-integer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Equating the two one-sided limits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 on each unit interval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Equating the two one-sided limits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$a=-1$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constant on each unit interval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$[0,4]$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</m:sup>
                        </m:sSup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</m:sup>
                        </m:sSup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 exists when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$x\to-1^+$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$x\in(-1,0)$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$\sin\left(-\frac\pi2\right)=-1$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$[2-x]=2$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$\lim_{x\to-1^+}f(x)=-a+2$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$x\to-1^-$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$x\in(-2,-1)$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$\sin(-\pi)=0$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$[2-x]=3$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$\lim_{x\to-1^-}f(x)=0+3=3$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limit exists when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$-a+2=3$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$\int_0^4f\,dx=\int_0^1f+\int_1^2f+\int_2^3f+\int_3^4f$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$[2-x]=1$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$f=0+1=1$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$a\sin\frac\pi2=-1$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$[2-x]=0$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$f=-1+0=-1$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$[2,3)$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$\sin\pi=0$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$[2-x]=-1$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$f=0-1=-1$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$[3,4)$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$a\sin\frac{3\pi}2=(-1)(-1)=1$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$[2-x]=-2$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$f=1-2=-1$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$\int_0^4f\,dx=1-1-1-1=-2$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-term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rest into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-term integrates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over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$[0,4]$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$x\to2-x$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the rest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$\int_{-2}^{2}[u]\,du$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</m:e>
                    </m:nary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-term vanishes whatever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$\int_0^4f=a\int_0^4\sin\frac{\pi[x]}{2}dx+\int_0^4[2-x]dx$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$[k,k+1)$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$k=0,1,2,3$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$\sin\frac{\pi k}{2}=0,1,0,-1$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$\int_0^4\sin\frac{\pi[x]}{2}dx=0+1+0-1=0$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-term vanishes whatever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$u=2-x$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$\int_0^4[2-x]dx=\int_{-2}^{2}[u]\,du$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condition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needed for the limit to exist but does not affect the value).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$[u]=-2,-1,0,1$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$[-2,-1),[-1,0),[0,1),[1,2)$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$-2-1+0+1=-2$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$\int_0^4f\,dx=-2$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condition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needed for the limit to exist but does not affect the value).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$-2$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an integer point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limit of an expression with floors exists iff the one-sided values agree.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runs through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period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sum over any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such a term integrates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regardless of its coefficient.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a unit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every floor of the form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integer) is constant, so the integral is the sum of the constants.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an integer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$[x]\to 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 n^-$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$[x]\to 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$x\to n^+$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 limit of an expression with floors exists iff the one-sided values agree.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$\int_0^n[x]\,dx=\frac{n(n-1)}{2}$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$0+1+2+3=6$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$\int_a^b[c-x]dx=\int_{c-b}^{c-a}[u]du$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$\sin\frac{\pi k}{2}$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runs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$0,1,0,-1$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period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sum over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consecutive integers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such a term integrates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$[m,m+4]$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regardless of its coefficient.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a unit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$[k,k+1)$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every floor of the form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$[\pm x+c]$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integer) is constant, so the integral is the sum of the constants.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44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55447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$I=\int_{\pi/4}^{\pi/3}\left(\frac{8\sin x-\sin2x}{x}\right)dx$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$\frac\pi2&lt;I&lt;\frac{3\pi}{4}$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$\frac\pi4&lt;I&lt;\frac{5\pi}{12}$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$\frac{5\pi}{12}&lt;I&lt;\frac{\sqrt2}{3}\pi$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$\frac{3\pi}{4}&lt;I&lt;\pi$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5063235"/>
            <a:ext cx="10725912" cy="1603248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Estimation of a definite integral (inequalities)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concave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decreasing and can be bounded by its end values.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$g(x)=8\sin x-\sin2x$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concave 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$g(0)=0$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$\frac{g(x)}{x}$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decreasing and can be bounded by its end values.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prints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slip).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″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concave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$g(x)=8\sin x-\sin2x$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$I=\int_{\pi/4}^{\pi/3}\frac{g(x)}{x}dx$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$g'(x)=8\cos x-2\cos2x$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prints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$8\sin x-2\cos2x$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slip).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$g''(x)=-8\sin x+4\sin2x=-8\sin x\,(1-\cos x)&lt;0$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concave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$(0,\pi)$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$g'\left(\frac\pi3\right)=4+1=5$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$g'\left(\frac\pi4\right)=4\sqrt2$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$5&lt;g'(x)&lt;4\sqrt2$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$x\in\left(\frac\pi4,\frac\pi3\right)$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concave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PDF's lower bound is correct).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PDF's upper bound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justified: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indeed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5.93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5.66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Valid upper bound: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(as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concave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$g(x)=\int_0^xg'(t)dt\ge x\,g'(x)&gt;5x$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$\frac{g(x)}{x}&gt;5$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PDF's lower bound is correct).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PDF's upper bound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$g(x)&lt;4\sqrt2\,x$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not justified: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$g'(t)&gt;4\sqrt2$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$t&lt;\frac\pi4$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(e.g.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$g'(0)=6$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indeed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$\frac{g(\pi/4)}{\pi/4}=\frac{4(4\sqrt2-1)}{\pi}\approx5.93&gt;4\sqrt2\approx5.66$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Valid upper bound: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$\frac{g(x)}{x}$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 (as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$xg'-g\le0$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$\left[\frac\pi4,\frac\pi3\right]$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$\frac{21\sqrt3}{2\pi}=\frac{g(\pi/3)}{\pi/3}\le\frac{g(x)}{x}\le\frac{g(\pi/4)}{\pi/4}=\frac{4(4\sqrt2-1)}{\pi}$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over an interval of length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1.5155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1.5523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(exact value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1.5362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1.309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true, but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1.481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1.571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upper bound in (C) and the lower bound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(A) both fail.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intended (keyed) answer is (C), obtained from the bound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strictly, no printed option is entirely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 over an interval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$\frac{7\sqrt3}{8}&lt;I&lt;\frac{4\sqrt2-1}{3}$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$1.5155&lt;I&lt;1.5523$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(exact value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$I\approx1.5362$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$I&gt;\frac{5\pi}{12}\approx1.309$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true, but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$\frac{\sqrt2\pi}{3}\approx1.481&lt;I&lt;\frac\pi2\approx1.571$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upper bound in (C) and the lower bound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(A) both fail.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intended (keyed) answer is (C), obtained from the bound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$5&lt;\frac{g}{x}&lt;4\sqrt2$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strictly, no printed option is entirely correct.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as keyed (strictly,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1.536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and no printed option is fully true)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$\frac{5\pi}{12}&lt;I&lt;\frac{\sqrt2}{3}\pi$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as keyed (strictly,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$I\approx1.536$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and no printed option is fully true)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a power series (the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 cancels) and integrate term by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Expand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$\frac{8\sin x-\sin2x}{x}$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a power series (the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term cancels) and integrate term by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!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5040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512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362880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integrand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720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25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7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294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9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6480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⋯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$\frac{8\sin x-\sin2x}{x}=\sum_{k\ge0}(-1)^k\frac{8-2^{2k+1}}{(2k+1)!}x^{2k}$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$8-2^3=0$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no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$\frac{8-32}{120}=-\frac15$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$-\frac{8-128}{5040}=\frac1{42}$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$\frac{8-512}{362880}=-\frac1{720}$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$6-\frac{x^4}{5}+\frac{x^6}{42}-\frac{x^8}{720}+\cdots$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$I=\left[6x-\frac{x^5}{25}+\frac{x^7}{294}-\frac{x^9}{6480}+\cdots\right]_{\pi/4}^{\pi/3}$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 values: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π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1.5708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next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0.03842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next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0.00407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next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0.00022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alternate and decrease,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1.5362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0.0384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(rejecting (A)),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1.48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upper bound of (C) fails): same conclusion as the corrected primary solution.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Term values: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$6\left(\frac\pi3-\frac\pi4\right)=\frac\pi2=1.5708$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next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$-0.03842$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next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$+0.00407$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next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$-0.00022$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terms alternate and decrease,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$I\approx1.5362$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$\frac\pi2-0.0384&lt;I&lt;\frac\pi2$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$I&lt;\frac\pi2$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(rejecting (A)),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$I&gt;\frac{5\pi}{12}$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$I&gt;1.48=\frac{\sqrt2\pi}{3}$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upper bound of (C) fails): same conclusion as the corrected primary solution.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as keyed (strictly,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1.536</m:t>
                    </m:r>
                  </m:oMath>
                </a14:m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and no printed option is fully true)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(C)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$\frac{5\pi}{12}&lt;I&lt;\frac{\sqrt2}{3}\pi$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as keyed (strictly,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$I\approx1.536$</a:t>
                </a: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 and no printed option is fully true)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concave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decreasing;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convex it is increasing. 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between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Bounds 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bound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itself; using them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bounds on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all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decreasing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above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1.5155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1.5362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1.5523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combinations: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⋯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cancellation of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comes from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concave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$\frac{g(x)}{x}$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decreasing;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convex it is increasing.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$\int_a^b\frac{g}{x}dx$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lies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$(b-a)\frac{g(b)}{b}$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$(b-a)\frac{g(a)}{a}$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Bounds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bound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$g(x)-g(a)$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not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itself; using them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needs bounds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all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$[0,x]$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decreasing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$(b-a)h(b)\le\int_a^bh\le(b-a)h(a)$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$h=\frac gx$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above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$1.5155&lt;1.5362&lt;1.5523$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 x}{x}$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combinations: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$\frac{8\sin x-\sin2x}{x}=6-\frac{x^4}{5}+\frac{x^6}{42}-\cdots$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cancellation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comes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$8=2^3$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144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Consider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(S1):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(S2):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Both (S1) and (S2) are correct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Both (S1) and (S2) are wrong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Only (S1) is correct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Only (S2) is correct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614419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$f(x)=2+|x|-|x-1|+|x+1|$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Consider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$f'\left(-\frac32\right)+f'\left(-\frac12\right)+f'\left(\frac12\right)+f'\left(\frac32\right)=2$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$\int_{-2}^{2}f(x)\,dx=12$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Both (S1) and (S2) are correct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Both (S1) and (S2) are wrong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Only (S1) is correct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Only (S2) is correct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Derivative of modulus functions, Definite integral of piecewise-linear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Remove the moduli interval by interval: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piecewise linear with slopes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kinks at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65760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Remove the moduli interval by interval: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piecewise linear with slopes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$-1,1,3,1$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kinks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$-1,0,1$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slope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slope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slope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904232"/>
                <a:ext cx="10725912" cy="1770887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$f=2-x-(1-x)-(x+1)=-x$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$-1\le x&lt;0$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$f=2-x-(1-x)+(x+1)=x+2$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$0\le x&lt;1$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$f=2+x-(1-x)+(x+1)=3x+2$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slope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graph passes through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(S1):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(S1) is wrong.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(S2): the graph is piecewise linear, so each piece is a trapezoid: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$x\ge1$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$f=2+x-(x-1)+(x+1)=x+4$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slope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graph passes through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$(-2,2),(-1,1),(0,2),(1,5),(2,6)$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(S1):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$f'\left(-\frac32\right)+f'\left(-\frac12\right)+f'\left(\frac12\right)+f'\left(\frac32\right)=-1+1+3+1=4\ne2$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(S1) is wrong.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(S2): the graph is piecewise linear, so each piece is a trapezoid: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$\int_{-2}^{-1}f=\frac{2+1}{2}=\frac32$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$\int_{-1}^{0}f=\frac{1+2}{2}=\frac32$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(S2) is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(S2) is correct: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$\int_0^1f=\frac{2+5}{2}=\frac72$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$\int_1^2f=\frac{5+6}{2}=\frac{11}{2}$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$\int_{-2}^2f\,dx=\frac32+\frac32+\frac72+\frac{11}2=12$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(S2) is correct.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Only (S2) is correct: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(D) Only (S2) is correct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with sign functions and use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 of drawing the graph.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with sign functions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$\int_{-2}^{2}|x-c|dx=4+c^2$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 of drawing the graph.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sgn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sgn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sgn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(S1) is wrong.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(two right triangles).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$x\ne0,\pm1$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$f'(x)=\operatorname{sgn}x-\operatorname{sgn}(x-1)+\operatorname{sgn}(x+1)$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$-1+1-1=-1$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$-1+1+1=1$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$1+1+1=3$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$1-1+1=1$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$4\ne2$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(S1) is wrong.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$|c|\le2$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$\int_{-2}^{2}|x-c|dx=\frac12\left[(2-c)^2+(2+c)^2\right]=4+c^2$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(two right triangles).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(S2) is correct. Only (S2):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$\int|x|=4$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$\int|x-1|=5$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$\int|x+1|=5$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$[-2,2]$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$\int_{-2}^2f\,dx=2\cdot4+4-5+5=12$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(S2) is correct. Only (S2):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(D) Only (S2) is correct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sgn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sum of moduli has slope equal to the signed count of kinks to the left minus right.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4.09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piecewise-linear function has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its linear pieces (trapezoids).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slope jumps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contributes a jump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$x\ne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$\frac{d}{dx}|x-c|=\operatorname{sgn}(x-c)$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 sum of moduli has slope equal to the signed count of kinks to the left minus right.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$\int_{-A}^{A}|x-c|dx=A^2+c^2$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$|c|\le 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$A=2,c=0.3$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$4.09$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piecewise-linear function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$\int_a^bf=\sum\frac{f(x_i)+f(x_{i+1})}{2}(x_{i+1}-x_i)$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its linear pieces (trapezoids).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has slope jumps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(each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$|x-c|$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contributes a jump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$\pm2$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d>
                              <m:dPr>
                                <m:begChr m:val="|"/>
                                <m:sepChr m:val=""/>
                                <m:endChr m:val="|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d>
                              <m:dPr>
                                <m:begChr m:val="["/>
                                <m:sepChr m:val=""/>
                                <m:endChr m:val="]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greatest integer function,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$\int_0^2\left(\left|2x^2-3x\right|+\left[x-\frac12\right]\right)dx$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greatest integer function,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$\frac{19}{12}$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$\frac{31}{12}$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$\frac32$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modulus and greatest-integer functions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at the root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the modulus,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floor is integrated on unit intervals.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Split at the root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$x=\frac32$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$2x^2-3x$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the modulus, and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$t=x-\frac12$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floor is integrated on unit intervals.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integral: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|"/>
                            <m:sepChr m:val=""/>
                            <m:endChr m:val="|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negative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positive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27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Split the integral: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$\int_0^2\left|2x^2-3x\right|dx+\int_0^2\left[x-\frac12\right]dx$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$2x^2-3x=x(2x-3)$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negative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$\left(0,\frac32\right)$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positive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$\left(\frac32,2\right)$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$\int_0^{3/2}(3x-2x^2)dx=\left[\frac{3x^2}{2}-\frac{2x^3}{3}\right]_0^{3/2}=\frac{27}{8}-\frac94=\frac98$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$\int_{3/2}^{2}(2x^2-3x)dx=\left[\frac{2x^3}{3}-\frac{3x^2}{2}\right]_{3/2}^{2}=\left(\frac{16}{3}-6\right)-\left(\frac94-\frac{27}{8}\right)=-\frac23+\frac98=\frac{11}{24}$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$\int_0^2|2x^2-3x|dx=\frac98+\frac{11}{24}=\frac{19}{12}$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$t=x-\frac12$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$\int_0^2\left[x-\frac12\right]dx=\int_{-1/2}^{3/2}[t]\,dt$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$\int_{-1/2}^{3/2}[t]dt=\int_{-1/2}^{0}(-1)dt+\int_0^1 0\,dt+\int_1^{3/2}1\,dt=-\frac12+0+\frac12=0$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Total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$=\frac{19}{12}+0=\frac{19}{12}$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$\frac{19}{12}$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parabola-area formula for the negative part and the symmetry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the floor part.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Use the parabola-area formula for the negative part and the symmetry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$[1-t]=-[t]$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about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$t=\frac12$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for the floor part.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(roots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negative in between).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area between a parabola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between its roots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$g(x)=2x^2-3x$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$0,\frac32$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negative in between).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$\int_0^2|g|=\int_0^2g-2\int_0^{3/2}g$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$\int_0^2g\,dx=\frac{16}{3}-6=-\frac23$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area between a parabola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$ax^2+bx+c$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between its roots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$\frac{|a|(r_2-r_1)^3}{6}=\frac{2\left(\frac32\right)^3}{6}=\frac98$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$\int_0^{3/2}g=-\frac98$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$\int_0^2|g|=-\frac23+\frac94=\frac{19}{12}$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floor part 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interval is symmetric about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and, for non-integer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integral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the floor part 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$J=\int_{-1/2}^{3/2}[t]dt$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 interval is symmetric about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and, for non-integer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$[1-t]=-[t]$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Substituting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$t\to1-t$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$J=\int[1-t]dt=-J$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$\frac{19}{12}$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19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12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$\frac{19}{12}$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between its real roots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 sub-interval,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{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}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avoids a second antiderivative evaluation.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non-integer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Therefore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shift first, then integrate on unit intervals.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Area between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$y=ax^2+bx+c$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-axis between its real roots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$r_1&lt;r_2$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$\frac{|a|(r_2-r_1)^3}{6}$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a sub-interval,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$\int|g|=\int g-2\int_{\{g&lt;0\}}g$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this avoids a second antiderivative evaluation.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non-integer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$[1-t]=-[t]$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$[-t]=-[t]-1$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Therefore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$\int_{1/2-h}^{1/2+h}[t]dt=0$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$h=\frac12,\frac32$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$\int_{-m}^{m}[t]dt=-m$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$\int_a^b[x+c]dx=\int_{a+c}^{b+c}[t]dt$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shift first, then integrate on unit intervals.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155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115563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$I_n(x)=\int_0^x\frac{1}{(t^2+5)^n}dt$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$n=1,2,3,\dots$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$50I_6-9I_5=xI_5'$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$50I_6-11I_5=xI_5'$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$50I_6-9I_5=I_5'$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$50I_6-11I_5=I_5'$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4624323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Reduction formula and Leibniz rule for integrals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by parts and write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by parts and 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$t^2=(t^2+5)-5$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$10nI_{n+1}+(1-2n)I_n=\frac{x}{(x^2+5)^n}$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$I_n'=(x^2+5)^{-n}$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Integrate by parts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num>
                              <m:den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sSup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omits the sign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this line; the next line is right).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$I_n(x)=\int_0^x\frac{dt}{(t^2+5)^n}$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Integrate by parts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$u=(t^2+5)^{-n}$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$dv=dt$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$I_n(x)=\left[\frac{t}{(t^2+5)^n}\right]_0^x-\int_0^x t\cdot(-n)(t^2+5)^{-n-1}\cdot2t\,dt$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PDF omits the sign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this line; the next line is right).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$I_n(x)=\frac{x}{(x^2+5)^n}+2n\int_0^x\frac{t^2}{(t^2+5)^{n+1}}dt$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Rearranging: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$t^2=(t^2+5)-5$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$I_n(x)=\frac{x}{(x^2+5)^n}+2n\int_0^x\frac{(t^2+5)-5}{(t^2+5)^{n+1}}dt$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$I_n(x)=\frac{x}{(x^2+5)^n}+2nI_n(x)-10nI_{n+1}(x)$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$10n\,I_{n+1}(x)+(1-2n)I_n(x)=\frac{x}{(x^2+5)^n}$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fundamental theorem,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$50\,I_6(x)-9\,I_5(x)=\frac{x}{(x^2+5)^5}$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fundamental theorem,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$I_5'(x)=\frac{1}{(x^2+5)^5}$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$\frac{x}{(x^2+5)^5}=x\,I_5'(x)$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$50I_6-9I_5=xI_5'$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b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b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b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$50I_6-9I_5=xI_5'$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Avoid the reduction formula: define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b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show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Avoid the reduction formula: define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$H=50I_6-9I_5-xI_5'$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show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$H(0)=0$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$H'\equiv0$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fundamental theorem,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fundamental theorem,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$I_n'(x)=(x^2+5)^{-n}$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$H(x)=50I_6-9I_5-x(x^2+5)^{-5}$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$H(0)=0$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$\frac{d}{dx}\left[x(x^2+5)^{-5}\right]=(x^2+5)^{-5}-10x^2(x^2+5)^{-6}$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6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others fail: (B) would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(C) would need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true only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(D) differs from (C)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$H'(x)=50(x^2+5)^{-6}-9(x^2+5)^{-5}-(x^2+5)^{-5}+10x^2(x^2+5)^{-6}=\frac{50-10(x^2+5)+10x^2}{(x^2+5)^6}=0$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$H\equiv0$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$50I_6-9I_5=xI_5'$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others fail: (B) would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$2I_5=0$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(C) would need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$xI_5'=I_5'$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true only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(D) differs from (C)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$2I_5\ne0$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b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b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bSup>
                      <m:e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$50I_6-9I_5=xI_5'$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69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Reduction formula: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𝑎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Start from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apply the formula repeatedly to get any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Whenever an identity involves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ℎ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derivative is just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verifying an identity by differentiating both sides (with equal values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often quicker than deriving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 (n=5, x=1.3):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50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1.3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 to machine precision.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Reduction formula: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$2na^2I_{n+1}=\frac{x}{(x^2+a^2)^n}+(2n-1)I_n$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$I_n=\int_0^x\frac{dt}{(t^2+a^2)^n}$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$a^2=5$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$10nI_{n+1}=\frac{x}{(x^2+5)^n}+(2n-1)I_n$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Start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$I_1=\frac1{\sqrt5}\tan^{-1}\frac{x}{\sqrt5}$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apply the formula repeatedly to get any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Whenever an identity involves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$I_n(x)=\int_0^xh_n$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$I_n'$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derivative is just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$h_n(x)$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verifying an identity by differentiating both sides (with equal values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is often quicker than deriving 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check (n=5, x=1.3):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$50I_6-9I_5=1.3/(1.3^2+5)^5$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 to machine precision.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$\int_0^{\pi/2}\frac{1}{3+2\sin x+\cos x}dx$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$\tan^{-1}(2)$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$\tan^{-1}(2)-\frac\pi4$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$\frac12\tan^{-1}(2)-\frac\pi8$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909567"/>
                <a:ext cx="10725912" cy="171297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integral by the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substitution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909567"/>
                <a:ext cx="10725912" cy="171297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Single Correct Type(4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integral by 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substitution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1(JEE Main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denominator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completed square plus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$t=\tan\frac x2$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denominator becomes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$2(t^2+2t+2)$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 completed square plus one.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tan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sec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Divide numerator and denominator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$\cos^2\frac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$3\sec^2\frac x2+4\tan\frac x2+\left(1-\tan^2\frac x2\right)=2\tan^2\frac x2+4\tan\frac x2+4$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$I=\int_0^{\pi/2}\frac{\sec^2\frac x2\,dx}{2\tan^2\frac x2+4\tan\frac x2+4}$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$\tan\frac x2=t$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$\sec^2\frac x2\,dx=2\,dt$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$x=0\to 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$x=\frac\pi2\to 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$I=\int_0^1\frac{2\,dt}{2t^2+4t+4}=\int_0^1\frac{dt}{t^2+2t+2}$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Complete the square: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𝑑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Complete the square: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$t^2+2t+2=(t+1)^2+1$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$I=\int_0^1\frac{dt}{(t+1)^2+1}$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$I=\Big[\tan^{-1}(t+1)\Big]_0^1=\tan^{-1}2-\tan^{-1}1$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$I=\tan^{-1}2-\frac\pi4$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option (B).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14:m>
                  <m:oMath xmlns:m="http://schemas.openxmlformats.org/officeDocument/2006/math">
                    <m:sSup>
                      <m:e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800" i="1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800">
                        <a:solidFill>
                          <a:srgbClr val="15803D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(B)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$\tan^{-1}(2)-\frac\pi4$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substitution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works: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result is a quadratic in the denominator.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maps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tan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while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denominator becomes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tan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0.3217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\frac{dx}{a+b\sin x+c\cos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substitution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$t=\tan\frac x2$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works: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 x=\frac{2t}{1+t^2}$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x=\frac{1-t^2}{1+t^2}$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$dx=\frac{2\,dt}{1+t^2}$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result is a quadratic in the denominator.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$x\in[0,\frac{\pi}{2}]$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maps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$t\in[0,1]$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$\tan\frac{\pi}{4}=1$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(valid while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Here the denominator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$2(t^2+2t+2)$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integrand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$\frac{dt}{(t+1)^2+1}$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$I=\tan^{-1}2-\frac{\pi}{4}$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$0.3217$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log</m:t>
                                </m:r>
                              </m:e>
                              <m:sub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sub>
                            </m:s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40080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$f(\alpha)=\int_1^{\alpha}\frac{\log_{10}t}{1+t}\,dt$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$f(e^3)+f(e^{-3})$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$\frac92$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$\frac{9}{\log_e 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  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$\frac{9}{2\log_e 10}$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909567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with logarithmic integrand and reciprocal substitution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it into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adding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$t\to\frac1t$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$f(e^{-3})$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turns it into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$\int\frac{\ln t}{t(t+1)}dt$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adding gives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$\frac{1}{1+t}+\frac1{t(1+t)}=\frac1t$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 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general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den>
                                </m:f>
                              </m:e>
                            </m:d>
                          </m:den>
                        </m:f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$\log_{10}t=\frac{\ln t}{\ln 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$f(e^3)=\int_1^{e^3}\frac{\ln t}{\ln 10\,(1+t)}dt$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...(1).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general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$f(\alpha)=\int_1^{\alpha}\frac{\ln t}{(\ln 10)(1+t)}dt$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$t=\frac1x$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$dt=-\frac1{x^2}dx$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$t=1\to 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$t=\alpha\to x=\frac1\alpha$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$f(\alpha)=\int_1^{1/\alpha}\frac{-\ln x}{(\ln 10)\left(1+\frac1x\right)}\left(-\frac1{x^2}\right)dx$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rename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Simplify: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$f(\alpha)=\frac1{\ln 10}\int_1^{1/\alpha}\frac{\ln x}{x(x+1)}dx$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Take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$\alpha=e^{-3}$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$\frac1\alpha=e^3$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rename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$f(e^{-3})=\frac1{\ln 10}\int_1^{e^3}\frac{\ln t}{t(t+1)}dt$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...(2).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 (1) and (2):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$f(e^3)+f(e^{-3})=\frac1{\ln 10}\int_1^{e^3}\frac{\ln t}{1+t}\left[1+\frac1t\right]dt$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integrand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sum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sum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𝑟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𝑟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$1+\frac1t=\frac{t+1}{t}$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integrand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$\frac{\ln t}{t}$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$\frac1{\ln 10}\int_1^{e^3}\frac{\ln t}{t}dt$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t=r$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$\frac{dt}{t}=dr$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$r=3$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$\frac1{\ln 10}\int_0^3r\,dr$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$=\frac1{\ln 10}\left[\frac{r^2}2\right]_0^3=\frac1{\ln 10}\cdot\frac92=\frac{9}{2\log_e 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$\frac{9}{2\log_e 10}$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differentiate: the derivative collapses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$g(\alpha)=f(\alpha)+f(1/\alpha)$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differentiate: the derivative collapses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$\frac{\ln\alpha}{\alpha\ln10}$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$g=\frac{(\ln\alpha)^2}{2\ln 10}$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fundamental theorem,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Chain rule: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den>
                        </m:f>
                      </m:e>
                    </m:d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den>
                        </m:f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α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10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the fundamental theorem,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$f'(\alpha)=\frac{\log_{10}\alpha}{1+\alpha}$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Chain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$\frac{d}{d\alpha}f\left(\frac1\alpha\right)=f'\left(\frac1\alpha\right)\left(-\frac1{\alpha^2}\right)=\frac{\log_{10}(1/\alpha)}{1+\frac1\alpha}\cdot\left(-\frac1{\alpha^2}\right)=\frac{\log_{10}\alpha}{\alpha(1+\alpha)}$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Add: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$g'(\alpha)=\frac{\log_{10}\alpha}{1+\alpha}\left(1+\frac1\alpha\right)=\frac{\log_{10}\alpha}{\alpha}=\frac{\ln\alpha}{\alpha\ln 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𝑒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$g(\alpha)=\frac{(\ln\alpha)^2}{2\ln 10}+C$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$g(1)=f(1)+f(1)=0$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$\alpha=e^3$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$f(e^3)+f(e^{-3})=g(e^3)=\frac{3^2}{2\ln 10}=\frac9{2\log_e10}$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(D).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b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log</m:t>
                            </m:r>
                          </m:e>
                          <m:sub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(D)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$\frac{9}{2\log_e 10}$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ln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has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α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1.8933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Under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weight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two weights add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pure logarithmic derivative.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$f(\alpha)=\int_1^\alpha\frac{\ln t}{1+t}dt$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has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$f(\alpha)+f\left(\frac1\alpha\right)=\frac{(\ln\alpha)^2}2$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$1.8933$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Under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weight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$\frac{dt}{1+t}$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$\frac{dx}{x(1+x)}$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 two weights add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$\frac1{1+t}+\frac1{t(1+t)}=\frac1t$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pure logarithmic derivative.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71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Whenever an integrand with limits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paired with the same function 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differentiate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integrate back 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Change of base: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b>
                    </m:sSub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constant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be pulled out at the start.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Whenever an integrand with limits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paired with the same function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$t\to\frac1t$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differentiate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$f(\alpha)\pm f(\frac1\alpha)$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integrate back 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Change of base: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$\log_bt=\frac{\ln t}{\ln b}$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constant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$\frac1{\ln10}$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can be pulled out at the start.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447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d>
                              <m:dPr>
                                <m:begChr m:val="|"/>
                                <m:sepChr m:val=""/>
                                <m:endChr m:val="|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3444747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$\int_0^1\left[2x-\left|3x^2-5x+2\right|+1\right]dx$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is: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(A)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$\frac{\sqrt{37}+\sqrt{13}-4}{6}$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(B)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$\frac{\sqrt{37}-\sqrt{13}-4}{6}$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(C)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$\frac{-\sqrt{37}-\sqrt{13}+4}{6}$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(D)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$\frac{-\sqrt{37}+\sqrt{13}+4}{6}$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731520" y="128016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Single Correct Type(4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greatest integer function of a modulus quadratic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Pull the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out of the bracket, split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find where each piece crosses integer values.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3438144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Pull the integer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out of the bracket, split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$|3x^2-5x+2|$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$x=\frac23$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find where each piece crosses integer values.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|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positive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negative 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modulus splits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4794504"/>
                <a:ext cx="10725912" cy="1880615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$[y+1]=[y]+1$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$I=\int_0^1\left[2x-|3x^2-5x+2|\right]dx+\int_0^11\,dx$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$3x^2-5x+2=(3x-2)(x-1)$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positive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$x&lt;\frac23$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negative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$\left(\frac23,1\right)$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modulus splits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7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(vertex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from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37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$I=\int_0^{2/3}\left[2x-(3x^2-5x+2)\right]dx+\int_{2/3}^{1}\left[2x+(3x^2-5x+2)\right]dx+1$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$I=\int_0^{2/3}\left[-3x^2+7x-2\right]dx+\int_{2/3}^1\left[3x^2-3x+2\right]dx+1$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$\left[0,\frac23\right]$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$y=-3x^2+7x-2$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 (vertex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$y=-1\Rightarrow3x^2-7x+1=0\Rightarrow x=\alpha=\frac{7-\sqrt{37}}6$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$y=0\Rightarrow x=\frac13$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$y=1\Rightarrow3x^2-7x+3=0\Rightarrow x=\beta=\frac{7-\sqrt{13}}6$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$[y]=-2$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$[0,\alpha)$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$\left[\alpha,\frac13\right)$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$\left[\frac13,\beta\right)$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$\left[\beta,\frac23\right]$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$\int_0^{2/3}[y]\,dx=-2\alpha-\left(\frac13-\alpha\right)+0+\left(\frac23-\beta\right)=-\alpha-\beta+\frac13$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(vertex at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from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$\left(\frac23,1\right)$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$y=3x^2-3x+2$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increases (vertex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from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$[y]=1$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$\int_{2/3}^1[y]\,dx=1\cdot\frac13$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$I=\left(\frac13-(\alpha+\beta)\right)+\frac13+1=\frac53-(\alpha+\beta)$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$\alpha+\beta=\frac{14-\sqrt{37}-\sqrt{13}}6$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$I=\frac{10-14+\sqrt{37}+\sqrt{13}}6=\frac{\sqrt{37}+\sqrt{13}-4}6$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Correct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$\frac{\sqrt{37}+\sqrt{13}-4}{6}$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inner function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increasing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sum of step indicators; add the lengths of the sets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 of integrating piece by piece.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inner function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$h=2x-|3x^2-5x+2|$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increasing on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$[h]$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a sum of step indicators; add the lengths of the sets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$\{h\ge c\}$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instead of integrating piece by piece.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(increasing,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(increasing,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increasing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range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otherwise (the case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only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$h(x)=2x-|3x^2-5x+2|$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$I=\int_0^1[h+1]\,dx=1+\int_0^1[h]\,dx$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$h=-3x^2+7x-2$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$\left[0,\frac23\right]$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(increasing,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$-2\to\frac43$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$h=3x^2-3x+2$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$\left[\frac23,1\right]$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(increasing,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$\frac43\to2$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increasing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range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$[-2,2]$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$h\in[-2,2)$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$[h]=-2+a_{-1}+a_0+a_1$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$a_c=1$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$h\ge 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$a_c=0$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otherwise (the case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$h\ge2$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occurs only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Because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increasing, each set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length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37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lie in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0.9481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Because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increasing, each 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$\{h\ge c\}$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an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$[x_c,1]$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 length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$1-x_c$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$\int_0^1[h]\,dx=-2+(1-x_{-1})+(1-x_0)+(1-x_1)$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$h=-1,0,1$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$x_{-1}=\alpha=\frac{7-\sqrt{37}}6$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$x_0=\frac13$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$x_1=\beta=\frac{7-\sqrt{13}}6$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(all lie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$\left[0,\frac23\right]$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$\int_0^1[h]\,dx=-2+3-\frac13-\alpha-\beta=\frac23-(\alpha+\beta)$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$I=\frac53-(\alpha+\beta)=\frac{\sqrt{37}+\sqrt{13}-4}6$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(numerically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$0.9481$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 Option (A).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37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800" i="1">
                                <a:solidFill>
                                  <a:srgbClr val="15803D"/>
                                </a:solidFill>
                                <a:latin typeface="Cambria Math" panose="02040503050406030204" pitchFamily="18" charset="0"/>
                              </a:rPr>
                              <m:t>13</m:t>
                            </m:r>
                          </m:e>
                        </m:rad>
                        <m:r>
                          <m:rPr>
                            <m:sty m:val="p"/>
                          </m:rPr>
                          <a:rPr lang="en-IN" sz="2800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800" i="1">
                            <a:solidFill>
                              <a:srgbClr val="15803D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endParaRPr sz="2800">
                  <a:solidFill>
                    <a:srgbClr val="15803D"/>
                  </a:solidFill>
                </a:endParaRPr>
              </a:p>
            </p:txBody>
          </p:sp>
        </mc:Choice>
        <mc:Fallback>
          <p:sp>
            <p:nvSpPr>
              <p:cNvPr id="6" name="Rounded Rectangle 5"/>
              <p:cNvSpPr/>
              <p:nvPr/>
            </p:nvSpPr>
            <p:spPr>
              <a:xfrm>
                <a:off x="731520" y="5897880"/>
                <a:ext cx="10725912" cy="777240"/>
              </a:xfrm>
              <a:prstGeom prst="roundRect">
                <a:avLst>
                  <a:gd name="adj" fmla="val 8000"/>
                </a:avLst>
              </a:prstGeom>
              <a:solidFill>
                <a:srgbClr val="DCFCE7"/>
              </a:solidFill>
              <a:ln w="25400">
                <a:solidFill>
                  <a:srgbClr val="1580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5803D"/>
              </a:fontRef>
            </p:style>
            <p:txBody>
              <a:bodyPr rtlCol="0" anchor="ctr" wrap="square" lIns="228600" rIns="228600" tIns="18288" bIns="73152"/>
              <a:lstStyle>
                <a:lvl1pPr>
                  <a:defRPr sz="2800">
                    <a:solidFill>
                      <a:srgbClr val="15803D"/>
                    </a:solidFill>
                  </a:defRPr>
                </a:lvl1pPr>
              </a:lstStyle>
              <a:p>
                <a:pPr algn="ctr">
                  <a:defRPr sz="2800">
                    <a:solidFill>
                      <a:srgbClr val="15803D"/>
                    </a:solidFill>
                  </a:defRPr>
                </a:pPr>
                <a:r>
                  <a:rPr sz="2800" b="1">
                    <a:solidFill>
                      <a:srgbClr val="15803D"/>
                    </a:solidFill>
                    <a:latin typeface="Arial"/>
                  </a:rPr>
                  <a:t>Same answer: (A) </a:t>
                </a:r>
                <a:r>
                  <a:rPr lang="en-IN" sz="2800">
                    <a:solidFill>
                      <a:srgbClr val="15803D"/>
                    </a:solidFill>
                    <a:latin typeface="Cambria Math" panose="02040503050406030204" pitchFamily="18" charset="0"/>
                  </a:rPr>
                  <a:t>$\frac{\sqrt{37}+\sqrt{13}-4}{6}$</a:t>
                </a:r>
                <a:endParaRPr sz="2800">
                  <a:solidFill>
                    <a:srgbClr val="15803D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72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take integer shifts out of the bracket before integrating.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Layer-cake rule: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increasing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&gt;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𝑏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each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reached (checked on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0.6062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only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crosses an integer, so solve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integers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range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ℎ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the irrational breakpoints).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 quadratic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split the interval at the roots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check monotonicity on each piece using the vertex.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$[y+n]=[y]+n$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an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take integer shifts out of the bracket before integrating.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Layer-cake rule: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continuous and increasing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$[a,b]$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$m=[h(a)]$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$\int_a^b[h]\,dx=m(b-a)+\sum_{c&gt;m}(b-x_c)$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$h(x_c)=c$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each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reached (checked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$h=3x^2$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$[0,1]$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$0.6062$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$\int[h]\,dx$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changes only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crosses an integer, so solve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$h(x)=c$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the integers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the range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$h$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$3x^2-7x+1=0$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$3x^2-7x+3=0$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 the irrational breakpoints).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$|q(x)|$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a quadratic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split the interval at the roots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and check monotonicity on each piece using the vertex.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685800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TextBox 2"/>
          <p:cNvSpPr txBox="1"/>
          <p:nvPr/>
        </p:nvSpPr>
        <p:spPr>
          <a:xfrm>
            <a:off x="914400" y="1463040"/>
            <a:ext cx="10362895" cy="41148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93C5FD"/>
                </a:solidFill>
                <a:latin typeface="Arial"/>
              </a:rPr>
              <a:t>Section 11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4400" b="1">
                <a:solidFill>
                  <a:srgbClr val="FFFFFF"/>
                </a:solidFill>
                <a:latin typeface="Arial"/>
              </a:rPr>
              <a:t>Numerical Type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Q73 – Q80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4 marks each (assumed: no marks are printed in the paper; JEE Advanced default for numerical)</a:t>
            </a:r>
            <a:endParaRPr sz="2800">
              <a:solidFill>
                <a:srgbClr val="FFFFFF"/>
              </a:solidFill>
            </a:endParaRPr>
          </a:p>
          <a:p>
            <a:pPr algn="ctr">
              <a:spcAft>
                <a:spcPts val="1000"/>
              </a:spcAft>
              <a:defRPr sz="2800">
                <a:solidFill>
                  <a:srgbClr val="FFFFFF"/>
                </a:solidFill>
              </a:defRPr>
            </a:pPr>
            <a:r>
              <a:rPr sz="2800" b="0">
                <a:solidFill>
                  <a:srgbClr val="FFFFFF"/>
                </a:solidFill>
                <a:latin typeface="Arial"/>
              </a:rPr>
              <a:t>Marking pattern not printed in the paper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integral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$\lim_{n\to\infty}\frac{(n+1)^{k-1}}{n^{k+1}}\left[(nk+1)+(nk+2)+\dots+(nk+n)\right]=33\cdot\lim_{n\to\infty}\frac1{n^{k+1}}\left[1^k+2^k+3^k+\dots+n^k\right]$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the integral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36339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Limits: sum of arithmetic progression and sum of powers as a Riemann integral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left bracket is an AP sum giving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right limit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this leaves a quadratic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The left bracket is an AP sum giving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$k+\frac12$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the right limit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$\int_0^1x^k\,dx=\frac1{k+1}$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this leaves a quadratic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Left side: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LHS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LHS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Right side: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lim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Left side: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$(nk+1)+\dots+(nk+n)=n\cdot nk+(1+2+\dots+n)=n^2k+\frac{n(n+1)}2$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LHS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$=\lim\frac{(n+1)^{k-1}}{n^{k+1}}\left[n^2k+\frac{n(n+1)}2\right]=\lim\frac{(n+1)^{k-1}n^2}{n^{k+1}}\left[k+\frac{1+\frac1n}2\right]$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$\frac{(n+1)^{k-1}n^2}{n^{k+1}}=\left(1+\frac1n\right)^{k-1}\to1$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LHS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$=k+\frac12$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Right side: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$\lim\frac1{n^{k+1}}\left(1^k+2^k+\dots+n^k\right)=\int_0^1x^k\,dx=\frac1{k+1}$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LHS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RHS: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Factorise: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value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 LHS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$33\times$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RHS: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$k+\frac12=33\cdot\frac1{k+1}$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$(2k+1)(k+1)=66$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$2k^2+3k-65=0$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Factorise: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$(k-5)(2k+13)=0$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$k=-\frac{13}2$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integral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Read both sides as Riemann sums, then use that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increases while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decreases, so a single integer test fixes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700784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Read both sides as Riemann sums, then use that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$k+\frac12$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increases while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$\frac{33}{k+1}$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decreases, so a single integer test fixes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first factor tends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is a Riemann sum: LHS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right limit is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118103"/>
                <a:ext cx="10725912" cy="3557016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$\frac{(n+1)^{k-1}}{n^{k+1}}\sum_{i=1}^n(nk+i)=\left(1+\frac1n\right)^{k-1}\cdot\frac1n\sum_{i=1}^n\left(k+\frac in\right)$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$n\to\infty$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first factor tends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the sum is a Riemann sum: LHS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$=\int_0^1(k+x)\,dx=k+\frac12$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Similarly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$\frac1{n}\sum\left(\frac in\right)^k\to\int_0^1x^kdx$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the right limit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$\frac1{k+1}$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left side is increasing and the right side decreasing, so there is at most one positive root.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LHS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RHS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5.5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only positive root, with no quadratic needed.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equation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$k+\frac12=\frac{33}{k+1}$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 left side is increasing and the right side decreasing, so there is at most one positive root.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LHS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$=5.5$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RHS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$=\frac{33}6=5.5$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only positive root, with no quadratic needed.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73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lim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</m:sSub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den>
                    </m:f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sum such as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𝑖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factor out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that a Riemann sum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Prefactors of the type </a:t>
                </a:r>
                <a14:m>
                  <m:oMath xmlns:m="http://schemas.openxmlformats.org/officeDocument/2006/math">
                    <m:s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(fixed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tend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can be dropped in the limit.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problem asks for the integral value, the quadratic usually has a non-integral (here negative) second root which is discarded.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$\lim_{n\to\infty}\frac1{n^{k+1}}\sum_{i=1}^ni^k=\frac1{k+1}$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$k&gt;-1$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$\frac{n(n+1)(2n+1)}{6n^3}\to\frac13$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sum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$\sum(nk+i)$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$n\sum\left(k+\frac in\right)$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factor out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so that a Riemann 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$\frac1n\sum g\left(\frac in\right)\to\int_0^1g$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appears.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Prefactors of the type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$\left(1+\frac1n\right)^m$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(fixed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 tend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can be dropped in the limit.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When a problem asks for the integral value, the quadratic usually has a non-integral (here negative) second root which is discarded.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twice differentiable function on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R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twice differentiable function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$\mathbb{R}$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$f(x)+\int_0^x(x-t)f'(t)\,dt=\left(e^{2x}+e^{-2x}\right)\cos2x+\frac2ax$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$(2a+1)^5a^2$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54755"/>
            <a:ext cx="10725912" cy="2194560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Integral equation: Leibniz rule and differentiation of an integral with variable limit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once and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integral terms vanish and only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linear term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remain.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Differentiate once and 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: the integral terms vanish and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$f'(0)$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the linear term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$\frac2a$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remain.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(i) (Leibniz rule):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Given: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$f(x)+\int_0^x(x-t)f'(t)\,dt=\left(e^{2x}+e^{-2x}\right)\cos2x+\frac{2x}a$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integral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$f(0)=(1+1)\cdot1=2$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...(ii).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(i) (Leibniz rule):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$f'(x)+\int_0^xf'(t)\,dt+xf'(x)-xf'(x)=2\left(e^{2x}-e^{-2x}\right)\cos2x-2\left(e^{2x}+e^{-2x}\right)\sin2x+\frac2a$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$\int_0^xf'(t)\,dt=f(x)-f(0)$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$f'(x)+f(x)-f(0)=2\left(e^{2x}-e^{-2x}\right)\cos2x-2\left(e^{2x}+e^{-2x}\right)\sin2x+\frac2a$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left side is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cancel) and the right side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Replace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left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terms cancel) and the right side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$0-0+\frac2a$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$4=\frac2a$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$(2a+1)^5a^2=2^5\cdot\frac14=8$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by parts first: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that the even part </a:t>
                </a:r>
                <a14:m>
                  <m:oMath xmlns:m="http://schemas.openxmlformats.org/officeDocument/2006/math"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zero slope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by parts first: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$\int_0^x(x-t)f'(t)\,dt=\int_0^xf-xf(0)$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use that the even part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$\left(e^{2x}+e^{-2x}\right)\cos2x$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has zero slope at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(i) reads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𝑒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sup>
                        </m:sSup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$\int_0^x(x-t)f'(t)\,dt=\left[(x-t)f(t)\right]_0^x+\int_0^xf(t)\,dt=-xf(0)+\int_0^xf(t)\,dt$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(i) reads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$f(x)-xf(0)+\int_0^xf(t)\,dt=\left(e^{2x}+e^{-2x}\right)\cos2x+\frac{2x}a$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sup>
                            </m:sSup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is an even function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derivative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𝑎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$f'(x)-f(0)+f(x)=\frac{d}{dx}\left[\left(e^{2x}+e^{-2x}\right)\cos2x\right]+\frac2a$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bracket is an even function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its derivative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$f'(0)-2+2=\frac2a$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$4=\frac2a$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Thus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$(2a+1)^5a^2=32\cdot\frac14=8$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8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74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repeated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nary>
                          <m:naryPr>
                            <m:chr m:val="∫"/>
                            <m:limLoc m:val="subSup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𝑔</m:t>
                            </m:r>
                          </m:e>
                        </m:nary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equal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 rule: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∂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of the factor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Setting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kills every integral with lower limit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initial values like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even function has zero derivative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only the odd (linear) part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contributes to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$\int_0^x(x-t)g(t)\,dt$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the repeated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$\int_0^x\int_0^sg$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$g=f'$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$\int_0^xf-xf(0)$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$f=x^2$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both sides equal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$\frac{x^3}3$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Leibniz rule: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$\frac{d}{dx}\int_0^xk(x,t)\,dt=k(x,x)+\int_0^x\frac{\partial k}{\partial x}\,dt$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$k(x,x)=0$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because of the factor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$(x-t)$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Setting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kills every integral with lower limit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giving initial values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directly.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even function has zero derivative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so only the odd (linear) part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$\frac{2x}a$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contributes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sum of all the elements of the set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: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337308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$a_n=\int_{-1}^{n}\left(1+\frac x2+\frac{x^2}3+\dots+\frac{x^{n-1}}n\right)dx$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every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the sum of all the elements of the set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$\{n\in\mathbb{N}: a_n\in(2,30)\}$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846068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a polynomial sum and bounding of a sequence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term by term to get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test small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bound the rest by one large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term by term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$a_n=\sum_{k=1}^n\frac{n^k+(-1)^{k+1}}{k^2}$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test small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bound the rest by one large term.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…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p>
                                </m:sSup>
                              </m:num>
                              <m:den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</m:den>
                            </m:f>
                          </m:e>
                        </m:d>
                      </m:e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term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every term is positive.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not in the open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lies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$a_n=\left[x+\frac{x^2}{2^2}+\frac{x^3}{3^2}+\dots+\frac{x^n}{n^2}\right]_{-1}^{n}$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-th term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$\frac{n^k-(-1)^k}{k^2}=\frac{n^k+(-1)^{k+1}}{k^2}$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$a_n=\frac{n+1}{1^2}+\frac{n^2-1}{2^2}+\frac{n^3+1}{3^2}+\frac{n^4-1}{4^2}+\dots+\frac{n^n+(-1)^{n+1}}{n^2}$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$n\ge2$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every term is positive.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$a_1=\int_{-1}^1dx=2$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not in the open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$a_2=\frac{2+1}{1}+\frac{2^2-1}{2^2}=3+\frac34=\frac{15}4$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lies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lies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31.9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excluded.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all terms are positive,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required sum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$a_3=\frac41+\frac{3^2-1}{4}+\frac{3^3+1}{9}=4+2+\frac{28}9=\frac{82}9$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lies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$a_4=5+\frac{15}4+\frac{65}9+\frac{255}{16}\approx31.9&gt;30$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excluded.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$n\ge5$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all terms are positive,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$a_n&gt;\frac{n^n-1}{n^2}\ge\frac{5^5-1}{25}&gt;124&gt;30$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$a_n\in(2,30)$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$n=2,3$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the required sum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$2+3=5$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75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nary>
                          <m:naryPr>
                            <m:chr m:val="∑"/>
                            <m:limLoc m:val="undOvr"/>
                            <m:subHide m:val="off"/>
                            <m:supHide m:val="off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𝑘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𝑘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den>
                            </m:f>
                          </m:e>
                        </m:nary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p>
                            </m:sSup>
                          </m:num>
                          <m:den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3.75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 term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positive,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bigger than any single one of its terms; this gives a quick lower bound (here the last term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sequence growing like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num>
                      <m:den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super-exponential: a condition such as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 for only a few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evaluate small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bound the tail.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Endpoint trap: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exactly, but the interval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open,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excluded.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$\int_{-1}^{n}\sum_{k=1}^{n}\frac{x^{k-1}}k\,dx=\sum_{k=1}^n\frac{n^k-(-1)^k}{k^2}$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$\int_{-1}^2\left(1+\frac x2\right)dx=3.75=\frac{3}{1}+\frac34$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$n\ge2$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each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$n^k-(-1)^k$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positive,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bigger than any single one of its terms; this gives a quick lower bound (here the last term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$\frac{n^n-1}{n^2}$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sequence growing like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$\frac{n^n}{n^2}$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super-exponential: a condition such as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$a_n&lt;c$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holds for only a few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evaluate small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bound the tail.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Endpoint trap: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$a_1=2$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exactly, but the interval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$(2,30)$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open,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excluded.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1177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$n(2n+1)\int_0^1(1-x^n)^{2n}\,dx=1177\int_0^1(1-x^n)^{2n+1}\,dx$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3246120"/>
                <a:ext cx="10725912" cy="160324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integral: reduction by parts 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</m:oMath>
                </a14:m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3246120"/>
                <a:ext cx="10725912" cy="160324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Numerical Type (4 Marks)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Concept(s) : Definite integral: reduction by parts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$(1-x^n)^m$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>
                  <a:spcAft>
                    <a:spcPts val="2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Difficulty Level: Level 3(Average JEE Advanced Level)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parts and use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relate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Integrate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by parts and use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$x^n=1-(1-x^n)$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relate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$I_2$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$I_1$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giving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$\frac{I_1}{I_2}=\frac{2n^2+n+1}{n(2n+1)}$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on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sup>
                            </m:sSup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boundary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both ends,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$I_1=\int_0^1(1-x^n)^{2n}dx$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$I_2=\int_0^1(1-x^n)^{2n+1}dx$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parts 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$I_2=\int_0^1(1-x^n)^{2n+1}\cdot1\,dx$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$I_2=\left[(1-x^n)^{2n+1}x\right]_0^1-\int_0^1(2n+1)(1-x^n)^{2n}\left(-nx^{n-1}\right)x\,dx$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boundary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both ends,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$I_2=n(2n+1)\int_0^1x^n(1-x^n)^{2n}dx$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$x^n=1-(1-x^n)$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$\int_0^1x^n(1-x^n)^{2n}dx=I_1-I_2$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$I_2=n(2n+1)(I_1-I_2)$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Rearranging: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condition says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1177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1177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N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Rearranging: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$(2n^2+n+1)I_2=n(2n+1)I_1$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$\frac{I_1}{I_2}=\frac{2n^2+n+1}{n(2n+1)}$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given condition says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$n(2n+1)I_1=1177I_2$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$\frac{I_1}{I_2}=\frac{1177}{n(2n+1)}$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Equate: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$2n^2+n+1=1177$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$2n^2+n-1176=0$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$(n-24)(2n+49)=0$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$n\in\mathbb{N}$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24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turn both integrals into Beta functions; their ratio is then a ratio of Gamma values that collapses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Γ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𝑧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$u=x^n$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turn both integrals into Beta functions; their ratio is then a ratio of Gamma values that collapses by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$\Gamma(z+1)=z\Gamma(z)$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e>
                          <m:sup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𝑞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𝐽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𝐽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Γ</m:t>
                        </m:r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den>
                            </m:f>
                          </m:e>
                        </m: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$J(m)=\int_0^1(1-x^n)^m\,dx$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$u=x^n$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$dx=\frac1nu^{\frac1n-1}du$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$J(m)=\frac1n\int_0^1u^{\frac1n-1}(1-u)^mdu=\frac1nB\left(\frac1n,m+1\right)$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$B(p,q)=\frac{\Gamma(p)\Gamma(q)}{\Gamma(p+q)}$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$J(m)=\frac{\Gamma(1/n)}n\cdot\frac{\Gamma(m+1)}{\Gamma\left(m+1+\frac1n\right)}$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$\frac{J(m)}{J(m+1)}=\frac{\Gamma(m+1)}{\Gamma(m+2)}\cdot\frac{\Gamma\left(m+2+\frac1n\right)}{\Gamma\left(m+1+\frac1n\right)}=\frac{m+1+\frac1n}{m+1}$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gives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num>
                      <m:den>
                        <m:sSub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𝐼</m:t>
                            </m:r>
                          </m:e>
                          <m:sub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1177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1177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1176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$\frac{I_1}{I_2}=\frac{2n+1+\frac1n}{2n+1}=\frac{2n^2+n+1}{n(2n+1)}$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condition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$\frac{I_1}{I_2}=\frac{1177}{n(2n+1)}$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$2n^2+n+1=1177$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$2n^2+n-1176=0$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24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76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𝐵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𝑛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𝐽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𝐽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0.9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Integration by parts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leaves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rewrite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a relation between consecutive powers.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cases: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ratio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agrees with the formula.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parameter hidden in the exponent and the integrand (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both) is usually resolved by a recurrence in the exponent, not by evaluating the integrals.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$\int_0^1(1-x^n)^m\,dx=\frac1nB\left(\frac1n,m+1\right)$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$\frac{J(m+1)}{J(m)}=\frac{n(m+1)}{n(m+1)+1}$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$0.9$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Integration by parts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$u=(1-x^n)^m$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$dv=dx$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always leaves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$x^n(1-x^n)^{m-1}$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rewrite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$x^n=1-(1-x^n)$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get a relation between consecutive powers.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Standard cases: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$J(1)=\frac23$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$J(2)=\frac8{15}$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ratio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$\frac54=\frac{2+\frac12}{2}$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agrees with the formula.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 parameter hidden in the exponent and the integrand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both) is usually resolved by a recurrence in the exponent, not by evaluating the integrals.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min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{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}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$f(x)=\min\{[x-1],[x-2],\dots,[x-10]\}$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denotes the greatest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$\le 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$\int_0^{10}f(x)\,dx+\int_0^{10}(f(x))^2dx+\int_0^{10}|f(x)|\,dx$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of greatest integer function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decreasing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it is a step function with unit steps.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$[x-k]=[x]-k$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decreasing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$f(x)=[x]-10$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it is a step function with unit steps.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smallest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values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each held over a unit length.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$[x-k]=[x]-k$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 smallest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$[x]-1,\dots,[x]-10$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$f(x)=[x]-10$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On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$[j,j+1)$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$j=0,1,\dots,9$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$f=j-10$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 values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$-10,-9,\dots,-1$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each held over a unit length.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$\int_0^{10}f(x)\,dx=-10-9-8-\dots-1=-\frac{10\cdot11}2=-55$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8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$\int_0^{10}(f(x))^2dx=10^2+9^2+8^2+\dots+1^2=\frac{10\cdot11\cdot21}6=385$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$\int_0^{10}|f(x)|\,dx=10+9+8+\dots+1=\frac{10\cdot11}2=55$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Sum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$=-55+385+55=385$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385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first and third integrals cancel and only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left.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$f\le0$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$f+|f|=0$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so the first and third integrals cancel and only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$\int f^2$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is left.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∈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value is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9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526792"/>
                <a:ext cx="10725912" cy="326136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$f(x)=[x]-10\le0$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$x\in[0,10]$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$|f|=-f$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$f+|f|=0$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$\int_0^{10}f\,dx+\int_0^{10}|f|\,dx=0$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required value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$\int_0^{10}f^2dx=\sum_{j=0}^9(j-10)^2=\sum_{m=1}^{10}m^2$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$\sum_{m=1}^{10}m^2=\frac{10\cdot11\cdot21}6=385$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7" name="Rounded Rectangle 6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385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4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77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integer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±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14:m>
                  <m:oMath xmlns:m="http://schemas.openxmlformats.org/officeDocument/2006/math">
                    <m:sSub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min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integers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attained at the largest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[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]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each unit interval contributes the value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its integer left end.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≤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Combinations of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|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often cancel.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sup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385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an integer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$[x\pm k]=[x]\pm 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$\min_k[x-k]$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over integers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attained at the largest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$k$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$\int_0^Ng([x])\,dx=\sum_{j=0}^{N-1}g(j)$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each unit interval contributes the value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at its integer left end.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$f\le0$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$f+|f|=0$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$f\ge0$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$|f|-f=0$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Combinations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$|f|$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often cancel.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$\sum_{m=1}^Nm^2=\frac{N(N+1)(2N+1)}6$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it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$385$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4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satisfying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222758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Let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 a differentiable function satisfying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$f(x)=\frac2{\sqrt3}\int_0^{\sqrt3}f\left(\frac{\lambda^2x}3\right)d\lambda$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$y=f(x)$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passes through the point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$(\alpha,6)$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736339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Integral equation: substitution to a differential equation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3(Average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4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78350F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differentiate to a separable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3289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Substitute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$t=\frac{\lambda^2x}3$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to get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$\sqrt xf(x)=\int_0^x\frac{f(t)}{\sqrt t}dt$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differentiate to a separable equation.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746248"/>
                <a:ext cx="10725912" cy="39288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$\frac{\lambda^2x}3=t$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$\frac{2\lambda x}3d\lambda=dt$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$\lambda=\sqrt{\frac{3t}x}$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$d\lambda=\frac{3}{2x\lambda}dt=\frac{\sqrt3}2\cdot\frac1{\sqrt x}\cdot\frac{dt}{\sqrt 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$\lambda=0\to t=0$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$\lambda=\sqrt3\to t=x$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$f(x)=\frac2{\sqrt3}\cdot\frac{\sqrt3}2\cdot\frac1{\sqrt x}\int_0^x\frac{f(t)}{\sqrt t}dt=\frac1{\sqrt x}\int_0^x\frac{f(t)}{\sqrt t}dt$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Differentiate: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ln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α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x\,f(x)=\int_0^x\frac{f(t)}{\sqrt t}dt$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Differentiate: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x\,f'(x)+\frac{f(x)}{2\sqrt x}=\frac{f(x)}{\sqrt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 x\,f'(x)=\frac{f(x)}{2\sqrt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i.e.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$\frac{dy}y=\frac{dx}{2x}$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$\ln y=\frac12\ln x+c$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$f(x)=C\sqrt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$f(x)=\sqrt{3x}$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$f(\alpha)=6$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$\sqrt{3\alpha}=6$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$3\alpha=36$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Without changing variable: differentiate under the integral, integrate by parts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compare to read off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591056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Without changing variable: differentiate under the integral, integrate by parts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and compare to read off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$xf'(x)=\frac{f(x)}2$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the given relation under the integral: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 by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𝑔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by parts in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λ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d>
                              <m:dPr>
                                <m:begChr m:val="("/>
                                <m:sepChr m:val=""/>
                                <m:endChr m:val=")"/>
                                <m:grow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type m:val="bar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λ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num>
                                  <m:den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den>
                                </m:f>
                              </m:e>
                            </m:d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</m:sSub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</m:nary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3008375"/>
                <a:ext cx="10725912" cy="36667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Differentiate the given relation under the integral: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$f'(x)=\frac2{\sqrt3}\int_0^{\sqrt3}\frac{\lambda^2}3f'\left(\frac{\lambda^2x}3\right)d\lambda$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$xf'(x)=\frac2{\sqrt3}\int_0^{\sqrt3}g\,d\lambda$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$g=\frac{\lambda^2x}3f'\left(\frac{\lambda^2x}3\right)$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...(A).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Integrate by parts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$\int_0^{\sqrt3}f\left(\frac{\lambda^2x}3\right)d\lambda=\left[\lambda f\left(\frac{\lambda^2x}3\right)\right]_0^{\sqrt3}-\int_0^{\sqrt3}\lambda f'\left(\frac{\lambda^2x}3\right)\frac{2\lambda x}3d\lambda=\sqrt3f(x)-2\int_0^{\sqrt3}g\,d\lambda$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𝑔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(A),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Multiply by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$f(x)=2f(x)-2\cdot\frac2{\sqrt3}\int_0^{\sqrt3}g\,d\lambda$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$\frac2{\sqrt3}\int_0^{\sqrt3}g\,d\lambda=\frac{f(x)}2$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By (A),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$xf'(x)=\frac{f(x)}2$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$\frac{f'}f=\frac1{2x}$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$f=C\sqrt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$f(1)=\sqrt3$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$f(x)=\sqrt{3x}$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$f(\alpha)=6$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gives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12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78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6B26B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3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gets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</m:nary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λ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λ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numerically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equation holds exactly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integral with a scaled argument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…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λ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differentiating then gives a first-order ODE.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⇔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𝐶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≠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homogeneous scaling relations produce power-law solutions.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substituting, always recompute the factor in front: here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the equation clean.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$f(x)=Cx^m$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one gets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$\frac2{\sqrt3}\int_0^{\sqrt3}f\left(\frac{\lambda^2x}3\right)d\lambda=\frac{2}{2m+1}f(x)$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(checked numerically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), so the equation holds exactly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$m=\frac12$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An integral with a scaled argument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$f(\lambda^2x/3)$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becomes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$\int_0^x(\dots)dt$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after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$t=\lambda^2x/3$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differentiating then gives a first-order ODE.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$\frac{f'}{f}=\frac mx\iff f=Cx^m$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$f\neq0$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): homogeneous scaling relations produce power-law solutions.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After substituting, always recompute the factor in front: 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$\frac2{\sqrt3}\cdot\frac{\sqrt3}2=1$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makes the equation clean.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</m:t>
                                    </m:r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400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sSup>
                                      <m:e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  <m:sSup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400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)</m:t>
                                        </m:r>
                                      </m:e>
                                      <m:sup>
                                        <m:r>
                                          <a:rPr lang="en-IN" sz="2400" i="1">
                                            <a:solidFill>
                                              <a:srgbClr val="111827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p>
                                    </m:sSup>
                                  </m:e>
                                </m:rad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integers,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45995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If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$\int_0^{\sqrt3}\frac{15x^3}{\sqrt{1+x^2+\sqrt{(1+x^2)^3}}}\,dx=\alpha\sqrt2+\beta\sqrt3$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$\alpha,\beta$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integers,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54755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by substitution (nested radicals)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2(A level below Average JEE Advanced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root simplifies to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everything polynomial.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$t=\sqrt{1+x^2}$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the root simplifies to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$t\sqrt{1+t}$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, then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$1+t=u^2$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makes everything polynomial.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denominator is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𝑢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Limits: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𝑢</m:t>
                            </m:r>
                          </m:den>
                        </m:f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𝑢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𝑢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$1+x^2=t^2$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$x\,dx=t\,dt$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$x^3dx=(t^2-1)t\,dt$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$x=0\to 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$x=\sqrt3\to 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denominator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$\sqrt{t^2+t^3}=t\sqrt{1+t}$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$I=\int_1^2\frac{15(t^2-1)t}{t\sqrt{1+t}}dt=15\int_1^2\frac{t^2-1}{\sqrt{1+t}}dt$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$1+t=u^2$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$dt=2u\,du$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$t^2-1=(u^2-1)^2-1=u^2(u^2-2)$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 Limits: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$u=\sqrt2$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to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$I=15\int_{\sqrt2}^{\sqrt3}\frac{u^2(u^2-2)}{u}\cdot2u\,du=30\int_{\sqrt2}^{\sqrt3}\left(u^4-2u^2\right)du$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𝑢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5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  <m:sSup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𝑢</m:t>
                                    </m:r>
                                  </m:e>
                                  <m:sup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</m:e>
                        </m:d>
                      </m:e>
                      <m:sub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sub>
                      <m:sup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</m:ra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 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 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sup>
                            </m:sSup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e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e>
                                </m:ra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 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sSup>
                              <m:e>
                                <m:rad>
                                  <m:radPr>
                                    <m:degHide m:val="on"/>
                                    <m:ctrlP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en-IN" sz="2400" i="1">
                                        <a:solidFill>
                                          <a:srgbClr val="111827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e>
                                </m:rad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 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p>
                            </m:sSup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14:m>
                  <m:oMath xmlns:m="http://schemas.openxmlformats.org/officeDocument/2006/math">
                    <m:s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sSup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 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4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e>
                        </m:d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e>
                        </m:d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30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,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linearly independent over the rationals),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$I=30\left[\frac{u^5}5-\frac{2u^3}3\right]_{\sqrt2}^{\sqrt3}$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$I=30\left[\frac15\left(\sqrt3^{\,5}-\sqrt2^{\,5}\right)-\frac23\left(\sqrt3^{\,3}-\sqrt2^{\,3}\right)\right]$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Using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$\sqrt3^{\,5}=9\sqrt3$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$\sqrt2^{\,5}=4\sqrt2$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$\sqrt3^{\,3}=3\sqrt3$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$\sqrt2^{\,3}=2\sqrt2$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$I=30\left[\frac15\left(9\sqrt3-4\sqrt2\right)-\frac23\left(3\sqrt3-2\sqrt2\right)\right]$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$I=30\left[-\frac{\sqrt3}5+\frac{8\sqrt2}{15}\right]=-6\sqrt3+16\sqrt2$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Comparing,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$\alpha=16$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$\beta=-6$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$\sqrt2,\sqrt3$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linearly independent over the rationals),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78350F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integrand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by the power rule, with no second substitution.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481328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After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$t=\sqrt{1+x^2}$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the integrand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$15(t-1)\sqrt{t+1}$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; 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$t-1=(t+1)-2$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and integrate by the power rule, with no second substitution.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rad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sSup>
                              <m:e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400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898648"/>
                <a:ext cx="10725912" cy="3776472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As before,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$I=15\int_1^2\frac{t^2-1}{\sqrt{t+1}}dt=15\int_1^2(t-1)\sqrt{t+1}\,dt$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$t-1=(t+1)-2$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$I=15\int_1^2\left[(t+1)^{3/2}-2(t+1)^{1/2}\right]dt$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$I=15\left[\frac25(t+1)^{5/2}-\frac43(t+1)^{3/2}\right]_1^2$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9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18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16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e>
                        </m:rad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15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16</m:t>
                            </m:r>
                            <m:rad>
                              <m:radPr>
                                <m:degHide m:val="on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radPr>
                              <m:deg/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e>
                            </m:rad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$\frac25\cdot9\sqrt3-\frac43\cdot3\sqrt3=\frac{18\sqrt3}5-4\sqrt3=-\frac{2\sqrt3}5$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$\frac25\cdot4\sqrt2-\frac43\cdot2\sqrt2=\frac{8\sqrt2}5-\frac{8\sqrt2}3=-\frac{16\sqrt2}{15}$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$I=15\left[-\frac{2\sqrt3}5+\frac{16\sqrt2}{15}\right]=16\sqrt2-6\sqrt3$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$\alpha+\beta=10$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10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79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FFD966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2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𝐹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sSup>
                              <m:e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p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rad>
                      </m:e>
                    </m:d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then </a:t>
                </a:r>
                <a14:m>
                  <m:oMath xmlns:m="http://schemas.openxmlformats.org/officeDocument/2006/math"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a polynomial times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p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/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</m:rad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ad>
                          <m:radPr>
                            <m:degHide m:val="on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</m:rad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𝐴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factor a common power before substituting.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Polynomial times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rewrite the polynomial in powers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use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∫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𝑡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𝑝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integral of this question equals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≈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12.235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linearly independent over </a:t>
                </a:r>
                <a14:m>
                  <m:oMath xmlns:m="http://schemas.openxmlformats.org/officeDocument/2006/math">
                    <m:r>
                      <m:rPr>
                        <m:scr m:val="double-struck"/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Q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equality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ra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rad>
                      <m:radPr>
                        <m:degHide m:val="on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ra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rational numbers forces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α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𝑝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β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 x^{2m+1}F\left(\sqrt{1+x^2}\right)dx$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put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$t=\sqrt{1+x^2}$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then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$x^{2m+1}dx=(t^2-1)^mt\,dt$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which is a polynomial times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$dt$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$\sqrt{A+A^{3/2}}=\sqrt A\sqrt{1+\sqrt A}$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$A&gt;0$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factor a common power before substituting.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Polynomial times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$\sqrt{t+1}$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rewrite the polynomial in powers of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$(t+1)$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use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$\int(t+1)^pdt=\frac{(t+1)^{p+1}}{p+1}$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(the integral of this question equals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$16\sqrt2-6\sqrt3\approx12.235$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Since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are linearly independent over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$\mathbb{Q}$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an equality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$\alpha\sqrt2+\beta\sqrt3=p\sqrt2+q\sqrt3$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rational numbers forces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$\alpha=p$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$\beta=q$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60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737360"/>
              </a:xfrm>
              <a:prstGeom prst="roundRect">
                <a:avLst>
                  <a:gd name="adj" fmla="val 8000"/>
                </a:avLst>
              </a:prstGeom>
              <a:solidFill>
                <a:srgbClr val="E0ECFF"/>
              </a:solidFill>
              <a:ln w="25400">
                <a:solidFill>
                  <a:srgbClr val="1D4ED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>
                  <a:spcAft>
                    <a:spcPts val="500"/>
                  </a:spcAft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The value of the integral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$\int_0^{\pi/2}60\,\frac{\sin(6x)}{\sin x}\,dx$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is equal to ________.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731520" y="3246120"/>
            <a:ext cx="10725912" cy="1975103"/>
          </a:xfrm>
          <a:prstGeom prst="rect">
            <a:avLst/>
          </a:prstGeom>
          <a:solidFill>
            <a:srgbClr val="FFFFFF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Numerical Type (4 Marks)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Concept(s) : Definite integral using sum-to-product trigonometric identities</a:t>
            </a:r>
            <a:endParaRPr sz="2400">
              <a:solidFill>
                <a:srgbClr val="111827"/>
              </a:solidFill>
            </a:endParaRPr>
          </a:p>
          <a:p>
            <a:pPr algn="l">
              <a:spcAft>
                <a:spcPts val="200"/>
              </a:spcAft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Difficulty Level: Level 1(JEE Main Level)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Telescope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each part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⋅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4" name="Rounded Rectangle 3"/>
              <p:cNvSpPr/>
              <p:nvPr/>
            </p:nvSpPr>
            <p:spPr>
              <a:xfrm>
                <a:off x="731520" y="1280160"/>
                <a:ext cx="10725912" cy="1109472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Key 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Telescope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$\sin6x=(\sin6x-\sin4x)+(\sin4x-\sin2x)+\sin2x$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so that each part is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$2\cos(\cdot)\sin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5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d>
                          <m:dPr>
                            <m:begChr m:val="("/>
                            <m:sepChr m:val=""/>
                            <m:endChr m:val=")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2526792"/>
                <a:ext cx="10725912" cy="414832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$\sin6x=(\sin6x-\sin4x)+(\sin4x-\sin2x)+\sin2x$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$\frac{\sin6x}{\sin x}=\frac{\sin6x-\sin4x}{\sin x}+\frac{\sin4x-\sin2x}{\sin x}+\frac{\sin2x}{\sin x}$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$\sin6x-\sin4x=2\cos5x\sin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$\sin4x-\sin2x=2\cos3x\sin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$\sin2x=2\cos x\sin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$I=60\int_0^{\pi/2}\left(2\cos5x+2\cos3x+2\cos x\right)dx$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sSubSup>
                      <m:e>
                        <m:d>
                          <m:dPr>
                            <m:begChr m:val="["/>
                            <m:sepChr m:val=""/>
                            <m:endChr m:val="]"/>
                            <m:grow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type m:val="bar"/>
                                <m:ctrlP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num>
                              <m:den>
                                <m:r>
                                  <a:rPr lang="en-IN" sz="2400" i="1">
                                    <a:solidFill>
                                      <a:srgbClr val="111827"/>
                                    </a:solidFill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every term is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0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10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30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4" name="Rectangle 3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$I=60\left[\frac25\sin5x+\frac23\sin3x+2\sin x\right]_0^{\pi/2}$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$x=\frac\pi2$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$\sin\frac{5\pi}2=1$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$\sin\frac{3\pi}2=-1$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$\sin\frac\pi2=1$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; at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$x=0$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every term is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$0$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$I=60\left[\frac25-\frac23+2\right]=60\cdot\frac{6-10+30}{15}=60\cdot\frac{26}{15}=104$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Correct Answer: 104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polynomial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78350F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(Chebyshev </a:t>
                </a:r>
                <a14:m>
                  <m:oMath xmlns:m="http://schemas.openxmlformats.org/officeDocument/2006/math">
                    <m:sSub>
                      <m:e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𝑈</m:t>
                        </m:r>
                      </m:e>
                      <m:sub>
                        <m:r>
                          <a:rPr lang="en-IN" sz="2400" i="1">
                            <a:solidFill>
                              <a:srgbClr val="78350F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b>
                    </m:sSub>
                  </m:oMath>
                </a14:m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integrate with Wallis'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Choice>
        <mc:Fallback>
          <p:sp>
            <p:nvSpPr>
              <p:cNvPr id="5" name="Rounded Rectangle 4"/>
              <p:cNvSpPr/>
              <p:nvPr/>
            </p:nvSpPr>
            <p:spPr>
              <a:xfrm>
                <a:off x="731520" y="1280160"/>
                <a:ext cx="10725912" cy="1219200"/>
              </a:xfrm>
              <a:prstGeom prst="roundRect">
                <a:avLst>
                  <a:gd name="adj" fmla="val 8000"/>
                </a:avLst>
              </a:prstGeom>
              <a:solidFill>
                <a:srgbClr val="FDE68A"/>
              </a:solidFill>
              <a:ln w="31750">
                <a:solidFill>
                  <a:srgbClr val="D9770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78350F"/>
              </a:fontRef>
            </p:style>
            <p:txBody>
              <a:bodyPr rtlCol="0" anchor="ctr" wrap="square" lIns="228600" rIns="228600" tIns="54864" bIns="73152"/>
              <a:lstStyle>
                <a:lvl1pPr>
                  <a:defRPr sz="2400">
                    <a:solidFill>
                      <a:srgbClr val="78350F"/>
                    </a:solidFill>
                  </a:defRPr>
                </a:lvl1pPr>
              </a:lstStyle>
              <a:p>
                <a:pPr algn="l">
                  <a:defRPr sz="2400">
                    <a:solidFill>
                      <a:srgbClr val="78350F"/>
                    </a:solidFill>
                  </a:defRPr>
                </a:pPr>
                <a:r>
                  <a:rPr sz="2400" b="1">
                    <a:solidFill>
                      <a:srgbClr val="78350F"/>
                    </a:solidFill>
                    <a:latin typeface="Arial"/>
                  </a:rPr>
                  <a:t>Idea:  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Write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$\frac{\sin6x}{\sin x}$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as a polynomial in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 (Chebyshev </a:t>
                </a:r>
                <a:r>
                  <a:rPr lang="en-IN" sz="2400">
                    <a:solidFill>
                      <a:srgbClr val="78350F"/>
                    </a:solidFill>
                    <a:latin typeface="Cambria Math" panose="02040503050406030204" pitchFamily="18" charset="0"/>
                  </a:rPr>
                  <a:t>$U_5$</a:t>
                </a:r>
                <a:r>
                  <a:rPr sz="2400" b="0">
                    <a:solidFill>
                      <a:srgbClr val="78350F"/>
                    </a:solidFill>
                    <a:latin typeface="Arial"/>
                  </a:rPr>
                  <a:t>) and integrate with Wallis' formula.</a:t>
                </a:r>
                <a:endParaRPr sz="2400">
                  <a:solidFill>
                    <a:srgbClr val="78350F"/>
                  </a:solidFill>
                </a:endParaRP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sin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6" name="Rectangle 5"/>
              <p:cNvSpPr/>
              <p:nvPr/>
            </p:nvSpPr>
            <p:spPr>
              <a:xfrm>
                <a:off x="731520" y="2636520"/>
                <a:ext cx="10725912" cy="4038599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$\sin6x=2\sin3x\cos3x$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and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$\frac{\sin3x}{\sin x}=4\cos^2x-1$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$\cos3x=4\cos^3x-3\cos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$\frac{\sin6x}{\sin x}=2(4c^2-1)(4c^3-3c)=32c^5-32c^3+6c$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with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$c=\cos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FDE68A"/>
          </a:solidFill>
          <a:ln w="25400">
            <a:solidFill>
              <a:srgbClr val="D9770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78350F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78350F"/>
                </a:solidFill>
              </a:defRPr>
            </a:lvl1pPr>
          </a:lstStyle>
          <a:p>
            <a:pPr algn="ctr">
              <a:defRPr sz="2200">
                <a:solidFill>
                  <a:srgbClr val="78350F"/>
                </a:solidFill>
              </a:defRPr>
            </a:pPr>
            <a:r>
              <a:rPr sz="2200" b="1">
                <a:solidFill>
                  <a:srgbClr val="78350F"/>
                </a:solidFill>
                <a:latin typeface="Arial"/>
              </a:rPr>
              <a:t>Alternate Solution</a:t>
            </a:r>
            <a:endParaRPr sz="2200">
              <a:solidFill>
                <a:srgbClr val="78350F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Wallis: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8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𝐼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8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d>
                      <m:dPr>
                        <m:begChr m:val="["/>
                        <m:sepChr m:val=""/>
                        <m:endChr m:val="]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256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320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90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15</m:t>
                            </m:r>
                          </m:den>
                        </m:f>
                      </m:e>
                    </m:d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60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⋅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26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104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4434840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Wallis: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$\int_0^{\pi/2}\cos x\,dx=1$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$\int_0^{\pi/2}\cos^3x\,dx=\frac23$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$\int_0^{\pi/2}\cos^5x\,dx=\frac8{15}$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$I=60\left[32\cdot\frac8{15}-32\cdot\frac23+6\cdot1\right]=60\left[\frac{256-320+90}{15}\right]=60\cdot\frac{26}{15}=104$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  <p:sp>
        <p:nvSpPr>
          <p:cNvPr id="6" name="Rounded Rectangle 5"/>
          <p:cNvSpPr/>
          <p:nvPr/>
        </p:nvSpPr>
        <p:spPr>
          <a:xfrm>
            <a:off x="731520" y="5897880"/>
            <a:ext cx="10725912" cy="777240"/>
          </a:xfrm>
          <a:prstGeom prst="roundRect">
            <a:avLst>
              <a:gd name="adj" fmla="val 8000"/>
            </a:avLst>
          </a:prstGeom>
          <a:solidFill>
            <a:srgbClr val="DCFCE7"/>
          </a:solidFill>
          <a:ln w="25400">
            <a:solidFill>
              <a:srgbClr val="15803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5803D"/>
          </a:fontRef>
        </p:style>
        <p:txBody>
          <a:bodyPr rtlCol="0" anchor="ctr" wrap="square" lIns="228600" rIns="228600" tIns="18288" bIns="73152"/>
          <a:lstStyle>
            <a:lvl1pPr>
              <a:defRPr sz="2800">
                <a:solidFill>
                  <a:srgbClr val="15803D"/>
                </a:solidFill>
              </a:defRPr>
            </a:lvl1pPr>
          </a:lstStyle>
          <a:p>
            <a:pPr algn="ctr">
              <a:defRPr sz="2800">
                <a:solidFill>
                  <a:srgbClr val="15803D"/>
                </a:solidFill>
              </a:defRPr>
            </a:pPr>
            <a:r>
              <a:rPr sz="2800" b="1">
                <a:solidFill>
                  <a:srgbClr val="15803D"/>
                </a:solidFill>
                <a:latin typeface="Arial"/>
              </a:rPr>
              <a:t>Same answer: 104</a:t>
            </a:r>
            <a:endParaRPr sz="2800">
              <a:solidFill>
                <a:srgbClr val="15803D"/>
              </a:solidFill>
            </a:endParaRPr>
          </a:p>
        </p:txBody>
      </p:sp>
    </p:spTree>
  </p:cSld>
  <p:clrMapOvr>
    <a:masterClrMapping/>
  </p:clrMapOvr>
</p:sld>
</file>

<file path=ppt/slides/slide5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Question 80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894015" y="246887"/>
            <a:ext cx="3840480" cy="603504"/>
          </a:xfrm>
          <a:prstGeom prst="roundRect">
            <a:avLst>
              <a:gd name="adj" fmla="val 50000"/>
            </a:avLst>
          </a:prstGeom>
          <a:solidFill>
            <a:srgbClr val="B6D7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18288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Level 1  ·  4 Marks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3520440" y="265176"/>
            <a:ext cx="4206240" cy="566928"/>
          </a:xfrm>
          <a:prstGeom prst="roundRect">
            <a:avLst>
              <a:gd name="adj" fmla="val 50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8288" bIns="18288"/>
          <a:lstStyle>
            <a:lvl1pPr>
              <a:defRPr sz="2200">
                <a:solidFill>
                  <a:srgbClr val="0B1F3A"/>
                </a:solidFill>
              </a:defRPr>
            </a:lvl1pPr>
          </a:lstStyle>
          <a:p>
            <a:pPr algn="ctr">
              <a:defRPr sz="2200">
                <a:solidFill>
                  <a:srgbClr val="0B1F3A"/>
                </a:solidFill>
              </a:defRPr>
            </a:pPr>
            <a:r>
              <a:rPr sz="2200" b="1">
                <a:solidFill>
                  <a:srgbClr val="0B1F3A"/>
                </a:solidFill>
                <a:latin typeface="Arial"/>
              </a:rPr>
              <a:t>Useful Result / Pattern</a:t>
            </a:r>
            <a:endParaRPr sz="2200">
              <a:solidFill>
                <a:srgbClr val="0B1F3A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d>
                      <m:dPr>
                        <m:begChr m:val="("/>
                        <m:sepChr m:val=""/>
                        <m:endChr m:val=")"/>
                        <m:grow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3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5</m:t>
                            </m:r>
                          </m:den>
                        </m:f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…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±</m:t>
                        </m:r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den>
                        </m:f>
                      </m:e>
                    </m:d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4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1.4476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nary>
                      <m:naryPr>
                        <m:chr m:val="∑"/>
                        <m:limLoc m:val="undOvr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p>
                      <m:e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cos</m:t>
                        </m:r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𝑗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(Dirichlet kernel), so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</m:sup>
                      <m:e>
                        <m:f>
                          <m:fPr>
                            <m:type m:val="bar"/>
                            <m:ctrlP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(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num>
                          <m:den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sin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den>
                        </m:f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π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𝑚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2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14:m>
                  <m:oMath xmlns:m="http://schemas.openxmlformats.org/officeDocument/2006/math"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num>
                      <m:den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sin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den>
                    </m:f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𝑈</m:t>
                        </m:r>
                      </m:e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polynomial of degree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cos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32</m:t>
                    </m:r>
                    <m:sSup>
                      <m:e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14:m>
                  <m:oMath xmlns:m="http://schemas.openxmlformats.org/officeDocument/2006/math"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6</m:t>
                    </m:r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Wallis: </a:t>
                </a:r>
                <a14:m>
                  <m:oMath xmlns:m="http://schemas.openxmlformats.org/officeDocument/2006/math">
                    <m:nary>
                      <m:naryPr>
                        <m:chr m:val="∫"/>
                        <m:limLoc m:val="subSup"/>
                        <m:subHide m:val="off"/>
                        <m:supHide m:val="off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  <m:sup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π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  <m:e>
                        <m:sSup>
                          <m:e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e>
                          <m:sup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  <m:r>
                              <m:rPr>
                                <m:sty m:val="p"/>
                              </m:rPr>
                              <a:rPr lang="en-IN" sz="2400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IN" sz="2400" i="1">
                                <a:solidFill>
                                  <a:srgbClr val="111827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p>
                        </m:sSup>
                      </m:e>
                    </m:nary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 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IN" sz="2400" i="1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𝑥</m:t>
                    </m:r>
                    <m:r>
                      <m:rPr>
                        <m:sty m:val="p"/>
                      </m:rPr>
                      <a:rPr lang="en-IN" sz="2400">
                        <a:solidFill>
                          <a:srgbClr val="111827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type m:val="bar"/>
                        <m:ctrlP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num>
                      <m:den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5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⋯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IN" sz="2400" i="1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m:rPr>
                            <m:sty m:val="p"/>
                          </m:rPr>
                          <a:rPr lang="en-IN" sz="2400">
                            <a:solidFill>
                              <a:srgbClr val="111827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Choice>
        <mc:Fallback>
          <p:sp>
            <p:nvSpPr>
              <p:cNvPr id="5" name="Rectangle 4"/>
              <p:cNvSpPr/>
              <p:nvPr/>
            </p:nvSpPr>
            <p:spPr>
              <a:xfrm>
                <a:off x="731520" y="1353312"/>
                <a:ext cx="10725912" cy="5321808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6B728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rgbClr val="111827"/>
              </a:fontRef>
            </p:style>
            <p:txBody>
              <a:bodyPr rtlCol="0" anchor="t" wrap="square" lIns="228600" rIns="228600" tIns="137160" bIns="73152"/>
              <a:lstStyle>
                <a:lvl1pPr>
                  <a:defRPr sz="2400">
                    <a:solidFill>
                      <a:srgbClr val="111827"/>
                    </a:solidFill>
                  </a:defRPr>
                </a:lvl1pPr>
              </a:lstStyle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$\frac{\sin2mx}{\sin x}=2\sum_{j=1}^m\cos(2j-1)x$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hence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$\int_0^{\pi/2}\frac{\sin2mx}{\sin x}dx=2\left(1-\frac13+\frac15-\dots\pm\frac1{2m-1}\right)$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$m=4$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$1.4476$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both ways).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$\frac{\sin(2m+1)x}{\sin x}=1+2\sum_{j=1}^m\cos2jx$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(Dirichlet kernel), so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$\int_0^\pi\frac{\sin(2m+1)x}{\sin x}dx=\pi$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(check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$m=2$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$\frac{\sin nx}{\sin x}=U_{n-1}(\cos x)$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, a polynomial of degree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$n-1$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in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$\cos x$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(here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$32c^5-32c^3+6c$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 for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$n=6$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).</a:t>
                </a:r>
                <a:endParaRPr sz="2400">
                  <a:solidFill>
                    <a:srgbClr val="111827"/>
                  </a:solidFill>
                </a:endParaRPr>
              </a:p>
              <a:p>
                <a:pPr algn="l" marL="274320" indent="-274320">
                  <a:spcAft>
                    <a:spcPts val="600"/>
                  </a:spcAft>
                  <a:buFont typeface="Arial"/>
                  <a:buChar char="•"/>
                  <a:defRPr sz="2400">
                    <a:solidFill>
                      <a:srgbClr val="111827"/>
                    </a:solidFill>
                  </a:defRPr>
                </a:pP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Wallis: </a:t>
                </a:r>
                <a:r>
                  <a:rPr lang="en-IN" sz="2400">
                    <a:solidFill>
                      <a:srgbClr val="111827"/>
                    </a:solidFill>
                    <a:latin typeface="Cambria Math" panose="02040503050406030204" pitchFamily="18" charset="0"/>
                  </a:rPr>
                  <a:t>$\int_0^{\pi/2}\cos^{2m+1}x\,dx=\frac{2\cdot4\cdots2m}{3\cdot5\cdots(2m+1)}$</a:t>
                </a:r>
                <a:r>
                  <a:rPr sz="2400" b="0">
                    <a:solidFill>
                      <a:srgbClr val="111827"/>
                    </a:solidFill>
                    <a:latin typeface="Arial"/>
                  </a:rPr>
                  <a:t>.</a:t>
                </a:r>
                <a:endParaRPr sz="2400">
                  <a:solidFill>
                    <a:srgbClr val="111827"/>
                  </a:solidFill>
                </a:endParaRPr>
              </a:p>
            </p:txBody>
          </p:sp>
        </mc:Fallback>
      </mc:AlternateContent>
    </p:spTree>
  </p:cSld>
  <p:clrMapOvr>
    <a:masterClrMapping/>
  </p:clrMapOvr>
</p:sld>
</file>

<file path=ppt/slides/slide5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(2/16)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09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(3/16)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(4/16)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(5/16)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(6/16)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(7/16)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(8/16)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(9/16)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(10/16)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49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(11/16)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(12/16)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59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(13/16)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(14/16)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69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(15/16)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71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72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Single Correct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73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75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 (16/16)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457200" y="1325880"/>
          <a:ext cx="11274552" cy="502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5840"/>
                <a:gridCol w="2926080"/>
                <a:gridCol w="1280160"/>
                <a:gridCol w="1188720"/>
                <a:gridCol w="4873752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 No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Question Type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Marks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FFFFFF"/>
                          </a:solidFill>
                          <a:latin typeface="Arial"/>
                        </a:rPr>
                        <a:t>Level Description</a:t>
                      </a:r>
                    </a:p>
                  </a:txBody>
                  <a:tcPr anchor="ctr" marL="91440" marR="91440">
                    <a:solidFill>
                      <a:srgbClr val="0B1F3A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76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77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78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3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Average JEE Advanced Level</a:t>
                      </a:r>
                    </a:p>
                  </a:txBody>
                  <a:tcPr anchor="ctr" marL="91440" marR="91440">
                    <a:solidFill>
                      <a:srgbClr val="F6B26B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79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2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A level below Average JEE Advanced Level</a:t>
                      </a:r>
                    </a:p>
                  </a:txBody>
                  <a:tcPr anchor="ctr" marL="91440" marR="91440">
                    <a:solidFill>
                      <a:srgbClr val="FFD966"/>
                    </a:solidFill>
                  </a:tcPr>
                </a:tc>
              </a:tr>
              <a:tr h="868680"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80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Numerical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4</a:t>
                      </a:r>
                    </a:p>
                  </a:txBody>
                  <a:tcPr anchor="ctr" marL="91440" marR="9144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400" b="1">
                          <a:solidFill>
                            <a:srgbClr val="111827"/>
                          </a:solidFill>
                          <a:latin typeface="Arial"/>
                        </a:rPr>
                        <a:t>1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sz="2400" b="0">
                          <a:solidFill>
                            <a:srgbClr val="111827"/>
                          </a:solidFill>
                          <a:latin typeface="Arial"/>
                        </a:rPr>
                        <a:t>JEE Main Level</a:t>
                      </a:r>
                    </a:p>
                  </a:txBody>
                  <a:tcPr anchor="ctr" marL="91440" marR="91440">
                    <a:solidFill>
                      <a:srgbClr val="B6D7A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Overall Difficulty Analysis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731520" y="1417320"/>
            <a:ext cx="4754880" cy="3291840"/>
          </a:xfrm>
          <a:prstGeom prst="roundRect">
            <a:avLst>
              <a:gd name="adj" fmla="val 8000"/>
            </a:avLst>
          </a:prstGeom>
          <a:solidFill>
            <a:srgbClr val="E0ECFF"/>
          </a:solidFill>
          <a:ln w="25400">
            <a:solidFill>
              <a:srgbClr val="1D4ED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0B1F3A"/>
          </a:fontRef>
        </p:style>
        <p:txBody>
          <a:bodyPr rtlCol="0" anchor="ctr" wrap="square" lIns="228600" rIns="228600" tIns="137160" bIns="73152"/>
          <a:lstStyle>
            <a:lvl1pPr>
              <a:defRPr sz="3000">
                <a:solidFill>
                  <a:srgbClr val="0B1F3A"/>
                </a:solidFill>
              </a:defRPr>
            </a:lvl1pPr>
          </a:lstStyle>
          <a:p>
            <a:pPr algn="ctr">
              <a:defRPr sz="3000">
                <a:solidFill>
                  <a:srgbClr val="0B1F3A"/>
                </a:solidFill>
              </a:defRPr>
            </a:pPr>
            <a:r>
              <a:rPr sz="3000" b="1">
                <a:solidFill>
                  <a:srgbClr val="0B1F3A"/>
                </a:solidFill>
                <a:latin typeface="Arial"/>
              </a:rPr>
              <a:t>Difficulty Index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8800" b="1">
                <a:solidFill>
                  <a:srgbClr val="0B1F3A"/>
                </a:solidFill>
                <a:latin typeface="Arial"/>
              </a:rPr>
              <a:t>2.01</a:t>
            </a:r>
            <a:endParaRPr sz="3000">
              <a:solidFill>
                <a:srgbClr val="0B1F3A"/>
              </a:solidFill>
            </a:endParaRPr>
          </a:p>
          <a:p>
            <a:pPr algn="ctr">
              <a:defRPr sz="3000">
                <a:solidFill>
                  <a:srgbClr val="0B1F3A"/>
                </a:solidFill>
              </a:defRPr>
            </a:pPr>
            <a:r>
              <a:rPr sz="2400" b="0">
                <a:solidFill>
                  <a:srgbClr val="0B1F3A"/>
                </a:solidFill>
                <a:latin typeface="Arial"/>
              </a:rPr>
              <a:t>out of 5</a:t>
            </a:r>
            <a:endParaRPr sz="3000">
              <a:solidFill>
                <a:srgbClr val="0B1F3A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5852160" y="1417320"/>
            <a:ext cx="5605272" cy="603504"/>
          </a:xfrm>
          <a:prstGeom prst="rect">
            <a:avLst/>
          </a:prstGeom>
          <a:solidFill>
            <a:srgbClr val="93C47D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JEE Main or easier:  15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852160" y="2093976"/>
            <a:ext cx="5605272" cy="603504"/>
          </a:xfrm>
          <a:prstGeom prst="rect">
            <a:avLst/>
          </a:prstGeom>
          <a:solidFill>
            <a:srgbClr val="FFD966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Below average:  49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5852160" y="2770632"/>
            <a:ext cx="5605272" cy="603504"/>
          </a:xfrm>
          <a:prstGeom prst="rect">
            <a:avLst/>
          </a:prstGeom>
          <a:solidFill>
            <a:srgbClr val="F6B26B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Average Advanced:  16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5852160" y="3447288"/>
            <a:ext cx="5605272" cy="603504"/>
          </a:xfrm>
          <a:prstGeom prst="rect">
            <a:avLst/>
          </a:prstGeom>
          <a:solidFill>
            <a:srgbClr val="E88080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l">
              <a:defRPr sz="2400">
                <a:solidFill>
                  <a:srgbClr val="111827"/>
                </a:solidFill>
              </a:defRPr>
            </a:pPr>
            <a:r>
              <a:rPr sz="2400" b="1">
                <a:solidFill>
                  <a:srgbClr val="111827"/>
                </a:solidFill>
                <a:latin typeface="Arial"/>
              </a:rPr>
              <a:t>Above average:  0 questions</a:t>
            </a:r>
            <a:endParaRPr sz="2400">
              <a:solidFill>
                <a:srgbClr val="111827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5852160" y="4123944"/>
            <a:ext cx="5605272" cy="603504"/>
          </a:xfrm>
          <a:prstGeom prst="rect">
            <a:avLst/>
          </a:prstGeom>
          <a:solidFill>
            <a:srgbClr val="CC4125"/>
          </a:solidFill>
          <a:ln w="19050">
            <a:solidFill>
              <a:srgbClr val="6B728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wrap="square" lIns="228600" rIns="228600" tIns="18288" bIns="73152"/>
          <a:lstStyle>
            <a:lvl1pPr>
              <a:defRPr sz="2400">
                <a:solidFill>
                  <a:srgbClr val="FFFFFF"/>
                </a:solidFill>
              </a:defRPr>
            </a:lvl1pPr>
          </a:lstStyle>
          <a:p>
            <a:pPr algn="l">
              <a:defRPr sz="2400">
                <a:solidFill>
                  <a:srgbClr val="FFFFFF"/>
                </a:solidFill>
              </a:defRPr>
            </a:pPr>
            <a:r>
              <a:rPr sz="2400" b="1">
                <a:solidFill>
                  <a:srgbClr val="FFFFFF"/>
                </a:solidFill>
                <a:latin typeface="Arial"/>
              </a:rPr>
              <a:t>Very difficult:  0 questions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731520" y="5029200"/>
            <a:ext cx="10725912" cy="1097280"/>
          </a:xfrm>
          <a:prstGeom prst="rect">
            <a:avLst/>
          </a:prstGeom>
          <a:solidFill>
            <a:srgbClr val="FFFFFF"/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111827"/>
          </a:fontRef>
        </p:style>
        <p:txBody>
          <a:bodyPr rtlCol="0" anchor="t" wrap="square" lIns="228600" rIns="228600" tIns="137160" bIns="73152"/>
          <a:lstStyle>
            <a:lvl1pPr>
              <a:defRPr sz="2400">
                <a:solidFill>
                  <a:srgbClr val="111827"/>
                </a:solidFill>
              </a:defRPr>
            </a:lvl1pPr>
          </a:lstStyle>
          <a:p>
            <a:pPr algn="ctr">
              <a:defRPr sz="2400">
                <a:solidFill>
                  <a:srgbClr val="111827"/>
                </a:solidFill>
              </a:defRPr>
            </a:pPr>
            <a:r>
              <a:rPr sz="2400" b="0">
                <a:solidFill>
                  <a:srgbClr val="111827"/>
                </a:solidFill>
                <a:latin typeface="Arial"/>
              </a:rPr>
              <a:t>Total: 80 questions, 320 marks.  Index = Σ(marks × level) ÷ Σ marks, on the 0-5 scale.</a:t>
            </a:r>
            <a:endParaRPr sz="24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slides/slide5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Difficulty Profile of the Paper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Chart 2"/>
          <p:cNvGraphicFramePr>
            <a:graphicFrameLocks noGrp="1"/>
          </p:cNvGraphicFramePr>
          <p:nvPr/>
        </p:nvGraphicFramePr>
        <p:xfrm>
          <a:off x="457200" y="1280160"/>
          <a:ext cx="11274552" cy="5349240"/>
        </p:xfrm>
        <a:graphic>
          <a:graphicData uri="http://schemas.openxmlformats.org/drawingml/2006/chart">
            <c:chart xmlns:c="http://schemas.openxmlformats.org/drawingml/2006/chart" r:id="rId2"/>
          </a:graphicData>
        </a:graphic>
      </p:graphicFrame>
    </p:spTree>
  </p:cSld>
  <p:clrMapOvr>
    <a:masterClrMapping/>
  </p:clrMapOvr>
</p:sld>
</file>

<file path=ppt/slides/slide5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1695" cy="1097280"/>
          </a:xfrm>
          <a:prstGeom prst="rect">
            <a:avLst/>
          </a:prstGeom>
          <a:solidFill>
            <a:srgbClr val="0B1F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rgbClr val="FFFFFF"/>
          </a:fontRef>
        </p:style>
        <p:txBody>
          <a:bodyPr rtlCol="0" anchor="ctr" lIns="731520"/>
          <a:lstStyle>
            <a:lvl1pPr>
              <a:defRPr sz="3200">
                <a:solidFill>
                  <a:srgbClr val="FFFFFF"/>
                </a:solidFill>
              </a:defRPr>
            </a:lvl1pPr>
          </a:lstStyle>
          <a:p>
            <a:pPr algn="l">
              <a:defRPr sz="3200">
                <a:solidFill>
                  <a:srgbClr val="FFFFFF"/>
                </a:solidFill>
              </a:defRPr>
            </a:pPr>
            <a:r>
              <a:rPr sz="3200" b="1">
                <a:solidFill>
                  <a:srgbClr val="FFFFFF"/>
                </a:solidFill>
                <a:latin typeface="Arial"/>
              </a:rPr>
              <a:t>Comparison with JEE Advanced Papers</a:t>
            </a:r>
            <a:endParaRPr sz="3200">
              <a:solidFill>
                <a:srgbClr val="FFFFFF"/>
              </a:solidFill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1661007" y="1371600"/>
          <a:ext cx="8869680" cy="4526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720"/>
                <a:gridCol w="3108960"/>
              </a:tblGrid>
              <a:tr h="685800"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Paper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FFFFFF"/>
                          </a:solidFill>
                          <a:latin typeface="Arial"/>
                        </a:rPr>
                        <a:t>Difficulty Index</a:t>
                      </a:r>
                    </a:p>
                  </a:txBody>
                  <a:tcPr anchor="ctr" marL="137160" marR="137160">
                    <a:solidFill>
                      <a:srgbClr val="0B1F3A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2.76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2023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3.19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2024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2.59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2025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3.21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0">
                          <a:solidFill>
                            <a:srgbClr val="111827"/>
                          </a:solidFill>
                          <a:latin typeface="Arial"/>
                        </a:rPr>
                        <a:t>JEE Advanced 2026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111827"/>
                          </a:solidFill>
                          <a:latin typeface="Arial"/>
                        </a:rPr>
                        <a:t>3.02</a:t>
                      </a:r>
                    </a:p>
                  </a:txBody>
                  <a:tcPr anchor="ctr" marL="137160" marR="137160">
                    <a:solidFill>
                      <a:srgbClr val="FFFFFF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algn="l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Integration (JEE Main) XII Sheet · Integration · Exercise J-M · detailed solutions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2600" b="1">
                          <a:solidFill>
                            <a:srgbClr val="0B1F3A"/>
                          </a:solidFill>
                          <a:latin typeface="Arial"/>
                        </a:rPr>
                        <a:t>2.01</a:t>
                      </a:r>
                    </a:p>
                  </a:txBody>
                  <a:tcPr anchor="ctr" marL="137160" marR="137160">
                    <a:solidFill>
                      <a:srgbClr val="E0ECFF"/>
                    </a:solidFill>
                  </a:tcPr>
                </a:tc>
              </a:tr>
            </a:tbl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731520" y="6080759"/>
            <a:ext cx="10725912" cy="45720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lvl1pPr>
              <a:defRPr sz="2000">
                <a:solidFill>
                  <a:srgbClr val="111827"/>
                </a:solidFill>
              </a:defRPr>
            </a:lvl1pPr>
          </a:lstStyle>
          <a:p>
            <a:pPr algn="ctr">
              <a:defRPr sz="2000">
                <a:solidFill>
                  <a:srgbClr val="111827"/>
                </a:solidFill>
              </a:defRPr>
            </a:pPr>
            <a:r>
              <a:rPr sz="2000" b="0">
                <a:solidFill>
                  <a:srgbClr val="111827"/>
                </a:solidFill>
                <a:latin typeface="Arial"/>
              </a:rPr>
              <a:t>Marks-weighted difficulty index on the 0-5 scale</a:t>
            </a:r>
            <a:endParaRPr sz="2000">
              <a:solidFill>
                <a:srgbClr val="111827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