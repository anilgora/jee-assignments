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1.0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domain conditions as -1 &lt;= x^2+1/3 &lt;= 2 and 0 &lt;= x^2 &lt;= 5/3, but a bracket is at most 1 exactly when the argument is &lt; 2 (strict). It also dismisses x^2 = pi as 'not possible' without a reason. Fixed: strict inequality and the reason x^2 &lt;= 1 &lt; pi (from x in [-1,1]). The answer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LHL line is printed as 'lim pi + ((x - sin x)/x)^2 = lim pi + (1 - sin x/x)^2 / pi': the tan term's limit pi appears without derivation and a spurious division by pi is written. The value pi is right. Rewritten with the tan term shown and the stray '/pi' removed; the reason sin(x[x]) = -sin x for x&lt;0 was also added. Answer (C)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the limit as 'x -&gt; 10' in its last line (typo for x -&gt; 0) and jumps from the original expression to '(e^u - 1)/u' without showing that the factor x cancels with the denominator. Added the substitution u and the cancellation.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the composite 'f(x)' instead of (f o g)(x), writes the last piece for x&gt;1 (should be x&gt;=1), and ends with 'f(x) is not derivable at x = 1' although it has just shown that it IS derivable at x=1; the point where it fails is x=0. Fixed these; the answer (B) 1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argues 'g(S) != S, therefore f(g(S)) != f(S)', which is not a valid inference (f(g(S)) = [0,4] = S, and it differs from f(S) = [0,16] for a different reason), and it never evaluates f(g(S)), so option (A) is never checked. Fixed by computing f(g(S)), f(S) and g(f(S)) explicitly.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labels the two parts 'differentiable' with no check at x=0. That is not enough: sin|x| and |x| are each NOT differentiable at 0; their difference is, because the two corners cancel. Added the one-sided derivative check at x=0. Answer (A)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writes cos(pi/6 - h) in the numerator, but the question has cos(pi/6 + h); its next line (sin(h + pi/6 - pi/6)) uses the correct form, so this is a typo. Corrected to cos(pi/6 + h) and the two auxiliary-angle identities were written out.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splits into 'if f(x)&gt;0' and 'if f(x)&lt;0' and writes g'(c)=f'(c)=-f'(c), which assumes f has one fixed sign on each side of c, and only shows that differentiability forces f'(c)=0 (necessity); it never shows that f'(c)=0 is sufficient, which option (B) claims. Corrected using the sign of x-c and |f(x)/(x-c)|, which proves both directions.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transitivity step ends with '1/a - 1/b = 1/e - 1/f != (a,b)R(e,f)', i.e. it asserts the two sides differ but never shows a case where transitivity actually fails (the sides could coincide). Added the explicit counterexample (1,2) R (2,1) R (1,2) with (1,2) not R (1,2). Also corrected the typo 'Relfexive'. Answer (A)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mixes the variables x and h (it writes sinh/x where sin h / h is meant) and evaluates '(-1+1)(-1)/(-1)' without showing that the brackets are the constants [-h] = -1 and the factor (-h + sin h)/h -&gt; 0. Rewritten consistently in h with the values of each factor. Answer (A)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turns 'a/b &gt; -2' into 'b/a &lt; -1/2', which is wrong in general (the inequality direction reverses only when a/b &lt; 0; when a/b &gt; 0, b/a is positive) and then only says '2 + b/a is not necessarily positive'. It also never shows that T is transitive, which is what rules out options (A) and (C). Replaced by an explicit counterexample for S and the transitivity proof for T.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01_03)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(printed Q41–Q60, numbered 1–20 here)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2   (C) 0   (D) Infinite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$\sin^{-1}\left[x^2+\frac{1}{3}\right]+\cos^{-1}\left[x^2-\frac{2}{3}\right]=x^2$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2   (C) 0   (D) Infinite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bracket is an integer that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two cases arise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bracket is an integer that must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$\{-1,0,1\}$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two cases arise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$x^2\le1&lt;\pi$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brackets are integers, so for the inverse functions to exist each bracket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brackets are integers, so for the inverse functions to exist each bracket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$\sin^{-1}\left[x^2+\frac13\right]$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$-1\le\left[x^2+\frac13\right]\le1$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x^2+\frac13&lt;2$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x^2&lt;\frac53$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$\cos^{-1}\left[x^2-\frac23\right]$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x^2-\frac23&lt;2$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x^2&lt;\frac83$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x^2&lt;\frac53$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possible, so no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equation: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x^2&lt;\frac23$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$\left[x^2+\frac13\right]=0$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$\left[x^2-\frac23\right]=-1$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$\sin^{-1}(0)+\cos^{-1}(-1)=x^2$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$x^2\le1&lt;\pi$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$\frac23\le x^2\le1$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$\left[x^2+\frac13\right]=1$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$\left[x^2-\frac23\right]=0$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$\sin^{-1}(1)+\cos^{-1}(0)=\frac\pi2+\frac\pi2=x^2$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$x^2=\pi&gt;1$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possible, so no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equation: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sizes: the left side is always at least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case analysis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sizes: the left side is always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$\frac\pi2&gt;1\ge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case analysis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$x^2+\frac13\in\left[\frac13,\frac43\right]$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$\left[x^2+\frac13\right]\in\{0,1\}$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$\sin^{-1}\left[x^2+\frac13\right]\in\left\{0,\frac\pi2\right\}$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$x^2-\frac23\in\left[-\frac23,\frac13\right]$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$\left[x^2-\frac23\right]\in\{-1,0\}$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$\cos^{-1}\left[x^2-\frac23\right]\in\left\{\pi,\frac\pi2\right\}$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side,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has no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$\ge0+\frac\pi2&gt;1\ge x^2=$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side,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has no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only when the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upper end is strict).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those three integers: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casework compare ranges: here the left side is at least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right side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range-comparison finishes many 'number of solutions' questions with integer-valued brackets.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only when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t&lt;2$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upper end is strict).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those three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$\sin^{-1}\in\left\{-\frac\pi2,0,\frac\pi2\right\}$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$\cos^{-1}\in\{\pi,\frac\pi2,0\}$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casework compare ranges: here the left side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$\frac\pi2\approx1.57$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right side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range-comparison finishes many 'number of solutions' questions with integer-valued brackets.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does not exist   (D)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$\lim_{x\to0}\frac{\tan\left(\pi\sin^2x\right)+\left(|x|-\sin\left(x[x]\right)\right)^2}{x^2}$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does not exist   (D)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One-sided limits with the greatest integer function and standard trigonometric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one-sided limits must be found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one-sided limits must be found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right-hand limit (RHL) and the left-hand limit (LHL)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right-hand limit (RHL) and the left-hand limit (LHL)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$\sin(x[x])=\sin0=0$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$(x-0)^2=x^2$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$=\lim_{x\to0^+}\left[\frac{\tan\left(\pi\sin^2x\right)}{x^2}+1\right]$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$\frac{\tan(\pi\sin^2x)}{x^2}=\frac{\tan(\pi\sin^2x)}{\pi\sin^2x}\cdot\frac{\pi\sin^2x}{x^2}\to1\cdot\pi=\pi$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RHL, so the limit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$\sin(x[x])=\sin(-x)=-\sin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$|x|-\sin(x[x])=-x+\sin x=-(x-\sin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$=\lim_{x\to0^-}\left[\frac{\tan(\pi\sin^2x)}{x^2}+\left(\frac{x-\sin x}{x}\right)^2\right]=\pi+\lim_{x\to0}\left(1-\frac{\sin x}{x}\right)^2=\pi+0=\pi$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$=\pi\ne\pi+1=$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RHL, so the limit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does not exist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two one-sided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sides, so only the greatest-integer part can make the sides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Strategy: split the expression into the part common to both sides and the part where the bracket acts.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two one-sided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$\lim\frac{\tan u}{u}=1$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$\frac{\sin^2x}{x^2}\to1$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$\frac{\tan(\pi\sin^2x)}{x^2}\to\pi$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sides, so only the greatest-integer part can make the sides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x\sim\frac{x^3}{6}$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$\frac{x-\sin x}{x}\to0$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Strategy: split the expression into the part common to both sides and the part where the bracket acts.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equal to 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equal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equal to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$\lim_{x\to0}\frac{x\left(e^{\left(\sqrt{1+x^2+x^4}-1\right)/x}-1\right)}{\sqrt{1+x^2+x^4}-1}$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equal to 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equal to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Standard exponential limit with rationalisation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denominator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$u=\frac{\sqrt{1+x^2+x^4}-1}{x}$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denominator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$\frac{e^u-1}{u}$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denominator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$u=\frac{\sqrt{1+x^2+x^4}-1}{x}$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$\sqrt{1+x^2+x^4}-1=xu$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$\frac{x\left(e^{u}-1\right)}{xu}=\frac{e^{u}-1}{u}$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$u=\frac{x^2+x^4}{x\left(\sqrt{1+x^2+x^4}+1\right)}=\frac{x\left(1+x^2\right)}{\sqrt{1+x^2+x^4}+1}$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$\lim_{x\to0}u=\frac{0}{2}=0$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$=\lim_{u\to0}\frac{e^{u}-1}{u}=1$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is equal to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leading-order asymptotics: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leading-order asymptotics: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$\sqrt{1+t}-1\sim\frac 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$e^u-1\sim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$t,u$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$t=x^2+x^4\to0$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$\sqrt{1+x^2+x^4}-1\sim\frac{t}{2}\sim\frac{x^2}{2}$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$u=\frac{\sqrt{1+x^2+x^4}-1}{x}\sim\frac{x}{2}\to0$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$e^{u}-1\sim u\sim\frac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$=x\left(e^u-1\right)\sim x\cdot\frac x2=\frac{x^2}{2}$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the leading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$=\sqrt{1+x^2+x^4}-1\sim\frac{x^2}{2}$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the leading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$=\frac{x^2/2}{x^2/2}=1$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is equal to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for the denominator to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exponent: then the limit collapses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Equivalent-infinitesimal replacement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valid in products and quotients, not in sums where terms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$\lim_{f\to0}\frac{e^{f}-1}{f}=1$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for the denominator to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exponent: then the limit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$\frac{e^f-1}{f}$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$\sqrt{1+t}-1=\frac{t}{\sqrt{1+t}+1}\sim\frac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Equivalent-infinitesimal replacement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$e^u-1\sim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$\sqrt{1+t}-1\sim\frac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valid in products and quotients, not in sums where terms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1   (C) 3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$f(x)=\begin{cases}x+2 &amp; x&lt;0\\ x^2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$g(x)=\begin{cases}x^3 &amp; x&lt;1\\ 3x-2 &amp; 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1   (C) 3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composite piecewise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rule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jump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it is smooth).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rule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jump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it is smooth).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its rule)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break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its rule)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break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g)(x)=g(x)+2$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$(g(x))^2$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g)(x)=\begin{cases}x^3+2 &amp; x&lt;0\\ x^6 &amp; 0\le x&lt;1\\ (3x-2)^2 &amp; x\ge1\end{cases}$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pieces have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LHD = RHD,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LHD does not exist (RHD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pieces have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$=6x^5\big|_{x=1}=6$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$=2(3x-2)\cdot3\big|_{x=1}=6$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LHD = RHD,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$\lim_{x\to0^-}(x^3+2)=2$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LHD does not exist (RHD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$=6x^5\big|_0=0$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differentiable everywhere,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points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bad.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differentiable everywhere,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points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bad.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pieces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slopes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jumps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chain rule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suspect.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pieces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slopes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jumps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chain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suspect.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hence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bad point,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$g'=3x^2\ge0$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g)(x)\to f(0^-)=2\ne0=(f\circ g)(0)$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hence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bad point,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(chain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list the bad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each bad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add the bad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itself; then test each candidate.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pulled-back bad point need not be bad: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corner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smooth. Always test the side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sign (or range)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which branch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active; write the composite piecewise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(chain rule).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list the bad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each bad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add the bad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itself; then test each candidate.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pulled-back bad point need not be bad: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$|x^2|=x^2$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smooth. Always test the side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sign (or range)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which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active; write the composite piecewise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one of the following statements is not true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$A\subseteq\mathbb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$g(A)=\{x\in\mathbb R:f(x)\in 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one of the following statements is not true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$f(g(S))=S$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$g(f(S))=g(S)$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$g(f(S))\ne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$f(g(S))\ne f(S)$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Image and inverse image of sets under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inverse image under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also collects the negative roots and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inverse image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$g(S)=[-2,2]$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$g(f(S))$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also collects the negative roots and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$[-4,4]$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square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$g(A)=\{x\in\mathbb R:x^2\in 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square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$g(S)=\{x\in\mathbb R:0\le x^2\le4\}=\{x\in\mathbb R:-2\le x\le2\}=[-2,2]$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$g(S)\ne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$f(g(S))=\{x^2:-2\le x\le2\}=[0,4]=S$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$f(S)=\{x^2:0\le x\le4\}=[0,16]$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$g(f(S))=\{x\in\mathbb R:x^2\in[0,16]\}=\{x\in\mathbb R:-4\le x\le4\}=[-4,4]$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$g(f(S))=[-4,4]\ne[-2,2]=g(S)$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$g(f(S))=g(S)$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$g(f(S))=[-4,4]\ne[0,4]=S$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$f(g(S))=[0,4]\ne[0,16]=f(S)$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$g(f(S))=g(S)$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general identities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and,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general identities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$f(f^{-1}(A))=A\cap\text{range}(f)$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and,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$f^{-1}(f(A))=A\cup(-A)$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(preimage),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square root and nothing negative is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𝑓𝑜𝑟 𝑠𝑜𝑚𝑒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(preimage),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$f(g(A))=f(f^{-1}(A))=A\cap[0,\infty)$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square root and nothing negative is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$S=[0,4]\subseteq[0,\infty)$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$f(g(S))=S$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$g(f(A))=f^{-1}(f(A))=\{x:x^2=a^2\text{ for some }a\in A\}=A\cup(-A)$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brings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 (and (C), (D) are true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$g(f(S))=[0,4]\cup[-4,0]=[-4,4]$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$g(S)=\{x:x^2\in[0,4]\}=[-2,2]$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$[-4,4]\ne[-2,2]$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 (and (C), (D) are true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$[-4,4]\ne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$f(g(S))=S\ne[0,16]=f(S)$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$g(f(S))=g(S)$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many-one function the preimage of a set is larger than the set one started from (it picks up all pre-images),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each set explicitly (as intervals) instead of arguing from one inequality to another.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$f(f^{-1}(A))=A\cap\text{range}(f)\subseteq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$A\subseteq f^{-1}(f(A))$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$f^{-1}(f(A))=A\cup(-A)$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$f^{-1}([0,b])=[-\sqrt b,\sqrt 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many-one function the preimage of a set is larger than the set one started from (it picks up all pre-images),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$f^{-1}(f(A))\ne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each set explicitly (as intervals) instead of arguing from one inequality to another.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empty set)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$f(x)=\sin|x|-|x|+2(x-\pi)\cos|x|$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empty set)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$\{0,\pi\}$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$\{\pi\}$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functions involving the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have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with the same slope jump, so the corners cancel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have a corner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with the same slope jump, so the corners cancel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$\sin|x|-|x|$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smooth functions).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possible trouble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$\cos|x|=\cos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$f(x)=\sin|x|-|x|+2(x-\pi)\cos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$2(x-\pi)\cos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smooth functions).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$h(x)=\sin|x|-|x|$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possible trouble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$h(x)=\sin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$h'(0^+)=\cos0-1=0$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one-sided derivatives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$h(x)=-\sin x+x$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$h'(0^-)=-\cos0+1=0$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one-sided derivatives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(an empty set)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(an empty set)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$\sin|x|-|x|=|x|\,\varphi(x)$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$\varphi(x)=\frac{\sin x-x}{x}$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$|x|\varphi(x)$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$\sin|x|=\frac{|x|}{x}\sin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$\sin|x|-|x|=|x|\cdot\frac{\sin x-x}{x}=|x|\varphi(x)$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$\varphi(x)=\frac{\sin x-x}{x}\to0$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$\frac{|x|\varphi(x)-0}{x}=\frac{|x|}{x}\varphi(x)=\pm\varphi(x)\to0$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$h(x)=|x|\varphi(x)$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(an empty set)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(an empty set)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can cancel: test the whole combination at the suspect point, not each term separately.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$|x|\,\varphi(x)$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can cancel: test the whole combination at the suspect point, not each term separately.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$\sin|x|-|x|\approx-\frac{|x|^3}{6}$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$\cos|x|=\cos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survey shows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in a city read newspaper A whereas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newspaper B.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read both the newspapers, then a possible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65   (B) 29   (C) 37   (D) 55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survey shows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in a city read newspaper A whereas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$76\%$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newspaper B.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people read both the newspapers, then a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65   (B) 29   (C) 37   (D) 55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Union and intersection of two sets (inclusion–exclusion)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union cannot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intersection cannot exceed the smaller set,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union cannot exceed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$100\%$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$x\ge63+76-100=39$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intersection cannot exceed the smaller set,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$x\le63$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= people who read newspaper A and B = people who read newspaper B.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total population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= people who read newspaper A and B = people who read newspaper B.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$n(A)=63\%$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$n(B)=76\%$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B)=x\%$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total population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$n(U)=100$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B)=n(A)+n(B)-n(A\cap B)\le100$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the options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this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$63+76-x\le100\Rightarrow x\ge39$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B)\le\min\{n(A),n(B)\}=63$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$39\le x\le63$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the options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this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sets in a universe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value in between is attainable.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sets: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Percentages can be treated as counts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sets in a universe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$\max\{0,\,n(A)+n(B)-N\}\le n(A\cap B)\le\min\{n(A),n(B)\}$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value in between is attainable.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$\max\{n(A),n(B)\}\le n(A\cup B)\le\min\{N,\,n(A)+n(B)\}$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B\cap C)\ge n(A)+n(B)+n(C)-2N$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Percentages can be treated as counts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8949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of linear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a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have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a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Have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Have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8949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$[\sin\theta]x+[-\cos\theta]y=0$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$[\cot\theta]x+y=0$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a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$\theta\in\left(\frac\pi2,\frac{2\pi}3\right)$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have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$\theta\in\left(\pi,\frac{7\pi}6\right)$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a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$\theta\in\left(\frac\pi2,\frac{2\pi}3\right)\cup\left(\pi,\frac{7\pi}6\right)$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Have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$\theta\in\left(\frac\pi2,\frac{2\pi}3\right)$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$\theta\in\left(\pi,\frac{7\pi}6\right)$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Have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$\theta\in\left(\frac\pi2,\frac{2\pi}3\right)\cup\left(\pi,\frac{7\pi}6\right)$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Homogeneous system of linear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Fix each bracket on the given interval: a homogeneous system with a zero row has infinitely many solutions, one with nonzero determinant only the trivial one.</a:t>
            </a:r>
            <a:endParaRPr sz="2400">
              <a:solidFill>
                <a:srgbClr val="78350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5276088"/>
            <a:ext cx="10725912" cy="1399031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There are two cases.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single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$\theta\in\left(\frac\pi2,\frac{2\pi}3\right)$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$\sin\theta\in\left(\frac{\sqrt3}2,1\right)$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$-\cos\theta\in\left(0,\frac12\right)$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$[-\cos\theta]=0$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$\cot\theta\in\left(-\frac1{\sqrt3},0\right)$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$[\cot\theta]=-1$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x+0\cdot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single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$\theta\in\left(\pi,\frac{7\pi}6\right)$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$\sin\theta\in\left(-\frac12,0\right)$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$-\cos\theta\in\left(\frac{\sqrt3}2,1\right)$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$[-\cos\theta]=0$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$\cot\theta&gt;\sqrt3$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$[\cot\theta]$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infinitely many solutions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unique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$-x+0\cdot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infinitely many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$\theta\in\left(\frac\pi2,\frac{2\pi}3\right)$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unique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$\theta\in\left(\pi,\frac{7\pi}6\right)$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has only the trivial solution iff its determinant is nonzero.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has only the trivial solution iff its determinant is nonzero.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solution is unique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$[\sin\theta]x+[-\cos\theta]y=0$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$[\cot\theta]x+y=0$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$D=[\sin\theta]\cdot1-[-\cos\theta]\,[\cot\theta]$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solution is unique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$\left(\frac\pi2,\frac{2\pi}3\right)$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$[-\cos\theta]=0$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$\left(\pi,\frac{7\pi}6\right)$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$[-\cos\theta]=0$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system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trivial solution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exact values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fix its brackets.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coefficients are constant on small intervals, so the nature of the system is constant on each such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trivial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$a_1b_2-a_2b_1\ne0$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$[\sin\theta]=0$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$(k\pi,(k+1)\pi)$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exact values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$\cot\frac\pi6=\sqrt3$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$\cot\frac{2\pi}3=-\frac1{\sqrt3}$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fix its brackets.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coefficients are constant on small intervals, so the nature of the system is constant on each such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$\lim_{h\to0}2\left\{\frac{\sqrt3\sin\left(\frac\pi6+h\right)-\cos\left(\frac\pi6+h\right)}{\sqrt3h\left(\sqrt3\cos h-\sin h\right)}\right\}$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Auxiliary-angle form: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Auxiliary-angle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$\sqrt3\sin A-\cos A=2\sin\left(A-\frac\pi6\right)$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$\sqrt3\cos h-\sin h=2\cos\left(h+\frac\pi6\right)$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h}{h}$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Numerator: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$A=\frac\pi6+h$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A-\cos A=2\left(\frac{\sqrt3}2\sin A-\frac12\cos 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$\frac{\sqrt3}2\sin A-\frac12\cos A=\sin A\cos\frac\pi6-\cos A\sin\frac\pi6=\sin\left(A-\frac\pi6\right)=\sin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$\sqrt3\cos h-\sin h=2\left(\frac{\sqrt3}2\cos h-\frac12\sin h\right)=2\cos\left(h+\frac\pi6\right)$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$2\cdot\frac{2\sin h}{\sqrt3\,h\cdot2\cos\left(h+\frac\pi6\right)}=\frac2{\sqrt3}\cdot\frac{\sin h}{h\cos\left(h+\frac\pi6\right)}$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h}h\to1$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$\cos\left(h+\frac\pi6\right)\to\cos\frac\pi6=\frac{\sqrt3}2$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$=\frac2{\sqrt3}\times\frac1{\sqrt3/2}=\frac43$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vanish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the ratio of their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(L'Hôpital).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vanish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the ratio of their derivatives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(L'Hôpital).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$N(h)=\sqrt3\sin\left(\frac\pi6+h\right)-\cos\left(\frac\pi6+h\right)$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$D(h)=\sqrt3h\left(\sqrt3\cos h-\sin h\right)$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$N(0)=\sqrt3\cdot\frac12-\frac{\sqrt3}2=0$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$N'(h)=\sqrt3\cos\left(\frac\pi6+h\right)+\sin\left(\frac\pi6+h\right)$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$N'(0)=\sqrt3\cdot\frac{\sqrt3}2+\frac12=2$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$D'(h)=\sqrt3\left(\sqrt3\cos h-\sin h\right)+\sqrt3h\left(-\sqrt3\sin h-\cos h\right)$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$D'(0)=\sqrt3\cdot\sqrt3=3$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$=2\cdot\frac{N'(0)}{D'(0)}=2\cdot\frac23=\frac43$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natural.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$a\sin\theta+b\cos\theta=R\sin(\theta+\alpha)$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$\sqrt3\sin\theta-\cos\theta$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$2\sin\left(\theta-\frac\pi6\right)$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$N(0)=D(0)=0$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$\lim_{h\to0}\frac{N(h)}{D(h)}=\frac{N'(0)}{D'(0)}$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$\sqrt3\sin x-\cos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natural.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$\lim_{h\to0}\frac{\sin h}h=1$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power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relations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equivalence relations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equivalence relations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power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$S=\{1,2,3,\ldots,10\}$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$AR_1B$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$\left(A\cap B^C\right)\cup\left(B\cap A^C\right)=\phi$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$AR_2B$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B^C=B\cup 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A,B\in 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equivalence relations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equivalence relations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relations, Operations on sets (power set, complement)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defining conditions force the Venn regions 'only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and 'only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to be empty,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relation is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defining conditions force the Venn regions 'only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and 'only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to be empty,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relation is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$AR_1B\iff\left(A\cap B^C\right)\cup\left(B\cap A^C\right)=\phi$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 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symmetric: the condition is unchanged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the Venn regions: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both,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neither.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symmetric (the equation is unchanged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A^C=\phi$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$\left(A\cap A^C\right)\cup\left(A\cap A^C\right)=\phi$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symmetric: the condition is unchanged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$AR_1B$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B^C=\phi=B\cap 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$BR_1C$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$AR_1C$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the Venn regions: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both,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neither.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B^C=\{a,c,d\}$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$B\cup A^C=\{b,c,d\}$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A^C=A\cup 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symmetric (the equation is unchanged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interchanged).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empty,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equivalence relations: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B^C=B\cup 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$\{a,c,d\}=\{b,c,d\}$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empty,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$B\cup C^C=C\cup B^C$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C^C=C\cup 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equivalence relations: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equivalence relations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both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equivalence relations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Reduce both conditions to equality using the symmetric difference and complements; equality is always an equivalence relation.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equality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complements of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Morgan):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$\left(A\cap B^C\right)\cup\left(B\cap A^C\right)=(A\setminus B)\cup(B\setminus A)=A\,\Delta\,B$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$A\,\Delta\,B=\phi\iff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equality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complements of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B^C=B\cup 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Morgan):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$A^C\cap B=B^C\cap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$B\setminus A=A\setminus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disjoint; if they are equal they are both empty.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Conversely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equality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is reflexive, symmetric and transitive,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equivalence relations: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$B\setminus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$A\setminus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disjoint; if they are equal they are both empty.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$B\subseteq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Conversely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equality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is reflexive, symmetric and transitive,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equivalence relations: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equivalence relations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both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equivalence relations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automatically an equivalence relation; equality is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Rewriting a set equation through complements often exposes the Venn regions that must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Venn regions (only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both, neither) a set condition becomes a statement about which regions are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$A\,\Delta\,B=(A\setminus B)\cup(B\setminus A)=\phi\iff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y\iff\varphi(x)=\varphi(y)$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automatically an equivalence relation; equality is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$\left(A\cup B^C\right)^C=A^C\cap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Rewriting a set equation through complements often exposes the Venn regions that must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Venn regions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both, neither) a set condition becomes a statement about which regions are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a parabola with focus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contains exactly one element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a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 R:\tan^{-1}\left(\sqrt{f(x)}\right)+\sin^{-1}\left(\sqrt{f(x)+1}\right)=\frac\pi2\right\}$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contains exactly one element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parabola from focus and directrix, Inverse trigonometric functions: domain and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focus–directrix definition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focus–directrix definition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$\tan^{-1}\sqrt f=\cos^{-1}\frac1{\sqrt{1+f}}$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$\cos^{-1}t+\sin^{-1}t=\frac\pi2$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$f+1=1$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parabola when its distance from the focus equals its distance from the directrix: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parabola when its distance from the focus equals its distance from the directrix: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$\sqrt{\left(x+\frac12\right)^2+y^2}=\left|y+\frac12\right|$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real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$x^2+x+\frac14+y^2=y^2+y+\frac14$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real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$\tan^{-1}\sqrt{f(x)}=\cos^{-1}\frac1{\sqrt{1+f(x)}}$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$\cos^{-1}\frac1{\sqrt{1+f(x)}}+\sin^{-1}\sqrt{f(x)+1}=\frac\pi2$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we need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both.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$\cos^{-1}t+\sin^{-1}t=\frac\pi2$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$\sqrt{f(x)+1}=\frac1{\sqrt{1+f(x)}}$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$\tan^{-1}0+\sin^{-1}1=\frac\pi2$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both.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contains exactly two elements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only at the domains: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only at the domains: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$\sqrt{f}$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$\sin^{-1}\sqrt{f+1}$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(focus–directrix definition).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candidate: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values.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(focus–directrix definition).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$\sin^{-1}\sqrt{f(x)+1}$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$\sqrt{f(x)+1}\le1$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candidate: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$\tan^{-1}0+\sin^{-1}1=0+\frac\pi2=\frac\pi2$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values.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contains exactly two elements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with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horizontal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arguments of inverse functions are squeezed into a narrow range by their domains, the equation collapses to a single value; check domains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horizontal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$(x-p)^2+(y-q)^2=(y-k)^2$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$\tan^{-1}t=\cos^{-1}\frac1{\sqrt{1+t^2}}=\sin^{-1}\frac t{\sqrt{1+t^2}}$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$\sin^{-1}t+\cos^{-1}t=\frac\pi2$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arguments of inverse functions are squeezed into a narrow range by their domains, the equation collapses to a single value; check domains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organization awarded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medals in event 'A',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event 'B'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event 'C'. If these medals went to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and only five men got medals in all the three events, then, how many received medals in exactly two of three events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15   (C) 10   (D) 21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organization awarded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medals in event 'A',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event 'B'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event 'C'. If these medals went to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and only five men got medals in all the three events, then, how many received medals in exactly two of three events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15   (C) 10   (D) 21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Three-set inclusion–exclusion (Venn diagram problems)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 the three-set Venn diagram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centre; the three 'exactly two' regions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up in the total-men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 the three-set Venn diagram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centre; the three 'exactly two' regions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up in the total-men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men who got medals in exactly two events: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are in all three.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men who got medals in exactly two events: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$A\&amp;B$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$B\&amp;C$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$A\&amp;C$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are in all three.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$48-5-x-z=43-x-z$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$25-5-x-y=20-x-y$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$18-5-y-z=13-y-z$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seven regions together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men with medals in exactly two events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seven regions together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$(20-x-y)+(43-x-z)+(13-y-z)+x+y+z+5=60$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$81-(x+y+z)=60$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men with medals in exactly two events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men and count (man, event) medal slots: two linear equations in the numbers with exactly one and exactly two events.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men with exactly one event,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exactly two,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three.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men: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medal slots (each man counted once per event he won):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men with exactly one event,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exactly two,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three.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men: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$p+q+5=60$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medal slots (each man counted once per event he won):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$p+2q+3\cdot5=48+25+18=91$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received medals in exactly two events.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$q=76-55=21$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received medals in exactly two events.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everyone has at least one event: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𝑒𝑣𝑒𝑛𝑡𝑠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 people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𝑝𝑎𝑖𝑟𝑠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𝑝𝑎𝑖𝑟𝑠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𝑝𝑎𝑖𝑟𝑠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everyone has at least one event: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$p+2q+3r=\sum n(\text{events})$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 people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Inclusion–exclusion: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B\cup C)=\sum n(A)-\sum n(A\cap B)+n(A\cap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$=\sum_{\text{pairs}}n(X\cap Y)-3\,n(A\cap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 n(A)-2\sum_{\text{pairs}}n(X\cap Y)+3\,n(A\cap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$\sum_{\text{pairs}}=36=21+3\cdot5$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$=91-72+15=34$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$34+21+5=60$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not differentiable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differentiable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differentiable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differentiable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$g(x)=|f(x)|$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not differentiable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differentiable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differentiable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differentiable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$f'(c)\ne0$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the modulus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one-sided derivatives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$\frac{|f(x)|}{x-c}=\pm\left|\frac{f(x)-f(c)}{x-c}\right|$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one-sided derivatives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$+|f'(c)|$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$-|f'(c)|$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$\frac{g(x)-g(c)}{x-c}=\frac{|f(x)|}{x-c}$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$\frac{f(x)}{x-c}=\frac{f(x)-f(c)}{x-c}\to f'(c)$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c^+$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$\frac{|f(x)|}{x-c}=\left|\frac{f(x)}{x-c}\right|\to|f'(c)|$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$g'(c^+)=|f'(c)|$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c^-$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$\frac{|f(x)|}{x-c}=-\left|\frac{f(x)}{x-c}\right|\to-|f'(c)|$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$g'(c^-)=-|f'(c)|$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$|f'(c)|=-|f'(c)|$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differentiable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differentiable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$f'(c)=0$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options with two test functions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options with two test functions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option is correct for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 be found by testing particular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disproves (A) ('not differentiable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') and (C) ('not differentiable').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option is correct for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 be found by testing particular functions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disproves (A) ('not differentiable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') and (C) ('not differentiable').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disproves (D) ('differentiable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survives; the general proof above shows it is indeed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disproves (D) ('differentiable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survives; the general proof above shows it is indeed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differentiable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differentiable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$f'(c)=0$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𝑠𝑔𝑛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exactly at the simple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repeated root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functions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quickly eliminate options in 'which is true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$(|f|)'(c)=0$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$(|f|)'(c)=\text{sgn}(f(c))f'(c)$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exactly at the simple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repeated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$|(x-1)^2(x+2)|$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functions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quickly eliminate options in 'which is true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number of elements that must be added to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it becomes symmetric and transitive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   (B) 3   (C) 5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number of elements that must be added to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$R=\{(a,b),(b,c)\}$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it becomes symmetric and transitive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   (B) 3   (C) 5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transitive closure of a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added pair is forced by symmetry or transitivity, so the least extension is the smallest symmetric transitive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added pair is forced by symmetry or transitivity, so the least extension is the smallest symmetric transitive relation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transitivity: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$R=\{(a,b),(b,c)\}$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$(a,b),(b,c)\in R\Rightarrow(b,a),(c,b)\in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transitivity: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$(a,b),(b,c)\in R\Rightarrow(a,c)\in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$(a,c)\in R\Rightarrow(c,a)\in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Elements to be added: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is forced, so none can be avoided.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to be added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relation then contains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$(a,b),(b,a)\in R\Rightarrow(a,a)\in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$(b,c),(c,b)\in R\Rightarrow(b,b)\in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$(c,b),(b,c)\in R\Rightarrow(c,c)\in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Elements to be added: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$(b,a),(c,b),(a,c),(c,a),(a,a),(b,b),(c,c)$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is forced, so none can be avoided.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to be added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relation then contains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and transitive relation is a union of full blocks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linked into one block.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and transitive relation is a union of full blocks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$K\times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linked into one block.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symmetry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transitivity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element that occurs in a pair is related to itself, so the relation is an equivalence relation on those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 symmetric transitive relation splits its elements into blocks, and every block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all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symmetry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transitivity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element that occurs in a pair is related to itself, so the relation is an equivalence relation on those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 symmetric transitive relation splits its elements into blocks, and every block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all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$K\times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single block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must be present.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them; the number to be added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single block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must be present.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them; the number to be added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and transitive relation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reflexive on every element that appears in some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equivalence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merge connected elements into blocks of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Here one block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additions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in the closure)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is the Bell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and transitive relation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$xRy\Rightarrow xRx$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reflexive on every element that appears in some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equivalence relation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merge connected elements into blocks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$k_1,k_2,\dots$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Here one block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additions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in the closure)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is the Bell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$\{1,2,3,\ldots,20\}$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$\{1,2,3,\ldots,20\}$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$(15)!\times6!$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$5!\times6!$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$6^5\times(15)!$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$5^6\times15$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Onto functions on a finite set, Permutations with restricted positions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onto map of a finite set to itself is a bijection: place the five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injectively among the six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permute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onto map of a finite set to itself is a bijection: place the five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injectively among the six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permute the rest.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onto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as well: a bijection (permutation).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domain: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values).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codomain: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(six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these five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distinct values: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assign them to the five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onto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as well: a bijection (permutation).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$k=4,8,12,16,20$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values).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$3,6,9,12,15,18$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(six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these five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distinct values: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$^6C_5$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assign them to the five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$^6C_5\times5!=6!$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the domain map one-one onto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the codomain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the domain map one-one onto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the codomain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$=6!\times15!$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$(15)!\times6!$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from a finite set to itself is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objects injectively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values: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are permuted freely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count: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Brute-force check on small cases: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from a finite set to itself is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objects injectively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$^mP_r=\frac{m!}{(m-r)!}$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are permuted freely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$(n-r)!$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count: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$^mP_r\,(n-r)!$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$m=\lfloor n/3\rfloor$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$r=\lfloor n/4\rfloor$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$^6P_5\cdot15!=720\cdot15!=6!\cdot15!$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Brute-force check on small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$2\cdot6!=1440$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$m=3,r=2$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$6\cdot7!=30240$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but neither reflexive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symmetric and transitive but not reflexive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transitive but neither reflexive nor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N\times\mathbb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$(a,b)\,R\,(c,d)$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$ad(b-c)=bc(a-d)$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but neither reflexive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symmetric and transitive but not reflexive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transitive but neither reflexive nor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Reflexive, symmetric and transitive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two links 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$\frac1a-\frac1b=\frac1d-\frac1c$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$p=\frac1a-\frac1b$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$p(a,b)=-p(c,d)$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two links return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are non-zero natural numbers):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$ad(b-c)=bc(a-d)$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are non-zero natural numbers):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$\frac{b-c}{bc}=\frac{a-d}{ad}$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$\frac1c-\frac1b=\frac1d-\frac1a$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$\frac1a-\frac1b=\frac1d-\frac1c$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$\frac1a-\frac1b=\frac1b-\frac1a$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$(a,b)R(c,d)\Rightarrow\frac1a-\frac1b=\frac1d-\frac1c\Rightarrow\frac1c-\frac1d=\frac1b-\frac1a$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$(c,d)R(a,b)$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$(c,d)R(e,f)$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$\frac1a-\frac1b=\frac1d-\frac1c$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$\frac1c-\frac1d=\frac1f-\frac1e$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$\frac1a-\frac1b=\frac1e-\frac1f$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$(a,b)R(e,f)$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$\frac1a-\frac1b=\frac1f-\frac1e$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$\frac1e-\frac1f$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$(1,2)R(2,1)$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$(2,1)R(1,2)$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$(1,2)\,R\,(1,2)$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but neither reflexive nor transitive: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but neither reflexive nor transitive: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symmetric but neither reflexive nor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Work with the polynomial condition itself (no division) and eliminate options by one test each: reflexive, symmetric, transitive.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test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reflexive (eliminates (C)).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direction iff in the other: symmetric (eliminates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$E(a,b,c,d)=ad(b-c)-bc(a-d)$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$(a,b)R(c,d)\iff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test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$E(1,2,1,2)=1\cdot2(2-1)-2\cdot1(1-2)=2+2=4\ne0$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reflexive (eliminates (C)).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$E(c,d,a,b)=cb(d-a)-da(c-b)=-bc(a-d)+ad(b-c)=E(a,b,c,d)$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direction iff in the other: symmetric (eliminates (D)).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 test: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transitive (eliminates (B)).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remains.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 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$E(1,2,2,1)=1\cdot1(2-2)-2\cdot2(1-1)=0$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$E(2,1,1,2)=2\cdot2(1-1)-1\cdot1(2-2)=0$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$(1,2)R(2,1)R(1,2)$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$E(1,2,1,2)\ne0$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transitive (eliminates (B)).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remains.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symmetric but neither reflexive nor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 polynomial relation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see its properties: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relation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symmetric; it is reflexive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if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fails, so it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transitivity give an explicit triple; to disprove reflexivity give one element not related to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 polynomial relation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$\varphi(x)=\psi(y)$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see its properties: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$p(a,b)=\frac1a-\frac1b$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$p(x)=-p(y)$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$p(x)=-p(y)$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symmetric; it is reflexive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if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$x\,R\,y\,R\,x$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$p(y)=-p(x)$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$x\,R\,x$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fails, so it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$p(x)=p(y)$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transitivity give an explicit triple; to disprove reflexivity give one element not related to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given functions. If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R-\{0,1\}$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$f_3(x)=\frac1{1-x}$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given functions. If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$(f_2\circ J\circ f_1)(x)=f_3(x)$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$\frac1xf_3(x)$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remove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remove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$f_2\left(J\left(f_1(x)\right)\right)=f_3(x)$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$1-J\left(f_1(x)\right)=\frac1{1-x}$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$1-J\left(\frac1x\right)=\frac1{1-x}$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(allowed,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$\frac1x\in\mathbb R-\{0,1\}$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R-\{0,1\}$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$1-J(x)=\frac1{1-\frac1x}=\frac x{x-1}$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$J(x)=1-\frac x{x-1}=\frac{-1}{x-1}=\frac1{1-x}=f_3(x)$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$f_3(x)$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self-inverse, so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self-inverse, so 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$J=f_2\circ f_3\circ f_1$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their own inverses.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$f_1(f_1(x))=x$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$f_2(f_2(x))=1-(1-x)=x$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their own inverses.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$f_2\circ J\circ f_1=f_3$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$J=f_2\circ f_3\circ 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$f_3(f_1(x))=f_3\left(\frac1x\right)=\frac1{1-\frac1x}=\frac x{x-1}$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$J(x)=f_2\left(\frac x{x-1}\right)=1-\frac x{x-1}=\frac{-1}{x-1}=\frac1{1-x}=f_3(x)$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$f_3(x)$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inverses exist).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involutions (self-inverse); so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closed under composition (the anharmonic group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legal when the domain is closed under it, as for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J\circ 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$J=f^{-1}\circ h\circ g^{-1}$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inverses exist).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involutions (self-inverse);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$x,\frac1x,1-x,\frac1{1-x},\frac{x-1}x,\frac x{x-1}$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closed under composition (the anharmonic group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$f_3=f_1\circ 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legal when the domain is closed under it, as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equals 0   (B) equals 1   (C) does not exist   (D) equals -1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$\lim_{x\to1^+}\frac{\left(1-|x|+\sin|1-x|\right)\sin\left(\frac\pi2[1-x]\right)}{|1-x|\,[1-x]}$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equals 0   (B) equals 1   (C) does not exist   (D) equals -1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the greatest integer and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sine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what remains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$0&lt;h&lt;1$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$[-h]=-1$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sine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$\sin\left(-\frac\pi2\right)=-1$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what remains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$\frac{h-\sin h}{-h}\to0$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$0&lt;h&lt;1$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$1-|x|=1-(1+h)=-h$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$|1-x|=h$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$[1-x]=[-h]=-1$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$\left(-h+\sin h\right)\sin\left(\frac\pi2\cdot(-1)\right)=\left(-h+\sin h\right)(-1)=h-\sin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$h\cdot(-1)=-h$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$\frac{h-\sin h}{-h}=-\left(1-\frac{\sin h}{h}\right)$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h}h\to1$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equals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trapped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$h-\frac{h^3}6\le\sin h\le 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h-h}{h}$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trapped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$-\frac{h^2}6$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simplification the expression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simplification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h-h}{h}$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$0&lt;h&lt;1$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$h-\frac{h^3}6\le\sin h\le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$-\frac{h^3}6\le\sin h-h\le0$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squeeze theorem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$-\frac{h^2}6\le\frac{\sin h-h}h\le0$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squeeze theorem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equals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replace each bracket by its constant value before taking the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functions are locally constant away from integers, so near a point the limit reduces to a limit of the remaining smooth 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$0&lt;h&lt;1$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$[h]=0$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$[-h]=-1$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$[1-h]=0$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$[1+h]=1$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replace each bracket by its constant value before taking the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$t-\frac{t^3}6\le\sin t\le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$\frac{t-\sin t}{t}\to0$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$\sin\left(\frac\pi2n\right)$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$0,1,0,-1$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Greatest-integer functions are locally constant away from integers, so near a point the limit reduces to a limit of the remaining smooth 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relations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$S=\left\{(a,b):a,b\in\mathbb R-\{0\},\,2+\frac ab&gt;0\right\}$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$T=\left\{(a,b):a,b\in\mathbb R,\,a^2-b^2\in\mathbb Z\right\}$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transitive relations on the real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and transitive (integers are closed under negation and addition); one counterexample,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$a^2-b^2\in\mathbb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and transitive (integers are closed under negation and addition); one counterexample,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$(1,-4)\in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$(-4,1)\notin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as well: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options (A) and (C), which 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transitive,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implied.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$a^2-b^2=k\in\mathbb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$b^2-a^2=-k\in\mathbb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 as well: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$b^2-c^2=m$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$a^2-c^2=k+m\in\mathbb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options (A) and (C), which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transitive,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 ab&gt;0\iff\frac ab&gt;-2$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implied.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Counterexample: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(D) is false, and (B) 'T is symmetric but S is not' is the correct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 ab=2-\frac14=\frac74&gt;0$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$(1,-4)\in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$2+\frac{-4}{1}=-2&lt;0$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$(-4,1)\notin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(D) is false, and (B) 'T is symmetric but S is not' is the correct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symmetric but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symmetric but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(equal fractional parts), a relation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an equivalence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$a^2-b^2\in\mathbb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$\{a^2\}=\{b^2\}$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(equal fractional parts), a relation of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$\varphi(a)=\varphi(b)$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an equivalence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fractional parts),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(A) and (C)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$a^2-b^2\in\mathbb Z\iff\left\{a^2\right\}=\left\{b^2\right\}$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fractional parts),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$\varphi(a)=\varphi(b)$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$\varphi(t)=\left\{t^2\right\}$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$\varphi(a)=\varphi(b)$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(A) and (C)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S\iff r&gt;-2$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$(b,a)\in S\iff\frac1r&gt;-2$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$\frac1r=-4&lt;-2$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symmetric but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symmetric but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equivalence relation: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an inequality relation is not symmetric,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conditions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a negative ratio,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not transitive: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y\iff\varphi(x)=\varphi(y)$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equivalence relation: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an inequality relation is not symmetric,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$(b,a)\notin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a negative ratio,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$t\mapsto\frac1t$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ab\in(-2,0)$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$(b,a)\in S\iff\frac1r&gt;-2\iff r&lt;-\frac12$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not transitive: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$(1,-1),(-1,-\frac12)\in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$\left(1,-\frac12\right)\notin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$2+\frac{1}{-1/2}=0$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valued functions defined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0   (C) -1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valued functions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 x{|x|} &amp; x\ne0\\ 1 &amp;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$g(x)=\begin{cases}\frac{\sin(x+1)}{x+1} &amp; x\ne-1\\ 1 &amp; x=-1\end{cases}$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$h(x)=2[x]-f(x)$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$\lim_{x\to1}g(h(x-1))$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0   (C) -1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composite function with greatest integer and signum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the defined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$h(t)=-1$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$g(h(t))=g(-1)=1$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the defined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$g(-1)=1$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$\lim_{t\to0}g(h(t))$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$h(-k)=2(-1)-(-1)=-2+1=-1$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=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$g(h(-k))=g(-1)=1$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$h(k)=0-1=-1$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$g(h(k))=g(-1)=1$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=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composite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the defined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𝑠𝑔𝑛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its definition, 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$g(h(t))$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 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composite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the defined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 L}g(u)$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g(h(t))=\lim_{u\to L}g(u)$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$h(t)\ne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$2[t]-\text{sgn}\,t=-1$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its definition,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$\lim_{u\to-1}\frac{\sin(u+1)}{u+1}=1=g(-1)$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01_03) Question bank · detailed solutions (printed Q41–Q60, numbered 1–20 here)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