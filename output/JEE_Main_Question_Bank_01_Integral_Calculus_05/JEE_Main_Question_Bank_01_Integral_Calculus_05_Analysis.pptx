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3.0</c:v>
                </c:pt>
                <c:pt idx="1">
                  <c:v>3.0</c:v>
                </c:pt>
                <c:pt idx="2">
                  <c:v>3.0</c:v>
                </c:pt>
                <c:pt idx="3">
                  <c:v>2.0</c:v>
                </c:pt>
                <c:pt idx="4">
                  <c:v>2.0</c:v>
                </c:pt>
                <c:pt idx="5">
                  <c:v>3.0</c:v>
                </c:pt>
                <c:pt idx="6">
                  <c:v>2.0</c:v>
                </c:pt>
                <c:pt idx="7">
                  <c:v>4.0</c:v>
                </c:pt>
                <c:pt idx="8">
                  <c:v>2.0</c:v>
                </c:pt>
                <c:pt idx="9">
                  <c:v>2.0</c:v>
                </c:pt>
                <c:pt idx="10">
                  <c:v>1.0</c:v>
                </c:pt>
                <c:pt idx="11">
                  <c:v>2.0</c:v>
                </c:pt>
                <c:pt idx="12">
                  <c:v>3.0</c:v>
                </c:pt>
                <c:pt idx="13">
                  <c:v>3.0</c:v>
                </c:pt>
                <c:pt idx="14">
                  <c:v>2.0</c:v>
                </c:pt>
                <c:pt idx="15">
                  <c:v>2.0</c:v>
                </c:pt>
                <c:pt idx="16">
                  <c:v>2.0</c:v>
                </c:pt>
                <c:pt idx="17">
                  <c:v>2.0</c:v>
                </c:pt>
                <c:pt idx="18">
                  <c:v>2.0</c:v>
                </c:pt>
                <c:pt idx="19">
                  <c:v>3.0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writes $I=\frac{-\pi}{2\times2}\int\ldots$ for the step after $2I=-\pi^{2}\int_{0}^{\pi/2}\ldots$; the correct constant is $-\frac{\pi^{2}}{4}$ (the PDF dropped the square, and later uses $-\pi^2/4$ so its final answer $-\pi^3/8$ is right). The PDF also skips the justification of why $2x-\pi$ may be replaced by $-2x$ (king property on $[0,\pi/2]$) and why $\int_0^\pi$ halves; these are added as separate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writes the second term as $+10\int_{0}^{2}t^{11}(1+3t)^{5}dt$ in its first line of working, but the expression in the question has $+18\,\alpha(11,5)$ (the PDF itself uses $+18$ in the next line). Corrected the first line to $+18$; nothing else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writes $\frac{x\,dy-y\,dx}{y^2}=d\left(\frac xy\right)$, which has the wrong sign (the correct identity is $d\left(\frac xy\right)=\frac{y\,dx-x\,dy}{y^2}$). It therefore gets $\ln y=-\cos\frac xy+c$. The correct integral is $\ln y=\cos\frac xy+c$. The final answer $2(\ln2)^2-1$ is unchanged because $\cos\frac x2$ enters only through $\cos^2\frac x2$; the corrected solution also satisfies the ODE (checked numerically).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01 Integral Calculus 05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Questions 81–100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Marking not printed in the paper; JEE Advanced default assumed: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+4 for a correct answer · 0 otherwise (assumed)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integral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525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$525\int_{0}^{\pi/2}\sin 2x\,\cos^{11/2}x\,\left(1+\cos^{5/2}x\right)^{1/2}dx$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$\left(n\sqrt{2}-64\right)$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Substitution in definite integrals with fractional powers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Substitution in definite integrals with fractional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integrand becomes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it a polynomial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$\sqrt{\cos x}=t$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integrand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$t^{14}\sqrt{1+t^5}$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$1+t^5=u^2$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it a polynomial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goes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goes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minus sign reverses the limits).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525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p>
                            </m:sSup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2100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p>
                            </m:sSup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$\sqrt{\cos x}=t$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x\,dx=-2t\,dt$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goes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$\pi/2$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goes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minus sign reverses the limits).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2x=2\sin x\cos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$I=525\int_{0}^{1}2(2t)\,t^{2}\,t^{11}\sqrt{1+t^{5}}\,dt$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$I=525\times 4\int_{0}^{1}\sqrt{1+t^{5}}\;t^{14}\,dt=2100\int_{0}^{1}\sqrt{1+t^{5}}\;t^{14}\,dt$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limits become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2100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840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840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840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$\sqrt{1+t^5}=u$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$1+t^5=u^2$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$5t^4\,dt=2u\,du$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limits become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$t^{10}=(u^2-1)^2$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$I=2100\int_{1}^{\sqrt2}u\cdot\frac{2u}{5}\left(u^2-1\right)^2du=840\int_{1}^{\sqrt2}u^2\left(u^4-2u^2+1\right)du$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$I=840\int_{1}^{\sqrt2}\left(u^6-2u^4+u^2\right)du=840\left[\frac{u^7}{7}-\frac{2u^5}{5}+\frac{u^3}{3}\right]_{1}^{\sqrt2}$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840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Constant part: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840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Comparing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$u^7=8\sqrt2,\ u^5=4\sqrt2,\ u^3=2\sqrt2$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$I=840\left[\frac{8\sqrt2}{7}-\frac{8\sqrt2}{5}+\frac{2\sqrt2}{3}-\frac17+\frac25-\frac13\right]$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$840\sqrt2\left(\frac87-\frac85+\frac23\right)=176\sqrt2$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Constant part: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$840\left(-\frac17+\frac25-\frac13\right)=-120+336-280=-64$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$I=176\sqrt2-64$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$n\sqrt2-64$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176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One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works directly,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One substitution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$w=1+\cos^{5/2}x$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works directly, because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x\cos^{3/2}x\,dx$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multiple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$dw$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integrand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minus sign turns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420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integrand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 x\cos^{13/2}x\sqrt{1+\cos^{5/2}x}=2\left[\sin x\cos^{3/2}x\right]\left(\cos^{5/2}x\right)^{2}\sqrt{1+\cos^{5/2}x}$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$w=1+\cos^{5/2}x$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$dw=-\frac52\cos^{3/2}x\sin 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x\cos^{3/2}x\,dx=-\frac25\,dw$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$\cos^{5/2}x=w-1$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$x=0\Rightarrow w=2$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$x=\pi/2\Rightarrow w=1$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minus sign turns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$\int_{2}^{1}$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$\int_{1}^{2}$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$I=525\cdot2\cdot\frac25\int_{1}^{2}(w-1)^2\sqrt{w}\,dw=420\int_{1}^{2}\left(w^{5/2}-2w^{3/2}+w^{1/2}\right)dw$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420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$I=420\left[\frac27w^{7/2}-\frac45w^{5/2}+\frac23w^{3/2}\right]_{1}^{2}$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$\sqrt2\left(\frac{16}{7}-\frac{16}{5}+\frac43\right)=\frac{44\sqrt2}{105}$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$\frac27-\frac45+\frac23=\frac{16}{105}$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$I=420\cdot\frac{44\sqrt2-16}{105}=4\left(44\sqrt2-16\right)=176\sqrt2-64$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176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integer, the substitution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denominator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turns it into a polynomial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Fractional powers of trigonometric functions: choose the substitution whose differential contains the leftover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e.g.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 of the final form: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positive, so the answer must be positive: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184.9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x^{m-1}(a+bx^{n})^{p}dx$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$m/n$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integer, the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$u^{q}=a+bx^{n}$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denominator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turns it into a polynomial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$m=15,\ 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Fractional powers of trigonometric functions: choose the substitution whose differential contains the leftover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x\cos^{k}x\,dx=-\frac{d(\cos^{k+1}x)}{k+1}$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 of the final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$\int_{1}^{\sqrt2}u^2(u^2-1)^2du$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positive, so the answer must be positive: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$176\sqrt2-64\approx184.9$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$525\times0.352$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120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nary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$\left|\frac{120}{\pi^{3}}\int_{0}^{\pi}\frac{x^{2}\sin x\cos x}{\sin^{4}x+\cos^{4}x}\,dx\right|$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King property and symmetry of definite integrals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Pair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the king property again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Pair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$\pi-x$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$x^2-(\pi-x)^2=\pi(2x-\pi)$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the king property again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$[0,\pi/2]$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Replacing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leaves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unchanged and changes the sign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the two forms: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$I=\int_{0}^{\pi}\frac{x^{2}\sin x\cos x}{\sin^{4}x+\cos^{4}x}dx$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Replacing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leaves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unchanged and changes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$I=\int_{0}^{\pi}\frac{-(\pi-x)^{2}\sin x\cos x}{\sin^{4}x+\cos^{4}x}dx$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the two forms: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$2I=\int_{0}^{\pi}\frac{\sin x\cos x}{\sin^{4}x+\cos^{4}x}\left(x^{2}-(\pi-x)^{2}\right)dx$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$x^2-(\pi-x)^2=\pi(2x-\pi)$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$2I=\pi\int_{0}^{\pi}\frac{(2x-\pi)\sin x\cos x}{\sin^{4}x+\cos^{4}x}dx$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integrand is unchanged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 sign),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factor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unchanged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once more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integral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integrand is unchanged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$x\to\pi-x$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 sign),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$\int_{0}^{\pi}=2\int_{0}^{\pi/2}$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$I=\pi\int_{0}^{\pi/2}\frac{(2x-\pi)\sin x\cos x}{\sin^{4}x+\cos^{4}x}dx$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$[0,\pi/2]$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 x\cos x}{\sin^{4}x+\cos^{4}x}$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unchanged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$x\to\frac\pi2-x$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$I=\pi\int_{0}^{\pi/2}\frac{-2x\sin x\cos x}{\sin^{4}x+\cos^{4}x}dx$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$x\to\frac\pi2-x$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once more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x\,h(x)\,dx$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$h=\frac{\sin x\cos x}{\sin^{4}x+\cos^{4}x}$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integral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$\frac\pi4\int_{0}^{\pi/2}h\,dx$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$2I=-\pi^{2}\int_{0}^{\pi/2}\frac{\sin x\cos x}{\sin^{4}x+\cos^{4}x}dx$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sec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(divide numerator and denominator by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sec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tan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120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$I=-\frac{\pi^{2}}{4}\int_{0}^{\pi/2}\frac{\sin 2x}{\sin^{4}x+\cos^{4}x}dx=-\frac{\pi^{2}}{4}\int_{0}^{\pi/2}\frac{2\tan x\sec^{2}x}{\tan^{4}x+1}dx$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(divide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2x=\frac{2\tan x}{1+\tan^2x}$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$\tan^{2}x=s$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$\int_{0}^{\pi/2}\frac{2\tan x\sec^{2}x}{\tan^{4}x+1}dx=\left[\tan^{-1}\left(\tan^{2}x\right)\right]_{0}^{\pi/2}=\frac\pi2$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$I=-\frac{\pi^{2}}{4}\cdot\frac{\pi}{2}=-\frac{\pi^{3}}{8}$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$\left|\frac{120}{\pi^{3}}\cdot\left(-\frac{\pi^{3}}{8}\right)\right|=15$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weight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an odd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only the cross term survives.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$x=\frac\pi2+u$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weight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$\frac{\sin x\cos x}{\sin^4x+\cos^4x}$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an odd function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only the cross term survives.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an odd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terms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odd, so their integrals over the symmetric interval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$x=\frac\pi2+u$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$u\in\left[-\frac\pi2,\frac\pi2\right]$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x\cos x=-\sin u\cos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$\sin^4x+\cos^4x=\sin^4u+\cos^4u$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$I=-\int_{-\pi/2}^{\pi/2}\left(\frac\pi2+u\right)^{2}g(u)\,du$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$g(u)=\frac{\sin u\cos u}{\sin^{4}u+\cos^{4}u}$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an odd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$\left(\frac\pi2+u\right)^2=\frac{\pi^2}{4}+\pi u+u^2$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$\frac{\pi^2}{4}g(u)$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$u^2g(u)$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odd, so their integrals over the symmetric interval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remains,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king property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required value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$-\pi\int_{-\pi/2}^{\pi/2}u\,g(u)\,du$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remains,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$u\,g(u)$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$I=-2\pi\int_{0}^{\pi/2}u\,g(u)\,du$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king property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$[0,\pi/2]$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$g(\frac\pi2-u)=g(u)$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$\int_{0}^{\pi/2}u\,g\,du=\frac\pi4\int_{0}^{\pi/2}g\,du$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$I=-\frac{\pi^2}{2}\int_{0}^{\pi/2}g\,du$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$\sin^4u+\cos^4u=\frac{1+\cos^22u}{2}$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$\int_{0}^{\pi/2}g\,du=\int_{0}^{\pi/2}\frac{\sin 2u}{1+\cos^{2}2u}du$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$w=\cos 2u$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$\frac12\int_{-1}^{1}\frac{dw}{1+w^{2}}=\frac\pi4$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$I=-\frac{\pi^2}{2}\cdot\frac\pi4=-\frac{\pi^3}{8}$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required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$\frac{120}{\pi^3}\cdot\frac{\pi^3}{8}=15$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(Used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turns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an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integral: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the interval: for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symmetry about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odd/even parts. Odd integrands vanish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lowering the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$\varphi(a-x)=\varphi(x)$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$\int_{0}^{a}x\,\varphi(x)\,dx=\frac a2\int_{0}^{a}\varphi(x)\,dx$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(Used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$\sin^4x+\cos^4x=1-\frac12\sin^22x=\frac{1+\cos^22x}{2}$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turns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$\int\frac{\sin 2x}{\sin^4x+\cos^4x}dx$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integral: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$\int_{0}^{\pi/2}\frac{\sin2x\,dx}{\sin^4x+\cos^4x}=\frac\pi2$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the interval: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$\int_{0}^{\pi}$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symmetry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$x=\frac\pi2+u$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odd/even parts. Odd integrands vanish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$[-a,a]$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$x^2-(\pi-x)^2=\pi(2x-\pi)$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lowering the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e>
                            </m:d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integers,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$\int_{-\pi/2}^{\pi/2}\frac{8\sqrt{2}\cos x\,dx}{\left(1+e^{\sin x}\right)\left(1+\sin^{4}x\right)}=\alpha\pi+\beta\log_{e}\left(3+2\sqrt{2}\right)$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integers,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$\alpha^{2}+\beta^{2}$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626611"/>
                <a:ext cx="10725912" cy="21945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King property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type integrands, Integration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626611"/>
                <a:ext cx="10725912" cy="21945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King property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$\frac{1}{1+e^{f(x)}}$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type integrands, Integration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$\frac{1}{1+x^{4}}$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Adding the integral to 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copy kills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Adding the integral to its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copy kills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$1+e^{\sin 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$\frac{1}{1+e^{s}}+\frac{1}{1+e^{-s}}=1$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e>
                            </m:d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num>
                          <m:den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e>
                            </m:d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the two forms: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integrand is even,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$I=\int_{-\pi/2}^{\pi/2}\frac{8\sqrt2\cos x}{\left(1+e^{\sin x}\right)\left(1+\sin^4x\right)}dx$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$I=\int_{-\pi/2}^{\pi/2}\frac{8\sqrt2\cos x\,e^{\sin x}}{\left(1+e^{\sin x}\right)\left(1+\sin^4x\right)}dx$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the two forms: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$2I=\int_{-\pi/2}^{\pi/2}\frac{8\sqrt2\cos x}{1+\sin^4x}dx$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integrand is even,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$I=\int_{0}^{\pi/2}\frac{8\sqrt2\cos x}{1+\sin^4x}dx$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x\,dx=dt$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$I=\int_{0}^{1}\frac{8\sqrt2}{1+t^4}dt$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num>
                              <m:den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f>
                                          <m:fPr>
                                            <m:type m:val="bar"/>
                                            <m:ctrlP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num>
                              <m:den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f>
                                          <m:fPr>
                                            <m:type m:val="bar"/>
                                            <m:ctrlP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part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second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∞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nary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∞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nary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$\frac{1}{1+t^4}=\frac12\left[\frac{1+\frac1{t^2}}{t^2+\frac1{t^2}}-\frac{1-\frac1{t^2}}{t^2+\frac1{t^2}}\right]$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$I=4\sqrt2\int_{0}^{1}\left[\frac{1+\frac1{t^2}}{\left(t-\frac1t\right)^2+2}-\frac{1-\frac1{t^2}}{\left(t+\frac1t\right)^2-2}\right]dt$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$t-\frac1t=z$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part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$dz=\left(1+\frac1{t^2}\right)dt$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$t+\frac1t=k$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second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$dk=\left(1-\frac1{t^2}\right)dt$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$I=4\sqrt2\left[\int_{-\infty}^{0}\frac{dz}{z^2+2}-\int_{\infty}^{2}\frac{dk}{k^2-2}\right]$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$\int_{-\infty}^{0}\frac{dz}{z^2+2}=\frac{1}{\sqrt2}\left[\tan^{-1}\frac{z}{\sqrt2}\right]_{-\infty}^{0}=\frac{\pi}{2\sqrt2}$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$\int_{\infty}^{2}\frac{dk}{k^2-2}=\frac{1}{2\sqrt2}\left[\ln\frac{k-\sqrt2}{k+\sqrt2}\right]_{\infty}^{2}=\frac{1}{2\sqrt2}\ln\frac{2-\sqrt2}{2+\sqrt2}$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$I=4\sqrt2\left[\frac{\pi}{2\sqrt2}-\frac{1}{2\sqrt2}\ln\frac{2-\sqrt2}{2+\sqrt2}\right]=2\pi+2\ln\frac{2+\sqrt2}{2-\sqrt2}=2\pi+2\ln\left(3+2\sqrt2\right)$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$\alpha=2,\ 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Finish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partial fractions, 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Finish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$\int_{0}^{1}\frac{dt}{1+t^4}$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partial fractions, using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$1+t^4=\left(t^2+\sqrt2t+1\right)\left(t^2-\sqrt2t+1\right)$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part is identical: after the king property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split: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gives the antiderivative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part is identical: after the king property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$I=8\sqrt2\int_{0}^{1}\frac{dt}{1+t^4}$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$1+t^4=\left(t^2+\sqrt2t+1\right)\left(t^2-\sqrt2t+1\right)$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split: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$\frac{1}{1+t^4}=\frac{1}{2\sqrt2}\left[\frac{t+\sqrt2}{t^2+\sqrt2t+1}-\frac{t-\sqrt2}{t^2-\sqrt2t+1}\right]$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gives the antiderivative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$\frac{1}{4\sqrt2}\ln\frac{t^2+\sqrt2t+1}{t^2-\sqrt2t+1}+\frac{1}{2\sqrt2}\left[\tan^{-1}\left(\sqrt2t+1\right)+\tan^{-1}\left(\sqrt2t-1\right)\right]$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parts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$\ln\frac{2+\sqrt2}{2-\sqrt2}=\ln\left(3+2\sqrt2\right)$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$\tan^{-1}(\sqrt2+1)+\tan^{-1}(\sqrt2-1)=\frac{3\pi}{8}+\frac{\pi}{8}=\frac\pi2$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parts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$\int_{0}^{1}\frac{dt}{1+t^4}=\frac{\ln(3+2\sqrt2)}{4\sqrt2}+\frac{\pi}{4\sqrt2}$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$I=8\sqrt2\left[\frac{\pi}{4\sqrt2}+\frac{\ln(3+2\sqrt2)}{4\sqrt2}\right]=2\pi+2\ln\left(3+2\sqrt2\right)$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odd, then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φ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same holds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value: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0.8670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integrals, 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useful for recognising answer forms.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$\int_{-a}^{a}\frac{\varphi(x)}{1+e^{f(x)}}dx=\int_{0}^{a}\varphi(x)\,dx$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same holds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$1+k^{f(x)}$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value: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$\int_{0}^{\infty}\frac{dx}{1+x^{4}}=\frac{\pi}{2\sqrt2}$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$\int_{0}^{1}\frac{dx}{1+x^4}=\frac{\pi+2\ln(1+\sqrt2)}{4\sqrt2}\approx0.8670$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$\frac{1}{x^4+1}$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$\frac{x^2\pm1}{x^4+1}$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integrals,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$x\pm\frac1x=z$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$3+2\sqrt2=\left(1+\sqrt2\right)^{2}$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$\ln(3+2\sqrt2)=2\ln(1+\sqrt2)$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useful for recognising answer forms.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$f:(0,\infty)\to\mathbb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$F(x)=\int_{0}^{x}t\,f(t)\,dt$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$F(x^{2})=x^{4}+x^{5}$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$\sum_{r=1}^{12}f\left(r^{2}\right)$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Differentiation of an integral (Leibniz rule), Summation of an arithmetic series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chain rule and 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read off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chain rule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$F'(x)=xf(x)$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read off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 is given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$F(x)=\int_{0}^{x}t\,f(t)\,dt$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$F'(x)=xf(x)$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 is given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$F(x^2)=x^4+x^5$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$F(x^2)=x^4+x^5$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$2x\,F'(x^2)=4x^3+5x^4$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$F'(x^2)=2x^2+\frac52x^3$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$2F'(x^2)=4x^2+5x^3$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$x^3=x^{3/2}$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$2F'(x)=4x+5x^{3/2}$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$F'(x)=2x+\frac52x^{3/2}$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$F'(x)=xf(x)$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$xf(x)=2x+\frac52x^{3/2}$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$f(x)=2+\frac52x^{1/2}$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$f\left(x^2\right)=2+\frac52x$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$f\left(r^2\right)=2+\frac52r$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$\sum_{r=1}^{12}f\left(r^2\right)=\sum_{r=1}^{12}\left(2+\frac52r\right)=24+\frac52\sum_{r=1}^{12}r$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$\sum_{r=1}^{12}r=\frac{12\times13}{2}=78$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$24+\frac52\times78=24+195=219$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219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the chain rule on the integral itself: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 with no back-substitution.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the chain rule on the integral itself: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$\frac{d}{dx}F(x^2)=x^2f(x^2)\cdot2x$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 with no back-substitution.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Leibniz rule,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the right side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Leibniz rule,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$\frac{d}{dx}F\left(x^2\right)=\frac{d}{dx}\int_{0}^{x^2}t\,f(t)\,dt=x^2f\left(x^2\right)\cdot2x=2x^3f\left(x^2\right)$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the right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$x^4+x^5$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$4x^3+5x^4$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$2x^3f(x^2)=4x^3+5x^4$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which is exactly the quantity needed in the sum.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$f\left(x^2\right)=2+\frac52x$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which is exactly the quantity needed in the sum.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$\sum_{r=1}^{12}f(r^2)=\sum_{r=1}^{12}\left(2+\frac{5r}{2}\right)=24+\frac52\cdot78=219$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219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Leibniz rule: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result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known,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obtained directly by differentiating, with no need to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 when the question asks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perfect squares.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Leibniz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$\frac{d}{dx}\int_{a}^{g(x)}h(t)\,dt=h(g(x))\,g'(x)$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$h(t)=t\,f(t)$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result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$2x^3f(x^2)$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known,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obtained directly by differentiating, with no need to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 when the question asks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perfect squares.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$\sum_{r=1}^{n}(a+br)=na+b\frac{n(n+1)}{2}$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$F(x^2)=\int_{0}^{x^2}\left(2t+\frac52t^{3/2}\right)dt=x^4+x^5$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greatest integer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cosec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greatest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$\frac{2}{\pi}\int_{\pi/6}^{5\pi/6}\left(8[\operatorname{cosec}x]-5[\cot x]\right)dx$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5475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Greatest integer function in definite integrals, Graphs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5475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Greatest integer function in definite integrals, Graphs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$\csc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x$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points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constant on each piece.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$\left[\frac\pi6,\frac{5\pi}{6}\right]$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points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$\cot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$1,0,-1$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$[\cot x]$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constant on each piece.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throughout.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from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$x\in\left(\frac\pi6,\frac{5\pi}6\right)$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x\in\left(\frac12,1\right]$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$\operatorname{cosec}x\in[1,2)$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$[\operatorname{cosec}x]=1$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throughout.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$\left(\frac\pi6,\frac\pi4\right)$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x\in(1,\sqrt3)$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$[\cot x]=1$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$\left(\frac\pi4,\frac\pi2\right)$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x\in(0,1)$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$[\cot x]=0$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$\left(\frac\pi2,\frac{3\pi}4\right)$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x\in(-1,0)$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$[\cot x]=-1$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$\left(\frac{3\pi}4,\frac{5\pi}6\right)$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x\in(-\sqrt3,-1)$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$[\cot x]=-2$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$\int_{\pi/6}^{5\pi/6}8[\operatorname{cosec}x]\,dx=8\cdot\frac{2\pi}{3}=\frac{16\pi}{3}$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$\int_{\pi/6}^{5\pi/6}5[\cot x]\,dx=5\left[1\cdot\frac{\pi}{12}+0\cdot\frac\pi4+(-1)\cdot\frac\pi4+(-2)\cdot\frac{\pi}{12}\right]=5\left(-\frac{\pi}{3}\right)=-\frac{5\pi}{3}$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$\frac{16\pi}{3}+\frac{5\pi}{3}=7\pi$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$\frac2\pi\cdot7\pi=14$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Reflect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 sign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found from a single equation, with no case split.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Reflect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$x\to\pi-x$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 sign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$[-t]=-[t]-1$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$\int[\cot x]\,dx$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found from a single equation, with no case split.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interval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non-integer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 only at three points (measure zero),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$\left[\frac\pi6,\frac{5\pi}6\right]$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$\cot(\pi-x)=-\cot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$J=\int_{\pi/6}^{5\pi/6}[\cot x]\,dx$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$x\to\pi-x$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$J=\int_{\pi/6}^{5\pi/6}[-\cot x]\,dx$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non-integer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$[-t]=-[t]-1$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 only at three points (measure zero),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$J=\int_{\pi/6}^{5\pi/6}\left(-[\cot x]-1\right)dx=-J-\frac{2\pi}{3}$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whole interval,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required value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$2J=-\frac{2\pi}3$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$J=-\frac\pi3$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$[\operatorname{cosec}x]=1$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whole interval,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$\int8[\operatorname{cosec}x]\,dx=\frac{16\pi}3$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$\frac{16\pi}3-5\left(-\frac\pi3\right)=7\pi$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required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$\frac2\pi\cdot7\pi=14$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non-integer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Over a symmetric interval, a GIF of an odd function integrates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(length of the interval).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endpoints (where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form a set of measure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$[-t]=-[t]-1$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non-integer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$[-t]=-[t]$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Over a symmetric interval, a GIF of an odd function integrates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(length of the interval).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$\left(\frac\pi6,\frac{5\pi}6\right)$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x&gt;\frac12$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$\operatorname{cosec}x\in[1,2)$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$[\operatorname{cosec}x]=1$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endpoints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$\operatorname{cosec}x=2$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form a set of measure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integrate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list the points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integer values inside the interval and integrate piece by piece; for monotone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always a finite list.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Landmark values: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integrate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$[g(x)]$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list the points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integer values inside the interval and integrate piece by piece; for monotone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always a finite list.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Landmark values: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$\cot\frac\pi6=\sqrt3$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$\cot\frac\pi4=1$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$\cot\frac{3\pi}4=-1$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$\cot\frac{5\pi}6=-\sqrt3$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$m,n&gt;0$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$\alpha(m,n)=\int_{0}^{2}t^{m}(1+3t)^{n}\,dt$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$11\,\alpha(10,6)+18\,\alpha(11,5)=p\,(14)^{6}$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Integration by parts and exact derivatives of products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parts; the leftover integral is exactly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cancels.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$t^{10}(1+3t)^6$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parts; the leftover integral is exactly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$-18\,\alpha(11,5)$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cancels.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definition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 the first integral by parts, taking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first function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second.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definition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$11\,\alpha(10,6)+18\,\alpha(11,5)=11\int_{0}^{2}t^{10}(1+3t)^{6}dt+18\int_{0}^{2}t^{11}(1+3t)^{5}dt$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 the first integral by parts, taking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$(1+3t)^6$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first function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second.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$11\int_{0}^{2}t^{10}(1+3t)^{6}dt=11\left\{\left[(1+3t)^{6}\frac{t^{11}}{11}\right]_{0}^{2}-\int_{0}^{2}6(1+3t)^{5}\cdot3\cdot\frac{t^{11}}{11}dt\right\}$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$=\left[t^{11}(1+3t)^{6}\right]_{0}^{2}-18\int_{0}^{2}t^{11}(1+3t)^{5}dt$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two remaining integrals cancel: the expression equals </a:t>
                </a:r>
                <a14:m>
                  <m:oMath xmlns:m="http://schemas.openxmlformats.org/officeDocument/2006/math"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value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$18\int_{0}^{2}t^{11}(1+3t)^{5}dt$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two remaining integrals cancel: the expression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$\left[t^{11}(1+3t)^{6}\right]_{0}^{2}$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$2^{11}\cdot7^{6}$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$2^{11}\cdot7^{6}$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$2^{11}\cdot7^{6}=2^{5}\cdot2^{6}\cdot7^{6}=2^{5}\cdot14^{6}=32\cdot14^{6}$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Spot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18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exactly the product-rule derivative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no integration by parts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Spot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$11t^{10}(1+3t)^6+18t^{11}(1+3t)^5$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exactly the product-rule derivative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$t^{11}(1+3t)^6$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no integration by parts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 the two integrals: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product rule: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 the two integrals: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$11\,\alpha(10,6)+18\,\alpha(11,5)=\int_{0}^{2}\left[11t^{10}(1+3t)^{6}+18t^{11}(1+3t)^{5}\right]dt$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$u(t)=t^{11}(1+3t)^6$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product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$u'(t)=11t^{10}(1+3t)^{6}+t^{11}\cdot6(1+3t)^{5}\cdot3=11t^{10}(1+3t)^{6}+18t^{11}(1+3t)^{5}$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integrand is exactly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integral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integrand is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integral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$u(2)-u(0)=2^{11}\cdot7^{6}-0$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$2^{11}\cdot7^6=2^5\cdot(2\cdot7)^6=32\cdot14^6$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Whenever the coefficients in front of two such integrals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this pattern, the sum is a boundary term.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reduction: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Recognition cue: two integrals of the same family with unequal exponents and 'strange' coefficients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signal integration by parts or a total derivative.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evaluated numerically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240945152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$\frac{d}{dt}\left[t^{m+1}(1+ct)^{n+1}\right]=(m+1)t^{m}(1+ct)^{n+1}+c(n+1)t^{m+1}(1+ct)^{n}$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Whenever the coefficients in front of two such integrals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this pattern, the sum is a boundary term.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reduction: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$(m+1)\,\alpha(m,n)+cn\,\alpha(m+1,n-1)=\left[t^{m+1}(1+ct)^{n}\right]_{0}^{2}$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$m=10,\ n=6,\ c=3$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$11\cdot\alpha(10,6)+18\,\alpha(11,5)=2^{11}\cdot7^6$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Recognition cue: two integrals of the same family with unequal exponents and 'strange' coefficients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signal integration by parts or a total derivative.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$\alpha(10,6)$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$\alpha(11,5)$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evaluated numerically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$11\alpha(10,6)+18\alpha(11,5)=240945152=32\cdot14^6$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$S_{0}(x)=x$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$S_{k}(x)=C_{k}x+k\int_{0}^{x}S_{k-1}(t)\,dt$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$C_{0}=1$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$C_{k}=1-\int_{0}^{1}S_{k-1}(x)\,dx$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$k=1,2,3,\ldots$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$S_{2}(3)+6C_{3}$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Recursively defined polynomial sequences by integration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Build the sequence step by step: each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nary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each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polynomial one degree higher.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Build the sequence step by step: each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$\int_0^1 S_{k-1}$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each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polynomial one degree higher.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$C_{1}=1-\int_{0}^{1}S_{0}(x)\,dx=1-\int_{0}^{1}x\,dx=1-\frac12=\frac12$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$S_{1}(x)=C_{1}x+\int_{0}^{x}t\,dt=\frac12x+\frac{x^2}{2}=\frac{x+x^2}{2}$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$C_{2}=1-\int_{0}^{1}\frac{x+x^{2}}{2}dx=1-\frac12\left(\frac12+\frac13\right)=1-\frac{5}{12}=\frac{7}{12}$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$S_{2}(x)=C_{2}x+2\int_{0}^{x}\frac{t+t^{2}}{2}dt=\frac{7}{12}x+\left(\frac{x^2}{2}+\frac{x^3}{3}\right)=\frac{7x+6x^{2}+4x^{3}}{12}$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$S_{2}(3)=\frac{21+54+108}{12}=\frac{183}{12}=\frac{61}{4}$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$C_{3}=1-\int_{0}^{1}\frac{7x+6x^{2}+4x^{3}}{12}dx=1-\frac{1}{12}\left[\frac72+\frac63+\frac44\right]$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$C_3=1-\frac1{12}\left(\frac72+3\right)=\frac{24-7-6}{24}=\frac{11}{24}$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$S_{2}(3)+6C_{3}=\frac{61}{4}+\frac{11}{4}=\frac{72}{4}=18$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recursion defined through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always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Use this as a check: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read off term by term: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Degree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only a handful of steps are needed; compute exact fractions and keep a common denominator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 to avoid slips.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recursion defined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$S_k(x)=C_kx+k\int_0^xS_{k-1}$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always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$S_k(0)=0$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$S_k(1)=C_k+k\int_0^1S_{k-1}=C_k+k(1-C_k)=k-(k-1)C_k$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Use this as a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$S_2(1)=\frac{17}{12}=2-\frac{7}{12}$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$\int_{0}^{1}x^{n}dx=\frac1{n+1}$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read off term by term: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$S_{k-1}=\sum a_jx^j$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$C_k=1-\sum\frac{a_j}{j+1}$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Degree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only a handful of steps are needed; compute exact fractions and keep a common denominator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$12,24$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 to avoid slips.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undOvr"/>
                                <m:subHide m:val="off"/>
                                <m:supHide m:val="off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e>
                            </m:nary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</m:e>
                        </m:nary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$f_{n}=\int_{0}^{\pi/2}\left(\sum_{k=1}^{n}\sin^{k-1}x\right)\left(\sum_{k=1}^{n}(2k-1)\sin^{k-1}x\right)\cos 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$f_{21}-f_{20}$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Substitution in definite integrals leading to a perfect derivative, Sum of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numbers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Substitution in definite integrals leading to a perfect derivative, Sum of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numbers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and divide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first sum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second sum is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and divide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$\sqrt{\sin 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first sum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$t=\sum\sin^{(2k-1)/2}x$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second sum is exactly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$2\sqrt{\sin x}\,\frac{dt}{\cos x\,dx}$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integrand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and divide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first bracket becomes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⋯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</m:e>
                        </m:d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integrand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$\left(1+s+s^2+\cdots+s^{n-1}\right)\left(1+3s+5s^2+\cdots+(2n-1)s^{n-1}\right)\cos 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and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first bracket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$\left(s^{1/2}+s^{3/2}+s^{5/2}+\cdots+s^{(2n-1)/2}\right)\Big/\sqrt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$f_n=\int_{0}^{\pi/2}\left(s^{1/2}+s^{3/2}+\cdots+s^{\frac{2n-1}{2}}\right)\left(1+3s+5s^2+\cdots+(2n-1)s^{n-1}\right)\frac{\cos x}{\sqrt{s}}dx$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$t=s^{1/2}+s^{3/2}+s^{5/2}+\cdots+s^{\frac{2n-1}{2}}$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second bracket times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$dt=\left(\frac12s^{-1/2}+\frac32s^{1/2}+\cdots+\frac{2n-1}{2}s^{\frac{2n-3}{2}}\right)\cos x\,dx=\frac{1}{2}\cdot\frac{1+3s+5s^2+\cdots+(2n-1)s^{n-1}}{\sqrt s}\cos 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second bracket times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$\frac{\cos x}{\sqrt s}\,dx$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$f_n=2\int t\,dt$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$x=0\Rightarrow s=0\Rightarrow 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$x=\frac\pi2\Rightarrow s=1\Rightarrow t=1+1+\cdots+1=n$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$f_n=2\int_{0}^{n}t\,dt=n^{2}$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$f_{21}-f_{20}=21^{2}-20^{2}=441-400=41$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Prove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induction: expanding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integrating term by term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pairs, each contributing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plus a final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Prove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$f_n-f_{n-1}=2n-1$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induction: expanding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$A_nB_n-A_{n-1}B_{n-1}$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integrating term by term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pairs, each contributing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plus a final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$A_n=\sum_{k=1}^{n}s^{k-1}$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$B_n=\sum_{k=1}^{n}(2k-1)s^{k-1}$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$f_n=\int_{0}^{1}A_nB_n\,ds$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$A_n=A_{n-1}+s^{n-1}$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$B_n=B_{n-1}+(2n-1)s^{n-1}$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$A_nB_n-A_{n-1}B_{n-1}=(2n-1)s^{n-1}A_{n-1}+s^{n-1}B_{n-1}+(2n-1)s^{2n-2}$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$\int_{0}^{1}s^{a}ds=\frac1{a+1}$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$f_n-f_{n-1}=\sum_{k=1}^{n-1}\frac{(2n-1)+(2k-1)}{n+k-1}+\frac{2n-1}{2n-1}$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term in the sum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them.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(Consistently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summing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term in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$\frac{2n+2k-2}{n+k-1}=2$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$f_n-f_{n-1}=2(n-1)+1=2n-1$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$f_{21}-f_{20}=2\cdot21-1=41$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(Consistently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$f_1=\int_0^1 1\cdot1\,ds=1$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summing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$f_n=n^2$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(consecutive squares differ by consecutive odd numbers).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Pattern: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multiplied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-shifted powers is a derivative: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Whenever a sum of weights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appears, think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long sums, test small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suggest the pattern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quickly.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Reduction to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by term is always available for polynomial products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$\sum_{k=1}^{n}(2k-1)=n^{2}$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$f_n=n^2$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$f_n-f_{n-1}=2n-1$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(consecutive squares differ by consecutive odd numbers).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Pattern: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$\left(\sum a_k s^{k-1}\right)$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multiplied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-shifted powers is a derivative: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$\frac{d}{ds}\sum s^{(2k-1)/2}=\frac{1}{2\sqrt s}\sum(2k-1)s^{k-1}$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Whenever a sum of weights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$(2k-1)$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appears, think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$\frac{d}{ds}s^{k-1/2}$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AB\,ds$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long sums, test small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$f_3=9$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suggest the pattern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quickly.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Reduction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$\int_{0}^{1}s^{a}ds$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by term is always available for polynomial products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Q09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Marking not printed in the paper; JEE Advanced default assumed: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+3 if only the correct option is chosen · 0 if unanswered (assumed)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$f:[1,\infty)\to[2,\infty)$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$10\int_{1}^{x}f(t)\,dt=5xf(x)-x^{5}-9$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Differentiation of an integral equation (Leibniz rule), Linear differential equation (integrating factor)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integral equation to get a linear ODE, and fix the constant 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the integral vanishes.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integral equation to get a linear ODE, and fix the constant using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the integral vanishes.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Differentiate both sides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linear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integrating factor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$10\int_{1}^{x}f(t)\,dt=5xf(x)-x^5-9$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Differentiate both sides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$10f(x)=5f(x)+5xf'(x)-5x^4$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$5f(x)=5xf'(x)-5x^4$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$5y=5x\frac{dy}{dx}-5x^4$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$\frac{dy}{dx}-\frac yx=x^3$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linear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integrating factor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$e^{\int-\frac1xdx}=e^{-\ln x}=\frac1x$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given equation: the left side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$y\cdot\frac1x=\int x^3\cdot\frac1x\,dx=\frac{x^3}{3}+C$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$y=\frac{x^4}{3}+Cx$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given equation: the left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$10\int_{1}^{1}f(t)\,dt=0$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$0=5f(1)-1-9$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$f(1)=\frac13+C=2\Rightarrow C=\frac53$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$f(3)=\frac{3^4}{3}+\frac53\cdot3=3^3+5=32$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32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numerator of the quotient rule: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integrate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$xf'-f=x^4$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numerator of the quotient rule: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$\left(\frac fx\right)'=\frac{xf'-f}{x^2}$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integrate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before, differentiating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left side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before, differentiating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$5f(x)=5xf'(x)-5x^4$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$xf'(x)-f(x)=x^4$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$\frac{xf'(x)-f(x)}{x^2}=x^2$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left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$\frac{d}{dx}\left(\frac{f(x)}{x}\right)$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$\frac{d}{dx}\left(\frac{f(x)}{x}\right)=x^2$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$\frac{f(x)}{x}=\frac{x^3}{3}+C$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original equation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original equation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$2=\frac13+C$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$\frac{f(3)}{3}=\frac{27}{3}+\frac53=9+\frac53=\frac{32}{3}$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32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Similarly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 general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equations, setting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missing initial condition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for free;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sanity check of the answer: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y'-y=g(x)\iff\left(\frac yx\right)'=\frac{g(x)}{x^{2}}$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$y'+\frac yx=\frac{g}{x}\iff(xy)'=g$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$y'-\frac{k}{x}y=g\iff\left(yx^{-k}\right)'=gx^{-k}$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$\int_{a}^{x}f=\ldots$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equations, setting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missing initial condition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for free;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sanity check of the answer: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$f(x)=\frac{x^4}{3}+\frac{5x}{3}$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$f:[1,\infty)\to[2,\infty)$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such that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the differential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$\int_{0}^{x}g(t)\,dt=x-\int_{0}^{x}t\,g(t)\,dt$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$\frac{dy}{dx}-y\tan x=2(x+1)\sec x\;g(x)$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$\frac{2\pi}{3\sqrt3}$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$\frac{4\pi}{3\sqrt3}$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$\frac{2\pi}{3}$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9115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Differentiation of an integral equation (Leibniz rule), Linear differential equation (integrating factor)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Differentiating the integral relation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cancels the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ODE and leaves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Differentiating the integral relation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$g=\frac1{1+x}$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cancels the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$(x+1)$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ODE and leaves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$y'-y\tan x=2\sec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ODE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integrating factor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$\int_{0}^{x}g(t)\,dt=x-\int_{0}^{x}t\,g(t)\,dt$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$g(x)=1-x\,g(x)$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$(1+x)g(x)=1$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$g(x)=\frac{1}{1+x}$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$2(x+1)\sec x\,g(x)=2\sec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ODE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$\frac{dy}{dx}-y\tan x=2\sec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integrating factor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$e^{-\int\tan x\,dx}=e^{\ln\cos x}=\cos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$y\cos x=\int2\sec x\cos x\,dx=\int2\,dx=2x+c$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$y(0)=0\Rightarrow 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$y=\frac{2x}{\cos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$y\left(\frac\pi3\right)=\frac{2\cdot\frac\pi3}{\cos\frac\pi3}=\frac{2\pi/3}{1/2}=\frac{4\pi}{3}$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$\frac{4\pi}{3}$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Merge the two integrals into one,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one line; then note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Merge the two integrals into one,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$\int_0^x(1+t)g(t)\,dt=x$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one line; then note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$y'-y\tan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$\frac{(y\cos x)'}{\cos 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Bring the integrals together: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Differentiating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immediately.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Substituting, the right side of the ODE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the ODE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left side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Bring the integrals together: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$\int_{0}^{x}(1+t)\,g(t)\,dt=x$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Differentiating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$(1+x)g(x)=1$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immediately.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Substituting, the right side of the ODE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$2(x+1)\sec x\cdot\frac{1}{1+x}=2\sec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the ODE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x\cdot y'-y\sin 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left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$\frac{d}{dx}(y\cos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$\frac{d}{dx}(y\cos x)=2$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$y\cos x=2x$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$y\cdot\frac12=\frac{2\pi}{3}$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$y=\frac{4\pi}{3}$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$\frac{4\pi}{3}$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multiply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spot the exact derivative without computing an integrating factor.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merged as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Always combine integrals with the same limits before differentiating.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factor such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multiplied by an unknown function usually exists to cancel against it: use this as a check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$y'-y\tan x=\frac{(y\cos x)'}{\cos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$y'+y\cot x=\frac{(y\sin x)'}{\sin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spot the exact derivative without computing an integrating factor.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$\int_0^xg=x-\int_0^xtg$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merged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$\int_0^x(1+t)g(t)\,dt=x$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$g(x)=\frac1{1+x}$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Always combine integrals with the same limits before differentiating.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factor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multiplied by an unknown function usually exists to cancel against it: use this as a check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$\frac{dy}{dx}+3\left(\tan^{2}x\right)y+3y=\sec^{2}x$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$y(0)=\frac13+e^{3}$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$\frac23+e^{3}$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$\frac43+e^{3}$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0087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 (integrating factor)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equation is linear with integrating 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$3\tan^2x+3=3\sec^2x$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equation is linear with integrating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$e^{3\tan 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equation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$\tan^2x+1=\sec^2x$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$\frac{dy}{dx}+\left(3\sec^2x\right)y=\sec^2x$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$e^{3\int\sec^2x\,dx}=e^{3\tan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$y\,e^{3\tan x}=\int e^{3\tan x}\sec^2x\,dx+c=\frac{e^{3\tan x}}{3}+c$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$y=e^3+\frac13$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$e^{3}+\frac13=\frac13+c$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$c=e^{3}$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$y\,e^{3\tan x}=\frac{e^{3\tan x}}{3}+e^{3}$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$y\,e^{3}=\frac{e^{3}}{3}+e^{3}=\frac{4e^3}{3}$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$y\left(\frac\pi4\right)=\frac43$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$\frac{4}{3}$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constant particular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exists by inspection,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a separable equation.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constant particular solution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$y=\frac13$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exists by inspection,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$y-\frac13$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a separable equation.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separable: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$y'+3\sec^2x\left(y-\frac13\right)=0$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$3\sec^2x\cdot\frac13=\sec^2x$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$u=y-\frac13$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$u'=-3\sec^2x\;u$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separable: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$\frac{du}{u}=-3\sec^2x\,dx$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$\ln|u|=-3\tan 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$u=Ce^{-3\tan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$y(0)=\frac13+e^3\Rightarrow u(0)=e^3=C$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$y\left(\frac\pi4\right)=\frac13+e^{3}e^{-3}=\frac13+1=\frac43$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$\frac{4}{3}$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constant,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particular solution.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Identities that hide a linear ODE: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IVP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was designed so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whenever the answer options contain 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-term, check that it cancels.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$y'+P(x)\,y=k\,P(x)$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constant,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$y=k+Ce^{-\int P\,dx}$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particular solution.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$P=3\sec^2x$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Identities that hide a linear ODE: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$1+\tan^2x=\sec^2x$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$\int\sec^2x\,dx=\tan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$e^{\int\sec^2x}=e^{\tan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IVP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$y(0)=\frac13+e^3$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was designed so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$C=e^3$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$e^{-3\tan\frac\pi4}=e^{-3}$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whenever the answer options contain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-term, check that it cancels.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area of the region bounded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coordinate axes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$f:[0,\infty)\to\mathbb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$f(x)=1-2x+\int_{0}^{x}e^{x-t}f(t)\,dt$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area of the region bounded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coordinate axes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Integral equation of Volterra type, reducing to a linear differential equation, Area bounded by a line and the coordinate axes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comes outside the integral; differentiating then gives a linear ODE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$e^{x-t}=e^{x}e^{-t}$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comes outside the integral; differentiating then gives a linear ODE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valid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integrating factor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$f(x)=1-2x+e^{x}\int_{0}^{x}e^{-t}f(t)\,dt\quad\cdots(1)$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valid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$f'(x)=-2+e^{x}\int_{0}^{x}e^{-t}f(t)\,dt+e^{x}e^{-x}f(x)$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$e^{x}\int_{0}^{x}e^{-t}f(t)\,dt=f(x)-1+2x$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$f'(x)=-2+f(x)-1+2x+f(x)$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$\frac{dy}{dx}=2y+2x-3$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$\frac{dy}{dx}-2y=2x-3$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$Q=2x-3$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integrating factor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(1)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axes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area of the triangle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$y\,e^{-2x}=\int e^{-2x}(2x-3)\,dx=-\frac{e^{-2x}}{2}(2x-3)-\frac{e^{-2x}}{2}+C$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$y=\frac{3-2x}{2}-\frac12+Ce^{2x}$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(1)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$1=\frac32-\frac12+C$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$y=\frac{3-2x-1}{2}=\frac{2-2x}{2}=1-x$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axes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area of the triangle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$\frac12\times1\times1=\frac12$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 in the integral equation: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 must cancel, which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uniqueness of the solution does the rest.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$f(x)=a+bx$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 in the integral equation: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 must cancel, which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$a+b=0$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uniqueness of the solution does the rest.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equation,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equivalent to the first-order linear IVP found by differentiating, which has exactly one solution. So any function satisfying the integral equation is the answer.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 side of the equation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equation,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equivalent to the first-order linear IVP found by differentiating, which has exactly one solution. So any function satisfying the integral equation is the answer.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$f(t)=a+bt$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$\int_{0}^{x}e^{x-t}(a+bt)\,dt=a\left(e^{x}-1\right)+b\left(e^{x}-x-1\right)$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$\int_0^xte^{x-t}dt=e^x-x-1$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 side of 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$1-2x+(a+b)e^{x}-a-b-bx=(1-a-b)-(2+b)x+(a+b)e^{x}$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requires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constant term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are consistent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triangle bounded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axes has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requires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constant term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$a=1-a-b=1$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$b=-(2+b)$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are consistent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triangle bounded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axes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Convolution-type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differentiate once to get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ODE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has a polynomial solution of the same degree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trying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quick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bounded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axes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Convolution-type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$f(x)=g(x)+\int_0^xe^{x-t}f(t)\,dt$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$e^{x-t}=e^xe^{-t}$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differentiate once to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$f'=g'+f+(f-g)$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$f'-2f=g'-g$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$f'-2f=g'-g$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$f(0)=g(0)$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has a polynomial solution of the same degree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trying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$f=a+bx$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quick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$g=1-2x$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$g'-g=2x-3$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bounded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axes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$\frac{c^2}{2|m|}$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satisfies the differential equation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satisfies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$\left(7x^{4}\cot y-e^{x}\operatorname{cosec}y\right)\frac{dx}{dy}=x^{5}$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$\frac{2e^{2}-e}{64}$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$\frac{2e^{2}+e}{128}$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$\frac{2e^{2}-e}{128}$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$\frac{2e^{2}+e}{64}$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39115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Linear differential equation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substitution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Integration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parts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39115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Linear differential equation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y=t$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Integration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$x^{2}e^{x}$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parts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Multiplying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putting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equation into a linear ODE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integrating 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Multiplying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putting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y=t$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equation into a linear ODE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integrating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Taking the reciprocal,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$\left(7x^{4}\cot y-e^{x}\operatorname{cosec}y\right)\frac{dx}{dy}=x^{5}$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Taking the reciprocal,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$\frac{dy}{dx}=\frac{7x^4\cot y-e^x\operatorname{cosec}y}{x^5}$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$x^{5}\sin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$7x^{4}\cos y-e^{x}=x^{5}\sin y\,\frac{dy}{dx}$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y=t$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$-\sin y\,\frac{dy}{dx}=\frac{dt}{dx}$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$7x^{4}t-e^{x}=-x^{5}\frac{dt}{dx}$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$\frac{7}{x}t-\frac{e^{x}}{x^{5}}=-\frac{dt}{dx}$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$\frac{dt}{dx}+\frac7xt=\frac{e^x}{x^5}$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$e^{\int\frac7xdx}=e^{7\ln x}=x^{7}$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$t\,x^{7}=\int e^{x}x^{2}\,dx+c$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x^{2}e^{x}dx=x^{2}e^{x}-2xe^{x}+2e^{x}$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$x^{7}\cos y=x^{2}e^{x}-2xe^{x}+2e^{x}+c$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$(1,\frac\pi2)$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$\cos\frac\pi2=0$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$0=e-2e+2e+c=e+c$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$128\cos y=4e^{2}-4e^{2}+2e^{2}-e=2e^{2}-e$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y=\frac{2e^{2}-e}{128}$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128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$\frac{2e^{2}-e}{128}$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Rearranged, the equation says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multiply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left side becomes an exact differential.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Rearranged, the equation says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$d\left(x^{7}\cos y\right)=x^{2}e^{x}\,dx$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multiply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left side becomes an exact differential.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left side is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$7x^{4}\cos y-e^{x}=x^{5}\sin y\,\frac{dy}{dx}$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$7x^{4}\cos y\,dx-x^{5}\sin y\,dy=e^{x}dx$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$7x^{6}\cos y\,dx-x^{7}\sin y\,dy=x^{2}e^{x}dx$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left side is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$d\left(x^{7}\cos 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$d(x^7\cos y)=7x^6\cos y\,dx-x^7\sin y\,dy$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$x^{7}\cos y=\int x^{2}e^{x}dx=e^{x}\left(x^{2}-2x+2\right)+c$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$0=e+c$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$128\cos y=2e^{2}-e$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y=\frac{2e^{2}-e}{128}$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128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$\frac{2e^{2}-e}{128}$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combination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signal to look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containing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together: multiply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final form with the initial point first: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one-line way to catch sign slips).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$d\left(x^{n}\cos y\right)=nx^{n-1}\cos y\,dx-x^{n}\sin y\,dy$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combination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$7x^6\cos y\,dx-x^7\sin y\,dy$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signal to look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$x^7\cos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containing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$\operatorname{cosec}y$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together: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$t=\cos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x^{n}e^{x}dx=e^{x}\left(x^{n}-nx^{n-1}+n(n-1)x^{n-2}-\cdots\right)$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$e^{x}(x^2-2x+2)$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final form with the initial point first: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$(1,\frac\pi2)$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$e(1-2+2)+c=0$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one-line way to catch sign slips).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curve of the differential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passing through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curve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$x\left(x^{2}+e^{x}\right)dy+\left(e^{x}(x-2)y-x^{3}\right)dx=0$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passing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$\frac{2}{2-e^{2}}$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$\frac{4}{4+e^{2}}$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$\frac{4}{4-e^{2}}$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$\frac{2}{2+e^{2}}$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43552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 (integrating factor)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integrating factor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integrating factor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$1+\frac{e^{x}}{x^{2}}$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$\frac{d}{dx}\left(\frac{e^x}{x^2}\right)=\frac{e^x(x-2)}{x^3}$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equation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Divide numerator and denominator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equation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$x\left(x^{2}+e^{x}\right)\frac{dy}{dx}+e^{x}(x-2)y=x^{3}$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$x\left(x^2+e^x\right)$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$\frac{dy}{dx}+\frac{e^{x}(x-2)}{x\left(x^{2}+e^{x}\right)}y=\frac{x^{2}}{x^{2}+e^{x}}$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$=e^{\int\frac{e^{x}(x-2)}{x(x^2+e^x)}dx}$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Divide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$\int\frac{e^{x}\left(\frac1{x^{2}}-\frac2{x^{3}}\right)}{1+\frac{e^{x}}{x^{2}}}dx$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exponent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integrating factor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$1+\frac{e^{x}}{x^{2}}=t$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$dt=\frac{x^{2}e^{x}-2xe^{x}}{x^{4}}dx=e^{x}\left(\frac1{x^2}-\frac{2}{x^3}\right)dx$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exponent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$\int\frac{dt}{t}=\ln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integrating factor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$1+\frac{e^{x}}{x^{2}}$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$y\left(1+\frac{e^{x}}{x^{2}}\right)=\int\frac{x^{2}}{x^{2}+e^{x}}\cdot\frac{x^{2}+e^{x}}{x^{2}}dx=\int dx=x+C$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$0=1+C$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$y=\frac{x-1}{1+\frac{e^{x}}{x^{2}}}$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$y(2)=\frac{1}{1+\frac{e^{2}}{4}}=\frac{4}{4+e^{2}}$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$\frac{4}{4+e^{2}}$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the whole equation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it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 exact product derivative, so no integrating-factor integral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the whole equation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$x^{3}$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it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$d\left(y\left(1+\frac{e^x}{x^2}\right)\right)=dx$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 exact product derivative, so no integrating-factor integral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equation reads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$x\left(x^{2}+e^{x}\right)dy+\left(e^{x}(x-2)y-x^{3}\right)dx=0$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$\left(1+\frac{e^{x}}{x^{2}}\right)dy+y\,\frac{e^{x}(x-2)}{x^{3}}dx-dx=0$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$u=1+\frac{e^{x}}{x^{2}}$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$du=\frac{e^{x}x^2-2xe^{x}}{x^{4}}dx=\frac{e^{x}(x-2)}{x^{3}}dx$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equation reads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$u\,dy+y\,du=dx$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$d(uy)=dx$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$y\left(1+\frac{e^{x}}{x^{2}}\right)=x+C$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$y\left(1+\frac{e^2}{4}\right)=1$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$y(2)=\frac{4}{4+e^{2}}$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$\frac{4}{4+e^{2}}$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signal 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Before computing an integrating factor, try dividing by a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see whether the 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derivative of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this form first.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$\frac{d}{dx}\left(\frac{e^{x}}{x^{n}}\right)=\frac{e^{x}(x-n)}{x^{n+1}}$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$e^x(x-2)$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signal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$\frac{e^x}{x^2}$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Before computing an integrating factor, try dividing by a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see whether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derivative of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$d(uy)$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$P\,y'+P'y=Q$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$(Py)'=Q$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this form first.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$\left(x^{2}+1\right)y'-2xy=\left(x^{4}+2x^{2}+1\right)\cos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$\int_{-3}^{3}y(x)\,dx$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 (integrating factor), Definite integral of even and odd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Dividing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left side into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odd part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integrates to zero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Dividing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$(x^2+1)^2$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left side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$\frac{d}{dx}\left(\frac{y}{1+x^{2}}\right)$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odd part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integrates to zero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$[-3,3]$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equation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left side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$x^4+2x^2+1=(x^2+1)^2$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$\left(x^{2}+1\right)\frac{dy}{dx}-2xy=\left(x^{2}+1\right)^{2}\cos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$(x^{2}+1)^{2}$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$\frac{1}{x^{2}+1}\frac{dy}{dx}-\frac{2x}{(x^{2}+1)^{2}}y=\cos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left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$\frac{d}{dx}\left(y\cdot\frac{1}{1+x^{2}}\right)$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$\frac{d}{dx}\left(\frac{y}{1+x^2}\right)=\cos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$\frac{y}{1+x^{2}}=\sin 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integrand is odd, so its integral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second is even: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$1=0+c$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$y=(\sin x+1)(x^{2}+1)$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$\int_{-3}^{3}y\,dx=\int_{-3}^{3}\sin x\left(x^{2}+1\right)dx+\int_{-3}^{3}\left(x^{2}+1\right)dx$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integrand is odd, so its integral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second is even: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$2\left[\frac{x^{3}}{3}+x\right]_{0}^{3}=2(9+3)=24$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$\int_{-3}^{3}y\,dx=24$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24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spot the quotient rule.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a symmetric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odd parts of the integrand vanish, even parts double. So only the even part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contributes.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$\frac{d}{dx}\left(\frac{y}{u}\right)=\frac{u\,y'-u'y}{u^2}$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$u=1+x^2$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$(x^2+1)y'-2xy=u^{2}\left(\frac yu\right)'$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spot the quotient rule.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a symmetric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$[-a,a]$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odd parts of the integrand vanish, even parts double. So only the even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contributes.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$y'-\frac{u'}{u}y=g\iff\left(\frac yu\right)'=\frac{g}{u}$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$u=1+x^{2}$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$\frac{u'}{u}=\frac{2x}{1+x^{2}}$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$g(x)=e^{x}$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$\frac{dy}{dx}=\left(e^{-2\sqrt x}\,g\left(f\left(f(x)\right)\right)-\frac{y}{\sqrt x}\right)$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$\frac{1-e^{2}}{e^{4}}$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$\frac{2e-1}{e^{3}}$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$\frac{e-1}{e^{4}}$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$\frac{1-e^{3}}{e^{4}}$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9115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Composition of functions, Linear differential equation (integrating factor)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with integrating 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right side collapses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$g(f(f(x)))=e^{x-2}$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with integrating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$e^{2\sqrt 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right side collapses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$e^{x-2}$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$f(f(x))=(x-1)-1=x-2$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$g(f(f(x)))=e^{x-2}$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$\frac{dy}{dx}=e^{-2\sqrt x}e^{x-2}-\frac{1}{\sqrt x}y$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$\frac{dy}{dx}+\frac{1}{\sqrt x}y=e^{-2\sqrt x+x-2}\quad\cdots(1)$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$e^{\int\frac{dx}{\sqrt x}}=e^{2\sqrt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$y\,e^{2\sqrt x}=\int e^{2\sqrt x}e^{-2\sqrt x+x-2}\,dx=\int e^{x-2}dx$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$y\,e^{2\sqrt x}=e^{x-2}+C$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$0=e^{-2}+C$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$C=-e^{-2}$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$y(1)\,e^{2}=e^{-1}-e^{-2}$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$y(1)=\frac{e^{-1}-e^{-2}}{e^{2}}=\frac{e-1}{e^{4}}$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$\frac{e-1}{e^{4}}$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an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integrating 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when the right side contains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factors cancel.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Compositions of shifts: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implies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∫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the answer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 further integration trouble.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$\int\frac{dx}{\sqrt x}=2\sqrt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an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$y'+\frac{y}{\sqrt x}=\ldots$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integrating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$e^{2\sqrt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when the right side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$e^{-2\sqrt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factors cancel.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Compositions of shifts: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$f(f(x))=x-2$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f\circ f(x)=e^{x-2}$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$y'+p(x)y=q(x)e^{-\int 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implies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$\left(ye^{\int p}\right)'=q$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the answer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 further integration trouble.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$x=x(y)$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$y^{2}\,dx+\left(x-\frac1y\right)dy=0$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$x\left(\frac12\right)$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$\frac12+e$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$\frac32+e$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$3+e$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909567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Linear differential equation in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909567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Linear differential equation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the dependent variable: the equation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integrating 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the dependent variable: the equation is linear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integrating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$e^{-1/y}$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$y^{2}dx+\left(x-\frac1y\right)dy=0\Rightarrow\frac{dx}{dy}=-\frac{x}{y^{2}}+\frac{1}{y^{3}}$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$\frac{dx}{dy}+\frac{x}{y^{2}}=\frac{1}{y^{3}}$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$e^{\int\frac{1}{y^{2}}dy}=e^{-1/y}$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$x\,e^{-1/y}=\int e^{-1/y}\cdot\frac{1}{y^{3}}dy+C$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$-\frac1y=t$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$\frac{1}{y^{2}}dy=dt$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$\frac1y=-t$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$\frac{1}{y^3}dy=-t\,dt$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$x\,e^{-1/y}=-\int e^{t}\,t\,dt+C=-\left[te^{t}-e^{t}\right]+C=e^{t}(1-t)+C$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$x\,e^{-1/y}=e^{-1/y}\left(1+\frac1y\right)+C$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$1\cdot e^{-1}=e^{-1}(1+1)+C$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$C=-\frac1e$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$x\,e^{-2}=e^{-2}(1+2)-e^{-1}$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$x=3-e$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$3-e$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equation becomes constant-coefficient,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a linear trial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finds the particular solution without any integration by parts.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$u=\frac1y$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equation becomes constant-coefficient,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$\frac{dx}{du}-x=-u$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a linear trial solution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$x=au+b$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finds the particular solution without any integration by parts.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a particular solution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$u=\frac1y$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$dy=-\frac{du}{u^{2}}$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$\frac{dx}{dy}=-u^{2}\frac{dx}{du}$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$\frac{dx}{dy}+\frac{x}{y^{2}}=\frac1{y^3}$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$-u^{2}\frac{dx}{du}+u^{2}x=u^{3}$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$\frac{dx}{du}-x=-u$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$x=au+b$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$a-au-b=-u$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a particular solution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$x=u+1$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complementary solution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complementary solution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$\frac{dx}{du}-x=0$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$Ce^{u}$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$x=u+1+Ce^{u}$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$1=2+Ce$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$C=-\frac1e$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$x=3-\frac{e^{2}}{e}=3-e$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$3-e$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appearing linearly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present, treat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dependent variable: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converts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often changes variable-coefficient linear ODEs into constant-coefficient ones.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$dx+\ldots 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appearing linearly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$dx/dy$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present, treat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dependent variable: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$\frac{dx}{dy}+P(y)x=Q(y)$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$=e^{\int P\,dy}$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te^{t}dt=(t-1)e^{t}$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t^2e^t\,dt=(t^2-2t+2)e^t$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$u=\frac1y$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converts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$\frac1{y^2}dy$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often changes variable-coefficient linear ODEs into constant-coefficient ones.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real differentiable function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2406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2384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real differentiable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$f(x+y)=f(x)f'(y)+f'(x)f(y)$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$\sum_{n=1}^{100}\log_{e}f(n)$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$2406$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$5220$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$2384$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Functional equation leading to a differential equation, Summation of an arithmetic series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functional equation: after finding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 becomes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functional equation: after finding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$f'(0)=\frac12$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$f'(x)=\frac12f(x)$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given equation: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 variables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$f(0)=2f(0)f'(0)$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given 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$f(x)=f(x)f'(0)+f(0)f'(x)$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$f(x)=\frac12f(x)+f'(x)$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$f'(x)=\frac12f(x)$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 variables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$\int\frac{dy}{y}=\int\frac{dx}{2}$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y=\frac x2+C$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$0=0+C$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$f(x)=e^{x/2}$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$f(x)f'(y)+f'(x)f(y)=\frac12e^{(x+y)/2}+\frac12e^{(x+y)/2}=e^{(x+y)/2}=f(x+y)$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f(x)=\frac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$\sum_{n=1}^{100}\ln f(n)=\frac12+\frac22+\cdots+\frac{100}{2}=\frac12\cdot\frac{100\times101}{2}=2525$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2525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differentiable, 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first: it converts the functional equation into an ODE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Always verify the solution in the original functional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5050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differentiable, 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first: it converts the functional equation into an ODE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$f'=kf,\ f(0)=1\Rightarrow f=e^{kx}$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$k=f'(0)=\frac12$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Always verify the solution in the original functional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$\sum_{n=1}^{N}n=\frac{N(N+1)}{2}$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f(n)=\frac 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$\frac{5050}{2}=2525$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solution of the differential equation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$\left(1+y^{2}\right)+\left(x-2e^{\tan^{-1}y}\right)\frac{dy}{dx}=0$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$y\in\left(-\frac\pi2,\frac\pi2\right)$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$f\left(\frac{1}{\sqrt3}\right)$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$e^{\pi/6}$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$e^{\pi/4}$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$e^{\pi/12}$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$e^{\pi/3}$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909567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Linear differential equation in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form, Inverse trigonometric function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909567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Linear differential equation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form, Inverse trigonometric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see the equation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integrating 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$\frac{dx}{dy}$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see the equation is linear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integrating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$e^{\tan^{-1}y}$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the equation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the equation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$\left(1+y^{2}\right)\frac{dx}{dy}+x-2e^{\tan^{-1}y}=0$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$\frac{dx}{dy}+\frac{1}{1+y^{2}}x=\frac{2e^{\tan^{-1}y}}{1+y^{2}}$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$P=\frac1{1+y^2}$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$Q=\frac{2e^{\tan^{-1}y}}{1+y^{2}}$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$e^{\int\frac{dy}{1+y^{2}}}=e^{\tan^{-1}y}$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$x\,e^{\tan^{-1}y}=\int\frac{2e^{\tan^{-1}y}}{1+y^{2}}e^{\tan^{-1}y}dy+C=\int\frac{2e^{2\tan^{-1}y}}{1+y^{2}}dy+C$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$e^{2\tan^{-1}y}=z$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$e^{2\tan^{-1}y}\cdot\frac{2}{1+y^{2}}dy=dz$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$x\,e^{\tan^{-1}y}=\int dz+C=z+C$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$x\,e^{\tan^{-1}y}=e^{2\tan^{-1}y}+C$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$x=e^{\tan^{-1}y}+Ce^{-\tan^{-1}y}$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$y=0,\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$1=1+C$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$x=e^{\tan^{-1}y}$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$\tan^{-1}\frac{1}{\sqrt3}=\frac\pi6$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$x=e^{\pi/6}$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$e^{\pi/6}$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equation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constant coefficients.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$y=\tan\theta$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$\frac{dy}{1+y^{2}}=d\theta$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equation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$\frac{dx}{d\theta}+x=2e^{\theta}$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constant coefficients.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complementary solution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$\theta=\tan^{-1}y$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$d\theta=\frac{dy}{1+y^{2}}$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$\left(1+y^2\right)\frac{dx}{dy}+x=2e^{\tan^{-1}y}$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$\frac{dx}{d\theta}+x=2e^{\theta}$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$x=ae^{\theta}$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$ae^{\theta}+ae^{\theta}=2e^{\theta}$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complementary solution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$Ce^{-\theta}$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$x=e^{\theta}+Ce^{-\theta}$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$1=1+C$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$x=e^{\theta}$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$y=\frac{1}{\sqrt3}$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$x=e^{\pi/6}$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$e^{\pi/6}$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pair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signals the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equation then becomes constant-coefficient).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particular solution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(resonance would occur only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Domain check: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keeps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solution is defined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$\frac{dy}{1+y^{2}}$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signals the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equation then becomes constant-coefficient).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$x'+x=ke^{\theta}$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particular solution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k2e^\theta$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(resonance would occur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Domain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keeps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$\theta\in(-\frac\pi2,\frac\pi2)$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$x=e^\theta&gt;0$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solution is defined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$x=x(y)$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$y=\left(x-y\frac{dx}{dy}\right)\sin\left(\frac xy\right)$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$x(1)=\frac\pi2$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$\cos(x(2))$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$2\left(\log_{e}2\right)^{2}-1$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$2\left(\log_{e}2\right)-1$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$1-2\left(\log_{e}2\right)$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$1-2\left(\log_{e}2\right)^{2}$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5328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Homogeneous differential equation, Double-angle formula for cosine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equation separates in the variables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$x\,dy-y\,dx=-y^{2}\,d\left(\frac xy\right)$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equation separates in the variables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xy$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$y=\left(x-y\frac{dx}{dy}\right)\sin\frac 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$y\,dy=(x\,dy-y\,dx)\sin\frac 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$\frac{dy}{y}=\frac{x\,dy-y\,dx}{y^{2}}\sin\frac 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$d\left(\frac xy\right)=\frac{y\,dx-x\,dy}{y^{2}}$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$\frac{x\,dy-y\,dx}{y^{2}}=-d\left(\frac xy\right)$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$\frac{dy}{y}=-\sin\left(\frac xy\right)d\left(\frac xy\right)$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y=\cos\frac xy+c$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$x(1)=\frac\pi2$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$y=1,\ 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$0=\cos\frac\pi2+c$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y=\cos\frac 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$\ln2=\cos\frac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x=2\cos^{2}\frac x2-1=2\left(\ln2\right)^{2}-1$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$2\left(\log_{e}2\right)^{2}-1$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it as a homogeneous equation: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variables separate.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it as a homogeneous equation: 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$x=vy$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$x-y\frac{dx}{dy}=-y^{2}\frac{dv}{dy}$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variables separate.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$x=vy$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$\frac{dx}{dy}=v+y\frac{dv}{dy}$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$x-y\frac{dx}{dy}=vy-vy-y^{2}\frac{dv}{dy}=-y^{2}\frac{dv}{dy}$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$y=-y^{2}\frac{dv}{dy}\sin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v\,dv=-\frac{dy}{y}$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$-\cos v=-\ln y+c$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v=\ln y-c$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$y=1,\ v=\frac\pi2$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$0=0-c$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 xy=\ln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 x2=\ln2$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x=2\cos^2\frac x2-1=2(\ln2)^2-1$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$2\left(\log_{e}2\right)^{2}-1$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keep the sign straight. Equations with the combination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homogeneous.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homogeneous equations, the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separates the variables.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$d\left(\frac xy\right)=\frac{y\,dx-x\,dy}{y^{2}}$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$d\left(\frac yx\right)=\frac{x\,dy-y\,dx}{x^{2}}$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keep the sign straight. Equations with the combination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$x\,dy-y\,dx$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homogeneous.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homogeneous equations, the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$x=vy$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separates the variables.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answer only needs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why the sign slip in the PDF did not change the answer.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Verification of the corrected solution: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differentiating w.r.t.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x=2\cos^2\frac x2-1$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answer only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why the sign slip in the PDF did not change the answer.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Verification of the corrected solution: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y=\cos\frac 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differentiating w.r.t.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$\frac1y=-\sin\frac xy\cdot\frac{y\,x'-x}{y^{2}}$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$y=\left(x-yx'\right)\sin\frac 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2.44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11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7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68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01 Integral Calculus 05 Questions 81–100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2.44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