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3.0</c:v>
                </c:pt>
                <c:pt idx="7">
                  <c:v>2.0</c:v>
                </c:pt>
                <c:pt idx="8">
                  <c:v>3.0</c:v>
                </c:pt>
                <c:pt idx="9">
                  <c:v>2.0</c:v>
                </c:pt>
                <c:pt idx="10">
                  <c:v>3.0</c:v>
                </c:pt>
                <c:pt idx="11">
                  <c:v>3.0</c:v>
                </c:pt>
                <c:pt idx="12">
                  <c:v>2.0</c:v>
                </c:pt>
                <c:pt idx="13">
                  <c:v>2.0</c:v>
                </c:pt>
                <c:pt idx="14">
                  <c:v>3.0</c:v>
                </c:pt>
                <c:pt idx="15">
                  <c:v>2.0</c:v>
                </c:pt>
                <c:pt idx="16">
                  <c:v>1.0</c:v>
                </c:pt>
                <c:pt idx="17">
                  <c:v>2.0</c:v>
                </c:pt>
                <c:pt idx="18">
                  <c:v>3.0</c:v>
                </c:pt>
                <c:pt idx="19">
                  <c:v>1.0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dV/dt = -81 but then multiplies by +1/(4 pi), dropping the minus sign of d(alpha)/dt. Correct: d(alpha)/dt = -1/(4 pi), so dV/dt = -(r+1)^2 = -81; the magnitude and the answer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Answer key (D) kept. The PDF takes the circle touching the parabola at its vertex (centre (0,4), r=2) without saying why; that circle also crosses the parabola at (+-sqrt3,3). A strictly smaller circle tangent to the lines and to the parabola from inside has centre (0,3sqrt3-2) and r=(3sqrt3-2)/2 (about 1.598), but no option lies on it, so (D) is the only consistent choice. A caution bullet was added; the working is otherwise the PDF's.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last line reads '(D) normals', which contradicts both its four roots and the key (C); it should read '4 normals' (option C). Working and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last line reads '100(a+b+c) = 10(4+8/5-2) = 360'. It should be 100(a+b-c) = 100(4+8/5-2) = 360 (the sign of c and the factor 100 were mistyped; the number 360 is right). Working otherwise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says 'Let x = pi/12' and then writes cos 3x; the angle should be called theta (the root is x = cos(pi/12)). It also says f'(x) is positive on [1/2,1], but f'(1/2)=0; it is positive for x&gt;1/2, which still gives strict increase. Neither slip changes the answer (B).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— Differential Calculus 08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Differentiation, Tangent &amp; Normal and Monotonicity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48   (B) 18   (C) 24   (D) 42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$f(x)=\left|\begin{matrix} x^{3} &amp; 2x^{2}+1 &amp; 1+3x\\ 3x^{2}+2 &amp; 2x &amp; x^{3}+6\\ x^{3}-x &amp; 4 &amp; x^{2}-2\end{matrix}\right|$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$2f(0)+f'(0)$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48   (B) 18   (C) 24   (D) 42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Differentiation of a determinant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derivative of a determinant is the sum of three determinants, each with one row differentiated.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one row at a time: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$f(x)=\left|\begin{matrix} x^{3} &amp; 2x^{2}+1 &amp; 1+3x\\ 3x^{2}+2 &amp; 2x &amp; x^{3}+6\\ x^{3}-x &amp; 4 &amp; x^{2}-2\end{matrix}\right|$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one row at a time: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$f'(x)=\left|\begin{matrix} 3x^{2} &amp; 4x &amp; 3\\ 3x^{2}+2 &amp; 2x &amp; x^{3}+6\\ x^{3}-x &amp; 4 &amp; x^{2}-2\end{matrix}\right|+\left|\begin{matrix} x^{3} &amp; 2x^{2}+1 &amp; 1+3x\\ 6x &amp; 2 &amp; 3x^{2}\\ x^{3}-x &amp; 4 &amp; x^{2}-2\end{matrix}\right|+\left|\begin{matrix} x^{3} &amp; 2x^{2}+1 &amp; 1+3x\\ 3x^{2}+2 &amp; 2x &amp; x^{3}+6\\ 3x^{2}-1 &amp; 0 &amp; 2x\end{matrix}\right|$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$f(0)=\left|\begin{matrix} 0 &amp; 1 &amp; 1\\ 2 &amp; 0 &amp; 6\\ 0 &amp; 4 &amp; -2\end{matrix}\right|=12$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$2f(0)=24$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determinant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column of zeros).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 0 &amp; 0 &amp; 3\\ 2 &amp; 0 &amp; 6\\ 0 &amp; 4 &amp; -2\end{matrix}\right|=3(8-0)=24$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 0 &amp; 1 &amp; 1\\ 0 &amp; 2 &amp; 0\\ 0 &amp; 4 &amp; -2\end{matrix}\right|=0$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column of zeros).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 0 &amp; 1 &amp; 1\\ 2 &amp; 0 &amp; 6\\ -1 &amp; 0 &amp; 0\end{matrix}\right|=-1\cdot(1\cdot6-1\cdot0)=-6$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$2f(0)+f'(0)=24+24+0-6=42$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42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Keep only terms up to the first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every entry before expanding: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Keep only terms up to the first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every entry before expanding: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$f(x)\approx f(0)+f'(0)x$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first order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 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row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row 3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(powers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dropped).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first order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 1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$\approx(0,\,1,\,1+3x)$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row 2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$\approx(2,\,2x,\,6)$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row 3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$\approx(-x,\,4,\,-2)$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(powers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$x^{2},x^{3}$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dropped).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$f\approx-1\cdot\big[2(-2)-6(-x)\big]+(1+3x)\big[2\cdot4-2x\cdot(-x)\big]$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$=-(-4+6x)+(1+3x)(8+2x^{2})\approx 4-6x+8+24x=12+18x$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$2f(0)+f'(0)=24+18=42$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42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entries that are functions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 row, or one column, differentiated at a time).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get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enough to expand every entry to first order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take the determinant: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with a zero row or column, or two proportional rows or columns,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check this before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(verified by direct expansion).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$f(x)=|R_1;R_2;R_3|$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entries that are functions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$f'(x)=\sum_i|\dots R_i'\dots|$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 row, or one column, differentiated at a time).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get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enough to expand every entry to first order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take the determinant: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$f(x)=f(0)+f'(0)x+O(x^{2})$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with a zero row or column, or two proportional rows or columns,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check this before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(verified by direct expansion).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263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linear function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bar"/>
                                          <m:ctrlP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40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40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2633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linear function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 g(x), &amp; x\le0\\ \left(\dfrac{1+x}{2+x}\right)^{1/x}, &amp; x&gt;0\end{cases}$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$f'(1)=f(-1)$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$\log_{e}\left(\dfrac{4}{9e^{1/3}}\right)$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$\log_{e}\left(\dfrac49\right)-1$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$\dfrac13\log_{e}\left(\dfrac49\right)+1$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$\dfrac13\log_{e}\left(\dfrac{4}{9e^{1/3}}\right)$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and differentiability of a piecewise function, Logarithmic differentiation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kills the constant term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logarithmic differentiation fixes the slope.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kills the constant term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logarithmic differentiation fixes the slope.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$g(x)=ax+b$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$\lim_{x\to0^{+}}\left(\frac{1+x}{2+x}\right)^{1/x}=\left(\frac12\right)^{\infty}=0$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limit is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$\lim_{x\to0^{-}}(ax+b)=b$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f(x)=\frac1x\left[\ln(1+x)-\ln(2+x)\right]$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$\frac{f'(x)}{f(x)}=\frac{x\left[\frac1{1+x}-\frac1{2+x}\right]-\ln\frac{1+x}{2+x}}{x^{2}}$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$f'(1)=\frac23\left[\left(\frac12-\frac13\right)-\ln\frac23\right]=\frac23\left[\frac16-\ln\frac23\right]$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$f(-1)=g(-1)=-a$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$-a=\frac19-\frac23\ln\frac23$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$a=\frac23\ln\frac23-\frac19$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$g(3)=3\left(\frac23\ln\frac23-\frac19\right)=2\ln\frac23-\frac13=\ln\frac49-\ln e^{1/3}$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$g(3)=\log_{e}\left(\dfrac{4}{9e^{1/3}}\right)$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$\log_{e}\left(\dfrac{4}{9e^{1/3}}\right)$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Estimate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numerically and eliminate options by size and sign.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Estimate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$g(3)=-3f'(1)$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numerically and eliminate options by size and sign.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log-derivative,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0.4055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0.5722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0.3814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already rejects (C)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$f'(1)=f(-1)=-a$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$g(3)=3a=-3f'(1)$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log-derivative,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$f'(1)=\frac23\left[\frac16-\ln\frac23\right]$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$\ln\frac23\approx-0.4055$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$f'(1)\approx\frac23(0.5722)\approx0.3814&gt;0$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$g(3)\approx-1.144&lt;0$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already rejects (C)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$\approx+0.73$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the others: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1.811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(A) matches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(A). (A modest alternative: it still needs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the others: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$\ln\frac49-\frac13\approx-1.144$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$\ln\frac49-1\approx-1.811$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$\frac13(-1.144)\approx-0.381$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(A) matches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$-1.144$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(A). (A modest alternative: it still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$\log_{e}\left(\dfrac{4}{9e^{1/3}}\right)$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Piecewise function joined at a point: equate the one-sided limits to the value; this usually fixes a constant (here the intercept of the linear piece).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the quotient form used above.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the base tends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the exponent tends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0.3814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numerically).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Piecewise function joined at a point: equate the one-sided limits to the value; this usually fixes a constant (here the intercept of the linear piece).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$y=u(x)^{v(x)}$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$\frac{y'}{y}=v'\ln u+v\frac{u'}{u}$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$u=\frac{1+x}{2+x}$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the quotient form used above.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$\left(\frac{1+x}{2+x}\right)^{1/x}\to0$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$x\to0^{+}$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the base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the exponent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$f'(1)=\frac19-\frac23\ln\frac23\approx0.3814$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numerically).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$f(x)=\dfrac{\sin x+\cos x-\sqrt2}{\sin x-\cos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$x\in[0,\pi]-\left\{\dfrac\pi4\right\}$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$f\left(\dfrac{7\pi}{12}\right)f''\left(\dfrac{7\pi}{12}\right)$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$\dfrac{-2}{3}$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$\dfrac{2}{3\sqrt3}$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$\dfrac{-1}{3\sqrt3}$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0087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Differentiation of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numerator and denominator with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everything depends on one 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numerator and denominator with the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everything depends on one 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Quotient rule: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numerator simplifies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$f(x)=\dfrac{\sqrt2\left(\frac1{\sqrt2}\sin x+\frac1{\sqrt2}\cos x\right)-\sqrt2}{\sqrt2\left(\frac1{\sqrt2}\sin x-\frac1{\sqrt2}\cos x\right)}=\dfrac{\sin(x+\pi/4)-1}{\sin(x-\pi/4)}$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Quotient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$f'(x)=\dfrac{\cos(x+\pi/4)\sin(x-\pi/4)-\cos(x-\pi/4)\left(\sin(x+\pi/4)-1\right)}{\sin^{2}(x-\pi/4)}$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$x+\frac\pi4=(x-\frac\pi4)+\frac\pi2$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numerator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$\cos(x-\pi/4)-1$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$f'(x)=\dfrac{\cos(x-\pi/4)-1}{\sin^{2}(x-\pi/4)}=\dfrac{-(1-\cos(x-\pi/4))}{1-\cos^{2}(x-\pi/4)}$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$f'(x)=-\dfrac1{1+\cos(x-\pi/4)}$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$f''(x)=-\dfrac{\sin(x-\pi/4)}{\left(1+\cos(x-\pi/4)\right)^{2}}$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$x=\frac{7\pi}{12}$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$x-\frac\pi4=\frac\pi3$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$f\left(\frac{7\pi}{12}\right)=\frac{\sin(5\pi/6)-1}{\sin(\pi/3)}=\frac{-1/2}{\sqrt3/2}=-\frac1{\sqrt3}$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$f''\left(\frac{7\pi}{12}\right)=-\dfrac{\sqrt3/2}{(3/2)^{2}}=-\dfrac{2\sqrt3}{9}$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$f\left(\frac{7\pi}{12}\right)f''\left(\frac{7\pi}{12}\right)=\left(-\frac1{\sqrt3}\right)\left(-\frac{2\sqrt3}{9}\right)=\frac29$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$\dfrac29$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function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(half-angle identity); differentiate that.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$u=x-\frac\pi4$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function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$\frac{\cos u-1}{\sin u}=-\tan\frac u2$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(half-angle identity); differentiate that.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$\sin(x+\frac\pi4)=\cos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$f=\dfrac{\cos u-1}{\sin u}=\dfrac{-2\sin^{2}(u/2)}{2\sin(u/2)\cos(u/2)}=-\tan\dfrac u2$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$f'=-\frac12\sec^{2}\frac u2=-\frac12\left(1+f^{2}\right)$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$f''=-f f'=\frac12 f\left(1+f^{2}\right)$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$f=-\tan\frac\pi6=-\frac1{\sqrt3}$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 f''=\frac12f^{2}\left(1+f^{2}\right)=\frac12\cdot\frac13\cdot\frac43=\frac29$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$\dfrac29$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spot half-angle forms before using the quotient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higher derivatives come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with no further trigonometry.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with sympy).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$\dfrac{1-\cos u}{\sin u}=\tan\dfrac u2$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$\dfrac{\cos u-1}{\sin u}=-\tan\dfrac u2$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spot half-angle forms before using the quotient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 x+b\cos x=R\sin(x+\varphi)$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$R=\sqrt{a^{2}+b^{2}}$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x\pm\cos x=\sqrt2\sin(x\pm\frac\pi4)$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$\theta=-u/2$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$f'=\theta'(1+f^{2})$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higher derivatives come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 with no further trigonometry.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$f''=-\frac{2\sqrt3}{9}$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$x=\frac{7\pi}{12}$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with sympy).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Q04 – Q06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ad>
                              <m:deg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g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  <m:rad>
                              <m:deg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g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e>
                        </m: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$\lim_{x\to0}\dfrac{2\left(1-\cos x\sqrt{\cos2x}\sqrt[3]{\cos3x}\cdots\sqrt[10]{\cos10x}\right)}{x^{2}}$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using series expansion of cosine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-th root contributes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kx\approx1-\frac{k^{2}x^{2}}2$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-th root contributes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$1-\frac{kx^{2}}2$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each factor with its expansion: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factor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each factor with its expansion: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x\,(\cos2x)^{1/2}(\cos3x)^{1/3}\cdots(\cos10x)^{1/10}\approx\left(1-\frac{x^{2}}2\right)\left(1-\frac{2^{2}x^{2}}2\right)^{1/2}\cdots\left(1-\frac{10^{2}x^{2}}2\right)^{1/10}$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$(1-t)^{1/k}\approx1-\frac tk$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$1-\frac{k^{2}x^{2}}{2k}=1-\frac{kx^{2}}2$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$\approx1-\left(\frac{x^{2}}2+\frac{2x^{2}}2+\frac{3x^{2}}2+\cdots+\frac{10x^{2}}2\right)$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$O(x^{4})$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leading order.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$2\left[\frac{x^{2}}2(1+2+\cdots+10)\right]=x^{2}\cdot55$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leading order.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$\lim_{x\to0}\dfrac2{x^{2}}\cdot\dfrac{x^{2}}2(1+2+\cdots+10)=\dfrac{10\cdot11}2=55$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logarithms: the product becomes a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logarithms: the product becomes a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$\sum\frac1k\ln\cos kx$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$\ln\cos t\approx-\frac{t^{2}}2$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$P(x)=\prod_{k=1}^{10}(\cos kx)^{1/k}$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P=\sum_{k=1}^{10}\frac1k\ln\cos 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$\ln\cos t=-\frac{t^{2}}2+O(t^{4})$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P=-\sum_{k=1}^{10}\frac1k\cdot\frac{k^{2}x^{2}}2=-\frac{x^{2}}2\sum_{k=1}^{10}k=-\frac{55x^{2}}2$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$P=e^{\ln P}\approx1-\frac{55x^{2}}2$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$1-P\approx\frac{55x^{2}}2$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$\lim\dfrac{2(1-P)}{x^{2}}=2\cdot\frac{55}2=55$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∏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finitely many factors): each factor lowers the product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front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do not matter; the shortcut works because only the first correction of each factor counts.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54.9997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$\lim_{x\to0}\dfrac{1-\prod_k\cos^{a_k}(b_kx)}{x^{2}}=\dfrac12\sum_ka_kb_k^{2}$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finitely many factors): each factor lowers the product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$\frac{a_kb_k^{2}x^{2}}2$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$a_k=\frac1k$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$b_k=k$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$\frac12\sum k=\frac{n(n+1)}4$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front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$\frac{n(n+1)}2=55$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$O(x^{4})$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do not matter; the shortcut works because only the first correction of each factor counts.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$x=10^{-3}$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$54.9997\ldots$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$f(x)=x^{3}+x^{2}f'(1)+xf''(2)+f'''(3)$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Higher-order derivatives of a polynomial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constants; differentiate three times and set up equations for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$f'(1),f''(2),f'''(3)$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constants; differentiate three times and set up equations for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$f(x)=x^{3}+x^{2}f'(1)+xf''(2)+f'''(3)$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$f'(x)=3x^{2}+2xf'(1)+f''(2)$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$f''(x)=6x+2f'(1)$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$f'''(x)=6$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$f'''(3)=6$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$f''(2)=12+2f'(1)$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$f'(1)=3+2f'(1)+f''(2)$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$\quad(2)$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$0=15+3f'(1)$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$f''(2)=12-10=2$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$f'(10)=300+20(-5)+2=300-100+2=202$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202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Self-referential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differentiate to get a linear system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top-degree derivative is constant, so it is solved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Back-substitution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constants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derivative is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work downwards.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Self-referential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$f=x^{3}+px^{2}+qx+r$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$p=f'(1)$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$q=f''(2)$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$r=f'''(3)$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differentiate to get a linear system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top-degree derivative is constant, so it is solved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Back-substitution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$f(x)=x^{3}-5x^{2}+2x+6$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$f'(1)=-5$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$f''(2)=2$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$f'''(3)=6$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$f=x^{n}+\dots$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constants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$f^{(k)}(a_k)$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derivative is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work downwards.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$y=\dfrac{(\sqrt x+1)(x^{2}-\sqrt x)}{x\sqrt x+x+\sqrt x}+\dfrac1{15}\left(3\cos^{2}x-5\right)\cos^{3}x$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$96\,y'\left(\dfrac\pi6\right)$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Simplification before differentiation, Differentiation of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difference of cubes so the first fraction collapses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$x^{2}-\sqrt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difference of cubes so the first fraction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first term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$y=\dfrac{(\sqrt x+1)(x^{2}-\sqrt x)}{x\sqrt x+x+\sqrt x}+\dfrac1{15}\left(3\cos^{2}x-5\right)\cos^{3}x$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$x^{2}-\sqrt x=\sqrt x\left(x\sqrt x-1\right)=\sqrt x\left((\sqrt x)^{3}-1^{3}\right)$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$x\sqrt x+x+\sqrt x=\sqrt x\left(x+\sqrt x+1\right)$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 x)^{3}-1=(\sqrt x-1)\left(x+\sqrt x+1\right)$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first term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$\dfrac{(\sqrt x+1)\sqrt x(\sqrt x-1)(x+\sqrt x+1)}{\sqrt x(x+\sqrt x+1)}=(\sqrt x+1)(\sqrt x-1)=x-1$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$y=(x-1)+\frac1{15}\left[3\cos^{5}x-5\cos^{3}x\right]$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$y'=1+\frac1{15}\left[15\cos^{4}x(-\sin x)-15\cos^{2}x(-\sin x)\right]=1-\sin x\left[\cos^{4}x-\cos^{2}x\right]$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$\sin\frac\pi6=\frac12$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$\cos^{2}\frac\pi6=\frac34$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$\cos^{4}\frac\pi6=\frac9{16}$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$y'\left(\frac\pi6\right)=1-\frac12\left[\frac9{16}-\frac34\right]$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$=1-\frac12\cdot\frac{9-12}{16}=1+\frac3{32}=\frac{35}{32}$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$96\,y'\left(\frac\pi6\right)=96\cdot\frac{35}{32}=105$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simplify before differentiating: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 fraction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Trig shortcut: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simplify before differentiating: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$a^{3}-b^{3}=(a-b)(a^{2}+ab+b^{2})$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 fraction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Trig shortcut: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 d{dx}\left[\frac{3\cos^{5}x-5\cos^{3}x}{15}\right]=\sin x\cos^{2}x(1-\cos^{2}x)=\sin^{3}x\cos^{2}x$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$y'=1+\sin^{3}x\cos^{2}x$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$1+\frac18\cdot\frac34=\frac{35}{32}$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$96\cdot\frac{35}{32}=105$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Q07 – Q10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of the smallest circle which touches the parabolas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of the smallest circle which touches the parabolas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$y=x^{2}+2$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$x=y^{2}+2$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$\dfrac{7\sqrt2}{2}$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$\dfrac{7\sqrt2}{8}$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$\dfrac{7\sqrt2}{4}$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$\dfrac{7\sqrt2}{16}$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and normal: geometry of two parabolas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parabolas are mirror images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circle sits between the nearest pair of points, where both tangents are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parabolas are mirror images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circle sits between the nearest pair of points, where both tangents are parallel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parabolas are reflections of each other in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smallest touching circle has its centre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touches them at mirror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tangents are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mirror image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parabolas are reflections of each other in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smallest touching circle has its centre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touches them at mirror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tangents are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$y=x^{2}+2$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$\frac{dy}{dx}=2x=1$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$Q\left(\frac12,\frac94\right)$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mirror image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$x=y^{2}+2$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$P\left(\frac94,\frac12\right)$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this is the diameter.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$PQ=\sqrt{\left(\frac94-\frac12\right)^{2}+\left(\frac12-\frac94\right)^{2}}=\frac74\sqrt2=\frac{7\sqrt2}4$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this is the diameter.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$r=\dfrac{7\sqrt2}8$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$\dfrac{7\sqrt2}{8}$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Distance of each parabola from the line of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circle's diameter is twice that distance.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Distance of each parabola from the line of symmetry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circle's diameter is twice that distance.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points lie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parabola is its mirror image,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$y=x^{2}+2$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points lie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$x^{2}-x+2&gt;0$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parabola is its mirror image,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$(x,x^{2}+2)$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$\dfrac{x^{2}-x+2}{\sqrt2}$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$\dfrac{7/4}{\sqrt2}=\dfrac{7\sqrt2}8$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circle touching both curves has diameter equal to the least gap between them, i.e. twice this distance,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circle touching both curves has diameter equal to the least gap between them, i.e. twice this distance,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$\frac{7\sqrt2}4$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$=\dfrac{7\sqrt2}8$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$\dfrac{7\sqrt2}{8}$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Curves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curve and its inverse relation): the least gap between them is twice the least distance from one curve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smallest touching circle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points of closest approach the common normal is perpendicular to both tangents, so tangents there are parallel.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Curves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curve and its inverse relation): the least gap between them is twice the least distance from one curve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$y=x^{2}+c$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$x=y^{2}+c$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smallest touching circle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$r=\dfrac{c-1/4}{\sqrt2}$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$\frac{7/4}{\sqrt2}=\frac{7\sqrt2}8$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points of closest approach the common normal is perpendicular to both tangents, so tangents there are parallel.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spherical chocolate ball has a layer of ice-cream of uniform thickness around it. When the thickness of the ice-cream layer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cm, the ice-cream melts at the rate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𝑚𝑖𝑛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thickness of the ice-cream layer decreases at the rate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cm/min. The surface area (in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 the chocolate ball (without the ice-cream layer)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969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spherical chocolate ball has a layer of ice-cream of uniform thickness around it. When the thickness of the ice-cream layer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cm, the ice-cream melts at the rate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$81\ \text{cm}^{3}/\text{min}$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thickness of the ice-cream layer decreases at the rate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$\dfrac1{4\pi}$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cm/min. The surface area (in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$\text{cm}^{2}$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 the chocolate ball (without the ice-cream layer)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$196\pi$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$225\pi$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$128\pi$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$256\pi$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Rate of change (related rates)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chocolate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constant; the outer volume depends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thickness.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chocolate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constant; the outer volume depends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$r+\alpha$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thickness.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ice-cream thickness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 and the chocolate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(constant). Initially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ice-cream thickness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 and the chocolate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(constant). Initially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ice-cream melts: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𝑚𝑖𝑛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thickness decreases: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cm/min.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Outer volume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Surface area of the chocolate ball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ice-cream melts: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$\frac{dV}{dt}=-81\ \text{cm}^{3}/\text{min}$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thickness decreases: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$\frac{d\alpha}{dt}=-\frac1{4\pi}$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cm/min.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Outer volume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$V=\frac43\pi(r+\alpha)^{3}$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$\frac{dV}{dt}=\frac43\pi\cdot3(r+\alpha)^{2}\frac{d\alpha}{dt}=4\pi(r+1)^{2}\left(-\frac1{4\pi}\right)=-(r+1)^{2}$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$(r+1)^{2}=81$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$r+1=9$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Surface area of the chocolate ball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$S=4\pi r^{2}=4\pi\cdot64=256\pi$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$256\pi$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thin shell: change in volume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outer surface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 in thickness.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thin shell: change in volume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outer surface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 in thickness.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volume lost per minute is the area of the outer surface times the rate at which the thickness shrinks: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outer radius.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chocolate radius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Surface area of the chocolate ball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(D). (This is the usual calculus step in shorter form.)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volume lost per minute is the area of the outer surface times the rate at which the thickness shrinks: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$81=4\pi R^{2}\cdot\frac1{4\pi}$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outer radius.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$R^{2}=81$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chocolate 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$r=R-1=8$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Surface area of the chocolate ball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$=4\pi\cdot8^{2}=256\pi$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(D). (This is the usual calculus step in shorter form.)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$256\pi$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sphere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surface area; the volume rate is area times the rate of change of the radius.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Quantities held fixed (here the chocolate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constants in the differentiation; only the thickness varies.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outer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inner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sphere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$V=\frac43\pi R^{3}$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$\frac{dV}{dt}=S\frac{dR}{dt}$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$S=4\pi R^{2}$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surface area; the volume rate is area times the rate of change of the radius.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Quantities held fixed (here the chocolate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constants in the differentiation; only the thickness varies.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$(r+1)^{2}=81$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outer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inner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of minimum area touching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which one of the following points lies on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of minimum area touching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$y=6-x^{2}$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$y=\sqrt3\,|x|$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which one of the following points lies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and normal: circle touching a parabola and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By symmetry the centre is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-axis; the circle meets the lines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axis, so its radius is half the centre's height.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By symmetry the centre is on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-axis; the circle meets the lines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$30^{\circ}$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axis, so its radius is half the centre's height.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the centre lies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The circle touches the parabola at its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with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from the centre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the centre lies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The circle touches the parabola at its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with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$(0,6-r)$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$x^{2}+(y-6+r)^{2}=r^{2}$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from the centre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$\sqrt3x-y=0$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$\left|\dfrac{6-r}{2}\right|=r$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$6-r=2r$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$x^{2}+(y-4)^{2}=4$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circle. The other options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Note: this is the circle that touches the parabola at the vertex and the lines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also cuts the parabola at those two points. The strictly smaller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3.196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wholly inside the region, but no option lies on it, so the key (D) refers to the vertex circle above.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$2^{2}+(4-4)^{2}=4$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circle. The other options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$(1,2)\to5$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$(2,2)\to8$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$(1,1)\to10$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Note: this is the circle that touches the parabola at the vertex and the lines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$(\pm\sqrt3,3)$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also cuts the parabola at those two points. The strictly smaller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$x^{2}+(y-k)^{2}=\frac{k^{2}}4$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$k=3\sqrt3-2\approx3.196$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wholly inside the region, but no option lies on it, so the key (D) refers to the vertex circle above.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$(2,4)$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Circle through the three corner points of the region: the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two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the lines meet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Circle through the three corner points of the region: the vertex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$(0,6)$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two 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$(\pm\sqrt3,3)$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the lines meet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$y=\sqrt3|x|$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$y=6-x^{2}$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$x^{2}+\sqrt3x-6=0$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$(\pm\sqrt3,3)$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$(6-k)^{2}=3+(3-k)^{2}$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$36-12k=12-6k$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foot of the perpendicular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distance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circle touches both lines exactly at those points and touches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tangent to the parabola)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it. Same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distance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circle touches both lines exactly at those points and touches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tangent to the parabola)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$x^{2}+(y-4)^{2}=4$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it. Same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$(2,4)$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it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Caution: the radius of curvature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vertex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vertex-touching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the parabola again (at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always check whether 'touching' means tangent at one point or a circle that stays inside.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touching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$y=\pm\tan\beta\,x$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$k\cos\beta$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$y=\pm\sqrt3x$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$\beta=60^{\circ}$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 k2$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$\left(\frac{\sqrt3k}4,\frac{3k}4\right)$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Caution: the radius of curvature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$y=6-x^{2}$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vertex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vertex-touching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the parabola again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$(\pm\sqrt3,3)$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always check whether 'touching' means tangent at one point or a circle that stays inside.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points on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which the normal lines are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0   (C) 4   (D) 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points on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$y=54x^{5}-135x^{4}-70x^{3}+180x^{2}+210x$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which the normal lines are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$x+90y+2=0$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0   (C) 4   (D) 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and normal: normals parallel to a given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Normal parallel to a line means tangent slope is the negative reciprocal of that line's slope; count the real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Normal parallel to a line means tangent slope is the negative reciprocal of that line's slope; count the real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$y'=90$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normal slope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required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$x+90y+2=0$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$-\frac1{90}$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normal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$m_N=-\frac1{90}$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$m_N=-\dfrac1{\left(\frac{dy}{dx}\right)}$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$\dfrac{dy}{dx}=90$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required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$\dfrac{dy}{dx}=270x^{4}-540x^{3}-210x^{2}+360x+210=90$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four distinct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four points on the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normals,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$270x^{4}-540x^{3}-210x^{2}+360x+120=0$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$30(x-1)(x-2)(3x+1)(3x+2)=0$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$x=1,\,2,\,-\frac13,\,-\frac23$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four distinct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four points on the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normals,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sign changes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intermediate value theorem instead of factorising.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sign changes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$9x^{4}-18x^{3}-7x^{2}+12x+4$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intermediate value theorem instead of factorising.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Need real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(after dividing the equation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 quartic has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Need real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$p(x)=9x^{4}-18x^{3}-7x^{2}+12x+4$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(after dividing the equation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 quartic has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$p(-1)=12&gt;0$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$p(-\frac12)=-\frac{15}{16}&lt;0$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$p(0)=4&gt;0$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$p(\frac12)=\frac{105}{16}&gt;0$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$p(\frac32)=-\frac{143}{16}&lt;0$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$p(3)=220&gt;0$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changes occur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four different intervals, so four distinct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quartic cannot have more, so there are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 Same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changes occur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$(-1,-\frac12)$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$(-\frac12,0)$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$(\frac12,\frac32)$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$(\frac32,3)$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four different intervals, so four distinct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quartic cannot have more, so there are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 Same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tangent slope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normal slope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tangent slope is its negative reciprocal). Normal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tangent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such points equals the number of distinct real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root gives one point on the curve).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real roots of a polynomial: if sign changes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test points equal the degree, all roots are real and distinct.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tangent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$f'(x)=\dfrac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normal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tangent slope is its negative reciprocal). Normal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tangent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such points equals the number of distinct real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$f'(x)=\dfrac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root gives one point on the curve).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real roots of a polynomial: if sign changes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test points equal the degree, all roots are real and distinct.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$1,2,-\frac13,-\frac23$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Q11 – Q12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maximum and minimum values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maximum and minimum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$\left(\sqrt{8x-x^{2}-12}-4\right)^{2}+(x-7)^{2}$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$M^{2}-m^{2}$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Maximum and minimum of a distance expression (geometric interpretation)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expression is the squared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a point of the upper semicircle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$y=\sqrt{8x-x^{2}-12}$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expression is the squared distance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$(7,4)$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a point of the upper semicircle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$(x-4)^{2}+y^{2}=4$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(domain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upper half of the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fixed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$(y-4)^{2}+(x-7)^{2}$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$y=\sqrt{8x-x^{2}-12}\ge0$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 x\le6$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$x^{2}+y^{2}-8x+12=0$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$(x-4)^{2}+y^{2}=4$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upper half of the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$(PQ)^{2}$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nearest point of the circle (along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in the upper half,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Maximum: the farthest point of the full circle would lie below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which is not allowed, so on the upper half the maximum is at the end of the semicircle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end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$CQ=\sqrt{3^{2}+4^{2}}=5$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nearest point of the circle (along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in the upper half,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$m=(CQ-2)^{2}=3^{2}=9$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Maximum: the farthest point of the full circle would lie below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which is not allowed, so on the upper half the maximum is at the end of the semicircle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$M=(7-2)^{2}+(4-0)^{2}=25+16=41$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end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$M^{2}-m^{2}=41^{2}-9^{2}=(41-9)(41+9)=32\times50=1600$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1600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semicircle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reduce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the semicircle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$x=4+2\cos\theta$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$0\le\theta\le\pi$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reduce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$a\sin\theta+b\cos\theta$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36.87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$x=4+2\cos\theta$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$E=(2\sin\theta-4)^{2}+(2\cos\theta-3)^{2}$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$E=4\sin^{2}\theta-16\sin\theta+16+4\cos^{2}\theta-12\cos\theta+9=29-4(4\sin\theta+3\cos\theta)$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$4\sin\theta+3\cos\theta=5\sin(\theta+\varphi)$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$\tan\varphi=\frac34$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$\varphi\approx36.87^{\circ}$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$\theta+\varphi\in[\varphi,\pi+\varphi]$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allowed):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reach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$5\sin(\theta+\varphi)$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$\theta+\varphi=90^{\circ}$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allowed):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$E_{\min}=29-20=9$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$-5\sin\varphi=-3$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$\theta+\varphi$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reach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$270^{\circ}$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$E_{\max}=29+12=41$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$M^{2}-m^{2}=1681-81=1600$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1600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squared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point on the upper semicircle; recognise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half-circle.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an outside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full circle: nearest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farthest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semicircle check whether those points are in the allowed half, otherwise use the endpoints.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restricted angle range,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its extremes at the interior maximum point or at an endpoint - not automatically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$\left(\sqrt{R^{2}-(x-h)^{2}}-b\right)^{2}+(x-p)^{2}$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squared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point on the upper semicircle; recognise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$y=\sqrt{\cdots}$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half-circle.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an outside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full circle: nearest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$(CQ-r)^{2}$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farthest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$(CQ+r)^{2}$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semicircle check whether those points are in the allowed half, otherwise use the endpoints.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restricted angle range,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$a\sin\theta+b\cos\theta$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its extremes at the interior maximum point or at an endpoint - not automatically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$\pm\sqrt{a^{2}+b^{2}}$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largest circle centred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inscribed in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largest circle centred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inscribed in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$\dfrac{x^{2}}{36}+\dfrac{y^{2}}{16}=1$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$10\alpha^{2}$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644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Largest circle inscribed in an ellipse (minimum distance from a point)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radius of the largest circle is the least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ellipse, reached where the normal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radius of the largest circle is the least distance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ellipse, reached where the normal passes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largest circle centred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ellipse at the nearest point, where the normal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$\frac{x^{2}}{36}+\frac{y^{2}}{16}=1$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$P(6\cos\theta,4\sin\theta)$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largest circle centred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ellipse at the nearest point, where the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x{18}+\frac{yy'}8=0$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$y'=-\frac x{18}\cdot\frac8y$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$=\frac{9y}{4x}=\frac94\cdot\frac{4\sin\theta}{6\cos\theta}=\frac32\cdot\frac{\sin\theta}{\cos\theta}$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line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line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$\frac{4\sin\theta}{6\cos\theta-2}=\frac{2\sin\theta}{3\cos\theta-1}$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$\frac32\frac{\sin\theta}{\cos\theta}=\frac{2\sin\theta}{3\cos\theta-1}$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$3(3\cos\theta-1)=4\cos\theta$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$P\left(\frac{18}5,\frac{16}5\right)$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$r^{2}=\left(\frac{18}5-2\right)^{2}+\left(\frac{16}5\right)^{2}=\frac{64+256}{25}=12.8$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$C:(x-2)^{2}+y^{2}=12.8$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$1+\alpha^{2}=12.8$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$\alpha^{2}=11.8$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$10\alpha^{2}=118$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squared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a point of the ellipse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minimise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squared distance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a point of the ellipse is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minimise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ellipse,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vertex of this parabola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the minimum.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ellipse,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$y^{2}=16-\frac49x^{2}$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$d^{2}=(x-2)^{2}+y^{2}=x^{2}-4x+4+16-\frac49x^{2}=\frac59x^{2}-4x+20$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$-6\le x\le6$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vertex of this parabola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$x=\frac{4}{10/9}=\frac{18}5$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$[-6,6]$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the minimum.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largest inscribed circle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$d^{2}_{\min}=\frac59\cdot\frac{324}{25}-\frac{72}5+20=\frac{36}5-\frac{72}5+20=\frac{64}5=12.8$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largest inscribed circle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$r^{2}=12.8$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$1+\alpha^{2}=12.8$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$\alpha^{2}=11.8$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$10\alpha^{2}=118$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circle centred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minimised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provided this is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otherwise the nearest point is the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(formula checked against the direct computation).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from the centre of the circle to the point of contact is the common normal.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circle centred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$\frac{x^{2}}{a^{2}}+\frac{y^{2}}{b^{2}}=1$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$d^{2}=\left(1-\frac{b^{2}}{a^{2}}\right)x^{2}-2hx+h^{2}+b^{2}$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minimised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$x=\frac{ha^{2}}{a^{2}-b^{2}}$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provided this is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$h\le\frac{a^{2}-b^{2}}{a}$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otherwise the nearest point is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$r=a-h$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$a^{2}-b^{2}=20$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$\frac{ha^{2}}{a^{2}-b^{2}}=\frac{72}{20}=\frac{18}5$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$r^{2}=b^{2}\left(1-\frac{h^{2}}{a^{2}-b^{2}}\right)=16\cdot\frac45=\frac{64}5$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(formula checked against the direct computation).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from the centre of the circle to the point of contact is the common normal.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Q13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times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   (B) 1   (C) 3   (D) 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$\lim_{x\to0}(f(2+x))^{3/x}=e^{\alpha}$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times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$y=4x^{3}-4x^{2}-4(\alpha-7)x-\alpha$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   (B) 1   (C) 3   (D) 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of the form 1 to the power infinity, Number of real roots of a cubic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limit is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count the roots of the cubic with the help of its turning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limit is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$1^{\infty}$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$\alpha=3f'(2)$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count the roots of the cubic with the help of its turning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limit in the exponent is a derivative).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$\lim_{x\to0}(f(2+x))^{3/x}$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$1^{\infty}$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$e^{\lim_{x\to0}\frac3x\left(f(2+x)-1\right)}=e^{3f'(2)}$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limit in the exponent is a derivative).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$\Rightarrow\alpha=3f'(2)=12$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$y=4x^{3}-4x^{2}-20x-12=4\left(x^{3}-x^{2}-5x-3\right)$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graph rises to a local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it only touches the axis, falls to a negative local minimum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rises through the axis once more. It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two points,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$\dfrac{dy}{dx}=4\left(3x^{2}-2x-5\right)=0\Rightarrow(x+1)(3x-5)=0$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$x=-1,\ 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$y(-1)=4(-1-1+5-3)=0$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$y\left(\frac53\right)=4\left(\frac{125}{27}-\frac{25}9-\frac{25}3-3\right)&lt;0$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graph rises to a local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it only touches the axis, falls to a negative local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rises through the axis once more. It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two points,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Factorise the cubic with the rational-root test: it has a repeated root.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limit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distinct real zeros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(double)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two points of intersection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Same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$\alpha=3f'(2)/f(2)=12$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f(2+x)^{k/x}$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$e^{kf'(2)}$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$y=4\left(x^{3}-x^{2}-5x-3\right)$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$-1-1+5-3=0$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$x^{3}-x^{2}-5x-3=(x+1)\left(x^{2}-2x-3\right)=(x+1)^{2}(x-3)$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distinct real zeros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(double)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two points of intersection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Same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with local extreme values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roots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double root),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by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f(x)=1$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g(x)=\infty$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f^{g}=e^{\lim g\,(f-1)}$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$f(a+x)^{k/x}$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$e^{kf'(a)}$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cubic with local extreme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$y_1,y_2$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roots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$y_1y_2&lt;0$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$y_1y_2=0$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double root),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$y_1y_2&gt;0$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$x^{3}-x^{2}-5x-3$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$-1,-1,3$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by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$(x+1)^{2}(x-3)$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strictly increasing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strictly decreasing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40   (B) 48   (C) 36   (D) 28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 x3+\dfrac3x+3$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strictly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$(-\infty,\alpha_1)\cup(\alpha_2,\infty)$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strictly decreasing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$(\alpha_3,\alpha_4)\cup(\alpha_4,\alpha_5)$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$\sum_{i=1}^{5}\alpha_i^{2}$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40   (B) 48   (C) 36   (D) 28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Monotonicity from the sign of the derivative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is undefined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$f'(x)=\dfrac{x^{2}-9}{3x^{2}}$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is undefined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sign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positive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negative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 x3+\dfrac3x+3$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$f'(x)=\dfrac13-\dfrac3{x^{2}}=\dfrac{x^{2}-9}{3x^{2}}=\dfrac{(x+3)(x-3)}{3x^{2}}$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$3x^{2}&gt;0$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$(x+3)(x-3)$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positive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negative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$(-3,0)\cup(0,3)$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$(-\infty,-3)\cup(3,\infty)$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$(-3,0)\cup(0,3)$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$\alpha_3=-3$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$\alpha_5=3$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$\sum\alpha_i^{2}=9+9+9+0+9=36$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AM-GM: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its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odd function.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AM-GM: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x3+\frac3x$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its minimum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odd function.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exactly when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tends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function, so its graph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reflection through the origin: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x3+\frac3x\ge2$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x3=\frac3x$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$x\to0^{+}$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$f(x)-3=\frac x3+\frac3x$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function, so its graph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reflection through the origin: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turning points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break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the turning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break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$\alpha_i=-3,3,-3,0,3$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$\sum\alpha_i^{2}=36$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turning points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increasing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decreasing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splits the decreasing set into separate intervals; they cannot be merged into one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minimum)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maximum).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$f(x)=px+\dfrac qx$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turning points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$x=\pm\sqrt{q/p}$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$|x|&gt;\sqrt{q/p}$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$\left(-\sqrt{q/p},0\right)$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$\left(0,\sqrt{q/p}\right)$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$\sqrt{q/p}=\sqrt{9}=3$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splits the decreasing set into separate intervals; they cannot be merged into one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minimum)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$f(-3)=1$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maximum).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largest open interval in which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largest open interval in which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420   (B) 280   (C) 360   (D) 160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largest open interval in which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$f(x)=2\log_{e}(x-2)-x^{2}+ax+1$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largest open interval in which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$g(x)=(x-1)^{3}(x+2-a)^{2}$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$100(a+b-c)$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420   (B) 280   (C) 360   (D) 160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Monotonicity and intervals of increase/decrease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itself decreasing,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increases exactly up to the point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that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itself decreasing,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increases exactly up to the point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that point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decreasing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exactly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needed and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only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interval is larger,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longer than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$f'(x)=\dfrac2{x-2}-2x+a\ge0$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$f''(x)=-\dfrac2{(x-2)^{2}}-2&lt;0$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decreasing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exactly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$f'(3)\ge0$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needed and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largest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$2-6+a=0$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interval is larger,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$\left(2,\frac{9+\sqrt{17}}4\right)$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longer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$g(x)=(x-1)^{3}(x-2)^{2}$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$g'(x)=3(x-1)^{2}(x-2)^{2}+2(x-1)^{3}(x-2)=(x-1)^{2}(x-2)(5x-8)$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sign pattern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$(x-2)(5x-8)\le0$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$(x-1)^{2}\ge0$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sign pattern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$x&lt;\frac85$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$\left(\frac85,2\right)$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$\left(\frac85,2\right)$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$100(a+b-c)=100\left(4+\frac85-2\right)=100\times3.6=360$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360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off the numerator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(its larger root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 section-formula trick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off the numerator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(its larger root must be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 section-formula trick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sign of the numerator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downward parabola,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its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interval starting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ends at the larger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weighted point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$f'(x)=\dfrac{-2x^{2}+(a+4)x-2a+2}{x-2}$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sign of the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downward parabola,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its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interval starting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ends at the larger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$-18+3(a+4)-2a+2=a-4=0$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$g=(x-1)^{3}(x-2)^{2}$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$\frac3{x-1}+\frac2{x-2}=0$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$3(x-2)+2(x-1)=0$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weighted point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the stationary points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derivative is negative (e.g.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exactly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the stationary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derivative is negative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$g'(1.8)&lt;0$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exactly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$\left(\frac85,2\right)$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$100(4+\frac85-2)=360$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360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(i.e.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an interval that ends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right end of the 'largest increasing interval' is a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stationary point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divides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factor with an even power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does not change 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(i.e.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an interval that ends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right end of the 'largest increasing interval' is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$(x-p)^{m}(x-q)^{n}$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stationary point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$x=\dfrac{np+mq}{m+n}$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$[p,q]$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$m:n$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$\frac{2\cdot1+3\cdot2}5=\frac85$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factor with an even power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does not change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$(b,c)=\left(\frac85,2\right)$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508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consider the following two statements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the above two statements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(II)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(I) and (II)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(I) nor (II)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508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 x+3x-\dfrac2\pi\left(x^{2}+x\right)$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$x\in\left[0,\dfrac\pi2\right]$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consider the following two statements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$\left(0,\dfrac\pi2\right)$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$\left(0,\dfrac\pi2\right)$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Between the above two statements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(II)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(I) and (II)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(I) nor (II)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Monotonicity: statements on f and f'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linear lower bound for the remaining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linear lower bound for the remaining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 x+3x-\frac2\pi(x^{2}+x)$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$f'(x)=\cos x+3-\frac2\pi(2x+1)=\cos x-\frac{4x}\pi-\frac2\pi+3$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increasing: (I)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decreasing: (II)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statements are true,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$x\in\left[0,\frac\pi2\right]$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$\frac{4x}\pi\in[0,2]$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$3-\frac2\pi-\frac{4x}\pi\ge3-\frac2\pi-2=1-\frac2\pi&gt;0$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increasing: (I)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$f''(x)=-\sin x-\frac4\pi&lt;0$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$x\in\left[0,\frac\pi2\right]$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decreasing: (II)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statements are true,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both (I) and (II) are true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(II) first: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decreasing, so its smallest value is at the right end; one evaluation gives (I).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(II) first: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decreasing, so its smallest value is at the right end; one evaluation gives (I).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- this proves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decreasing function has its minimum at the right endpoint: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- (I) is true. Same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$f''(x)=-\sin x-\frac4\pi&lt;0$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- this proves 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decreasing function has its minimum at the right endpoint: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$f'(x)\ge f'\left(\frac\pi2\right)=0+3-\frac2\pi(\pi+1)=1-\frac2\pi\approx0.363&gt;0$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- (I) is true. Same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both (I) and (II) are true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 on it as soon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right endpoint (and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 as soon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left endpoint).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Bounding technique: separate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bounded trigonometric part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 linear part whose minimum is at an endpoint.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least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 on it as soon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right endpoint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 as soon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left endpoint).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Bounding technique: separate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bounded trigonometric part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 linear part whose minimum is at an endpoint.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$f'\left(\frac\pi2\right)=1-\frac2\pi$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least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critical points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0   (B) 1   (C) 2   (D) 3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critical points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$f(x)=(x-2)^{2/3}(2x+1)$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0   (B) 1   (C) 2   (D) 3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Critical points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Critical points are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does not exist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defined: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Critical points are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does not exist while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defined: 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rule: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$f(x)=(x-2)^{2/3}(2x+1)$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$f'(x)=2(x-2)^{2/3}+(2x+1)\cdot\frac23(x-2)^{-1/3}$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$f'(x)=2(x-2)^{2/3}+\dfrac{2(2x+1)}{3(x-2)^{1/3}}$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denominator: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although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defined. Critical points: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critical points,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$f'(x)=\dfrac{6(x-2)+2(2x+1)}{3(x-2)^{1/3}}$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$f'(x)=\dfrac{10x-10}{3(x-2)^{1/3}}=\dfrac{10(x-1)}{3(x-2)^{1/3}}$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although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defined. Critical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critical points,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fractional powers.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$t=(x-2)^{1/3}$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polynomial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fractional powers.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one-one map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$t=(x-2)^{1/3}$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one-one map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$x=t^{3}+2$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$2x+1=2t^{3}+5$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$f=t^{2}(2t^{3}+5)=2t^{5}+5t^{2}$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$\dfrac{df}{dt}=10t^{4}+10t=10t(t^{3}+1)$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$\dfrac{dt}{dx}=\dfrac1{3t^{2}}$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$f'(x)=\dfrac{10t(t^{3}+1)}{3t^{2}}=\dfrac{10(t^{3}+1)}{3t}=\dfrac{10(x-1)}{3(x-2)^{1/3}}$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critical points. Same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$t^{3}=-1$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critical points. Same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Critical points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points of the 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exist. Check both kinds, and never count points outside the domain.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root real: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critical point (a cusp or vertical tangent),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(cusp, local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Critical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points of the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exist. Check both kinds, and never count points outside the domain.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$f(x)=(x-a)^{p/q}g(x)$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$0&lt;\frac pq&lt;1$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root real: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critical point (a cusp or vertical tangent),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$(x-a)^{p/q-1}$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(local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(cusp, local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6785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between the following two statements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only one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increasing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(S2)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(S1)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(S1) and (S2) are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(S1) and (S2) are incorrect.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46785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 x-x+1$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between the following two statements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only one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$\left[0,\dfrac\pi2\right]$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$\left[\dfrac\pi2,\pi\right]$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(S2)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(S1)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(S1) and (S2) are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(S1) and (S2) are incorrect.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Monotonicity and number of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strictly decreasing everywhere, so one sign change means exactly one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$f'(x)=-(1+\sin x)\le0$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strictly decreasing everywhere, so one sign change means exactly one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isolated points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all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 x-x+1$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$f'(x)=-\sin x-1=-(1+\sin x)\le0$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isolated points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strictly decreasing function that changes sign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zero there. (S1)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everywhere. (S2)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(S1) is correct,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$f(\pi)=-\pi&lt;0$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$f(0)f(\pi)&lt;0$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strictly decreasing function that changes sign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zero there. (S1)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$\left[\frac\pi2,\pi\right]$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everywhere. (S2)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(S1) is correct,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Only (S1) is correct.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Graph view: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while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increases, so they cross at most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Graph view: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decreases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while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increases, so they cross at most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decreasing and an increasing function intersect at most once;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cosine is above the line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below it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they intersect exactly once. (S1)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$f(x)=0\iff\cos x=x-1$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decreasing and an increasing function intersect at most once;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cosine is above the line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below it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$-1&lt;\pi-1$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they intersect exactly once. (S1)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(S2):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increase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(S2)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(S1) is correct. Same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(S2):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$f=1-\frac\pi2\approx-0.571$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$f=-\pi\approx-3.14$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$f(\pi)&lt;f\left(\frac\pi2\right)$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increase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$\left[\frac\pi2,\pi\right]$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(S2)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(S1) is correct. Same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Only (S1) is correct.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monotonic continuous function has at most one zero; a sign change on the interval makes it exactly one (intermediate value theorem).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zeros only at isolated points still gives a strictly decreasing function (no flat stretch).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of the form 'decreasing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increasing function' have at most one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root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monotonic continuous function has at most one zero; a sign change on the interval makes it exactly one (intermediate value theorem).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zeros only at isolated points still gives a strictly decreasing function (no flat stretch).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of the form 'decreasing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increasing function' have at most one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$f(\pi)=-\pi$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root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$x\approx1.28$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53135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statements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exactly at one point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(I) is 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(I) and (II) are the 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(I) and (II) are incorrect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(II) is correct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53135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$f:\left[\dfrac12,1\right]\to\mathbb{R}$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$f(x)=4\sqrt2x^{3}-3\sqrt2x-1$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statements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exactly at one point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$x=\cos\dfrac\pi{12}$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(I) is 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(I) and (II) are the 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(I) and (II) are incorrect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(II) is correct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Number of roots of a cubic, Triple-angle formula for cosine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monotonicity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uniqueness.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$4c^{3}-3c=\cos3\theta$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monotonicity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$\left[\frac12,1\right]$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uniqueness.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$\cos3\theta=4\cos^{3}\theta-3\cos\theta$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$4\cos^{3}\theta-3\cos\theta=\frac1{\sqrt2}$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lies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(II)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is positive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(zero only at the endpoint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$4\sqrt2\cos^{3}\theta-3\sqrt2\cos\theta-1=0$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$\left[\frac12,1\right]$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$\cos\frac\pi{12}\approx0.966$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(II)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$f'(x)=12\sqrt2x^{2}-3\sqrt2=3\sqrt2\left(4x^{2}-1\right)\ge0$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$x\in\left[\frac12,1\right]$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is positive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(zero only at the endpoint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increasing function has at most one zero,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one. So the curve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exactly one point: statement (I)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(I) and (II) are correct,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increasing function has at most one zero,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one. So the curve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exactly one point: statement (I)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(I) and (II) are correct,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Both (I) and (II) are correct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cubic becomes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$\theta\in\left[0,\frac\pi3\right]$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cubic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$\sqrt2\cos3\theta-1=0$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(cosine is one-one there).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$x\in\left[\frac12,1\right]$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$\theta\in\left[0,\frac\pi3\right]$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(cosine is one-one there).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$f(x)=\sqrt2\left(4\cos^{3}\theta-3\cos\theta\right)-1=\sqrt2\cos3\theta-1$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cosine is one-one, so the only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there is exactly one root,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Statements (I) and (II) are both correct. Same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$f=0\iff\cos3\theta=\frac1{\sqrt2}$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$3\theta\in[0,\pi]$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cosine is one-one, so the only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there is exactly one root,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Statements (I) and (II) are both correct. Same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Both (I) and (II) are correct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(Chebyshev polynomial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Any cubic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arccos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three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three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0.707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0.259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checked in the equation); only the first lies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restriction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what makes the answer exactly one root: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$4x^{3}-3x=\cos3\theta$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(Chebyshev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Any cubic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$4x^{3}-3x-c$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$x=\cos\frac{\arccos c+2k\pi}3$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three real roots.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three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$4\sqrt2x^{3}-3\sqrt2x-1=0$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$\cos\frac\pi{12}\approx0.966$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$\cos\frac{3\pi}4\approx-0.707$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$\cos\frac{17\pi}{12}\approx-0.259$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checked in the equation); only the first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$\left[\frac12,1\right]$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restriction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$\left[\frac12,1\right]$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what makes the answer exactly one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$\theta\in\left[0,\frac\pi3\right]$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$3\sin\theta-4\sin^{3}\theta=\sin3\theta$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decreases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increases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decreases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decreases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 x{x^{2}-6x-16}$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$x\in\mathbb{R}-\{-2,8\}$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decreases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$(-\infty,-2)\cup(-2,8)\cup(8,\infty)$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increases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$(-\infty,-2)\cup(-2,8)\cup(8,\infty)$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decreases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$(-\infty,-2)\cup(8,\infty)$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decreases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$(8,\infty)$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99618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Monotonicity of a rational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numerator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$f=\frac{x}{x^{2}+bx+c}$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numerator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$c-x^{2}$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$-(x^{2}+16)&lt;0$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Quotient rule: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 x{x^{2}-6x-16}=\dfrac x{(x-8)(x+2)}$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Quotient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$f'(x)=\dfrac{\left(x^{2}-6x-16\right)-x(2x-6)}{\left(x^{2}-6x-16\right)^{2}}$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$x^{2}-6x-16-2x^{2}+6x=-x^{2}-16$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$f'(x)=\dfrac{-(x^{2}+16)}{\left(x^{2}-6x-16\right)^{2}}$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is negative and the denominator is positive,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each of the intervals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$x\in\mathbb{R}-\{-2,8\}$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is negative and the denominator is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each of the intervals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decreases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decreases in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$(-\infty,-2)\cup(-2,8)\cup(8,\infty)$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increasing on each side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$f=\dfrac1{h(x)}$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$h(x)=x-6-\dfrac{16}x$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increasing on each side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$f(x)=\dfrac1{x-6-16/x}=\dfrac1{h(x)}$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$h(x)=x-6-\dfrac{16}x$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$h'(x)=1+\dfrac{16}{x^{2}}&gt;0$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$f'=-\dfrac{h'}{h^{2}}=-\dfrac{1+16/x^{2}}{\left(x-6-16/x\right)^{2}}&lt;0$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$x\ne0,-2,8$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is smooth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there is no break in the decrease across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on each interval of its domain. Same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is smooth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$f'(0)=-\frac{16}{256}=-\frac1{16}&lt;0$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there is no break in the decrease across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on each interval of its domain. Same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decreases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decreases in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$(-\infty,-2)\cup(-2,8)\cup(8,\infty)$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on every interval of its domain;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outside.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with 'decreasing' on each interval of the domain is decreasing on the union only in the sense of each interval - it need not be decreasing on the union as a single set (values jump across the poles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 x{x^{2}+bx+c}$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$f'(x)=\dfrac{c-x^{2}}{\left(x^{2}+bx+c\right)^{2}}$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on every interval of its domain;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$\left(-\sqrt c,\sqrt c\right)$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outside.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with 'decreasing' on each interval of the domain is decreasing on the union only in the sense of each interval - it need not be decreasing on the union as a single set (values jump across the poles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$f'=-\dfrac{x^{2}+16}{(x^{2}-6x-16)^{2}}$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2.20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01 Differentiation, Tangent &amp; Normal and Monotonicity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2.20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