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Sheet1!$A$2:$A$38</c:f>
              <c:strCache>
                <c:ptCount val="3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  <c:pt idx="35">
                  <c:v>Q36</c:v>
                </c:pt>
                <c:pt idx="36">
                  <c:v>Q37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1.0</c:v>
                </c:pt>
                <c:pt idx="13">
                  <c:v>3.0</c:v>
                </c:pt>
                <c:pt idx="14">
                  <c:v>1.0</c:v>
                </c:pt>
                <c:pt idx="15">
                  <c:v>2.0</c:v>
                </c:pt>
                <c:pt idx="16">
                  <c:v>3.0</c:v>
                </c:pt>
                <c:pt idx="17">
                  <c:v>2.0</c:v>
                </c:pt>
                <c:pt idx="18">
                  <c:v>2.0</c:v>
                </c:pt>
                <c:pt idx="19">
                  <c:v>1.0</c:v>
                </c:pt>
                <c:pt idx="20">
                  <c:v>1.0</c:v>
                </c:pt>
                <c:pt idx="21">
                  <c:v>2.0</c:v>
                </c:pt>
                <c:pt idx="22">
                  <c:v>2.0</c:v>
                </c:pt>
                <c:pt idx="23">
                  <c:v>3.0</c:v>
                </c:pt>
                <c:pt idx="24">
                  <c:v>2.0</c:v>
                </c:pt>
                <c:pt idx="25">
                  <c:v>1.0</c:v>
                </c:pt>
                <c:pt idx="26">
                  <c:v>2.0</c:v>
                </c:pt>
                <c:pt idx="27">
                  <c:v>3.0</c:v>
                </c:pt>
                <c:pt idx="28">
                  <c:v>2.0</c:v>
                </c:pt>
                <c:pt idx="29">
                  <c:v>2.0</c:v>
                </c:pt>
                <c:pt idx="30">
                  <c:v>1.0</c:v>
                </c:pt>
                <c:pt idx="31">
                  <c:v>2.0</c:v>
                </c:pt>
                <c:pt idx="32">
                  <c:v>1.0</c:v>
                </c:pt>
                <c:pt idx="33">
                  <c:v>1.0</c:v>
                </c:pt>
                <c:pt idx="34">
                  <c:v>2.0</c:v>
                </c:pt>
                <c:pt idx="35">
                  <c:v>1.0</c:v>
                </c:pt>
                <c:pt idx="36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reads 'θ3 = π/2'; it should read θ2 = π/2 (θ3 is given as 2π/3). Final answer (D) is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treats only the incircle and so finds a unique answer 5. A circle tangent to the three lines may also be an excircle: the excentre opposite B gives h+k=5+5√2, which is option (D). The official key (A) assumes the incircle; I kept (A) and added the remark. Computed with the weighted-centre formulae.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gives the second centre as (28/3, -109/2) and radius ≈ 49.78. Correct values: β = (1-4α)/3 = -109/9, so the centre is (28/3, -109/9) and the radius is 80/9 ≈ 8.89 (also &gt; 8, so it is still rejected). The final answer 7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line completes the square wrongly: it writes (x-4)^2+(y-2)^2=20, but x^2-16x gives (x-8)^2, so the correct form is (x-8)^2+(y-2)^2=68. The centre (8,2) used in the next line is correct, so the answer is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slips in the PDF: (1) the points are printed as (-22/7,-4) in the question but the solution text writes (-22/7, 4); the line 7x-3y+10=0 it then obtains is the right one for -4. (2) The printed answer key says 'B', but this is a numerical question; the value is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CIRCLE LINE (JM)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J-M · Circle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 —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the mid points of the chords of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subtend an angle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circle of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the mid points of the chords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$C_1:(x-4)^2+(y-5)^2=4$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subtend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$\theta_3=\frac{2\pi}{3}$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$r_1^2=r_2^2+r_3^2$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midpoints of chords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subtending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centre has its midpoint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subtending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centre has its midpoint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$R\cos\frac{\theta}{2}$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chord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angle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centre, the locus of its midpoint is a concentric circle of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chord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centre, the locus of its midpoint is a concentric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$r_i=R\cos\left(\frac{\theta_i}{2}\right)$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$r_1^2=r_2^2+r_3^2$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$\cos^2\frac{\theta_1}{2}=\cos^2\frac{\theta_2}{2}+\cos^2\frac{\theta_3}{2}$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$\theta_3=\frac{2\pi}{3}$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$\cos^2\frac{\pi}{6}=\cos^2\frac{\theta_2}{2}+\cos^2\frac{\pi}{3}$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$\frac{3}{4}=\frac{1}{4}+\cos^2\frac{\theta_2}{2}$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$\cos^2\frac{\theta_2}{2}=\frac{1}{2}$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$\cos\frac{\theta_2}{2}=\frac{1}{\sqrt2}$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$\frac{\theta_2}{2}=\frac{\pi}{4}$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radius condition becomes a condition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$\cos^2\frac{\theta}{2}=\frac{1+\cos\theta}{2}$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radius condition becomes a condition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$r_i^2=R^2\cos^2\frac{\theta_i}{2}=\frac{R^2}{2}(1+\cos\theta_i)$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$r_1^2=r_2^2+r_3^2$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$1+\cos\theta_1=(1+\cos\theta_2)+(1+\cos\theta_3)$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$\cos\theta_2=\cos\theta_1-\cos\theta_3-1$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option with cosine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$\cos\theta_1=\cos\frac{\pi}{3}=\frac12$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$\cos\theta_3=\cos\frac{2\pi}{3}=-\frac12$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$\cos\theta_2=\frac12+\frac12-1=0$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option with cosine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subtending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and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midpoints of such chords: the concentric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chords of fixed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of such radii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conditions between radii turn into linear conditions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subtending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$R\cos\frac{\theta}{2}$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and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$2R\sin\frac{\theta}{2}$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midpoints of such chords: the concentric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$R\cos\frac{\theta}{2}$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chords of fixed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$\sqrt{R^2-l^2/4}$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of such radii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$\frac{R^2}{2}(1+\cos\theta)$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conditions between radii turn into linear conditions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intersection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image of the circle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of intersection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$(a\neq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image of the 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$x^2+y^2+3x+3y+4=0$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$x^2+y^2+3x+5y+8=0$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$x^2+y^2-5x-5y+12=0$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$x^2+y^2+5x+5y+12=0$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a line and a circle; circle on a given diameter, Reflection of a point in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Reflecting a circle in a line only moves its centre; the radius stays the same.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passes through the origin,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passes through the origin,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$\beta=-\frac{a}{b}$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has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$\beta^2=1\Rightarrow a^2=b^2$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$\beta=-\frac{a}{b}=1$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$\frac{x-\frac12}{1}=\frac{y-\frac12}{1}=-2\left(\frac{\frac12+\frac12+2}{2}\right)=-2\left(\frac32\right)$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image of the centre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circle: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image of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$\left(-\frac52,-\frac52\right)$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$\left(x+\frac52\right)^2+\left(y+\frac52\right)^2=\frac12$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$x^2+y^2+5x+5y+\frac{25}{4}+\frac{25}{4}-\frac12=0$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$x^2+y^2+5x+5y+12=0$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$x^2+y^2+5x+5y+12=0$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the whole equation: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reflection, so just substitute.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the whole equation: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$(x,y)\to(-y-c,-x-c)$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reflection, so just substitute.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a point of the line,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maps to itself).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image circle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given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$x(x-1)+y(y-1)=0$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$(x,y)\mapsto(-y-2,-x-2)$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a point of the line,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maps to itself).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image circle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$(-y-2,-x-2)$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given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$(y+2)^2+(x+2)^2+(y+2)+(x+2)=0$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$x^2+y^2+5x+5y+12=0$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$x^2+y^2+5x+5y+12=0$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circle's image under reflection in a line is a circle of the same radius whose centre is the image of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line through the origin cuts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(diameter form).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$(x,y)\to(-y-c,-x-c)$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$(x,y)\to(y-c,x+c)$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circle's image under reflection in a line is a circle of the same radius whose centre is the image of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line through the origin cuts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$x(x-x_B)+y(y-y_B)=0$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(diameter form).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tangents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radius of the circle, whose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joining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tangent,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$A(4,-11)$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$B(8,-5)$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$x^2+y^2-3x+10y-15=0$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radius of the circle, whose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tangent,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$\frac{2\sqrt{13}}{3}$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at the ends of a chord; chord of contact,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chord of contact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comparing it with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chord of contact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comparing it with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 of contact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$y+5=\frac32(x-8)$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$2y+10=3x-24$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$3x-2y-34=0$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 of contact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$hx+ky-\frac32(x+h)+5(y+k)-15=0$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$x\left(h-\frac32\right)+y(k+5)-\frac32h+5k-15=0$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(1) and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radius = perpendicular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$\frac{h-\frac32}{3}=\frac{k+5}{-2}=\frac{-\frac32h+5k-15}{-34}$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$(h,k)=\left(8,-\frac{28}{3}\right)$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radius = perpendicular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$\frac{|24+\frac{56}{3}-34|}{\sqrt{13}}=\frac{2\sqrt{13}}{3}$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$\frac{2\sqrt{13}}{3}$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right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$OA\perp CA$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foot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$MC=\frac{AM^2}{OM}$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$O\left(\frac32,-5\right)$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$R^2=\frac94+25+15=\frac{169}{4}$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$AB=\sqrt{4^2+6^2}=\sqrt{52}$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$OM=\sqrt{R^2-AM^2}=\sqrt{\frac{169}{4}-13}=\frac{3\sqrt{13}}{2}$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centred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OAC=90^\circ$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$AM\perp 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$AM^2=OM\cdot MC$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$MC=\frac{AM^2}{OM}=\frac{13}{3\sqrt{13}/2}=\frac{2\sqrt{13}}{3}$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$CM=\frac{2\sqrt{13}}{3}$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$\frac{2\sqrt{13}}{3}$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is the polar (chord of contact)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meet; compare coefficients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(altitude in a right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pole to its polar for a point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is the polar (chord of contact)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meet; compare coefficients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$OM\cdot OC=R^2$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$AM^2=OM\cdot MC$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(altitude in a right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pole to its polar for a point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$\frac{d^2-R^2}{d}$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tangent lines to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$3y=4x+1$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tangent lines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$(x-h)^2+(y-k)^2=r^2$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$5(1+\sqrt2)$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lines and the incircle/excircle of the triangle formed, Angle bisectors and the line of symmetry of an isosceles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triangle is isosceles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incentre lies on its axis of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triangle is isosceles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incentre lies on its axis of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lines form a 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isosceles triangle the bisector of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lines form a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$3y=4x+1$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$C(5,7)$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$AB=\sqrt{16+9}=5$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$AC=\sqrt{9+16}=5$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$BC=7\sqrt2$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isosceles triangle the bisector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this line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touching the three lines (the incircle) lies on the bisector: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 (added): the excentre 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excentres 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 (D) is also attained by a circle tangent to the three lines. The official key takes the incircle, giving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this line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touching the three lines (the incircle) lies on the bisector: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 (added): the excentre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excentres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$h+k=5\pm5\sqrt2$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 (D) is also attained by a circle tangent to the three lines. The official key takes the incircle, giving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incentre formula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the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incentre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$I=\frac{aA+bB+cC}{a+b+c}$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the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lengths opposite the vertices: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 — 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lengths opposite the 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$a=BC=7\sqrt2$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$h+k=\frac{a(x_A+y_A)+b(x_B+y_B)+c(x_C+y_C)}{a+b+c}$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$5,\,-2,\,12$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$h+k=\frac{7\sqrt2\cdot5+5(-2)+5(12)}{7\sqrt2+10}=\frac{35\sqrt2+50}{7\sqrt2+10}=5$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 — no need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excentre 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Any circle tangent to three lines is the incircle or one of three excircles.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incentre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-excentre lie on the axis of symmetry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tangent lines to a circle form a triangle; first compute vertices and side lengths, then decide which of the four tritangent circles is meant.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$I=\frac{aA+bB+cC}{a+b+c}$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excentre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$\frac{-aA+bB+cC}{-a+b+c}$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Any circle tangent to three lines is the incircle or one of three excircles.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incentre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-excentre lie on the axis of symmetry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tangent lines to a circle form a triangle; first compute vertices and side lengths, then decide which of the four tritangent circles is meant.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obtained on rolling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on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image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centres of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feet of perpendiculars drawn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 the area of the trapezium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obtained on rolling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$x^2+y^2-4x-6y+11=0$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on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centres of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feet of perpendiculars drawn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 the area of the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$AMNB$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$4(1+\sqrt2)$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$2(1+\sqrt2)$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circle; rolling (translation) along the tangent, Reflection in a line; area of a trapezium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Rolling moves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units along the tangent; the reflection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trapezium.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Rolling moves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units along the tangent; the reflection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trapezium.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radius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Rolling up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radius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Rolling up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$\frac{(1,1)}{\sqrt2}$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$A=\left(2+\frac{4}{\sqrt2},\,3+\frac{4}{\sqrt2}\right)=(2+2\sqrt2,\,3+2\sqrt2)$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$B=(4+2\sqrt2,\,1+2\sqrt2)$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foot formula: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trapezium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foot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$\frac{x-(2+2\sqrt2)}{1}=\frac{y-(3+2\sqrt2)}{-1}=2$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$M=(2+2\sqrt2,0)$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$N=(4+2\sqrt2,0)$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$AM=3+2\sqrt2$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$BN=1+2\sqrt2$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$=\frac12(4+4\sqrt2)\cdot2=4(1+\sqrt2)$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$4(1+\sqrt2)$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its midpoint, so the mid-segment of the trapezium is the ordinate of that point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its midpoint, so the mid-segment of the trapezium is the ordinate of that point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$AB\perp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$(1,-1)/\sqrt2$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$MN=2\sqrt2\cdot\frac1{\sqrt2}=2$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$\frac{(1,1)}{\sqrt2}$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$P=(3+2\sqrt2,\,2+2\sqrt2)$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Mid-segment of the trapezium (average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equals the ordinate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mid-segment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Mid-segment of the trapezium (average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equals the ordinate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mid-segment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$=(2+2\sqrt2)\cdot2=4(1+\sqrt2)$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$4(1+\sqrt2)$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trapezium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mid-segment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through the midpoint of the slant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rolling along its tangent keeps its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tangent line; its centre moves along the parallel line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trapezium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$\frac{p+q}{2}h$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mid-segment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through the midpoint of the slant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rolling along its tangent keeps its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tangent line; its centre moves along the parallel line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$(x,y)\to(y-c,x+c)$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$T:x-y-1=0$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$(p,q)\to(q+1,p-1)$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two distinct chords drawn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two distinct chords drawn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$P\left(\frac{1+a}{2},\frac{1-a}{2}\right)$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$2x^2+2y^2-(1+a)x-(1-a)y=0$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$(2,12]$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Chords of a circle bisected by a line, Discriminant condition for distinct real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midpoint, the other 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on the circle; two chords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two distinct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$(\lambda,-\lambda)$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midpoint, the other end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$Q=(2\lambda-\alpha,-2\lambda-\beta)$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on the circle; two chords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$\Leftrightarrow$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two distinct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midpoint of a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$\frac{1+a}{2}=\alpha$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$\frac{1-a}{2}=\beta$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$x^2+y^2-\alpha x-\beta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midpoint of a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$(\lambda,-\lambda)$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$Q=(2\lambda-\alpha,\,-2\lambda-\beta)$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$(2\lambda-\alpha)^2+(-2\lambda-\beta)^2-\alpha(2\lambda-\alpha)-\beta(-2\lambda-\beta)=0$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$4\lambda^2+3\lambda(\beta-\alpha)+(\alpha^2+\beta^2)=0$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chords need two distinct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chords need two distinct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$9(\beta-\alpha)^2-4(4)(\alpha^2+\beta^2)&gt;0$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$\alpha^2+\beta^2=\frac{1+a^2}{2}$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$9a^2-16\cdot\frac{1+a^2}{2}&gt;0$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$9a^2-8-8a^2&gt;0\Rightarrow a^2&gt;8$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$a^2\in(8,\infty)$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$(8,\infty)$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Midpoints of chords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centre);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cut that circle in two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Midpoints of chords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 on the circle with diameter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centre);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cut that circle in two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$x^2+y^2-\alpha x-\beta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$C\left(\frac\alpha2,\frac\beta2\right)$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$CM\perp 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$\left(\frac{3\alpha}{4},\frac{3\beta}{4}\right)$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$\rho=\frac{PC}{2}=\frac14\sqrt{\alpha^2+\beta^2}$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chords bisected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line meets this circle at two distinct points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 the line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from the line: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chords bisected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line meets this circle at two distinct 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 the line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from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$\frac{3(\alpha+\beta)}{4\sqrt2}=\frac{3}{4\sqrt2}$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$\frac{9}{32}&lt;\rho^2=\frac{\alpha^2+\beta^2}{16}=\frac{1+a^2}{32}$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$9&lt;1+a^2$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$(8,\infty)$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Midpoints of all chords through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or inside, same: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chords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bisected by a line = number of intersections of the line with that circle (excluding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chord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the other 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 to get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Midpoints of all chords through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or inside, same: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chords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bisected by a line = number of intersections of the line with that circle (excluding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$(\lambda,-\lambda)$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chord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the other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$Q=2M-P$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 to get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 —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its diameter. The tangents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$Q(9,10)$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$R(\alpha,4)$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its diameter. The tangents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$2x-ky=1$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with a given diameter; angle in a semicircle, Tangents at two points of a circle (pole of a chord)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where the tangents (perpendicular to the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meet.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PQR=90^\circ$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where the tangents (perpendicular to the radii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$OQ,OR$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meet.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$PQ\perp 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$m_{PQ}\cdot m_{QR}=-1$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$\frac{10-2}{9+3}\times\frac{10-4}{9-\alpha}=-1\Rightarrow\alpha=13$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$R=(13,4)$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$m_{OQ}\cdot m_{QS}=-1\Rightarrow m_{QS}=-\frac47$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$y-10=-\frac47(x-9)\Rightarrow4x+7y=106$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$m_{OR}\cdot m_{RS}=-1\Rightarrow m_{RS}=-8$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$y-4=-8(x-13)\Rightarrow8x+y=108$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$S=\left(\frac{25}{2},8\right)$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$2x-ky=1$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$25-8k=1\Rightarrow8k=24$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$OM\cdot OS=r^2$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$r^2=OR^2=8^2+1^2=65$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$OQ^2=16+49=65$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$M=(11,7)$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$\overrightarrow{OM}=(6,4)$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$OM^2=52$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$OM\cdot OS=r^2$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$\overrightarrow{OS}=\frac{r^2}{OM^2}\overrightarrow{OM}=\frac{65}{52}(6,4)=\left(\frac{15}{2},5\right)$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$S=O+\overrightarrow{OS}=\left(\frac{25}{2},8\right)$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$2\cdot\frac{25}{2}-8k=1\Rightarrow 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in a semicircle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of a diameter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pole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(inversion in the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Pole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also be found by writing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in a semicircle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of a diameter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$m_{XA}m_{XB}=-1$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pole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$OM\cdot OS=r^2$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(inversion in the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Pole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also be found by writing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$4\alpha-7\beta$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contact and pole-polar, Intersection of a line and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chord of contact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chord of contact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given line is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contact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the chord of contact is the given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$x^2+y^2-4x-6y-3=0$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given line is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contact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y-2(x+\alpha)-3(y+\beta)-3=0$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$(\alpha-2)x+(\beta-3)y-(2\alpha+3\beta+3)=0$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the chord of contact is the given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$\frac{\alpha-2}{1}=\frac{\beta-3}{1}=-\left(\frac{2\alpha+3\beta+3}{-3}\right)$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$4\alpha-7\beta=-24+35=11$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through the centre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through the centre perpendicular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$\frac{r^2}{d}$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(direction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on the same side as the line, i.e. away from the side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centre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$d=\frac{|2+3-3|}{\sqrt2}=\sqrt2$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$CS\cdot d=r^2$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$CS=\frac{16}{\sqrt2}=8\sqrt2$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(direction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on the same side as the line, i.e. away from the side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centre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$x+y=5&gt;3$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$S=(2,3)-8(1,1)=(-6,-5)$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$\frac{(1,1)}{\sqrt2}$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$4\alpha-7\beta=-24+35=11$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of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given a chord, compare coefficients to find its pole.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chord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centre, its pole is on the perpendicular from the centre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chord of contact from an external point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of contact of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$xx_1+yy_1+g(x+x_1)+f(y+y_1)+c=0$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given a chord, compare coefficients to find its pole.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chord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centre, its pole is on the perpendicular from the centre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chord of contact from an external point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$\frac{2rL}{D}$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$L=\sqrt{D^2-r^2}$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distinct points on a circle with center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perpendicular to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$P(a_1,b_1)$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$Q(a_2,b_2)$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distinct points on a circle with center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$C(\sqrt2,\sqrt3)$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perpendicular to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$\frac{\sqrt{35}}{2}$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$a_1^2+b_1^2+a_2^2+b_2^2$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and right-angle (Pythagoras) relations;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right triangles,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$OC\perp CP$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$OC\perp CQ$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right triangles,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$OP^2=OC^2+CP^2$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by Pythagoras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$OC=\sqrt{(\sqrt2)^2+(\sqrt3)^2}=\sqrt5$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$OC\perp 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OCP=\frac12\cdot OC\cdot 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$\frac12\times PC\times\sqrt5=\frac{\sqrt{35}}{2}$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$PC=\sqrt7$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$CQ=CP=\sqrt7$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$OC\perp 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by Pythagoras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$OP^2=OC^2+PC^2=5+7=12$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$a_1^2+b_1^2+a_2^2+b_2^2=OP^2+OQ^2=2(5+7)=24$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axes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an axis; distances are unchanged.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axes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an axis; distances are unchanged.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Distances from the origin are invariant under rotation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rotate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radius).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Distances from the origin are invariant under rotation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rotate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$C=(\sqrt5,0)$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$OC\perp 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$OC\perp 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$|CP|=|CQ|=\rho$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radius).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OCP=\frac12\sqrt5\,\rho=\frac{\sqrt{35}}{2}$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$P=(\sqrt5,\sqrt7)$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$Q=(\sqrt5,-\sqrt7)$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$|P|^2+|Q|^2=(5+7)+(5+7)=24$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ends of a chord with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(Apollonius / median length).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Quantities that depend only on distances (such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point) may be computed after rotating or translating axes to a convenient position.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radius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collinear.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ends of a chord with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$OP^2+OQ^2=2(OC^2+CP^2)$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(Apollonius / median length).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Quantities that depend only on distances (such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point) may be computed after rotating or translating axes to a convenient position.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radius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collinear.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 —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$R\left(\frac94,2\right)$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from an external point; length and area of the triangle formed with the chord of contact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of the triangle formed by two tangents and the chord of contact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radius,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tangent length).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of the triangle formed by two tangents and the chord of contact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$\frac{RL^3}{R^2+L^2}$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radius,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tangent length).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tangent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$x^2+y^2-2x+y-5=0$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$R_c=\frac52$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$R_c^2=1+\frac14+5=\frac{25}{4}$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$R\left(\frac94,2\right)$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$L=PR=QR=\sqrt{S_1}=\sqrt{\frac{81}{16}+4-\frac{2\times9}{4}+2-5}=\frac54$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triangle formed by the two tangents and the chord of contact: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triangle formed by the two tangents and the chord of contact: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$\frac{R_cL^3}{R_c^2+L^2}$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$=\frac{\frac52\cdot\frac{125}{64}}{\frac{25}{4}+\frac{25}{16}}=\frac58$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chord length and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chord of contact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chord length and the distance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$R\left(\frac94,2\right)$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$\frac94x+2y-\left(x+\frac94\right)+\frac12\left(y+2\right)-5=0\Rightarrow x+2y-5=0$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$\frac{|1-1-5|}{\sqrt5}=\sqrt5$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$=\sqrt{\frac{25}{4}-5}=\frac{\sqrt5}{2}$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$\frac{\left|\frac94+4-5\right|}{\sqrt5}=\frac{5/4}{\sqrt5}=\frac{\sqrt5}{4}$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 PQ\cdot\frac{\sqrt5}{4}=\frac12\cdot\sqrt5\cdot\frac{\sqrt5}{4}=\frac58$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length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chord of contact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of triangle with the tangents: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area formula: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length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$L=\sqrt{S_1}$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chord of contact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$\frac{2rL}{\sqrt{r^2+L^2}}$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of triangle with the tangents: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$\frac{rL^3}{r^2+L^2}$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area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$PQ=\frac{2rL}{D}$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$D^2=r^2+L^2$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$\frac{L^2}{D}$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$=\frac{rL^3}{D^2}$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$OPRQ$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PRQ=180^\circ-\angle POQ$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tangents to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it. If the circumcircle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tangents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$x^2+y^2-6x+4y+8=0$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it. If the circumcircle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from an external point; circle through the points of contact, Circle on a given diameter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circumcircle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OPC=\angle OQC=90^\circ$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circumcircle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circumcircle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diameter has end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this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$CP\perp 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$CQ\perp 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circumcircle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diameter has end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$x(x-3)+y(y+2)=0$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$x^2+y^2-3x+2y=0$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this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$\alpha^2+\frac14-3\alpha+1=0$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 options: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$\alpha^2-3\alpha+\frac54=0\Rightarrow4\alpha^2-12\alpha+5=0$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$\alpha=\frac{10}{4}$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$\alpha=\frac52,\frac12$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 options: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belongs to the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Circle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$O,P,Q$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belongs to the family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$S+\lambda L=0$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chord of contact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Chord of contact (polar)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through the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family contains the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$S:x^2+y^2-6x+4y+8=0$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Chord of contact (polar)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$L:-3x+2y+8=0$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through the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$S+\lambda 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family contains 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$8+8\lambda=0\Rightarrow\lambda=-1$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the same circle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$x^2+y^2-6x+4y+8+3x-2y-8=0\Rightarrow x^2+y^2-3x+2y=0$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the same circle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$4\alpha^2-12\alpha+5=0$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external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circle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(points of contact)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concyclic.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the intersections of 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each root against the options: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valid mathematical solution but not an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external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circle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(points of contact)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$P,Q,O,C$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concyclic.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the intersections of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$S+\lambda 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each root against the options: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valid mathematical solution but not an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such that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 on the periphery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locus of the point, that divides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circle of radius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such that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 on the periphery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locus of the point, that divides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circle of radius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$\frac{\sqrt{19}}{5}\lambda$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$\frac{\sqrt{19}}{7}\lambda$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point dividing a moving chord (locus of a dividing point)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$OA=OB=AB=\lambda$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AOB=60^\circ$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$\cos(\theta_1-\theta_2)=\frac12$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origin,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origin,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$A=(\lambda\cos\theta_2,\lambda\sin\theta_2)$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$B=(\lambda\cos\theta_1,\lambda\sin\theta_1)$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$1=2-2\cos(\theta_1-\theta_2)$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$\cos(\theta_1-\theta_2)=\frac12$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$AP:PB=2:3$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$h=\frac{2\lambda\cos\theta_1+3\lambda\cos\theta_2}{5}$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$k=\frac{2\lambda\sin\theta_1+3\lambda\sin\theta_2}{5}$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$h^2+k^2=\frac{\lambda^2}{25}\left[4+9+12\cos(\theta_1-\theta_2)\right]$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$=\frac{\lambda^2}{25}\cdot19$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$\cos(\theta_1-\theta_2)=\frac12$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$x^2+y^2=\frac{19\lambda^2}{25}$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$\frac{\sqrt{19}}{5}\lambda$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$\frac{\sqrt{19}}{5}\lambda$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Stewart's/Apollonius' theorem to the cevian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— no trigonometry or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Stewart's/Apollonius' theorem to the cevian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— no trigonometry or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Stewart's theorem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cevian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$AP:PB=2:3$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$AP=\frac25\lambda$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$PB=\frac35\lambda$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Stewart's theorem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cevian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$OA^2\cdot PB+OB^2\cdot AP=AB\,(OP^2+AP\cdot PB)$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$\lambda^2\cdot\frac35\lambda+\lambda^2\cdot\frac25\lambda=\lambda\left(OP^2+\frac{6}{25}\lambda^2\right)$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the locus is the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$\lambda^3=\lambda OP^2+\frac{6}{25}\lambda^3\Rightarrow OP^2=\frac{19}{25}\lambda^2$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the locus is the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$\frac{\sqrt{19}}{5}\lambda$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$\frac{\sqrt{19}}{5}\lambda$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Stewart's theorem: 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centre;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dividing a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(internally):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Stewart's theorem: 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$BP=m$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$AB^2n+AC^2m=(m+n)(AP^2+mn)$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centre;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$\cos\angle=1-\frac{l^2}{2R^2}$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dividing a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(internally):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$OP^2=\frac{n R^2+mR^2}{m+n}-\frac{mn\,AB^2}{(m+n)^2}=R^2-\frac{mn\,AB^2}{(m+n)^2}$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on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 of the locus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divides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 of the locus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divides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$\frac{4\sqrt5}{5}$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$\frac{6\sqrt5}{5}$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$\frac{2\sqrt5}{5}$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point dividing a segment from a fixed point to a point on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scaled copy of the circle traced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$P=\frac{2A+3B}{5}$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scaled copy of the circle traced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$B=(4\cos\theta,4\sin\theta)$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$AP:PB=3:2$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$h=\frac{12\cos\theta+2}{5}$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$k=\frac{12\sin\theta+4}{5}$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$5h-2=12\cos\theta$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$5k-4=12\sin\theta$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and adding,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and adding,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$(5x-2)^2+(5y-4)^2=144$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$C\left(\frac25,\frac45\right)$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$AC=\sqrt{\left(1-\frac25\right)^2+\left(2-\frac45\right)^2}=\sqrt{\frac9{25}+\frac{36}{25}}=\sqrt{\frac{45}{25}}=\frac{3}{\sqrt5}=\frac{3\sqrt5}{5}$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$\frac{3\sqrt5}{5}$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homothety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image of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$B\mapsto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homothety with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image of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a homothety (enlargement) centred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homothety maps a circle to a circle and the centre to the image of the centre, with radius multiplied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$P=A+\frac35(B-A)$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a homothety (enlargement)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homothety maps a circle to a circle and the centre to the image of the centre, with radius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(B). (Radius of the locus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$C=A+\frac35(O-A)=\frac25A=\left(\frac25,\frac45\right)$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$AC=\frac35AO=\frac35\sqrt{1^2+2^2}=\frac{3\sqrt5}{5}$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(B). (Radius of the 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$=\frac35\cdot4=\frac{12}{5}$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$\frac{3\sqrt5}{5}$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fixed ratio,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circle, traces a circle: the image of the circle under a homothety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idea: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circle) gives a circle of half the radius; the centroid of a triangle with one moving vertex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fixed ratio,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circle, traces a circle: the image of the circle under a homothety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$A+\lambda(O-A)$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$\lambda=\frac{AP}{AB}$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idea: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circle) gives a circle of half the radius; the centroid of a triangle with one moving vertex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of a circle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tangents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normal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of a circle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tangents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$(\alpha-\beta+r)$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two lines; normal to a circle, Angle bisectors of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normal passes through the centre, and the centre is equidistant from the two tangents (it lies on an angle bisector).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normal: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distances from the centre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$4\alpha+3\beta=1\Rightarrow\beta=\frac{1-4\alpha}{3}$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distances from the centre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$3x+4y-24=0$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$\left|\frac{3\alpha-4\left(\frac{1-4\alpha}{3}\right)-32}{5}\right|=\left|\frac{3\alpha+4\left(\frac{1-4\alpha}{3}\right)-24}{5}\right|$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$=\frac{|3+4-32|}{5}=5&lt;8$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$\alpha=\frac{28}{3}$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$\left(\frac{28}{3},-\frac{109}{9}\right)$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$=\frac{80}{9}\approx8.89&gt;8$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$\alpha-\beta+r=7$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foot of the normal on a tangent is the point of contact; so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equal distance to the second tangent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foot of the normal on a tangent is the point of contact; so the centre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$A+t\,\hat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$|t|=r$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equal distance to the second tangent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centre, so it meets that tangent at the point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centre, so it meets that tangent at the point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$=(4,-5)+\frac t5(3,-4)=\left(4+\frac{3t}{5},-5-\frac{4t}{5}\right)$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$3x+4y-24=0$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$\frac{|3(4+\frac{3t}5)+4(-5-\frac{4t}5)-24|}{5}=\frac{|-32-\frac{7t}{5}|}{5}$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this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this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$\left|32+\frac{7t}{5}\right|=5|t|$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$32+\frac{7t}5=-5t$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$t=\frac{80}{9}$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$t=\frac{80}{9}$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$\alpha-\beta+r=1+1+5=7$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a circle touching two lines lies on one of the two angle bisectors (equal distances);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 position condition) selects the correct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normal to a circle passes through the centre; a normal perpendicular to a tangent meets it at the point of contact.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each root of a 'distance equal' equation against the stated constraint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the second root is the trap.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a circle touching two lines lies on one of the two angle bisectors (equal distances);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 position condition) selects the correct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normal to a circle passes through the centre; a normal perpendicular to a tangent meets it at the point of contact.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each root of a 'distance equal' equation against the stated constraint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the second root is the trap.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common tangents, to the circles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common tangents, to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$x^2+y^2-18x-15y+131=0$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$x^2+y^2-6x-6y-7=0$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Position of two circles and number of common tangents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distance between centres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distance between centres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$r_1+r_2$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$|r_1-r_2|$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circle: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circle: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circle: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$C_1\left(9,\frac{15}{2}\right)$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$r_1=\sqrt{81+\frac{225}{4}-131}=\frac52$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circle: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$r_2=\sqrt{9+9+7}=5$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$C_1C_2=\sqrt{6^2+\frac{81}{4}}=\frac{15}{2}$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circles touch externally,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tangents (two direct, one transverse).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$r_1+r_2=\frac52+5=\frac{15}{2}$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circles touch externally,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tangents (two direct, one transverse).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Subtract the equations: if the radical axis is tangent to a circle, the circles have exactly one common point.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equations gives the radical axis: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radical axis touches the second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common point lies on both the circle and the radical axis, so there is exactly one common point: the circles touch.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equations gives the radical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$-12x-9y+138=0$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$4x+3y-46=0$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$\frac{|12+9-46|}{5}=5=r_2$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radical axis touches the second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common point lies on both the circle and the radical axis, so there is exactly one common point: the circles touch.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larger than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neither circle lies inside the other: they touch externally.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Externally tangent circles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tangents —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larger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neither circle lies inside the other: they touch externally.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Externally tangent circles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tangents —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common tangents: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4;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3;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0.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circles touch, the radical axis is their common tangent at the point of contact.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common tangents: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4;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3;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$|r_1-r_2|&lt;d&lt;r_1+r_2$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2;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$d=|r_1-r_2|$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1;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$d&lt;|r_1-r_2|$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0.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$\sqrt{g^2+f^2-c}$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circles touch, the radical axis is their common tangent at the point of contact.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 – Q19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 —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inside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$(p,p+1)$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inside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$E=\left\{(x,y):3-x\le y\le\sqrt{9-x^2},\ 0\le x\le3\right\}$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 bounded by a line and a circle (inequality representation), Quadratic relations for a root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interval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between its intersections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with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lies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interval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between its intersections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with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part of the disc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$3-x\le y\le\sqrt{9-x^2}$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part of the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$(p,p+1)$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$y=\sqrt{9-x^2}$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$x+1=\sqrt{9-x^2}$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$x=\frac{-1+\sqrt{17}}{2}$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$p\in\left(1,\frac{-1+\sqrt{17}}{2}\right)$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$b=\frac{-1+\sqrt{17}}{2}$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$b^2+b-a^2=4-1=3$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$\frac{18-2\sqrt{17}}{4}+\frac{-1+\sqrt{17}}{2}-1=3$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need to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need to 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a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$x^2+x-4=0$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$b^2+b=4$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upper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positive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without evaluating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lower limit is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circle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$x^2+(x+1)^2=9\Rightarrow x^2+x-4=0$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upper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positive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without evaluating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lower limit 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$b^2+b-a^2=4-1=3$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quadratic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you replace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 linear expression; expressions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need no radicals.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a circular segment (disc cut by a chord); sketch it before finding intersections.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along a line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allowed range is found from the boundary intersections.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quadratic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you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 linear expression; expressions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need no radicals.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$3-x\le y\le\sqrt{9-x^2}$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a circular segment (disc cut by a chord); sketch it before finding intersections.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$(p,\,p+m)$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along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allowed range is found from the boundary intersections.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touches the two coordinate 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touches the two coordinate 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both coordinate axes, Foot of the perpendicular from a point on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circle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circle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$\alpha^2+\beta^2-2a\alpha-2a\beta+a^2=0$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$(\alpha+\beta-a)^2$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$2\alpha\beta$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(touching both axes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$(x-a)^2+(y-a)^2=a^2$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(touching both axes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$(\alpha-a)^2+(\beta-a)^2=a^2$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$\alpha^2+\beta^2-2\alpha a-2\beta a+a^2=0$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$Q(\alpha',\beta')$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$\frac{\alpha'-\alpha}{1}=\frac{\beta'-\beta}{1}=\frac{-(\alpha+\beta-a)}{2}$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five terms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circle equation,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$PQ^2=(\alpha'-\alpha)^2+(\beta'-\beta)^2=\frac14(\alpha+\beta-a)^2+\frac14(\alpha+\beta-a)^2=\frac12(\alpha+\beta-a)^2$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$121=\frac12(\alpha+\beta-a)^2$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$242=\alpha^2+\beta^2-2\alpha a-2\beta a+a^2+2\alpha\beta$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five terms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circle equation,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$242=2\alpha\beta$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circle, (distance to the chord of contact)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product of distances to the two tangents; here the tangents are the axes.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circle, (distance to the chord of contact)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product of distances to the two tangents; here the tangents are the axes.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 of contact of 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the coordinate axes.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Lemma: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𝑡𝑎𝑛𝑔𝑒𝑛𝑡 𝑎𝑡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𝑡𝑎𝑛𝑔𝑒𝑛𝑡 𝑎𝑡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axes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 of contact of 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the coordinate axes.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Lemma: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$d(P,AB)^2=d(P,\text{tangent at }A)\cdot d(P,\text{tangent at }B)$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(Lemma check: with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from the circle equation.)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$\alpha\beta=11^2=121$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(Lemma check: with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$(x-a)^2+(y-a)^2=a^2$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$PQ=\frac{|\alpha+\beta-a|}{\sqrt2}$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$(\alpha+\beta-a)^2=2\alpha\beta$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from the circle equation.)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distances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chord of contact and to the two tangents: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valid for a general conic).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in the first quadrant touching both axes: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distances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chord of contact and to the two tangents: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$PQ^2=PM\cdot 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valid for a general conic).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in the first quadrant touching both axes: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$(x-a)^2+(y-a)^2=a^2$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$\frac{|\alpha+\beta-a|}{\sqrt2}$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its mirror image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another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$C_1:x^2+y^2-4x-2y=\alpha-5$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its mirror image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another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$C_2:5x^2+5y^2-10fx-10gy+36=0$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Reflection of a circle in a line, Equation of a circle: centre and radius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mirror image is congruent: same radius, centre reflected.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mirror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$C_1:x^2+y^2-4x-2y+5-\alpha=0$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$r_1=\sqrt\alpha$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mirror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$\frac{x-2}{2}=\frac{y-1}{-1}=\frac{-2(4-1+1)}{5}=-\frac85$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$x=2-\frac{16}{5}=-\frac65$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$y=1+\frac85=\frac{13}{5}$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$C_2:x^2+y^2-2fx-2gy+\frac{36}{5}=0$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$g=\frac{13}{5}$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radii are equal,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$r=\sqrt{f^2+g^2-\frac{36}{5}}$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radii are equal,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$\alpha=f^2+g^2-\frac{36}{5}$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$\alpha=\frac{36}{25}+\frac{169}{25}-\frac{36}{5}=\frac{36+169-180}{25}=1$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$\alpha+r=1+1=2$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 about a line through a point with direction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(reflection matrix).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Reflection about a line through a point with direction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$v\mapsto2(v\cdot\hat d)\hat d-v$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(reflection matrix).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the origin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d=\frac{(1,2)}{\sqrt5}$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the origin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$(2,1)\to u=(2,0)$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$u\cdot\hat d=\frac{2}{\sqrt5}$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$2(u\cdot\hat d)\hat d=\frac45(1,2)=\left(\frac45,\frac85\right)$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$u'=\left(\frac45-2,\frac85\right)=\left(-\frac65,\frac85\right)$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back: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radii: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back: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$\left(-\frac65,\frac{13}{5}\right)$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radii: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$r^2=\left(\frac65\right)^2+\left(\frac{13}5\right)^2-\frac{36}{5}=1$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a line preserves the radius; the image of a circle is the circle on the reflected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normalised (divide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reading centre and radius.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a line preserves the radius; the image of a circle is the circle on the reflected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$\frac{x-x_1}{a}=\frac{y-y_1}{b}=-\frac{2(ax_1+by_1+c)}{a^2+b^2}$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$Ax^2+Ay^2+\dots+c=0$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normalised (divide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reading centre and radius.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in the first quadrant of radii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coordinate axes. Each of them cuts off an intercept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with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in the first quadrant of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coordinate axes. Each of them cuts off an intercept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with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$r_1^2+r_2^2-r_1r_2$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both coordinate axes, Length of a chord cut by a line on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half-chord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Chord of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half-chord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$r^2=d^2+1$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the chord cut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(half-chord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$(x-r)^2+(y-r)^2=r^2$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the chord cut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$CP=\frac{|r+r-2|}{\sqrt2}$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(half-chord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$CP=\sqrt{r^2-1}$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$\frac{|2r-2|}{\sqrt2}=\sqrt{r^2-1}$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$\left(\sqrt2(r-1)\right)^2=r^2-1$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$2(r-1)^2=r^2-1\Rightarrow r^2-4r+3=0$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$r_1^2+r_2^2-r_1r_2=1+9-3=7$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the line in the circle and use the root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resulting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the line in the circle and use the root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$|x_1-x_2|=\sqrt2$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resulting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line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$(x-r)^2+(y-r)^2=r^2$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$2x^2-4x+(r-2)^2=0$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$|x_1-x_2|=\frac{2}{\sqrt2}=\sqrt2$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$(x_1-x_2)^2=(x_1+x_2)^2-4x_1x_2=4-2(r-2)^2=2$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$(r-2)^2=1\Rightarrow 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$r_1^2+r_2^2-r_1r_2=1+9-3=7$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centre from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both axes in the first quadrant: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$2\sqrt{r^2-d^2}$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centre from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both axes in the first quadrant: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$x^2+y^2-2rx-2ry+r^2=0$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$|x_1-x_2|=\frac{l}{\sqrt{1+m^2}}$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Q20 – 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 —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distinct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circle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distinct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$(2k,3k)$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circle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$\frac{2}{13}$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Concyclic points; equation of a circle through three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Fit the circle through the three fixed points, then require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satisfy it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distinctness).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Fit the circle through the three fixed points, then require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$(2k,3k)$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satisfy it (and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distinctness).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$1+2g=0$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repeat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$(2k,3k)$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$4k^2+9k^2-5k=0\Rightarrow13k^2-5k=0$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$k=\frac{5}{13}$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repeat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$k=\frac{5}{13}$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$\frac{5}{13}$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Angle at the origin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diameter: use the diameter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Angle at the origin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diameter: use the diameter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ends of a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that diameter: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 points),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$\angle(1,0)\,(0,0)\,(0,1)=90^\circ$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ends of a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that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$(x-1)(x-0)+(y-0)(y-1)=0$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$(2k,3k)$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$13k^2-5k=0$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 points),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$k=\frac5{13}$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$\frac{5}{13}$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ends of a diameter: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right angle at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means the hypotenuse is a diameter (Thales).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concyclic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ends of a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right angle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means the hypotenuse is a diameter (Thales).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$(0,0),(1,0),(0,1),(x,y)$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concyclic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circles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exactly two distinct points,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$(x+1)^2+(y+2)^2=r^2$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$x^2+y^2-4x-4y+4=0$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exactly two distinct points,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$0&lt;r&lt;7$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$\frac12&lt;r&lt;7$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$5&lt;r&lt;9$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$3&lt;r&lt;7$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Position of two circles (intersection at two points)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distinct intersection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distinct intersection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$\Leftrightarrow|r_1-r_2|&lt;C_1C_2&lt;r_1+r_2$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1: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Circle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intersection at two distinct points: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1: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Circle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$(x-2)^2+(y-2)^2=4$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$C_1C_2=\sqrt{9+16}=5$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intersection at two distinct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$|r_1-r_2|&lt;C_1C_2&lt;r_1+r_2$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$|r-2|&lt;5&lt;r+2$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$5&lt;r+2\Rightarrow r&gt;3$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$|r-2|&lt;5\Rightarrow-5&lt;r-2&lt;5\Rightarrow-3&lt;r&lt;7$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$3&lt;r&lt;7$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$3&lt;r&lt;7$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Circle 2 is fixed: the distances of its points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circle 1 meets it twice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inside this range.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Circle 2 is fixed: the distances of its points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$[3,7]$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circle 1 meets it twice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inside this range.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the first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 circle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circle 2 is at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(nearest)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(farthest), taking each value in between at exactly two points (symmetric about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extremes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of the first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circle 2 is at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$AB-2=3$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(nearest)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$AB+2=7$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(farthest), taking each value in between at exactly two points (symmetric about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extremes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1 consists of the points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circle 2 in exactly two points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1 consists of the points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circle 2 in exactly two points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$3&lt;r&lt;7$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$3&lt;r&lt;7$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meet in two points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Distances from an external point to points of a circle range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first; reading centre and radius is the only algebra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meet in two points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$|r_1-r_2|&lt;d&lt;r_1+r_2$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Distances from an external point to points of a circle range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$[d-r,\,d+r]$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$x^2+y^2-4x-4y+4=0$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$(x-2)^2+(y-2)^2=4$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first; reading centre and radius is the only algebra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of the diameters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chord of another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center is the point of intersection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radius of the circle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of the diameters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$x^2+y^2-10x+4y+13=0$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chord of another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center is the point of intersection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radius of the circle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with a given chord (diameter of another circle), Intersection of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chord's midpoint is the first centre, so the line from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it is perpendicular to the chord: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chord's midpoint is the first centre, so the line from the centre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it is perpendicular to the chord: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$R^2=r^2+d^2$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$x^2+y^2-10x+4y+13=0$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$O(5,-2)$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$r=\sqrt{25+4-13}=4$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$O'(3,2)$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$d=OO'=\sqrt{(5-3)^2+(-2-2)^2}=\sqrt{20}$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diameter is a chord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end of the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diameter is a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$O'O\perp$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chord,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$R^2=r^2+d^2$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$O'OP$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end of the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$\sqrt{r^2+d^2}=\sqrt{16+20}=6$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Power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a chord of half-length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power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Power of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a chord of half-length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power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$-4\cdot4$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a chord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diameter of the first circle), so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$(x-3)^2+(y-2)^2=R^2$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$O(5,-2)$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a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diameter of the first circle), so the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$-(4)(4)=-16$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$=(5-3)^2+(-2-2)^2-R^2=20-R^2$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$20-R^2=-16\Rightarrow R^2=36$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midpoint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a circle: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(𝑑𝑖𝑠𝑡𝑎𝑛𝑐𝑒 𝑡𝑜 𝑐𝑒𝑛𝑡𝑟𝑒)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circle's diameter is a chord of another circle iff the first centre is the midpoint — and the perpendicular from the second centre falls on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midpoint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$R^2=d^2+\frac{l^2}{4}$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of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a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$\text{(distance to centre)}^2-R^2=-(OA)(OB)$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circle's diameter is a chord of another circle iff the first centre is the midpoint — and the perpendicular from the second centre falls on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variable line passing through the centre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 the positive co-ordinate 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variable line passing through the centre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$x^2+y^2-16x-4y=0$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 the positive co-ordinate 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$OA+OB$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through the centre of a circle; intercepts on the axes, Minimisation (AM-GM or derivative)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passes through the fixed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minimise the sum of its intercepts.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passes through the fixed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minimise the sum of its intercepts.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variable line through the 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positive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$x^2+y^2-16x-4y=0\Rightarrow(x-8)^2+(y-2)^2=68$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variable line through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$y-2=m(x-8)$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$=-\frac2m+8$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$=-8m+2$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positive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$OA+OB=-\frac2m+8-8m+2=f(m)$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$f'(m)=\frac{2}{m^2}-8=0\Rightarrow m^2=\frac14\Rightarrow m=-\frac12$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$f\left(-\frac12\right)=4+8+4+2=18$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AM-GM (Cauchy-Schwarz)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AM-GM (Cauchy-Schwarz)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xa+\frac yb=1$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$\frac8a+\frac2b=1$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$a+b=(a+b)\left(\frac8a+\frac2b\right)=10+\frac{8b}{a}+\frac{2a}{b}$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$\frac{8b}a+\frac{2a}b\ge2\sqrt{16}=8$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$a+b\ge18$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$\frac{8b}{a}=\frac{2a}{b}$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$\frac{8}{2b}+\frac2b=1\Rightarrow 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$OA+OB$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intercepts: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shortest segment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Cauchy-Schwarz: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carefully: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intercepts: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$\min(a+b)=(\sqrt p+\sqrt 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$(\sqrt8+\sqrt2)^2=18$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$\min(ab)=4pq$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shortest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$\left(p^{2/3}+q^{2/3}\right)^{3/2}$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Cauchy-Schwarz: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$(a+b)\left(\frac pa+\frac qb\right)\ge(\sqrt p+\sqrt 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carefully: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$x^2-16x=(x-8)^2-64$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$(-g,-f)$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circles. If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circles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two distinct points,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$C':x^2+y^2-4\lambda x+9=0$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circles. If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two distinct points,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$\mathbb{R}-[a,b]$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$(8a+12,16b-20)$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$x^2+2y^2-5x+6y=3$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$x^2-4y^2=7$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$5x^2-y=-11$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$6x^2+y^2=42$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Position of two circles; reality of a circle's radius, Substitution of a point into the equation of a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distinct points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together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being a real circle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distinct points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$|r_1-r_2|&lt;C_1C_2&lt;r_1+r_2$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together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being a real circle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$4\lambda^2\ge9$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points of intersection: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inequality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....(A)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$C':(x-2\lambda)^2+y^2=4\lambda^2-9$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$C_2(2\lambda,0)$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$r_2=\sqrt{4\lambda^2-9}$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points of 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$|r_1-r_2|&lt;C_1C_2&lt;r_1+r_2$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$\left|2-\sqrt{4\lambda^2-9}\right|&lt;|2\lambda|&lt;2+\sqrt{4\lambda^2-9}$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$4+4\lambda^2-9-4\sqrt{4\lambda^2-9}&lt;4\lambda^2&lt;4+4\lambda^2-9+4\sqrt{4\lambda^2-9}$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inequality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$-5&lt;4\sqrt{4\lambda^2-9}$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....(A)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inequality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....(2); (1) is contained in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inequality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$5&lt;4\sqrt{4\lambda^2-9}\Rightarrow25&lt;16(4\lambda^2-9)\Rightarrow\lambda^2&gt;\frac{169}{64}$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$\lambda\in\left(-\infty,-\frac{13}{8}\right)\cup\left(\frac{13}{8},\infty\right)$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$4\lambda^2-9\ge0$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$\lambda\in\left(-\infty,-\frac32\right]\cup\left[\frac32,\infty\right)$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....(2); (1) is contained in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$\lambda\in\mathbb{R}-\left[-\frac{13}{8},\frac{13}{8}\right]$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$a=-\frac{13}8$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$b=\frac{13}8$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$(8a+12,\,16b-20)=(-1,6)$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$6(-1)^2+6^2=42$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$6x^2+y^2=42$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$6x^2+y^2=42$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equations: the radical axis must cut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points, i.e. be at distance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equations: the radical axis must cut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points, i.e. be at distance less than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common chord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(radical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common points exist iff this line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points: its distance from the origin is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$4\lambda x-9-4=0$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common chord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$x=\frac{13}{4\lambda}$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(radical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common points exist iff this line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points: its distance from the origin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$\frac{13}{4|\lambda|}&lt;2$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also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set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$|\lambda|&gt;\frac{13}{8}$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also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$4\lambda^2-9&gt;0$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$\lambda^2&gt;\frac{169}{64}&gt;\frac94$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$\mathbb{R}-\left[-\frac{13}8,\frac{13}8\right]$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$(8a+12,16b-20)=(-1,6)$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$6x^2+y^2=42$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$6x^2+y^2=42$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meet in two points iff their radical axis cuts either one in two points (distance of axis from the centre less than the radius).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are equal).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second circle is real: here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meet in two points iff their radical axis cuts either one in two points (distance of axis from the centre less than the radius).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$S_1=0,S_2=0$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$x^2,y^2$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are equal).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second circle is real: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$r_2^2=4\lambda^2-9&gt;0$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locus of the midpoints of the chords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drawn from the origin intersect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length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locus of the midpoints of the chords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drawn from the origin intersect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midpoints of chords through a fixed point, Length of a chord cut by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chord through the origin (on the circle) has its midpoint on the circle with diameter from the origin to the centre.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chord with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chord with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$hx+ky-(y+k)=h^2+k^2-2k$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$0=h^2+k^2-2k+k$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$h^2+k^2-k=0$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$p=\frac{\left|0+\frac12-1\right|}{\sqrt2}=\frac{1}{2\sqrt2}$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$PQ=2\sqrt{r^2-p^2}=2\sqrt{\frac14-\frac18}=\frac{1}{\sqrt2}$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Thales: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locus is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diameter; then solve with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Thales: the midpoint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$CM\perp OM$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locus is the circle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diameter; then solve with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centre; for a chord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from the centre to a chord's midpoint is perpendicular to the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centre; for a chord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$CM\perp OM$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from the centre to a chord's midpoint is perpendicular to the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$x(x-0)+y(y-1)=0$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$x^2+(1-x)^2-(1-x)=0\Rightarrow2x^2-x=0$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$PQ=\sqrt{\frac14+\frac14}=\frac{1}{\sqrt2}$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midpoints of chords passing through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chord with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centre from the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midpoints of chords passing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chord with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$2\sqrt{r^2-p^2}$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centre from the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Q26 – Q28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 —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circle touches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distance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$(x-\alpha)^2+(y-\beta)^2=50$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circle touches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distance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Tangency of a line and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line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line is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distance from the centre to the line).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$S:(x-\alpha)^2+(y-\beta)^2=50$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$r=\sqrt{50}=5\sqrt2$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distance from the centre to the line).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$\left|\frac{\alpha+\beta}{\sqrt2}\right|=5\sqrt2\Rightarrow|\alpha+\beta|=10$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tangency condition: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given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tangency condition: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$OP=\frac{|\alpha-\beta|}{\sqrt2}$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$OC^2=OP^2+r^2$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component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$CP\perp$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$OP=\frac{|\alpha-\beta|}{\sqrt2}=4\sqrt2$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$OC^2=OP^2+CP^2=32+50=82$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some order).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$(\alpha+\beta)^2=2(\alpha^2+\beta^2)-(\alpha-\beta)^2=164-64=100$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$\alpha,\beta=9,1$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some order).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Tangency: distance from the centre to the line equals the radius. Here the data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redundant but consistent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line through the origin is the projection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Tangency: distance from the centre to the line equals the radius. Here the data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redundant but consistent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$C=(9,1)$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$(\alpha+\beta)^2+(\alpha-\beta)^2=2(\alpha^2+\beta^2)$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line through the origin is 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two diameters of a circle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joining the points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circle at only one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two diameters of a circle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joining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$\left(-\frac{22}{7},-4\right)$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$\left(-\frac17,3\right)$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circle at only one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$17\beta-\alpha$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Centre of a circle from two diameters, Tangent to a circle; foot of the perpendicular on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line meeting the circle at one point is a tangent,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line meeting the circle at one point is a tangent,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the intersection of the diameters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joining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the circle at only one point, so it is a tangent; radius =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58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the intersection of the diameters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$\left(-\frac{22}{7},-4\right)$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$\left(-\frac17,3\right)$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$y=\frac73x+\frac{10}3$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$7x-3y+10=0$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the circle at only one point, so it is a tangent; radius =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$\frac{|7+3+10|}{\sqrt{58}}=\frac{20}{\sqrt{58}}$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be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$(x-1)^2+(y+1)^2=\frac{400}{58}$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$x^2+y^2-2x+2y-\frac{142}{29}=0$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y-(x+\alpha)+(y+\beta)-\frac{142}{29}=0$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be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$7x-3y+10=0$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$\frac{\alpha-1}{7}=\frac{\beta+1}{-3}=\frac{-\alpha+\beta-\frac{142}{29}}{10}$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$\alpha=-\frac{41}{29}$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$17\beta-\alpha=\frac{17}{29}+\frac{41}{29}=2$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of contact is the foot of the perpendicular from the centre onto the tangent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— no radius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of contact is the foot of the perpendicular from the centre onto the tangent line: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$P=C-\frac{L(C)}{a^2+b^2}(a,b)$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— no radius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$L:7x-3y+10=0$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$L(C)=7+3+10=20$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$P=(1,-1)-\frac{20}{58}(7,-3)=\left(1-\frac{70}{29},-1+\frac{30}{29}\right)=\left(-\frac{41}{29},\frac{1}{29}\right)$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$17\beta-\alpha=\frac{17}{29}+\frac{41}{29}=2$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meeting a circle at exactly one point is a tangent; the point of contact is the foot of the perpendicular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the intersection of any two diameters.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meeting a circle at exactly one point is a tangent; the point of contact is the foot of the perpendicular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$(x_0,y_0)-\frac{ax_0+by_0+c}{a^2+b^2}(a,b)$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the intersection of any two diameters.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angle between the two radii (one to each circle) drawn from one of the intersection points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common chord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$C_2:(x-\alpha)^2+y^2=16$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angle between the two radii (one to each circle) drawn from one of the intersection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$\sin^{-1}\left(\frac{\sqrt{63}}{8}\right)$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common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Two intersecting circles: common chord and angle between radii, Cosine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Cosine rule in the triangle formed by the two radii and the line of centres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common chord is perpendicular to the line of centres.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Cosine rule in the triangle formed by the two radii and the line of centres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common chord is perpendicular to the line of centres.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intersection point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between the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principal range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intersection point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between the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$AP,\,MP$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$\cos\theta=\frac{25+16-\alpha^2}{40}$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$\sin\theta=\frac{\sqrt{63}}{8}$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principal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$\frac18=\frac{41-\alpha^2}{40}\Rightarrow\alpha^2=36\Rightarrow\alpha=6$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(radical axis)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foot of the chord,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(radical axis)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$25-16=2\alpha x-\alpha^2$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$x=\frac{9+36}{12}$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$AM'=\frac{15}{4}$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foot of the chord,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$(M'P)^2=25-\left(\frac{15}{4}\right)^2$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$M'P=\frac\beta2$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$\beta^2=4(M'P)^2=100-\frac{225}{4}=\frac{400-225}{4}=\frac{175}{4}$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$\alpha^2\beta^2=36\times\frac{175}{4}=1575$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1575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area of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ways: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—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area of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$APM$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ways: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$\frac12\cdot5\cdot4\sin\theta$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$\frac12\cdot\alpha\cdot\frac\beta2$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—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base, the height is the ordinate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 the common chord):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$A(0,0),P,M(\alpha,0)$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$=\frac12\cdot5\cdot4\sin\theta=10\cdot\frac{\sqrt{63}}{8}=\frac{5\sqrt{63}}{4}$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base, the height is the ordinate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$\frac\beta2$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(half the common chord):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$=\frac12\alpha\cdot\frac\beta2=\frac{\alpha\beta}{4}$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and this does not depend on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 or obtuse.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$\frac{\alpha\beta}{4}=\frac{5\sqrt{63}}{4}\Rightarrow\alpha\beta=5\sqrt{63}$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$(\alpha\beta)^2=25\cdot63=1575$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and this does not depend on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 or obtuse.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1575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with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(𝑐𝑜𝑚𝑚𝑜𝑛 𝑐ℎ𝑜𝑟𝑑)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𝑐ℎ𝑜𝑟𝑑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sine fixes the answer here: the other possible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also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with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APM=\frac12 r_1r_2\sin\theta=\frac14\,AM\cdot\text{(common chord)}$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$AM\cdot\text{chord}=2r_1r_2\sin\theta$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$(x-\alpha)^2+y^2=r_2^2$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$x=\frac{r_1^2-r_2^2+\alpha^2}{2\alpha}$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sine fixes the answer here: the other possible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also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$(\alpha\beta)^2=1575$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Q29 – Q36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 —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is inscribed in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side of this square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the square,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is inscribed in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$x^2+y^2-10x-6y+30=0$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side of this square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$(x_i,y_i)$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vertices of the square,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$\sum\left(x_i^2+y_i^2\right)$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Square inscribed in a circle, Line at a given distance from the centre (parallel lines)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sides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centre; solve with the circle to get the vertices.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sides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$\frac{r}{\sqrt2}$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centre; solve with the circle to get the vertices.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half-side of the inscribed square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side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perpendicular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$\sqrt{25+9-30}=2$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half-side of the inscribed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side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perpendicular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$\frac{|5-3+c|}{\sqrt2}=\sqrt2$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$|2+c|=2\Rightarrow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$x^2-8x+15=0\Rightarrow(3,3),(5,5)$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$x^2-12x+35=0\Rightarrow(5,1),(7,3)$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$\sum(x_i^2+y_i^2)=18+50+26+58=152$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each vertex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sum of squared distances needs no vertices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each vertex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$C+u_i$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$|u_i|=2$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u_i=0$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sum of squared distances needs no vertices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 of a square inscribed in a circle of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diagonals bisect each other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(C); the direction of the sides does not matter.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 of a square inscribed in a circle of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$V_i=C+u_i$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$|u_i|=r$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u_i=0$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diagonals bisect each other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$\sum|V_i|^2=\sum\left(|C|^2+2C\cdot u_i+|u_i|^2\right)=4|C|^2+2C\cdot\sum u_i+4r^2$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$=4|C|^2+4r^2=4(25+9)+4(4)=136+16=152$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$\sum(x_i^2+y_i^2)=152$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(C); the direction of the sides does not matter.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regular polygon inscribed in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Inscribed square: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of each side from the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direction does not change the sum; the given slope is a distractor.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regular polygon inscribed in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$\sum|V_i|^2=n\left(|C|^2+r^2\right)$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u_i=0$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Inscribed square: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of each side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direction does not change the sum; the given slope is a distractor.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circle with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and centre at the origin. 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chord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 and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 distance (in units) between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circle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and centre at the origin. 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 and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a distance (in units) between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 circle of given length; distance between parallel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(both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distance of each from the origin gives the gap.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(both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distance of each from the origin gives the gap.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 of the centre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$C:x^2+y^2=10$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$AN=\frac{MN}{2}=1$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$ON^2=OA^2+AN^2\Rightarrow10=OA^2+1\Rightarrow OA=3$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 of the centre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$\frac{|0+0-2|}{\sqrt2}=\sqrt2$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distance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sides of the centre)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 options: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$OA+\sqrt2=3+\sqrt2$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sides of the centre)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$|OA-\sqrt2|=3-\sqrt2$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 options: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$3-\sqrt2$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distance between parallel lines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distance between parallel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$\frac{|c-2|}{\sqrt2}$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Distance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one listed.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$\sqrt{10-1}=3$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$MN:x+y=c$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$\frac{|c|}{\sqrt2}=3$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$c=\pm3\sqrt2$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$PQ:x+y=2$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$\frac{|c-2|}{\sqrt2}$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$\frac{3\sqrt2-2}{\sqrt2}=3-\sqrt2$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$\frac{3\sqrt2+2}{\sqrt2}=3+\sqrt2$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one listed.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$3-\sqrt2$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parallel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given length and slope can lie on either side of the centre: two answers; check which is among the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$\sqrt{R^2-l^2/4}$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$\frac{|c_1-c_2|}{\sqrt{a^2+b^2}}$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given length and slope can lie on either side of the centre: two answers; check which is among the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closer to the origin be such that the lines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the coordinate axes touch it. Then the shortest distance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closer to the origin be such that the lines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the coordinate axes touch it. Then the shortest distance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two lines; shortest distance from a point to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Shortest distance from an external point to a circle is (distance to the centre)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Shortest distance from an external point to a circle is (distance to the centre)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axes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Such a circle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one closer to the origin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of a circle from an external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of the point from the centre)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radius.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Such a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$(3\pm1,\,2\pm1)$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one closer to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$(3-1,\,2-1)=(2,1)$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of a circle from an external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of the point from the centre)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radius.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$\sqrt{(5-2)^2+(5-1)^2}=\sqrt{25}=5$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from an external point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farthest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such circles; 'closer to the origin' picks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Pythagorean triples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help to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a calculator.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from an external point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farthest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$(p\pm r,\,q\pm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such circles; 'closer to the origin' picks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Pythagorean triples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help to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a calculator.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squares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respectively. Then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segments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$AEFG$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squares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respectively. Then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segments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$r^2-8r+8=0$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$2r^2-7r+7=0$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$2r^2-4r+1=0$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two perpendicular lines; geometry of squares and diagonals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centre on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touching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centre on the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(diagonal of the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lies on the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and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beyond the centre as seen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(diagonal of 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$AEFG$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lies on the bisector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beyond the centre as seen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$CF=r\sqrt2+r$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$r+r\sqrt2=2\sqrt2\Rightarrow r=4-2\sqrt2$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$(r-4)^2=8\Rightarrow r^2-8r+8=0$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$r^2-8r+8=0$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origin: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distance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origin: the centre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$(4-r,4-r)$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$F=(2,2)$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distance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Coordinates: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corner of the side-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inside the square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(A).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one touching the segments.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Coordinates: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corner of the side-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inside the square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$(4-r,4-r)$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$(2-(4-r))^2+(2-(4-r))^2=r^2\Rightarrow2(r-2)^2=r^2$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$2r^2-8r+8=r^2\Rightarrow r^2-8r+8=0$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(A).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$4\pm2\sqrt2$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one touching the segments.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$r^2-8r+8=0$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tangent to two perpendicular lines meeting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on the bisector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corner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larger gives a circle touching the extended lines, not the segments.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of 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tangent to two perpendicular lines meeting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on the bisector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corner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$r^2-8r+8=0$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$4\pm2\sqrt2$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larger gives a circle touching the extended lines, not the segments.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of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circle having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of common chord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$C_1:x^2+y^2-2(x+y)+1=0$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circle having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line of common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Radical axis (common chord) of two circles, Distance between two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chord is the radical axis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chord is the radical axis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(line of the common chord):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of the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$C_1:(x-1)^2+(y-1)^2=1$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$C_2:(x+1)^2+y^2=4$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(line of the common chord):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$\left(x^2+y^2-2x-2y+1\right)-\left(x^2+y^2+2x-3\right)=0\Rightarrow4x+2y-4=0$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$\sqrt{(1-0)^2+(1-2)^2}=\sqrt2$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of the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of two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points on it have equal tangent lengths to both circles, and it is the line of the common chord if the circles intersect.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point on the radical axis to a 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𝑝𝑜𝑤𝑒𝑟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do meet: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 of two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$S_1-S_2=0$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points on it have equal tangent lengths to both circles, and it is the line of the common chord if the circles intersect.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point on the radical axis to a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$PC_1^2=r_1^2+\text{power of 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circles do meet: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$|r_1-r_2|=1$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is inscribed in an equilateral triangle of side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and perimeter of any square inscribed in this circle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is inscribed in an equilateral triangle of side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and perimeter of any square inscribed in this circle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Incircle of an equilateral triangle, Square inscribed in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square inscribed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side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square inscribed in a circle of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side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$^2=2r^2$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the triangle: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 of the inscribed square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diagonal equals the diameter: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the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$r=\frac\Delta s=\frac{\frac{\sqrt3}{4}\times12^2}{18}=\frac{36\sqrt3}{18}=2\sqrt3$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 of the inscribed square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diagonal equals the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$2a^2=4r^2$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$a^2=2r^2=24$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$m=a^2=24$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$n=4a=4\sqrt{24}$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$m+n^2=24+16\times24=17\times24=408$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an equilateral triangle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circumradius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inscribed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square,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𝑝𝑒𝑟𝑖𝑚𝑒𝑡𝑒𝑟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𝑎𝑟𝑒𝑎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an equilateral triangle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inscribed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$n^2=32r^2=16m$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$m+n^2=17m$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square,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$(\text{perimeter})^2=16\times\text{area}$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$m+n^2=17m=17\times24$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each other externally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line segment joining the centres of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$C_1:(x-\alpha)^2+(y-\beta)^2=r_1^2$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$C_2:(x-8)^2+\left(y-\frac{15}{2}\right)^2=r_2^2$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each other externally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line segment joining the centres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$(\alpha+\beta)+4\left(r_1^2+r_2^2\right)$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Circles touching externally; section formula for the point of contact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of contact divides the line of centres in the ratio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of contact divides the line of centres in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$r_1:r_2$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$C_2\left(8,\frac{15}{2}\right)$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$\frac{\alpha\cdot1+8\cdot2}{1+2}=6\Rightarrow\alpha=2$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$\frac{\beta\cdot1+\frac{15}{2}\cdot2}{1+2}=6\Rightarrow\beta=3$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$r_1=C_1P=\sqrt{(6-2)^2+(6-3)^2}=\sqrt{25}=5$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$r_2=C_2P=\sqrt{(8-6)^2+\left(\frac{15}{2}-6\right)^2}=\sqrt{4+\frac94}=\frac52$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$(\alpha+\beta)+4\left(r_1^2+r_2^2\right)=2+3+4\left(25+\frac{25}{4}\right)=5+4\cdot\frac{125}{4}=130$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externally touching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externally touching circles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$C_1P:PC_2=r_1:r_2$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$r_1=2r_2$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$C_1=P-2(C_2-P)$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of centres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of centres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$C_1P=r_1$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$PC_2=r_2$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$C_1P:PC_2=r_1:r_2=2:1$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$r_2=PC_2=\sqrt{2^2+\left(\frac32\right)^2}=\frac52$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$r_1=2r_2=5$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$\overrightarrow{C_1P}=2\,\overrightarrow{PC_2}=2\left(2,\frac32\right)=(4,3)$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$C_1=(6,6)-(4,3)=(2,3)$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$(\alpha+\beta)+4(r_1^2+r_2^2)=5+4\left(25+\frac{25}4\right)=130$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circles touch externally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line of centres internally in the ratio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(internally touching: externally in that ratio).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Centres, radii and the point of contact are collinear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ratio given in the question as radius information: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circles touch externally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line of centres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$r_1:r_2$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(internally touching: externally in that ratio).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Centres, radii and the point of contact are collinear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ratio given in the question as radius information: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$2:1\Rightarrow r_1=2r_2$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image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image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$(x+4)^2+(y-3)^2=r^2$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Reflection of a point in a line, Circle passing through a given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image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its distance from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image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$(-4,5)$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its distance from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$(-4,3)$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$\frac{x+4}{1}=\frac{y-5}{2}=\frac{-2(-4+10-2)}{1+4}=-\frac85$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$x+4=-\frac85$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$x=-\frac{28}{5}$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$y-5=-\frac{16}{5}$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lies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image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$(x+4)^2+(y-3)^2=r^2$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$r^2=\left(-\frac85\right)^2+\left(\frac95-3\right)^2$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$r^2=\frac{64}{25}+\frac{36}{25}=4$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mirror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reflection keeps its distance from the 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$(-4,3)$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mirror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$x+2y=2$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reflection keeps its distance from the centre: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distance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$(-4,5)$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whether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reflection in a line fixes every point of that line and preserves distances,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image.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whether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$-4+6=2$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reflection in a line fixes every point of that line and preserves distances,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 P'|=|C 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$P=(-4,5)$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image.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(D), without computing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$r=|CP'|=|CP|=\sqrt{0^2+(5-3)^2}=2$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option (D), without computing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reflection fixes points on the mirror and preserves distances: if the centre lies on the mirror, the image lies on the same circle iff the original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before reflecting: is the circle's centre on the mirror line?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reflection fixes points on the mirror and preserves distances: if the centre lies on the mirror, the image lies on the same circle iff the original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$(x_1,y_1)-\frac{2(ax_1+by_1+c)}{a^2+b^2}(a,b)$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test before reflecting: is the circle's centre on the mirror line?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 —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of a circle, passing through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all possible values of the coordinates of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of a circle, passing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all possible values of the coordinates of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$4(h^2+k^2)$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passing through two points and touching a given circle, Internal tangency of circles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passes through the origin, so its radius equals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origin is inside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touching is internal.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passes through the origin, so its radius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$\sqrt{h^2+k^2}$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origin is 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touching is internal.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passes through the origin, which is inside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touches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the required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distance of its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circle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passes through the origin, which is inside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$C_1C_2=|r_1-r_2|$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the required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distance of its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$=\sqrt{h^2+k^2}$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$C_1C_2=\sqrt{h^2+k^2}=3-\sqrt{h^2+k^2}$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$2\sqrt{h^2+k^2}=3$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$h^2+k^2=\frac94$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$4(h^2+k^2)=9$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centre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touches it internally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centre,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collinear,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centre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touches it internally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$O,\,$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centre,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$\,T$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collinear,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 of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 both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required circle.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chord through the centre, i.e. a diameter,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radius of the required circle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(centre-to-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 both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required circle.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chord through the centre, i.e. a diameter,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radius of the required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$\sqrt{h^2+k^2}=$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(centre-to-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(Consistent: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$4(h^2+k^2)=4\cdot\frac94=9$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(Consistent: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bigger circle that touches it must touch internally and has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radius of the bigger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Touching circles: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(externally)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(internally); decide by the position of a known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bigger circle that touches it must touch internally and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radius of the bigger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Touching circles: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(externally)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$d=|r_1-r_2|$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(internally); decide by the position of a known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$k^2=\frac94-\frac14=2$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(1/8)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(2/8)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(3/8)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(4/8)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(5/8)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(6/8)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(7/8)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(8/8)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1.97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37 questions, 148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SHEET CIRCLE LINE (JM) Exercise J-M · Circle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1.97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