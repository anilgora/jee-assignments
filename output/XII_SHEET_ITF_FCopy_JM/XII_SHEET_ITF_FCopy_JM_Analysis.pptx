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  <p:sldId id="385" r:id="rId137"/>
    <p:sldId id="386" r:id="rId138"/>
    <p:sldId id="387" r:id="rId139"/>
    <p:sldId id="388" r:id="rId140"/>
    <p:sldId id="389" r:id="rId141"/>
    <p:sldId id="390" r:id="rId142"/>
    <p:sldId id="391" r:id="rId143"/>
    <p:sldId id="392" r:id="rId144"/>
    <p:sldId id="393" r:id="rId145"/>
    <p:sldId id="394" r:id="rId146"/>
    <p:sldId id="395" r:id="rId147"/>
    <p:sldId id="396" r:id="rId148"/>
    <p:sldId id="397" r:id="rId149"/>
    <p:sldId id="398" r:id="rId150"/>
    <p:sldId id="399" r:id="rId151"/>
    <p:sldId id="400" r:id="rId152"/>
    <p:sldId id="401" r:id="rId153"/>
    <p:sldId id="402" r:id="rId154"/>
    <p:sldId id="403" r:id="rId15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Relationship Id="rId135" Type="http://schemas.openxmlformats.org/officeDocument/2006/relationships/slide" Target="slides/slide128.xml"/><Relationship Id="rId136" Type="http://schemas.openxmlformats.org/officeDocument/2006/relationships/slide" Target="slides/slide129.xml"/><Relationship Id="rId137" Type="http://schemas.openxmlformats.org/officeDocument/2006/relationships/slide" Target="slides/slide130.xml"/><Relationship Id="rId138" Type="http://schemas.openxmlformats.org/officeDocument/2006/relationships/slide" Target="slides/slide131.xml"/><Relationship Id="rId139" Type="http://schemas.openxmlformats.org/officeDocument/2006/relationships/slide" Target="slides/slide132.xml"/><Relationship Id="rId140" Type="http://schemas.openxmlformats.org/officeDocument/2006/relationships/slide" Target="slides/slide133.xml"/><Relationship Id="rId141" Type="http://schemas.openxmlformats.org/officeDocument/2006/relationships/slide" Target="slides/slide134.xml"/><Relationship Id="rId142" Type="http://schemas.openxmlformats.org/officeDocument/2006/relationships/slide" Target="slides/slide135.xml"/><Relationship Id="rId143" Type="http://schemas.openxmlformats.org/officeDocument/2006/relationships/slide" Target="slides/slide136.xml"/><Relationship Id="rId144" Type="http://schemas.openxmlformats.org/officeDocument/2006/relationships/slide" Target="slides/slide137.xml"/><Relationship Id="rId145" Type="http://schemas.openxmlformats.org/officeDocument/2006/relationships/slide" Target="slides/slide138.xml"/><Relationship Id="rId146" Type="http://schemas.openxmlformats.org/officeDocument/2006/relationships/slide" Target="slides/slide139.xml"/><Relationship Id="rId147" Type="http://schemas.openxmlformats.org/officeDocument/2006/relationships/slide" Target="slides/slide140.xml"/><Relationship Id="rId148" Type="http://schemas.openxmlformats.org/officeDocument/2006/relationships/slide" Target="slides/slide141.xml"/><Relationship Id="rId149" Type="http://schemas.openxmlformats.org/officeDocument/2006/relationships/slide" Target="slides/slide142.xml"/><Relationship Id="rId150" Type="http://schemas.openxmlformats.org/officeDocument/2006/relationships/slide" Target="slides/slide143.xml"/><Relationship Id="rId151" Type="http://schemas.openxmlformats.org/officeDocument/2006/relationships/slide" Target="slides/slide144.xml"/><Relationship Id="rId152" Type="http://schemas.openxmlformats.org/officeDocument/2006/relationships/slide" Target="slides/slide145.xml"/><Relationship Id="rId153" Type="http://schemas.openxmlformats.org/officeDocument/2006/relationships/slide" Target="slides/slide146.xml"/><Relationship Id="rId154" Type="http://schemas.openxmlformats.org/officeDocument/2006/relationships/slide" Target="slides/slide147.xml"/><Relationship Id="rId155" Type="http://schemas.openxmlformats.org/officeDocument/2006/relationships/slide" Target="slides/slide14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Level</c:v>
                </c:pt>
              </c:strCache>
            </c:strRef>
          </c:tx>
          <c:dPt>
            <c:idx val="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3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4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5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6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7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8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9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2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3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4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5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6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7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8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9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0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2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2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23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4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cat>
            <c:strRef>
              <c:f>Sheet1!$A$2:$A$26</c:f>
              <c:strCache>
                <c:ptCount val="25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  <c:pt idx="6">
                  <c:v>Q7</c:v>
                </c:pt>
                <c:pt idx="7">
                  <c:v>Q8</c:v>
                </c:pt>
                <c:pt idx="8">
                  <c:v>Q9</c:v>
                </c:pt>
                <c:pt idx="9">
                  <c:v>Q10</c:v>
                </c:pt>
                <c:pt idx="10">
                  <c:v>Q11</c:v>
                </c:pt>
                <c:pt idx="11">
                  <c:v>Q12</c:v>
                </c:pt>
                <c:pt idx="12">
                  <c:v>Q13</c:v>
                </c:pt>
                <c:pt idx="13">
                  <c:v>Q14</c:v>
                </c:pt>
                <c:pt idx="14">
                  <c:v>Q15</c:v>
                </c:pt>
                <c:pt idx="15">
                  <c:v>Q16</c:v>
                </c:pt>
                <c:pt idx="16">
                  <c:v>Q17</c:v>
                </c:pt>
                <c:pt idx="17">
                  <c:v>Q18</c:v>
                </c:pt>
                <c:pt idx="18">
                  <c:v>Q19</c:v>
                </c:pt>
                <c:pt idx="19">
                  <c:v>Q20</c:v>
                </c:pt>
                <c:pt idx="20">
                  <c:v>Q21</c:v>
                </c:pt>
                <c:pt idx="21">
                  <c:v>Q22</c:v>
                </c:pt>
                <c:pt idx="22">
                  <c:v>Q23</c:v>
                </c:pt>
                <c:pt idx="23">
                  <c:v>Q24</c:v>
                </c:pt>
                <c:pt idx="24">
                  <c:v>Q25</c:v>
                </c:pt>
              </c:strCache>
            </c:strRef>
          </c:cat>
          <c:val>
            <c:numRef>
              <c:f>Sheet1!$B$2:$B$26</c:f>
              <c:numCache>
                <c:formatCode>General</c:formatCode>
                <c:ptCount val="25"/>
                <c:pt idx="0">
                  <c:v>2.0</c:v>
                </c:pt>
                <c:pt idx="1">
                  <c:v>1.0</c:v>
                </c:pt>
                <c:pt idx="2">
                  <c:v>2.0</c:v>
                </c:pt>
                <c:pt idx="3">
                  <c:v>1.0</c:v>
                </c:pt>
                <c:pt idx="4">
                  <c:v>1.0</c:v>
                </c:pt>
                <c:pt idx="5">
                  <c:v>2.0</c:v>
                </c:pt>
                <c:pt idx="6">
                  <c:v>1.0</c:v>
                </c:pt>
                <c:pt idx="7">
                  <c:v>2.0</c:v>
                </c:pt>
                <c:pt idx="8">
                  <c:v>2.0</c:v>
                </c:pt>
                <c:pt idx="9">
                  <c:v>2.0</c:v>
                </c:pt>
                <c:pt idx="10">
                  <c:v>2.0</c:v>
                </c:pt>
                <c:pt idx="11">
                  <c:v>2.0</c:v>
                </c:pt>
                <c:pt idx="12">
                  <c:v>1.0</c:v>
                </c:pt>
                <c:pt idx="13">
                  <c:v>1.0</c:v>
                </c:pt>
                <c:pt idx="14">
                  <c:v>1.0</c:v>
                </c:pt>
                <c:pt idx="15">
                  <c:v>1.0</c:v>
                </c:pt>
                <c:pt idx="16">
                  <c:v>2.0</c:v>
                </c:pt>
                <c:pt idx="17">
                  <c:v>2.0</c:v>
                </c:pt>
                <c:pt idx="18">
                  <c:v>2.0</c:v>
                </c:pt>
                <c:pt idx="19">
                  <c:v>2.0</c:v>
                </c:pt>
                <c:pt idx="20">
                  <c:v>1.0</c:v>
                </c:pt>
                <c:pt idx="21">
                  <c:v>2.0</c:v>
                </c:pt>
                <c:pt idx="22">
                  <c:v>1.0</c:v>
                </c:pt>
                <c:pt idx="23">
                  <c:v>2.0</c:v>
                </c:pt>
                <c:pt idx="24">
                  <c:v>3.0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sz="2000" b="1">
                  <a:solidFill>
                    <a:srgbClr val="111827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2000" b="1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5"/>
          <c:min val="0.0"/>
        </c:scaling>
        <c:delete val="0"/>
        <c:axPos val="l"/>
        <c:majorGridlines>
          <c:spPr>
            <a:ln>
              <a:solidFill>
                <a:srgbClr val="D1D5DB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2000"/>
                  <a:t>Level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2000">
                <a:latin typeface="Arial"/>
              </a:defRPr>
            </a:pPr>
          </a:p>
        </c:txPr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9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9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5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0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writes 'H = sqrt(25) = 25'; the hypotenuse is sqrt(25) = 5 (the later values cos = 3/5, sin = 4/5 use 5). Corrected to H = 5. Answer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PDF's inequality list is printed incompletely (the second inequality has no left side) and its sign diagram is not tied to the factors; the two inequalities were rewritten in full as (2x^2-1)/(4x^2-1) &gt;= 0 and x^2/(4x^2-1) &gt;= 0, and their solution sets stated. Result and answer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first line of the PDF is printed as |(x^2 + 4x + 2)/(x^2 + 3)| &lt;= 1 (sign of the 4x term wrong); the function has x^2 - 4x + 2, which the next lines use correctly. Corrected the first line only. Answer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PDF's line (1) is printed as '3cos^2 x = pi + cos^-1 2x' (typo: should be 3cos^-1 x). Corrected to 3cos^{-1}x. Also added the explicit check of the roots (x = 0, 1/2, -1/2), which the PDF only states. Answer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PDF's second line has a missing root sign (it prints x/(1-x^2) inside sin^-1 instead of x/sqrt(1-x^2), and 'alpha = (k^2-1)/(k^2-2)' where alpha^2 is meant); with these typos the step 'cos(sin^-1(.)) = sqrt(1-2x^2)/sqrt(1-x^2)' does not follow. The working was corrected to x/sqrt(1-x^2), alpha = -beta = +-sqrt(.) (alpha^2 = beta^2). Final answer 12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/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pPr algn="ctr">
              <a:defRPr sz="4000">
                <a:solidFill>
                  <a:srgbClr val="FFFFFF"/>
                </a:solidFill>
              </a:defRPr>
            </a:pPr>
            <a:r>
              <a:rPr sz="4000" b="1">
                <a:solidFill>
                  <a:srgbClr val="FFFFFF"/>
                </a:solidFill>
                <a:latin typeface="Arial"/>
              </a:rPr>
              <a:t>Inverse Trigonometric Functions (Exercise J-M) — Paper Analysis</a:t>
            </a:r>
            <a:endParaRPr sz="4000">
              <a:solidFill>
                <a:srgbClr val="FFFFFF"/>
              </a:solidFill>
            </a:endParaRPr>
          </a:p>
          <a:p>
            <a:pPr algn="ctr"/>
            <a:r>
              <a:rPr sz="2200">
                <a:solidFill>
                  <a:srgbClr val="FFFFFF"/>
                </a:solidFill>
                <a:latin typeface="Arial"/>
              </a:rPr>
              <a:t>XII SHEET ITF · Exercise J-M · detailed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1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Q01 – Q17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(no marks printed in the sheet - JEE Advanced default of 4 assumed)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Answer is one option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80949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real roots of the equation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80949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real roots of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$\tan^{-1}\sqrt{x(x+1)}+\sin^{-1}\sqrt{x^2+x+1}=\frac{\pi}{4}$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318255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Domain and range of inverse trigonometric functions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725912" cy="1109472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Key 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Both inverse functions must be defined, and that domain alone shrinks to two points that can be tested.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the domain of the LHS: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second condition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Together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forces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the domain of the LHS: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$\tan^{-1}\sqrt{x(x+1)}$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$x(x+1)\ge0$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$\sin^{-1}\sqrt{x^2+x+1}$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x^2+x+1\le1$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second condition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$x^2+x\le0$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$x(x+1)\le0$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Together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$x(x+1)\ge0$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forces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Test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LHS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Test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LHS is again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fail the given equation, so the number of real roots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Test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LHS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$=\tan^{-1}0+\sin^{-1}1=\frac{\pi}{2}\ne\frac{\pi}{4}$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Test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$x(x+1)=0$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$x^2+x+1=1$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LHS is again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$\frac{\pi}{2}\ne\frac{\pi}{4}$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fail the given equation, so the number of real roots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(C) 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Bound the LHS from below by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without solving for the domain at all.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Bound the LHS from below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$\frac{\pi}{3}$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without solving for the domain at all.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Wherever the LHS is defined,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its argument is a non-negative square root.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increasing, hence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Wherever the LHS is defined,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$\tan^{-1}\sqrt{x(x+1)}\ge0$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its argument is a non-negative square root.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$x^2+x+1=\left(x+\frac12\right)^2+\frac34\ge\frac34$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$\sqrt{x^2+x+1}\ge\frac{\sqrt3}{2}$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increasing,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$\sin^{-1}\sqrt{x^2+x+1}\ge\sin^{-1}\frac{\sqrt3}{2}=\frac{\pi}{3}$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wherever defined, LHS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equation can never hold.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real roots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answer: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wherever defined, LHS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$\ge0+\frac{\pi}{3}&gt;\frac{\pi}{4}$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equation can never hold.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real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answer: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(C) 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Domain-squeeze: when two inverse functions need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the same expression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domain collapses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always look for this before solving.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Bounding trick: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increasing, so a lower bound on the argument gives a lower bound on the value (here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Equations with inverse trigonometric terms: compare the range of the LHS with the RHS before any algebra - an empty overlap means no root.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Domain-squeeze: when two inverse functions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$g\le0$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the same expression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domain collapses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always look for this before solving.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Bounding trick: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increasing, so a lower bound on the argument gives a lower bound on the value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$x^2+x+1\ge\frac34$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$\ge\frac{\pi}{3}$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Equations with inverse trigonometric terms: compare the range of the LHS with the RHS before any algebra - an empty overlap means no root.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105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den>
                            </m:f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13</m:t>
                                </m:r>
                              </m:den>
                            </m:f>
                          </m:e>
                        </m: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291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105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$\tan\left(2\tan^{-1}\left(\frac35\right)+\sin^{-1}\left(\frac{5}{13}\right)\right)$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$\frac{151}{63}$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$\frac{-291}{76}$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$\frac{-181}{69}$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$\frac{220}{21}$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019295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Addition and multiple-angle formulae of inverse trigonometric functions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Convert every term to a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merge with the formula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Convert every term to a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$\tan^{-1}$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merge with the formula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$\tan^{-1}a+\tan^{-1}b=\tan^{-1}\frac{a+b}{1-ab}$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25</m:t>
                            </m:r>
                          </m:den>
                        </m:f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(using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Also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expression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$2\tan^{-1}\left(\frac35\right)=\tan^{-1}\frac{\frac35+\frac35}{1-\frac{9}{25}}$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$2\tan^{-1}x=\tan^{-1}\frac{2x}{1-x^2}$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$=\tan^{-1}\left(\frac{15}{8}\right)$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$\sin^{-1}\frac{5}{13}=\tan^{-1}\frac{5}{12}$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expression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$\tan\left(\tan^{-1}\frac{15}{8}+\tan^{-1}\frac{5}{12}\right)$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15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den>
                            </m:f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75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96</m:t>
                                </m:r>
                              </m:den>
                            </m:f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$=\tan\left(\tan^{-1}\frac{\frac{15}{8}+\frac{5}{12}}{1-\frac{75}{96}}\right)$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$=\frac{220}{21}$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220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$\frac{220}{21}$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5912" cy="1109472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Treat each angle as the argument of a complex number and multiply the numbers.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triangle).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total angle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since arguments add when numbers multiply.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$\tan^{-1}\frac35=\arg(5+3i)$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$\sin^{-1}\frac{5}{13}=\arg(12+5i)$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triangle).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total angle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$\arg\left[(5+3i)^2(12+5i)\right]$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since arguments add when numbers multiply.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$(5+3i)^2=16+30i$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440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argument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440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answer: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$(16+30i)(12+5i)=(192-150)+(80+360)i=42+440i$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argument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$=\frac{440}{42}=\frac{220}{21}$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answer: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220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$\frac{220}{21}$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Complex-number method: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any sum of inverse tangents is the argument of a product;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sum is (imaginary part)/(real part). Check: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Pythagorean triples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convert at once.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is valid.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Complex-number method: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$\tan^{-1}\frac{b}{a}=\arg(a+ib)$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any sum of inverse tangents is the argument of a product;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sum is (imaginary part)/(real part). 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$(1+i)(1+2i)=-1+3i$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$\tan(\ldots)=-3$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$\tan^{-1}1+\tan^{-1}2=\pi-\tan^{-1}3$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$\sin^{-1}\frac{p}{h}=\tan^{-1}\frac{p}{\sqrt{h^2-p^2}}$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p&lt;h$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Pythagorean triples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$3,4,5$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$5,12,13$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$8,15,17$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convert at once.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$2\tan^{-1}x=\tan^{-1}\frac{2x}{1-x^2}$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$x=\frac35$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is valid.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910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domain of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d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interval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910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domain of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$f(x)=\frac{\cos^{-1}\sqrt{x^2-x+1}}{\sqrt{\sin^{-1}\left(\frac{2x-1}{2}\right)}}$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interval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$(\alpha,\beta]$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$3/2$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$1/2$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799839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Domain of inverse trigonometric functions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numerator gives a closed interval and the square-root denominator needs a strictly positive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intersect the two.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numerator gives a closed interval and the square-root denominator needs a strictly positive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$\sin^{-1}$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intersect the two.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Numerator needs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holds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....(1).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....(2).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(1) and (2):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....(3).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Numerator needs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x^2-x+1\le1$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$x^2-x+1\ge0$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holds 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....(1).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$x^2-x+1\le1$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$x^2-x\le0$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$x\in[0,1]$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....(2).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(1) and (2):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$x\in[0,1]$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....(3).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Denominator needs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argument must also be at most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....(4).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Intersection of (3) and (4):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Denominator needs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$\sin^{-1}\left(\frac{2x-1}{2}\right)&gt;0$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$0&lt;\frac{2x-1}{2}\le1$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argument must also be at most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$0&lt;2x-1\le2$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$1&lt;2x\le3$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$\frac12&lt;x\le\frac32$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....(4).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Intersection of (3) and (4):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$x\in\left(\frac12,1\right]$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$\alpha+\beta=\frac32$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$\frac32$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 quadratic with minimum above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makes the lower bound automatic.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function of the form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strictly (zero in the denominator is excluded), while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alone only needs its own domain.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$\cos^{-1}\sqrt{g(x)}$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$\sin^{-1}\sqrt{g(x)}$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g\le1$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 quadratic with minimum above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$x^2-x+1\ge\frac34$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makes the lower bound automatic.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function of the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$\frac{A}{\sqrt{B}}$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strictly (zero in the denominator is excluded), while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alone only needs its own domain.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$\sin^{-1}u&gt;0\iff0&lt;u\le1$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$\sin^{-1}u\le0$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$u\le0$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55447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domain of the function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cosec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55447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domain of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$\operatorname{cosec}^{-1}\left(\frac{1+x}{x}\right)$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$x\in\left[-\frac12,\infty\right)-\{0\}$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$\left[-\frac12,0\right)\cup[0,\infty)$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$\left[-\frac12,0\right)\cup[1,\infty)$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$\left(-\frac12,\infty\right)-\{0\}$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5063235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Domain of inverse trigonometric functions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cosec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defined exactly when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split into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$\operatorname{cosec}^{-1}u$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defined exactly when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$|u|\ge1$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split into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$u\le-1$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$u\ge1$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cosec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Second: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second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Union: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$\operatorname{cosec}^{-1}u$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$|u|\ge1$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$\frac{1+x}{x}\le-1$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$\frac{1+x}{x}\ge1$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$\frac{1+x}{x}+1\le0$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$\frac{1+2x}{x}\le0$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Second: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$\frac{1+x}{x}-1\ge0$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$\frac1x\ge0$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$x\in\left[-\frac12,0\right)$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second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$x\in(0,\infty)$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Union: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$x\in\left[-\frac12,\infty\right)-\{0\}$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e>
                    </m:d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$x\in\left[-\frac12,\infty\right)-\{0\}$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Replace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the single inequality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clear the denominator by squaring.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Replace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$|u|\ge1$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the single inequality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$u^2\ge1$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clear the denominator by squaring.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we need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multiply through: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Remove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(division by zero):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answer: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$|u|\ge1\iff u^2\ge1$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we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$\frac{(1+x)^2}{x^2}\ge1$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multiply through: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$(1+x)^2\ge 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$1+2x+x^2\ge 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$1+2x\ge0$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Remove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(division by zero):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$x\in\left[-\frac12,\infty\right)-\{0\}$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answer: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e>
                    </m:d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$x\in\left[-\frac12,\infty\right)-\{0\}$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Domains: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cosec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all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turns a two-case inequality into one polynomial inequality; remember to add the points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itself is undefined.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Domains: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$\sin^{-1}u,\cos^{-1}u$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$|u|\le1$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$\operatorname{cosec}^{-1}u,\sec^{-1}u$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$|u|\ge1$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$\tan^{-1},\cot^{-1}$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all 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$|u|\ge1\iff u^2\ge1$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turns a two-case inequality into one polynomial inequality; remember to add the points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itself is undefined.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$u=\frac{1+x}{x}=1+\frac1x$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$u\ge1\iff 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$u\le-1\iff-\frac12\le 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008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e>
                    </m:nary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008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$\sum_{r=1}^{50}\tan^{-1}\frac{1}{2r^2}=p$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$\frac{50}{51}$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$\frac{101}{102}$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$\frac{51}{50}$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09567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Telescoping sums of inverse tangents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 each term is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sum telescopes.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$\frac{1}{2r^2}=\frac{2}{1+(4r^2-1)}$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 each term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$\tan^{-1}(2r+1)-\tan^{-1}(2r-1)$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sum telescopes.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e>
                    </m:nary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tan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tan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$\tan^{-1}\frac{1}{2r^2}=\tan^{-1}\left(\frac{2}{1+(4r^2-1)}\right)$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$=\tan^{-1}\left(\frac{(2r+1)-(2r-1)}{1+(2r+1)(2r-1)}\right)$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$=\tan^{-1}(2r+1)-\tan^{-1}(2r-1)$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$\sum_{r=1}^{50}\tan^{-1}\frac{1}{2r^2}=\sum_{r=1}^{50}\left(\tan^{-1}(2r+1)-\tan^{-1}(2r-1)\right)$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Telescoping: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⋅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Telescoping: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$p=\tan^{-1}(101)-\tan^{-1}1$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$=\tan^{-1}\left(\frac{101-1}{1+101\cdot1}\right)$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$\therefore\tan p=\frac{100}{102}=\frac{50}{51}$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51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$\frac{50}{51}$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Compute a few partial sums, guess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prove it by induction.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Compute a few partial sums, guess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$S_n=\tan^{-1}\frac{n}{n+1}$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prove it by induction.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Pattern: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(true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Induction step: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$S_1=\tan^{-1}\frac12$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$S_2=\tan^{-1}\frac12+\tan^{-1}\frac18=\tan^{-1}\frac{5/8}{15/16}=\tan^{-1}\frac23$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Pattern: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$S_n=\tan^{-1}\frac{n}{n+1}$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(true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$n=1,2$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Induction step: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$\frac{n}{n+1}+\frac{1}{2(n+1)^2}=\frac{2n(n+1)+1}{2(n+1)^2}$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$1-\frac{n}{2(n+1)^3}=\frac{2(n+1)^3-n}{2(n+1)^3}$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Their quotient simplifies to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(checked symbolically),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answer: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Their quotient simplifies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$\frac{n+1}{n+2}$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(checked symbolically),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$S_{n+1}=\tan^{-1}\frac{n+1}{n+2}$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p=\tan S_{50}=\frac{50}{51}$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answer: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51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$\frac{50}{51}$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Master identity: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So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telescopes.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General: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e>
                    </m:nary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Related: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e>
                    </m:nary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(used in Q16); such sums are found the same way by writing the denominator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Recognition cue: a term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𝑞𝑢𝑎𝑑𝑟𝑎𝑡𝑖𝑐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hints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linear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Master identity: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$\tan^{-1}a-\tan^{-1}b=\tan^{-1}\frac{a-b}{1+ab}$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$ab&gt;-1$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$\tan^{-1}\frac{d}{1+ab}$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$b=a+d$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telescopes.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General: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$\sum_{r=1}^{n}\tan^{-1}\frac{1}{2r^2}=\tan^{-1}\frac{n}{n+1}$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$n=50$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$\frac{50}{51}$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Related: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$\sum_{r=1}^{n}\tan^{-1}\frac{1}{1+r+r^2}=\tan^{-1}\frac{n}{n+2}$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(used in Q16); such sums are found the same way by writing the denominator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Recognition cue: a term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$\tan^{-1}\frac{c}{k+\text{quadratic}}$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hints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linear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726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den>
                        </m:f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726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$\left(\sin^{-1}x\right)^2-\left(\cos^{-1}x\right)^2=a;\ 0&lt;x&lt;1,\ a\ne0$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$2x^2-1$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$\sin\left(\frac{4a}{\pi}\right)$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$\cos\left(\frac{2a}{\pi}\right)$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$\cos\left(\frac{4a}{\pi}\right)$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$\sin\left(\frac{2a}{\pi}\right)$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4281424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Identities of inverse trigonometric functions: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4281424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Identities of inverse trigonometric functions: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$\sin^{-1}x+\cos^{-1}x=\frac{\pi}{2}$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$2\cos^{-1}x=\cos^{-1}(2x^2-1)$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Factor the difference of squares and use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get everything in terms of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Factor the difference of squares and 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$\sin^{-1}x+\cos^{-1}x=\frac{\pi}{2}$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get everything in terms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$\cos^{-1}x$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$\left(\sin^{-1}x+\cos^{-1}x\right)\left(\sin^{-1}x-\cos^{-1}x\right)=a$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$\Rightarrow\frac{\pi}{2}\left(\frac{\pi}{2}-2\cos^{-1}x\right)=a$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$\Rightarrow2\cos^{-1}x=\frac{\pi}{2}-\frac{2a}{\pi}$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(using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$\Rightarrow\cos^{-1}(2x^2-1)=\frac{\pi}{2}-\frac{2a}{\pi}$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$2\cos^{-1}x=\cos^{-1}(2x^2-1)$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x\le1$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$\Rightarrow2x^2-1=\cos\left(\frac{\pi}{2}-\frac{2a}{\pi}\right)$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$\Rightarrow2x^2-1=\sin\left(\frac{2a}{\pi}\right)$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den>
                        </m:f>
                      </m:e>
                    </m: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$\sin\left(\frac{2a}{\pi}\right)$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73761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Test one convenient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eliminate the options.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73761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Test one convenient value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eliminate the options.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154936"/>
                <a:ext cx="10725912" cy="452018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(inside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154936"/>
                <a:ext cx="10725912" cy="452018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$\sin^{-1}\frac12=\frac{\pi}{6}$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$\cos^{-1}\frac12=\frac{\pi}{3}$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$a=\frac{\pi^2}{36}-\frac{\pi^2}{9}=-\frac{\pi^2}{12}\ne0$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$2x^2-1=-\frac12$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$\frac{2a}{\pi}=-\frac{\pi}{6}$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$\frac{4a}{\pi}=-\frac{\pi}{3}$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no;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no;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no.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matches. Same answer: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$\sin\left(-\frac{\pi}{3}\right)=-\frac{\sqrt3}{2}$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no;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$\cos\left(-\frac{\pi}{6}\right)=\frac{\sqrt3}{2}$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no;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$\cos\left(-\frac{\pi}{3}\right)=\frac12$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no.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$\sin\left(-\frac{\pi}{6}\right)=-\frac12$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matches. Same answer: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den>
                        </m:f>
                      </m:e>
                    </m: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$\sin\left(\frac{2a}{\pi}\right)$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standard way to simplify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identity-type options, one numerical test point (chosen so that the options differ) is often the fastest check.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$A^2-B^2=(A+B)(A-B)$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$A+B=\frac{\pi}{2}$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standard way to simplify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$(\sin^{-1}x)^2-(\cos^{-1}x)^2=\frac{\pi}{2}\left(\sin^{-1}x-\cos^{-1}x\right)$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$2\cos^{-1}x=\cos^{-1}(2x^2-1)$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$x\in[0,1]$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$2\sin^{-1}x=\sin^{-1}\left(2x\sqrt{1-x^2}\right)$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$|x|\le\frac{1}{\sqrt2}$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$\frac{2\pi}{3}=\cos^{-1}\left(-\frac12\right)$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identity-type options, one numerical test point (chosen so that the options differ) is often the fastest check.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532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 be the maximum and minimum values of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value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532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 be the maximum and minimum values of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$f(x)=\tan^{-1}(\sin x+\cos 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$\left[0,\frac{\pi}{2}\right]$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$\tan(M-m)$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$3+2\sqrt2$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$2-\sqrt3$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$3-2\sqrt2$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$2+\sqrt3$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4061968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Range of inverse trigonometric functions, Maximum and minimum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1(JEE Main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4061968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Range of inverse trigonometric functions, Maximum and minimum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$a\sin x+b\cos x$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1(JEE Main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increasing, so the extremes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come from the extremes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$\tan^{-1}$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increasing, so the extremes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come from the extremes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 x+\cos x=\sqrt2\sin\left(x+\frac{\pi}{4}\right)$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x+\cos x=\sqrt2\sin\left(x+\frac{\pi}{4}\right)$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$x\in\left[0,\frac{\pi}{2}\right]$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$x+\frac{\pi}{4}\in\left[\frac{\pi}{4},\frac{3\pi}{4}\right]$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$\sin\left(x+\frac{\pi}{4}\right)\in\left[\frac{1}{\sqrt2},1\right]$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x+\cos x\in\left[1,\sqrt2\right]$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$f(x)\in\left[\frac{\pi}{4},\tan^{-1}\sqrt2\right]$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$m=\frac{\pi}{4}$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$M=\tan^{-1}\sqrt2=\lambda$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$\tan\lambda=\sqrt2$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$\tan(M-m)=\tan\left(\lambda-\frac{\pi}{4}\right)=\frac{\tan\lambda-1}{\tan\lambda+1}$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$=\frac{\sqrt2-1}{\sqrt2+1}\times\frac{\sqrt2-1}{\sqrt2-1}=\left(\sqrt2-1\right)^2$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$=2+1-2\sqrt2=3-2\sqrt2$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$3-2\sqrt2$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calculus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directly: find the stationary point and compare with the end-point values.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calculus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directly: find the stationary point and compare with the end-point values.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denominator is positive.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before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after,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maximum there.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$f'(x)=\frac{\cos x-\sin x}{1+(\sin x+\cos x)^2}$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denominator is positive.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$\left[0,\frac{\pi}{2}\right]$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$x=\frac{\pi}{4}$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before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after,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maximum there.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answer: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$f\left(\frac{\pi}{4}\right)=\tan^{-1}\sqrt2=M$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$f(0)=f\left(\frac{\pi}{2}\right)=\tan^{-1}1=\frac{\pi}{4}=m$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$\tan(M-m)=\frac{\sqrt2-1}{1+\sqrt2\cdot1}=\frac{\sqrt2-1}{\sqrt2+1}=3-2\sqrt2$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answer: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$3-2\sqrt2$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amplitude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ranges over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(minimum at the end-points, maximum at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monotonic outer function (like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maps extremes to extremes - find the extremes of the inner expression only.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is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$a\sin x+b\cos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amplitude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$\sqrt{a^2+b^2}$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$\left[0,\frac{\pi}{2}\right]$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x+\cos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ranges over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$[1,\sqrt2]$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(minimum at the end-points, maximum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$\frac{\pi}{4}$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monotonic outer function (like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maps extremes to extremes - find the extremes of the inner expression only.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$\tan\left(\theta-\frac{\pi}{4}\right)=\frac{t-1}{t+1}$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$t=\tan\theta$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$\left(\sqrt2-1\right)^2=3-2\sqrt2$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66420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domain of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66420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domain of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$f(x)=\sin^{-1}\left(\frac{3x^2+x-1}{(x-1)^2}\right)+\cos^{-1}\left(\frac{x-1}{x+1}\right)$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$\left[0,\frac14\right]$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$\left[\frac14,\frac12\right]\cup\{0\}$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$\left[0,\frac12\right]$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$[-2,0]\cup\left[\frac14,\frac12\right]$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Domain of inverse trigonometric functions, Rational inequalities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Each inverse function gives 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condition; solve the two rational inequalities for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then intersect with the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set.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Each inverse function gives a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$|\cdot|\le1$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condition; solve the two rational inequalities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$\sin^{-1}$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then intersect with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$\cos^{-1}$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set.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276088"/>
                <a:ext cx="10725912" cy="13990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276088"/>
                <a:ext cx="10725912" cy="13990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$-1\le\frac{3x^2+x-1}{x^2-2x+1}\le1$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$-1\le\frac{x-1}{x+1}\le1$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Lower bound: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Sign scheme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d>
                      <m:dPr>
                        <m:begChr m:val="[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Upper bound: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(excluding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outside anyway).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Intersection: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Lower bound: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$\frac{3x^2+x-1}{x^2-2x+1}\ge-1\Rightarrow\frac{4x^2-x}{(x-1)^2}\ge0\Rightarrow\frac{x(4x-1)}{(x-1)^2}\ge0$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Sign scheme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$x\in(-\infty,0]\cup\left[\frac14,1\right)\cup(1,\infty)$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Upper bound: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$\frac{3x^2+x-1}{x^2-2x+1}-1\le0\Rightarrow\frac{(x+2)(2x-1)}{(x-1)^2}\le0\Rightarrow x\in\left[-2,\frac12\right]$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(excluding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outside anyway).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Intersection: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$x\in[-2,0]\cup\left[\frac14,\frac12\right]$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$\frac{x-1}{x+1}\ge-1\Rightarrow\frac{x}{x+1}\ge0\Rightarrow x\in(-\infty,-1)\cup[0,\infty)$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$\frac{x-1}{x+1}\le1\Rightarrow\frac{-2}{x+1}\le0\Rightarrow\frac{1}{x+1}\ge0\Rightarrow x&gt;-1$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Together: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Intersect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Together: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$x\in[0,\infty)$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Intersect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$[-2,0]\cup\left[\frac14,\frac12\right]$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$x\in\left[\frac14,\frac12\right]\cup\{0\}$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$\left[\frac14,\frac12\right]\cup\{0\}$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 the awkward ratio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becomes a plain quadratic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$w=\frac{1}{x-1}$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 the awkward ratio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$\frac{3x^2+x-1}{(x-1)^2}$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becomes a plain quadratic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$w$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dividing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lower: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upper: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Upper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lower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$x=1+\frac1w$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$3x^2+x-1=3\left(1+\frac1w\right)^2+\frac1w+1-1$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dividing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$(x-1)^2=\frac{1}{w^2}$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$3w^2+7w+3$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$-1\le3w^2+7w+3\le1$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lower: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$3w^2+7w+4\ge0\Rightarrow(3w+4)(w+1)\ge0$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upper: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$3w^2+7w+2\le0\Rightarrow(3w+1)(w+2)\le0$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Upper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$w\in\left[-2,-\frac13\right]$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lower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$w\le-\frac43$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$w\ge-1$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$w\in\left[-2,-\frac43\right]\cup\left[-1,-\frac13\right]$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Back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the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domain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(matches).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Intersection: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answer: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Back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$x=1+\frac1w$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$w\in\left[-2,-\frac43\right]\to x\in\left[\frac14,\frac12\right]$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$w\in\left[-1,-\frac13\right]\to x\in[-2,0]$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domain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$[-2,0]\cup\left[\frac14,\frac12\right]$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(matches).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$\left|\frac{x-1}{x+1}\right|\le1\iff(x-1)^2\le(x+1)^2\iff-4x\le4x\iff x\ge0$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$x\ne-1$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Intersection: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$\left[\frac14,\frac12\right]\cup\{0\}$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answer: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$\left[\frac14,\frac12\right]\cup\{0\}$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everything to its right; a quick standard domain fact for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ratio with a squared denominator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substitution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converts it to a quadratic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intersect the domains of every term; isolated points such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survive as single-point pieces and must be listed.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$\left|\frac{x-1}{x+1}\right|\le1\iff(x-1)^2\le(x+1)^2\iff x\ge0$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$x\ne-1$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everything to its right; a quick standard domain fact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$\cos^{-1}\frac{x-1}{x+1}$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ratio with a squared denominator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$\frac{N(x)}{(x-1)^2}$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substitution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$w=\frac{1}{x-1}$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converts it to a quadratic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intersect the domains of every term; isolated points such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survive as single-point pieces and must be listed.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 (The inverse trigonometric functions take the principal values)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$\cos^{-1}(\cos(-5))+\sin^{-1}(\sin(6))-\tan^{-1}(\tan(12))$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 (The inverse trigonometric functions take the principal values)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$3\pi+1$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$4\pi-11$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$4\pi-9$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$3\pi-11$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80383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Principal value branches of inverse trigonometric functions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Shift each angle by a multiple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into the principal range before cancelling the inverse.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Shift each angle by a multiple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$2\pi$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$\pi$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into the principal range before cancelling the inverse.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(cosine is even).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outside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outside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3.5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10.99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12.57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$\cos^{-1}(\cos(-5))=\cos^{-1}(\cos5)$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(cosine is even).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$5\in(\pi,2\pi)$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outside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$\cos^{-1}(\cos5)=2\pi-5$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$6\in\left(\frac{3\pi}{2},2\pi\right)$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outside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$\left[-\frac{\pi}{2},\frac{\pi}{2}\right]$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$\sin^{-1}(\sin6)=6-2\pi$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$12\in\left(\frac{7\pi}{2},4\pi\right)$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$3.5\pi\approx10.99$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$4\pi\approx12.57$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$12-4\pi\in\left(-\frac{\pi}{2},0\right)$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$\tan^{-1}(\tan12)=12-4\pi$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$=(2\pi-5)+(6-2\pi)-(12-4\pi)$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$=2\pi-5+6-2\pi-12+4\pi$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$=4\pi-11$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$4\pi-11$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Branch rules: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(period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even);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(reflect about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inside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that the result lies in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3.14159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locate the integer-radian angles: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3.5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Sanity check: the final value must be in the combined range;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1.566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Branch rules: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$\cos^{-1}(\cos\theta)=\theta$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(period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even);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$\sin^{-1}(\sin\theta)=\theta$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$\left[-\frac{\pi}{2},\frac{\pi}{2}\right]$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(reflect about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$\left[\frac{\pi}{2},\frac{3\pi}{2}\right]$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$\tan^{-1}(\tan\theta)=\theta-n\pi$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that the result lies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$\left(-\frac{\pi}{2},\frac{\pi}{2}\right)$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$\pi\approx3.14159$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locate the integer-radian angles: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$5,6\in(\pi,2\pi)$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$12\in(3.5\pi,4\pi)$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Sanity check: the final value must be in the combined range;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$4\pi-11\approx1.566$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44474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set of all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which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tan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cot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solution lies in the interval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den>
                        </m:f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48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den>
                        </m:f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44474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set of all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which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$\left(\tan^{-1}x\right)^3+\left(\cot^{-1}x\right)^3=k\pi^3,\ x\in\mathbb{R}$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solution lies in the interval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$\left[\frac{1}{32},\frac{7}{8}\right)$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$\left[\frac{1}{24},\frac{13}{16}\right)$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$\left[\frac{1}{48},\frac{13}{16}\right]$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$\left[\frac{1}{32},\frac98\right)$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Range of inverse trigonometric functions, Cubic identity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Range of inverse trigonometric functions, Cubic identity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$\alpha^3+\beta^3=(\alpha+\beta)^3-3\alpha\beta(\alpha+\beta)$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equation has a solution exactly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lies in the range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$\alpha=\tan^{-1}x$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$\beta=\cot^{-1}x$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$\alpha+\beta=\frac{\pi}{2}$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equation has a solution exactly when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$k\pi^3$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lies in the range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$\alpha^3+\beta^3$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385816"/>
                <a:ext cx="10725912" cy="12893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sentence is incomplete in the paper (it should ask for the interval containing the set of such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the equation has a solution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in the range of the LHS.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385816"/>
                <a:ext cx="10725912" cy="12893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sentence is incomplete in the paper (it should ask for the interval containing the set of such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the equation has a solution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$k\pi^3$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in the range of the LHS.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tan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cot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put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minimum occurs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(vertex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min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supremum is approached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(not attained):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$y=\left(\tan^{-1}x\right)^3+\left(\cot^{-1}x\right)^3$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$\tan^{-1}x=\alpha$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$\cot^{-1}x=\beta$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$\alpha+\beta=\frac{\pi}{2}$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$\alpha\in\left(-\frac{\pi}{2},\frac{\pi}{2}\right)$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$y=\alpha^3+\beta^3=(\alpha+\beta)^3-3\alpha\beta(\alpha+\beta)$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$y=\frac{\pi^3}{8}-\frac{3\pi}{2}\alpha\left(\frac{\pi}{2}-\alpha\right),\ \alpha\in\left(-\frac{\pi}{2},\frac{\pi}{2}\right)$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minimum occurs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$\alpha=\frac{\pi}{4}$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(vertex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$\alpha\left(\frac{\pi}{2}-\alpha\right)$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$y_{\min}=\frac{\pi^3}{8}-\frac{3\pi}{2}\cdot\frac{\pi^2}{16}=\frac{\pi^3}{32}$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supremum is approached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$\alpha\to-\frac{\pi}{2}$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(not attained):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$y\to\frac{\pi^3}{8}+\frac{3\pi}{2}\cdot\frac{\pi^2}{2}=\frac{7\pi^3}{8}$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$y\in\left[\frac{\pi^3}{32},\frac{7\pi^3}{8}\right)$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$k\in\left[\frac{1}{32},\frac{7}{8}\right)$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32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e>
                    </m: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$\left[\frac{1}{32},\frac{7}{8}\right)$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 that the cubic sum becomes a function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$\alpha=\frac{\pi}{4}+t$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$\beta=\frac{\pi}{4}-t$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 that the cubic sum becomes a function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(odd powers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cancel).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takes every value in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allowed,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attained).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$\alpha+\beta=\frac{\pi}{2}$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$\alpha=\frac{\pi}{4}+t$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$\beta=\frac{\pi}{4}-t$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$t=\alpha-\frac{\pi}{4}\in\left(-\frac{3\pi}{4},\frac{\pi}{4}\right)$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$\alpha^3+\beta^3=2\left(\frac{\pi}{4}\right)^3+6\cdot\frac{\pi}{4}\,t^2=\frac{\pi^3}{32}+\frac{3\pi}{2}t^2$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(odd powers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cancel).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$t\in\left(-\frac{3\pi}{4},\frac{\pi}{4}\right)$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takes every value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$\left[0,\frac{9\pi^2}{16}\right)$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allowed,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$t\to-\frac{3\pi}{4}$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attained).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28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answer: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$y\in\left[\frac{\pi^3}{32},\frac{\pi^3}{32}+\frac{3\pi}{2}\cdot\frac{9\pi^2}{16}\right)=\left[\frac{\pi^3}{32},\frac{28\pi^3}{32}\right)=\left[\frac{\pi^3}{32},\frac{7\pi^3}{8}\right)$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$k\in\left[\frac{1}{32},\frac78\right)$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answer: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32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e>
                    </m: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$\left[\frac{1}{32},\frac{7}{8}\right)$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fixed, symmetric expressions are best written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range of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tan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cot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the same method.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Open end points: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never attained, so the upper bound is not included.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$\tan^{-1}x+\cot^{-1}x=\frac{\pi}{2}$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$\alpha+\beta=s$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fixed, symmetric expressions are best written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$\alpha=\frac s2+t$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$\beta=\frac s2-t$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$\alpha^3+\beta^3=\frac{s^3}{4}+3s\,t^2$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$\alpha=\frac s2+t,\ \beta=\frac s2-t$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$s=\frac{\pi}{2}$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$\frac{\pi^3}{32}+\frac{3\pi}{2}t^2$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range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$\left(\tan^{-1}x\right)^2+\left(\cot^{-1}x\right)^2$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$\left[\frac{\pi^2}{8},\frac{5\pi^2}{4}\right)$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the same method.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Open end points: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$\tan^{-1}x\to-\frac{\pi}{2}$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never attained, so the upper bound is not included.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44474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domain of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num>
                              <m:den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den>
                            </m:f>
                          </m:e>
                        </m:d>
                      </m:num>
                      <m:den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44474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domain of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$f(x)=\frac{\cos^{-1}\left(\frac{x^2-5x+6}{x^2-9}\right)}{\log_e\left(x^2-3x+2\right)}$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$(-\infty,1)\cup(2,\infty)$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$(2,\infty)$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$\left[-\frac12,1\right)\cup(2,\infty)$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$\left[-\frac12,1\right)\cup(2,\infty)-\left\{\frac{3+\sqrt5}{2},\frac{3-\sqrt5}{2}\right\}$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Domain of inverse trigonometric functions, Domain of logarithmic functions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Combine three conditions: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positive log argument, and log argument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(denominator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); don't forget the zero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Combine three conditions: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$|\cdot|\le1$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$\cos^{-1}$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positive log argument, and log argument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$\ne1$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(denominator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$\ne0$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); don't forget the zero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$x^2-9$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276088"/>
                <a:ext cx="10725912" cy="13990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logarithm needs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276088"/>
                <a:ext cx="10725912" cy="13990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$-1\le\frac{x^2-5x+6}{x^2-9}\le1$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$x^2\ne9$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logarithm needs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$x^2-3x+2&gt;0$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denominator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Simplify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this lies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exactly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Combining: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Option (D) lacks the excluded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(where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undefined), so none of the options is correct: Bonus.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denominator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$\log_e(x^2-3x+2)\ne0$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$x^2-3x+2\ne1$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$x\ne\frac{3\pm\sqrt5}{2}$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Simplify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$\frac{x^2-5x+6}{x^2-9}=\frac{(x-2)(x-3)}{(x-3)(x+3)}=\frac{x-2}{x+3}$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$x\ne3,-3$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this lies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$[-1,1]$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exactly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Combining: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$x\in\left[-\frac12,1\right)\cup(2,\infty)-\left\{\frac{3+\sqrt5}{2},\frac{3-\sqrt5}{2},3\right\}$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Option (D) lacks the excluded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$\frac{x^2-5x+6}{x^2-9}$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undefined), so none of the options is correct: Bonus.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Bonus (the correct domain also excludes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so no option is right)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Bonus (the correct domain also excludes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$x=3$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so no option is right)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Cancel the common factor first, then replace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Cancel the common factor first, then replace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$|u|\le1$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$u^2\le1$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(cancel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why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be excluded by hand).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Logarithm: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$x\ne\pm3$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$\frac{x^2-5x+6}{x^2-9}=\frac{x-2}{x+3}$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(cancel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why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be excluded by hand).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$\left|\frac{x-2}{x+3}\right|\le1\iff(x-2)^2\le(x+3)^2\iff-4x+4\le6x+9\iff x\ge-\frac12$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Logarithm: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$x^2-3x+2&gt;0\Rightarrow x\in(-\infty,1)\cup(2,\infty)$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$x^2-3x+2\ne1\Rightarrow x\ne\frac{3\pm\sqrt5}{2}$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Intersection: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minus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≈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0.38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≈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2.62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in option (D)'s exclusions, so no option fits: Bonus. Same conclusion.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Intersection: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$\left[-\frac12,1\right)\cup(2,\infty)$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minus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$\left\{\frac{3-\sqrt5}{2}\approx0.38,\ \frac{3+\sqrt5}{2}\approx2.62,\ 3\right\}$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in option (D)'s exclusions, so no option fits: Bonus. Same conclusion.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Bonus (the correct domain also excludes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so no option is right)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Bonus (the correct domain also excludes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$x=3$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so no option is right)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always list: (i) argument of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(ii)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(iii)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(iv) every point where an inner fraction is undefined - even if it cancels.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more generally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half-line through the midpoint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Cancelled factors still remove their zeros from the domain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the original expression, not the simplified one, defines the domain.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$\frac{\cos^{-1}(\ldots)}{\log_e(g)}$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always list: (i) argument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$[-1,1]$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(ii)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(iii)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$g\ne1$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(iv) every point where an inner fraction is undefined - even if it cancels.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$\left|\frac{x-2}{x+3}\right|\le1\iff x\ge-\frac12$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more generally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$\left|\frac{x-a}{x-b}\right|\le1$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half-line through the midpoint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$\frac{a+b}{2}$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Cancelled factors still remove their zeros from the domain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the original expression, not the simplified one, defines the domain.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008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*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*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*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*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*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a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008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$x*y=x^2+y^3$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$(x*1)*1=x*(1*1)$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a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$2\sin^{-1}\left(\frac{x^4+x^2-2}{x^4+x^2+2}\right)$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$\frac{\pi}{4}$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$\frac{\pi}{3}$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$\frac{\pi}{6}$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09567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Binary operation (algebra of functions), Inverse sine of an algebraic expression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given condition collapses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makes the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argument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given condition collapses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$x^4+x^2=6$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makes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$\sin^{-1}$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argument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$\frac{6-2}{6+2}$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*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*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*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*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*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*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*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*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*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$x*y=x^2+y^3$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$(x*1)*1=x*(1*1)$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$\left(x^2+1^3\right)*1=x*\left(1^2+1^3\right)$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$\left(x^2+1\right)*1=x*2$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$\left(\left(x^2+1\right)^2+1\right)=x^2+8$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possible real value.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$x^4+2x^2+2=x^2+8\Rightarrow x^4+x^2-6=0$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$\left(x^2+3\right)\left(x^2-2\right)=0$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possible real value.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$2\sin^{-1}\left(\frac{x^4+x^2-2}{x^4+x^2+2}\right)=2\sin^{-1}\left(\frac{4+2-2}{4+2+2}\right)=2\sin^{-1}\left(\frac48\right)$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$=2\cdot\frac{\pi}{6}=\frac{\pi}{3}$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$\frac{\pi}{3}$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Never solve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condition itself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expression depends only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Never solve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condition itself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$x^4+x^2=6$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expression depends only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$s=x^4+x^2$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*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*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*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*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*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Equate: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directly (subtract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both sides).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argument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answer: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$(x*1)*1=\left(x^2+1\right)^2+1=x^4+2x^2+2$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$x*(1*1)=x*2=x^2+8$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$x^4+x^2=6$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directly (subtract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both sides).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argument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$\frac{s-2}{s+2}$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$s=x^4+x^2=6$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$\frac{4}{8}=\frac12$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$2\sin^{-1}\frac12=2\cdot\frac{\pi}{6}=\frac{\pi}{3}$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answer: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$\frac{\pi}{3}$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target expression depends only on a combination (here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read that combination directly from the condition instead of finding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argument of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recognise standard values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Associativity-type conditions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*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*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*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*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ordinary equations: apply the definition from the inside out.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target expression depends only on a combination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$x^4+x^2$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read that combination directly from the condition instead of finding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$\frac{s-2}{s+2}$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argument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$2\sin^{-1}\frac12=\frac{\pi}{3}$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recognise standard values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$\sin^{-1}\frac12=\frac{\pi}{6}$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$\sin^{-1}\frac{\sqrt3}{2}=\frac{\pi}{3}$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Associativity-type conditions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$(x*1)*1=x*(1*1)$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ordinary equations: apply the definition from the inside out.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105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 of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15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π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</m:e>
                            </m: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π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</m:e>
                            </m:d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105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$\tan^{-1}\left(\frac{\cos\left(\frac{15\pi}{4}\right)-1}{\sin\left(\frac{\pi}{4}\right)}\right)$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$-\frac{\pi}{4}$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$-\frac{\pi}{8}$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$-\frac{5\pi}{12}$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$-\frac{4\pi}{9}$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019295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Principal value of inverse trigonometric functions, Half-angle tangent identity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after reducing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$\frac{1-\cos\theta}{\sin\theta}=\tan\frac{\theta}{2}$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after reducing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$\cos\frac{15\pi}{4}$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$\cos\frac{\pi}{4}$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04190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expression is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this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since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04190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$\cos\frac{15\pi}{4}=\cos\left(4\pi-\frac{\pi}{4}\right)=\cos\frac{\pi}{4}$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expression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$\tan^{-1}\left(\frac{\cos\frac{\pi}{4}-1}{\sin\frac{\pi}{4}}\right)=-\tan^{-1}\left(\frac{1-\cos\frac{\pi}{4}}{\sin\frac{\pi}{4}}\right)$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$\frac{1-\cos\theta}{\sin\theta}=\tan\frac{\theta}{2}$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this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$-\tan^{-1}\left(\tan\frac{\pi}{8}\right)$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$=-\frac{\pi}{8}$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$\frac{\pi}{8}\in\left(-\frac{\pi}{2},\frac{\pi}{2}\right)$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$-\frac{\pi}{8}$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84734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Evaluate the bracket exactly: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84734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Evaluate the bracket exactly: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$\tan\frac{\pi}{8}=\sqrt2-1$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264664"/>
                <a:ext cx="10725912" cy="352348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bracket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giving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bracket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answer: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264664"/>
                <a:ext cx="10725912" cy="352348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$\cos\frac{15\pi}{4}=\frac{1}{\sqrt2}$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$\sin\frac{\pi}{4}=\frac{1}{\sqrt2}$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bracket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$\frac{\frac{1}{\sqrt2}-1}{\frac{1}{\sqrt2}}=1-\sqrt2$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$\tan\frac{\pi}{8}=\sqrt2-1$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$\tan\frac{\pi}{4}=\frac{2t}{1-t^2}=1$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$t^2+2t-1=0$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bracket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$=-\tan\frac{\pi}{8}$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$\tan^{-1}\left(-\tan\frac{\pi}{8}\right)=-\frac{\pi}{8}$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answer: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$-\frac{\pi}{8}$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0.4142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(odd function) lets signs be pulled outside.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$\frac{1-\cos\theta}{\sin\theta}=\tan\frac{\theta}{2}$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$\frac{\sin\theta}{1+\cos\theta}=\tan\frac{\theta}{2}$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$\theta\ne\pi$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$\tan\frac{\pi}{8}=\sqrt2-1$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$\tan\frac{\pi}{12}=2-\sqrt3$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$\tan\frac{3\pi}{8}=\sqrt2+1$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$\tan\frac{\pi}{8}\approx0.4142$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$\tan^{-1}(-u)=-\tan^{-1}u$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(odd function) lets signs be pulled outside.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105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inverse trigonometric functions take principal values, then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tan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e>
                            </m:d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tan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e>
                            </m:d>
                          </m:e>
                        </m: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105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inverse trigonometric functions take principal values,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$\cos^{-1}\left(\frac{3}{10}\cos\left(\tan^{-1}\left(\frac43\right)\right)+\frac25\sin\left(\tan^{-1}\left(\frac43\right)\right)\right)$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$\frac{\pi}{4}$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$\frac{\pi}{3}$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$\frac{\pi}{6}$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019295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Principal value of inverse trigonometric functions, Compound angle formula for cosine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read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triangle.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$\theta=\tan^{-1}\frac43$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read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$\sin\theta,\cos\theta$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a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triangle.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Hypotenuse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$\theta=\tan^{-1}\frac43$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$\tan\theta=\frac43=\frac{P}{B}$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Hypotenuse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$H=\sqrt{4^2+3^2}=\sqrt{25}=5$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$\cos\theta=\frac35$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$\sin\theta=\frac45$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expression is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50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25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50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expression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$\cos^{-1}\left(\frac{3}{10}\cos\theta+\frac25\sin\theta\right)=\cos^{-1}\left(\frac{3}{10}\times\frac35+\frac25\times\frac45\right)$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$=\cos^{-1}\left(\frac{9}{50}+\frac{8}{25}\right)=\cos^{-1}\left(\frac{25}{50}\right)$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$=\cos^{-1}\left(\frac12\right)=\frac{\pi}{3}$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$\frac{\pi}{3}$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Read the expression as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Read the expression 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$\frac12\cos(\theta-\varphi)$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$\cos\varphi=\frac35,\ \sin\varphi=\frac45$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04190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expression is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answer: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04190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$\frac{3}{10}=\frac12\cdot\frac35$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$\frac25=\frac12\cdot\frac45$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$\frac{3}{10}\cos\theta+\frac25\sin\theta=\frac12\left(\cos\varphi\cos\theta+\sin\varphi\sin\theta\right)=\frac12\cos(\theta-\varphi)$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$\varphi=\tan^{-1}\frac43$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$\theta=\tan^{-1}\frac43=\varphi$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$\cos(\theta-\varphi)=1$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expression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$\cos^{-1}\frac12=\frac{\pi}{3}$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answer: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$\frac{\pi}{3}$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here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Whenever the coefficients are proportional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themselves, the sum equals the constant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(maximum value).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positive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$a\cos\theta+b\sin\theta=\sqrt{a^2+b^2}\cos(\theta-\varphi)$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$\tan\varphi=\frac ba$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$\sqrt{\left(\frac{3}{10}\right)^2+\left(\frac{4}{10}\right)^2}=\frac12$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Whenever the coefficients are proportional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$\cos\theta,\sin\theta$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themselves, the sum equals the constant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$\sqrt{a^2+b^2}$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(maximum value).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$\tan^{-1}\frac pb$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$\sin=\frac{p}{h},\ \cos=\frac bh$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$h=\sqrt{p^2+b^2}$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positive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$p,b$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921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921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$\sin^{-1}\left(\sin\frac{2\pi}{3}\right)+\cos^{-1}\left(\cos\frac{7\pi}{6}\right)+\tan^{-1}\left(\tan\frac{3\pi}{4}\right)$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$\frac{11\pi}{12}$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$\frac{17\pi}{12}$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$\frac{31\pi}{12}$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$-\frac{3\pi}{4}$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500879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Principal value branches of inverse trigonometric functions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Rewrite each angle as (principal-range angle)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(angle) so the inverse function can be cancelled.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Rewrite each angle as (principal-range angle)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$\pm\pi$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$\pi-$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(angle) so the inverse function can be cancelled.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den>
                            </m:f>
                          </m:e>
                        </m: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e>
                        </m: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$\sin^{-1}\left(\sin\frac{2\pi}{3}\right)=\sin^{-1}\left(\sin\left(\pi-\frac{\pi}{3}\right)\right)=\sin^{-1}\left(\sin\frac{\pi}{3}\right)=\frac{\pi}{3}$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$\cos^{-1}\left(\cos\frac{7\pi}{6}\right)=\cos^{-1}\left(\cos\left(\pi+\frac{\pi}{6}\right)\right)=\cos^{-1}\left(-\cos\frac{\pi}{6}\right)=\pi-\frac{\pi}{6}$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$\tan^{-1}\left(\tan\frac{3\pi}{4}\right)=\tan^{-1}\left(\tan\left(\pi-\frac{\pi}{4}\right)\right)=\tan^{-1}\left(-\tan\frac{\pi}{4}\right)=-\frac{\pi}{4}$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$=\frac{\pi}{3}+\pi-\frac{\pi}{6}-\frac{\pi}{4}$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$=\frac{11\pi}{12}$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$\frac{11\pi}{12}$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value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value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subtract the nearest multiple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Sanity check: each term must lie in its own principal range before adding.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$\sin^{-1}(\sin\theta)$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$\theta\in\left[\frac{\pi}{2},\frac{3\pi}{2}\right]$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value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$\pi-\theta$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$\cos^{-1}(\cos\theta)$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$\theta\in[\pi,2\pi]$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value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$2\pi-\theta$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$\tan^{-1}(\tan\theta)$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subtract the nearest multiple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$\frac{7\pi}{6}\to2\pi-\frac{7\pi}{6}=\frac{5\pi}{6}$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$\cos^{-1}(-u)=\pi-\cos^{-1}u$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$\tan^{-1}(-u)=-\tan^{-1}u$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Sanity check: each term must lie in its own principal range before adding.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008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limLoc m:val="undOvr"/>
                            <m:subHide m:val="off"/>
                            <m:supHide m:val="off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50</m:t>
                            </m:r>
                          </m:sup>
                          <m:e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tan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</m:e>
                        </m:nary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51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008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$\cot\left(\sum_{n=1}^{50}\tan^{-1}\left(\frac{1}{1+n+n^2}\right)\right)$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$\frac{26}{25}$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$\frac{25}{26}$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$\frac{50}{51}$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$\frac{52}{51}$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09567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Telescoping sums of inverse tangents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 each term is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sum telescopes.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$1+n+n^2=1+n(n+1)$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 each term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$\tan^{-1}(n+1)-\tan^{-1}n$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sum telescopes.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∑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∑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limLoc m:val="undOvr"/>
                            <m:subHide m:val="off"/>
                            <m:supHide m:val="off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50</m:t>
                            </m:r>
                          </m: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tan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tan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d>
                          </m:e>
                        </m:nary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Telescoping: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$\cot\left(\sum\tan^{-1}\frac{1}{1+n+n^2}\right)=\cot\left(\sum\tan^{-1}\frac{(n+1)-n}{1+n(n+1)}\right)$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$=\cot\left(\sum_{n=1}^{50}\left(\tan^{-1}(n+1)-\tan^{-1}n\right)\right)$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Telescoping: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$=\cot\left(\tan^{-1}51-\tan^{-1}1\right)$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$\tan^{-1}51-\tan^{-1}1=\tan^{-1}\frac{50}{52}$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$\cot\tan^{-1}\frac{50}{52}=\frac{52}{50}=\frac{26}{25}$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26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$\frac{26}{25}$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Guess the partial sum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small cases and prove it by induction.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Guess the partial sum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$S_n=\tan^{-1}\frac{n}{n+2}$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small cases and prove it by induction.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Pattern: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(n=1: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n=2: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$S_1=\tan^{-1}\frac13$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$1+1+1=3$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$S_2=\tan^{-1}\frac13+\tan^{-1}\frac17=\tan^{-1}\frac{10/21}{20/21}=\tan^{-1}\frac12$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Pattern: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$S_n=\tan^{-1}\frac{n}{n+2}$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(n=1: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n=2: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$\frac24=\frac12$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Induction: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(verified symbolically),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answer: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Induction: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$\frac{\frac{n}{n+2}+\frac{1}{1+(n+1)+(n+1)^2}}{1-\frac{n}{n+2}\cdot\frac{1}{1+(n+1)+(n+1)^2}}=\frac{n+1}{n+3}$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(verified symbolically),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$S_{n+1}=\tan^{-1}\frac{n+1}{n+3}$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$S_{50}=\tan^{-1}\frac{50}{52}$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 S_{50}=\frac{52}{50}=\frac{26}{25}$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answer: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26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$\frac{26}{25}$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e>
                    </m:nary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(valid 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Generally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$\sum_{n=1}^{N}\tan^{-1}\frac{1}{1+n+n^2}=\tan^{-1}(N+1)-\frac{\pi}{4}=\tan^{-1}\frac{N}{N+2}$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(valid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$(N+1)\cdot1&gt;-1$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$N=50$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$\tan^{-1}\frac{50}{52}$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Generally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$\tan^{-1}\frac{d}{1+a(a+d)}=\tan^{-1}(a+d)-\tan^{-1}a$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$a(a+d)&gt;-1$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$a=n,\ d=1$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$\cot(\tan^{-1}u)=\frac1u$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55447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domain of the function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  <m:sSup>
                                      <m:e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den>
                                </m:f>
                              </m:e>
                            </m: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d>
                      <m:dPr>
                        <m:begChr m:val="[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55447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domain of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$\cos^{-1}\left(\frac{2\sin^{-1}\left(\frac{1}{4x^2-1}\right)}{\pi}\right)$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$\mathbb{R}-\left\{-\frac12,\frac12\right\}$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$(-\infty,-1]\cup[1,\infty)\cup\{0\}$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$\left(-\infty,-\frac12\right)\cup\left(\frac12,\infty\right)\cup\{0\}$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$\left(-\infty,-\frac{1}{\sqrt2}\right]\cup\left[\frac{1}{\sqrt2},\infty\right)\cup\{0\}$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Domain of inverse trigonometric functions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lies in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automatically; only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matters.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$\sin^{-1}$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lies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$\left[-\frac{\pi}{2},\frac{\pi}{2}\right]$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$\frac{2\sin^{-1}(\cdot)}{\pi}\in[-1,1]$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automatically; only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$\left|\frac{1}{4x^2-1}\right|\le1$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matters.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domain of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  <m:sSup>
                                      <m:e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den>
                                </m:f>
                              </m:e>
                            </m: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need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den>
                            </m:f>
                          </m:e>
                        </m: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domain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$\cos^{-1}\left(\frac{2\sin^{-1}\left(\frac{1}{4x^2-1}\right)}{\pi}\right)$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$-1\le\frac{2\sin^{-1}\left(\frac{1}{4x^2-1}\right)}{\pi}\le1$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always holds wherever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defined.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we need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(sign scheme).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Second: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$\Rightarrow-\frac{\pi}{2}\le\sin^{-1}\left(\frac{1}{4x^2-1}\right)\le\frac{\pi}{2}$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always holds wherever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defined.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we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$-1\le\frac{1}{4x^2-1}\le1$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$\Rightarrow\frac{1}{4x^2-1}\le1$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$-1\le\frac{1}{4x^2-1}$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$\Rightarrow0\le\frac{4x^2-1-1}{4x^2-1}$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$0\le\frac{4x^2}{4x^2-1}$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$\frac{2\left(2x^2-1\right)}{(2x-1)(2x+1)}\ge0$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$\frac{x^2}{(2x-1)(2x+1)}\ge0$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$\frac{\left(\sqrt2x-1\right)\left(\sqrt2x+1\right)}{(2x-1)(2x+1)}\ge0$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$x\le-\frac{1}{\sqrt2}$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$-\frac12&lt;x&lt;\frac12$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$x\ge\frac{1}{\sqrt2}$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(sign scheme).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Second: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$\frac{x^2}{(2x-1)(2x+1)}\ge0$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$|x|&gt;\frac12$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Intersection: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d>
                      <m:dPr>
                        <m:begChr m:val="[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Intersection: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$x\in\left(-\infty,-\frac{1}{\sqrt2}\right]\cup\left[\frac{1}{\sqrt2},\infty\right)\cup\{0\}$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]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∪</m:t>
                    </m:r>
                    <m:d>
                      <m:dPr>
                        <m:begChr m:val="[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e>
                    </m:d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$\left(-\infty,-\frac{1}{\sqrt2}\right]\cup\left[\frac{1}{\sqrt2},\infty\right)\cup\{0\}$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Replace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factors neatly.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Replace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$|u|\le1$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$u^2\le1$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$(4x^2-1)^2\ge1$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factors neatly.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outer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automatically fine, so the only requirement is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Equivalent to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d>
                      <m:dPr>
                        <m:begChr m:val="[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answer: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outer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automatically fine, so the only requirement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$\left|\frac{1}{4x^2-1}\right|\le1$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$4x^2\ne1$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Equivalent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$\left(4x^2-1\right)^2\ge1$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$\left(4x^2-1\right)^2-1=\left(4x^2-2\right)\left(4x^2\right)\ge0$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$8x^2\left(2x^2-1\right)\ge0\iff 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$x^2\ge\frac12$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$x\in\left(-\infty,-\frac{1}{\sqrt2}\right]\cup\left[\frac{1}{\sqrt2},\infty\right)\cup\{0\}$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answer: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]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∪</m:t>
                    </m:r>
                    <m:d>
                      <m:dPr>
                        <m:begChr m:val="[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e>
                    </m:d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$\left(-\infty,-\frac{1}{\sqrt2}\right]\cup\left[\frac{1}{\sqrt2},\infty\right)\cup\{0\}$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Whenever an outer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den>
                        </m:f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den>
                        </m:f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appears, the outer condition is automatic (the inner value is already in the right interval); check only the inner domain.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two rays.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Whenever an outer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$\cos^{-1}\left(\frac{2}{\pi}\sin^{-1}(\cdot)\right)$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$\sin^{-1}\left(\frac{2}{\pi}\cos^{-1}(\cdot)\right)$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appears, the outer condition is automatic (the inner value is already in the right interval); check only the inner domain.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$\left|\frac{1}{g}\right|\le1\iff|g|\ge1$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$\iff g^2\ge1$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$g=4x^2-1$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$|g|\ge1\iff 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$x^2\ge\frac12$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two rays.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2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Numerical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Q18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(no marks printed - JEE Advanced default of 4 assumed)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Answer is a numerical value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96545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e>
                                </m:rad>
                              </m:den>
                            </m:f>
                          </m:e>
                        </m: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e>
                        </m: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96545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$50\tan\left(3\tan^{-1}\left(\frac12\right)+2\cos^{-1}\left(\frac{1}{\sqrt5}\right)\right)+4\sqrt2\tan\left(\frac12\tan^{-1}\left(2\sqrt2\right)\right)$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474212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Principal value of inverse trigonometric functions, Half-angle formula for tangent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turns the first bracket into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$\cos^{-1}\frac{1}{\sqrt5}=\tan^{-1}2=\frac{\pi}{2}-\tan^{-1}\frac12$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turns the first bracket into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$\pi+\tan^{-1}\frac12$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Expression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(triangle with sides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the first bracket is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Expression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$=50\tan\left(3\tan^{-1}\frac12+2\cos^{-1}\frac{1}{\sqrt5}\right)+4\sqrt2\tan\left(\frac12\tan^{-1}(2\sqrt2)\right)$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$\cos^{-1}\frac{1}{\sqrt5}=\tan^{-1}2$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(triangle with sides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$1,2,\sqrt5$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the first bracket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$\tan^{-1}\frac12+2\tan^{-1}\frac12+2\tan^{-1}2$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$=\tan^{-1}\frac12+2\left(\tan^{-1}\frac12+\tan^{-1}2\right)=\tan^{-1}\frac12+2\cdot\frac{\pi}{2}=\pi+\tan^{-1}\frac12$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second term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(triangle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$50\tan\left(\pi+\tan^{-1}\frac12\right)=50\cdot\frac12=25$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second term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$\theta=\tan^{-1}(2\sqrt2)$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$\tan\theta=2\sqrt2$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$\cos\theta=\frac13$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$1,2\sqrt2,3$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$\tan\frac{\theta}{2}=\sqrt{\frac{1-\cos\theta}{1+\cos\theta}}=\sqrt{\frac{2/3}{4/3}}=\frac{1}{\sqrt2}$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$4\sqrt2\cdot\frac{1}{\sqrt2}=4$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$=25+4=29$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29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5912" cy="1109472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Treat each inverse function as the argument of a complex number and multiply.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(cosine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first bracket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product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$\tan^{-1}\frac12=\arg(2+i)$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$\cos^{-1}\frac{1}{\sqrt5}=\arg(1+2i)$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(cosine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$\frac{1}{\sqrt5}$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first bracket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$\arg\left[(2+i)^3(1+2i)^2\right]$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$(2+i)^3=2+11i$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$(1+2i)^2=-3+4i$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product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$=(2+11i)(-3+4i)=-50-25i$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argument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Second term: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argument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$=\frac{-25}{-50}=\frac12$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$50\cdot\frac12=25$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Second term: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$\tan\frac{\theta}{2}=\frac{\sec\theta-1}{\tan\theta}$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$\sec\theta=3,\tan\theta=2\sqrt2$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$\frac{2}{2\sqrt2}=\frac{1}{\sqrt2}$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$=25+4=29$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29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one-line way to convert between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period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lets whole multiples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dropped from the angle.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$\tan\frac{\theta}{2}=\frac{\sin\theta}{1+\cos\theta}=\frac{1-\cos\theta}{\sin\theta}=\frac{\sec\theta-1}{\tan\theta}$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$\theta\ne\pi$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$\theta=\frac{\pi}{2}$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$\tan^{-1}u+\tan^{-1}\frac1u=\frac{\pi}{2}$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$\tan^{-1}2=\frac{\pi}{2}-\tan^{-1}\frac12$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$\cos^{-1}\frac{1}{\sqrt{1+u^2}}=\tan^{-1}u$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one-line way to convert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period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$\tan(\pi+\phi)=\tan\phi$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lets whole multiples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dropped from the angle.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3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Q19 – Q23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(no marks printed in the sheet - JEE Advanced default of 4 assumed)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Answer is one option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289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sec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289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$\tan\left(2\tan^{-1}\frac15+\sec^{-1}\frac{\sqrt5}{2}+2\tan^{-1}\frac18\right)$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$\frac54$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37711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Addition formulae of inverse trigonometric functions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 two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pairs merge into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$\sec^{-1}\frac{\sqrt5}{2}=\tan^{-1}\frac12$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 two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$\tan^{-1}$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pairs merge into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$2\tan^{-1}\frac13$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Group the terms: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tan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tan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den>
                            </m:f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sec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(cosine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triangle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40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expression becomes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Group the terms: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$\tan\left(2\left(\tan^{-1}\frac15+\tan^{-1}\frac18\right)+\sec^{-1}\frac{\sqrt5}{2}\right)$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$\sec^{-1}\frac{\sqrt5}{2}=\tan^{-1}\frac12$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(cosine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$\frac{2}{\sqrt5}$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$1,2,\sqrt5$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$\tan^{-1}\frac15+\tan^{-1}\frac18=\tan^{-1}\frac{\frac15+\frac18}{1-\frac{1}{40}}=\tan^{-1}\frac{13/40}{39/40}=\tan^{-1}\frac13$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expression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$\tan\left[2\tan^{-1}\left(\frac13\right)+\tan^{-1}\left(\frac12\right)\right]$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value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$2\tan^{-1}\frac13=\tan^{-1}\frac{2/3}{1-1/9}=\tan^{-1}\frac34$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$\tan^{-1}\frac34+\tan^{-1}\frac12=\tan^{-1}\frac{\frac34+\frac12}{1-\frac38}=\tan^{-1}\frac{5/4}{5/8}=\tan^{-1}2$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value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(B) 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Multiply complex numbers: each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argument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Multiply complex numbers: each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$\tan^{-1}\frac1m$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argument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$m+i$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338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$2\tan^{-1}\frac15\to(5+i)^2$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$2\tan^{-1}\frac18\to(8+i)^2$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$\sec^{-1}\frac{\sqrt5}{2}=\tan^{-1}\frac12\to2+i$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$(5+i)(8+i)=39+13i=13(3+i)$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$(5+i)^2(8+i)^2=169(3+i)^2=169(8+6i)=338(4+3i)$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total argument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𝐼𝑚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𝑅𝑒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answer: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$(2+i)$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$(4+3i)(2+i)=8+4i+6i-3=5+10i=5(1+2i)$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total argument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$=\frac{\text{Im}}{\text{Re}}=\frac{10}{5}=2$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answer: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(B) 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e.g.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(secant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a triangle with sides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products of Gaussian integers turn long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additions into plain multiplication. Check: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holds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all partial products here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$\sec^{-1}\frac{\sqrt{1+u^2}}{1}=\tan^{-1}u$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e.g.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$\sec^{-1}\frac{\sqrt5}{2}=\tan^{-1}\frac12$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(secant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$\frac{\sqrt5}{2}$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a triangle with sides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$2,1,\sqrt5$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$\tan^{-1}\frac1m=\arg(m+i)$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products of Gaussian integers turn long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additions into plain multiplication. 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$(2+i)(3+i)=5+5i$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$\arg=\frac{\pi}{4}=\tan^{-1}\frac12+\tan^{-1}\frac13$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$\tan^{-1}a+\tan^{-1}b=\tan^{-1}\frac{a+b}{1-ab}$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holds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all partial products here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2252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a value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</m:ra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</m:ra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</m:ra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</m:ra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2252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$0&lt;x&lt;\frac{1}{\sqrt2}$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$\frac{\sin^{-1}x}{\alpha}=\frac{\cos^{-1}x}{\beta}$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a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$\sin\left(\frac{2\pi\alpha}{\alpha+\beta}\right)$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$4\sqrt{\left(1-x^2\right)\left(1-2x^2\right)}$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$4x\sqrt{\left(1-x^2\right)}\left(1-2x^2\right)$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$2x\sqrt{\left(1-x^2\right)}\left(1-4x^2\right)$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$4\sqrt{\left(1-x^2\right)}\left(1-4x^2\right)$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Inverse trigonometric identities and double-angle formulae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Equal ratios with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angle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Equal ratios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$\sin^{-1}x+\cos^{-1}x=\frac{\pi}{2}$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$\frac{\alpha}{\alpha+\beta}=\frac{2}{\pi}\sin^{-1}x$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angle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$4\sin^{-1}x$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123688"/>
                <a:ext cx="10725912" cy="15514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Adding: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....(i)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123688"/>
                <a:ext cx="10725912" cy="15514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$\frac{\sin^{-1}x}{\alpha}=\frac{\cos^{-1}x}{\beta}=k$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$\sin^{-1}x=k\alpha$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$\cos^{-1}x=k\beta$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$\frac{\pi}{2}=k(\alpha+\beta)$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$k=\frac{\pi}{2(\alpha+\beta)}$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....(i)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(from (i),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$\frac{2\pi\alpha}{\alpha+\beta}=4k\alpha=4\sin^{-1}x$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(from (i),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$\frac{\pi}{\alpha+\beta}=2k$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$\sin\left(\frac{2\pi\alpha}{\alpha+\beta}\right)=\sin\left(4\sin^{-1}x\right)=2\sin\left(2\sin^{-1}x\right)\cos\left(2\sin^{-1}x\right)$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$\sin\left(2\sin^{-1}x\right)=2x\sqrt{1-x^2}$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$\cos\left(2\sin^{-1}x\right)=1-2x^2$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$=4x\sqrt{1-x^2}\left(1-2x^2\right)$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$4x\sqrt{1-x^2}\,(1-2x^2)$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73761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Test one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eliminate the options.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73761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Test one value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eliminate the options.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154936"/>
                <a:ext cx="10725912" cy="36332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0.866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2.45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(B) equals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answer: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154936"/>
                <a:ext cx="10725912" cy="36332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$0&lt;\frac12&lt;\frac{1}{\sqrt2}$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$\sin^{-1}x=\frac{\pi}{6}$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$\cos^{-1}x=\frac{\pi}{3}$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$\alpha:\beta=1:2$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$\frac{2\pi\alpha}{\alpha+\beta}=\frac{2\pi}{3}$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$\sin\frac{2\pi}{3}=\frac{\sqrt3}{2}\approx0.866$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$4\sqrt{\frac34\cdot\frac12}=2.45$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$4\cdot\frac12\cdot\frac{\sqrt3}{2}\cdot\frac12=\frac{\sqrt3}{2}$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$2\cdot\frac12\cdot\frac{\sqrt3}{2}\cdot0=0$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$4\cdot\frac{\sqrt3}{2}\cdot0=0$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(B)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$\frac{\sqrt3}{2}$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answer: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$4x\sqrt{1-x^2}\,(1-2x^2)$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each ratio equals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(componendo): here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condition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keeps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without sign issues.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pa=\frac qb$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each ratio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$\frac{p+q}{a+b}$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(componendo):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$\frac{\pi/2}{\alpha+\beta}$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$\sin\left(4\theta\right)=4\sin\theta\cos\theta\cos2\theta$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$\theta=\sin^{-1}x$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$4x\sqrt{1-x^2}(1-2x^2)$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$\frac{\sqrt3}{2}=\sin\frac{2\pi}{3}$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condition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$0&lt;x&lt;\frac{1}{\sqrt2}$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keeps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$2\sin^{-1}x$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$\left(0,\frac{\pi}{2}\right)$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$\cos\left(2\sin^{-1}x\right)=1-2x^2&gt;0$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without sign issues.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726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Considering only the principal values of the inverse trigonometric functions, the domain of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726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Considering only the principal values of the inverse trigonometric functions, the domain of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$f(x)=\cos^{-1}\left(\frac{x^2-4x+2}{x^2+3}\right)$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$\left(-\infty,\frac14\right]$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$\left[-\frac14,\infty\right)$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$\left(-\frac13,\infty\right)$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$\left(-\infty,\frac13\right]$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281423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Domain of inverse trigonometric functions, Quadratic inequalities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equivalent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 difference of squares.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$x^2+3&gt;0$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$\left|\frac{N}{D}\right|\le1$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equivalent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$N^2\le D^2$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 difference of squares.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We need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We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$\left|\frac{x^2-4x+2}{x^2+3}\right|\le1$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$\iff\left(x^2-4x+2\right)^2\le\left(x^2+3\right)^2$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$\iff\left(x^2-4x+2\right)^2-\left(x^2+3\right)^2\le0$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(difference of squares: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(discriminant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$\iff\left(2x^2-4x+5\right)(-4x-1)\le0$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(difference of squares: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$\left(N+D\right)\left(N-D\right)$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$2x^2-4x+5&gt;0$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(discriminant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$16-40&lt;0$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$-4x-1\le0$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$\iff x\ge-\frac14$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e>
                    </m: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$\left[-\frac14,\infty\right)$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Split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solve two simple inequalities (no squaring).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Split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$|N|\le D$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$-D\le N\le D$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solve two simple inequalities (no squaring).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true for all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(discriminant negative).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answer: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$D=x^2+3&gt;0$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$\left|\frac ND\right|\le1\iff-D\le N\le 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$N\le 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$x^2-4x+2\le x^2+3\iff-4x\le1\iff x\ge-\frac14$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$N\ge-D$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$x^2-4x+2\ge-x^2-3\iff2x^2-4x+5\ge0$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true for all 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(discriminant negative).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$x\ge-\frac14$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answer: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e>
                    </m: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$\left[-\frac14,\infty\right)$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quadratic with negative discriminant and positive leading coefficient is always positive, so such factors can be dropped from sign analysis.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use it to turn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a product of two simpler factors.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$\left|\frac ND\right|\le1\iff-D\le N\le D\iff N+D\ge0$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$D-N\ge0$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quadratic with negative discriminant and positive leading coefficient is always positive, so such factors can be dropped from sign analysis.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$A^2-B^2=(A+B)(A-B)$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use it to turn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$|N|\le|D|$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a product of two simpler factors.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Considering the principal values of the inverse trigonometric functions, the sum of all the solutions of the equation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Considering the principal values of the inverse trigonometric functions, the sum of all the solutions of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$\cos^{-1}(x)-2\sin^{-1}(x)=\cos^{-1}(2x)$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$-\frac12$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690111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Inverse trigonometric equations, Triple-angle formula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690111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Inverse trigonometric equations, Triple-angle formula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$\cos3\theta=4\cos^3\theta-3\cos\theta$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Replace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get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take cosines, then check every root.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Replace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$\sin^{-1}x$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$\frac{\pi}{2}-\cos^{-1}x$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get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$3\cos^{-1}x=\pi+\cos^{-1}2x$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take cosines, then check every root.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....(1)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cosine of both sides: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$\cos^{-1}x-2\sin^{-1}x=\cos^{-1}2x$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$\cos^{-1}x-2\left(\frac{\pi}{2}-\cos^{-1}x\right)=\cos^{-1}2x$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$\cos^{-1}x-\pi+2\cos^{-1}x=\cos^{-1}2x$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$3\cos^{-1}x=\pi+\cos^{-1}2x$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....(1)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cosine of both sides: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$\cos\left(3\cos^{-1}x\right)=\cos\left(\pi+\cos^{-1}2x\right)$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All three satisfy the original equation (verify by substitution; e.g.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the solutions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$4x^3-3x=-2x$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$4x^3=x\Rightarrow x=0,\pm\frac12$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All three satisfy the original equation (verify by substitution; e.g.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$\frac{2\pi}{3}+\frac{\pi}{3}=\pi=\cos^{-1}(-1)$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the solutions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$=-\frac12+0+\frac12=0$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(A) 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arcsine range makes every root genuine - no extraneous roots to discard.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$t=\sin^{-1}x$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$\sin^{-1}(2\sin t)=3t$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arcsine range makes every root genuine - no extraneous roots to discard.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becomes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$\cos^{-1}(2x)$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$|x|\le\frac12$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$t=\sin^{-1}x\in\left[-\frac{\pi}{6},\frac{\pi}{6}\right]$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$\cos^{-1}x=\frac{\pi}{2}-t$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$\cos^{-1}(2x)=\frac{\pi}{2}-\sin^{-1}(2\sin 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$\frac{\pi}{2}-t-2t=\frac{\pi}{2}-\sin^{-1}(2\sin 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$\sin^{-1}(2\sin t)=3t$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this is equivalent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All three are genuine; 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answer: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$3t\in\left[-\frac{\pi}{2},\frac{\pi}{2}\right]$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this is equivalent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$2\sin t=\sin3t=3\sin t-4\sin^3t$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t\left(1-4\sin^2t\right)=0\Rightarrow x=0,\ \pm\frac12$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All three are genuine;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answer: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(A) 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lets all terms be written with one inverse function.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of both sides of an inverse-trigonometric equation can create extra roots - always substitute back, or choose a substitution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that keeps the ranges aligned.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$\sin^{-1}x+\cos^{-1}x=\frac{\pi}{2}$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lets all terms be written with one inverse function.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of both sides of an inverse-trigonometric equation can create extra roots - always substitute back, or choose a substitution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$t=\sin^{-1}x$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that keeps the ranges aligned.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$\cos3\theta=4\cos^3\theta-3\cos\theta$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$\sin3\theta=3\sin\theta-4\sin^3\theta$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$\theta=\frac{\pi}{6}$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$\sin\frac{\pi}{2}=1=\frac32-\frac12$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domain of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domain of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$f(x)=\sin^{-1}\left(\frac{x^2-3x+2}{x^2+2x+7}\right)$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$[1,\infty)$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$[-1,2]$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$[-1,\infty)$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$(-\infty,2]$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690111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Domain of inverse trigonometric functions, Quadratic inequalities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With a positive denominator,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becomes two polynomial inequalities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With a positive denominator,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$-1\le\frac ND\le1$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becomes two polynomial inequalities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$N+D\ge0$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$D-N\ge0$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We need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denominator is always positive).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true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(discriminant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We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$-1\le\frac{x^2-3x+2}{x^2+2x+7}\le1$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$\frac{x^2-3x+2}{x^2+2x+7}\ge-1$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$\frac{x^2-3x+2}{x^2+2x+7}\le1$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denominator is always positive).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$x^2-3x+2+x^2+2x+7\ge0\Rightarrow2x^2-x+9\ge0$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true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(discriminant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$1-72&lt;0$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Second: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domain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Second: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$x^2-3x+2\le x^2+2x+7\Rightarrow-5x\le5\Rightarrow x\ge-1$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domain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$x\in[-1,\infty)$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$[-1,\infty)$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multiplying by such a denominator preserves the inequality.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Compare ratio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subtracting: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simple polynomials, often linear or a positive quadratic.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Edge check: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ratio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end-point is included.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$x^2+2x+7=(x+1)^2+6&gt;0$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multiplying by such a denominator preserves the inequality.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Compare ratio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subtracting: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$D-N$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$D+N$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simple polynomials, often linear or a positive quadratic.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Edge check: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ratio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$\frac{6}{6}=1$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end-point is included.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4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Numerical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Q24 – Q25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(no marks printed in the sheet - JEE Advanced default of 4 assumed)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Answer is a numerical value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275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m:rPr>
                            <m:scr m:val="double-struck"/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e>
                    </m:nary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275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$x=\sin\left(2\tan^{-1}\alpha\right)$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$y=\sin\left(\frac12\tan^{-1}\frac43\right)$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$S=\left\{\alpha\in\mathbb{R}:y^2=1-x\right\}$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$\sum_{\alpha\in S}16\alpha^3$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736339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Double-angle and half-angle formulae with inverse trigonometric functions, Roots of a quadratic equation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turn the condition into a quadratic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$\sin\left(2\tan^{-1}\alpha\right)=\frac{2\alpha}{1+\alpha^2}$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$y^2=\frac15$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turn the condition into a quadratic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....(i)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angle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Now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$x=\sin\left(2\tan^{-1}\alpha\right)=\frac{2\alpha}{1+\alpha^2}$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....(i)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$\tan^{-1}\frac43=2\sin^{-1}\frac{1}{\sqrt5}$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angle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$\cos=\frac35$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$y=\sin\left(\sin^{-1}\frac{1}{\sqrt5}\right)=\frac{1}{\sqrt5}$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$y^2=1-x$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$\frac15=1-\frac{2\alpha}{1+\alpha^2}$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$\Rightarrow1+\alpha^2=5+5\alpha^2-10\alpha$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e>
                    </m:nary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$\Rightarrow2\alpha^2-5\alpha+2=0$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$\therefore\alpha=2,\ 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$\sum_{\alpha\in S}16\alpha^3=16\times2^3+16\times\frac{1}{2^3}$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$=128+2=130$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130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Do not find the roots: use Vieta's relations to get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Do not find the roots: use Vieta's relations to get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$\alpha_1^3+\alpha_2^3$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before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before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$2\alpha^2-5\alpha+2=0$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$\alpha_1+\alpha_2=\frac52$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$\alpha_1\alpha_2=1$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$\alpha_1^3+\alpha_2^3=(\alpha_1+\alpha_2)^3-3\alpha_1\alpha_2(\alpha_1+\alpha_2)=\frac{125}{8}-3\cdot\frac52=\frac{125}{8}-\frac{60}{8}=\frac{65}{8}$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$\sum16\alpha^3=16\cdot\frac{65}{8}=130$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130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Half-angle: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Power sums of roots from Vieta: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Reciprocal roots (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come with the reciprocal substitution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unchanged by it, which is why both roots satisfy the same equation.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$\sin\left(2\tan^{-1}\alpha\right)=\frac{2\alpha}{1+\alpha^2}$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$\cos\left(2\tan^{-1}\alpha\right)=\frac{1-\alpha^2}{1+\alpha^2}$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Half-angle: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$\sin\frac{\theta}{2}=\sqrt{\frac{1-\cos\theta}{2}}$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$\theta\in[0,\pi]$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$\cos\left(\tan^{-1}\frac43\right)=\frac35$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$y^2=\frac15$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Power sums of roots from Vieta: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$\alpha_1^3+\alpha_2^3=s^3-3ps$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$s=\alpha_1+\alpha_2$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$p=\alpha_1\alpha_2$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Reciprocal roots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$\alpha_1\alpha_2=1$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come with the reciprocal substitution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$\alpha\to\frac1\alpha$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$\frac{2\alpha}{1+\alpha^2}$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unchanged by it, which is why both roots satisfy the same equation.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286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let the solutions of the equation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cot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tan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p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/>
                                        <m:ctrlP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IN" sz="2400">
                                                <a:solidFill>
                                                  <a:srgbClr val="111827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sin</m:t>
                                            </m:r>
                                          </m:e>
                                          <m:sup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IN" sz="2400">
                                                <a:solidFill>
                                                  <a:srgbClr val="111827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r>
                                              <a:rPr lang="en-IN" sz="2400" i="1">
                                                <a:solidFill>
                                                  <a:srgbClr val="111827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p>
                                        </m:sSup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</m:e>
                                </m:d>
                              </m:e>
                            </m:d>
                          </m:e>
                        </m: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the inverse trigonometric functions take only principal values. If the solutions of the equation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286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$k\in\mathbb{R}$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let the solutions of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$\cos\left(\sin^{-1}\left(x\cot\left(\tan^{-1}\left(\cos\left(\sin^{-1}x\right)\right)\right)\right)\right)=k,\ 0&lt;|x|&lt;\frac{1}{\sqrt2}$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the inverse trigonometric functions take only principal values. If the solutions of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$x^2-bx-5=0$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$\frac{1}{\alpha^2}+\frac{1}{\beta^2}$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$\frac{\alpha}{\beta}$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$\frac{b}{k^2}$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43738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Composition of inverse trigonometric and trigonometric functions, Quadratic equations and Vieta's relations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Simplify the nested expression to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two solutions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Simplify the nested expression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$\sqrt{\frac{1-2x^2}{1-x^2}}$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two solutions are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$x=\pm\sqrt{c}$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$\frac{\alpha}{\beta}=-1$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cot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p>
                                      <m:e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rad>
                              </m:den>
                            </m:f>
                          </m:e>
                        </m: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(valid 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$\cos\left(\sin^{-1}x\right)=\cos\left(\cos^{-1}\sqrt{1-x^2}\right)=\sqrt{1-x^2}$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$\cot\left(\tan^{-1}\sqrt{1-x^2}\right)=\cot\left(\cot^{-1}\frac{1}{\sqrt{1-x^2}}\right)=\frac{1}{\sqrt{1-x^2}}$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$\cos\left(\sin^{-1}\left(\frac{x}{\sqrt{1-x^2}}\right)\right)=\frac{\sqrt{1-2x^2}}{\sqrt{1-x^2}}$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(valid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$|x|&lt;\frac{1}{\sqrt2}$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$\Rightarrow\frac{\sqrt{1-2x^2}}{\sqrt{1-x^2}}=k\Rightarrow1-2x^2=k^2\left(1-x^2\right)$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solutions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roots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....(1)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$\Rightarrow\left(k^2-2\right)x^2=k^2-1\Rightarrow x^2=\frac{k^2-1}{k^2-2}$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solutions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$x=\pm\sqrt{\frac{k^2-1}{k^2-2}}$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$\alpha^2=\beta^2=\frac{k^2-1}{k^2-2}$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$\frac{\alpha}{\beta}=-1$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$\frac{1}{\alpha^2}+\frac{1}{\beta^2}=\frac{2\left(k^2-2\right)}{k^2-1}$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$x^2-bx-5=0$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$\frac{2\left(k^2-2\right)}{k^2-1}-1=b$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....(1)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Product of roots: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in (1):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Product of roots: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$\frac{2\left(k^2-2\right)}{k^2-1}(-1)=-5\Rightarrow2k^2-4=5k^2-5$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$3k^2=1\Rightarrow k^2=\frac13$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in (1):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$b=\frac{2\left(k^2-2\right)}{k^2-1}-1=5-1=4$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$\frac{b}{k^2}=\frac{4}{1/3}=12$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Trigonometric substitution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shows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use the product of roots first to find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only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Trigonometric substitution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$x=\sin 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shows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$k^2=2-\sec^2t$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use the product of roots first to find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only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call this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$x=\sin 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$0&lt;|t|&lt;\frac{\pi}{4}$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$\cos\left(\sin^{-1}x\right)=\cos 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$\cot\left(\tan^{-1}\cos t\right)=\frac{1}{\cos 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$\sin^{-1}\left(\frac{\sin t}{\cos t}\right)=\sin^{-1}(\tan 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$k=\cos\left(\sin^{-1}\tan t\right)=\sqrt{1-\tan^2t}$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$k^2=1-\tan^2t=2-\sec^2t$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$\sec^2t=2-k^2$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$x^2=\sin^2t=1-\frac{1}{2-k^2}=\frac{k^2-1}{k^2-2}$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call this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$c=\alpha^2=\beta^2$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$\beta=-\alpha$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roots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their product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valid).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roots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$x^2-bx-5=0$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$\frac{2}{c}$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their product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$-\frac2c=-5$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$c=\frac25$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$\frac{k^2-1}{k^2-2}=\frac25\Rightarrow5k^2-5=2k^2-4\Rightarrow k^2=\frac13$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$c=\frac25&lt;\frac12$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valid).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$b=\frac2c-1=5-1=4$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$\frac{b}{k^2}=12$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12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Nested compositions: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Peel from the inside, using a right triangle at each stage.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 equation containing only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(after simplification) has solutions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whenever both exist.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restriction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exactly what makes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inner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defined.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quadratic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sum of roots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product of roots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use the product first when it is free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Nested compositions: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$\cos(\sin^{-1}x)=\sqrt{1-x^2}$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$\cot(\tan^{-1}u)=\frac1u$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$\cos\left(\sin^{-1}v\right)=\sqrt{1-v^2}$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$|v|\le1$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Peel from the inside, using a right triangle at each stage.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 equation containing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(after simplification) has solutions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$\pm\sqrt{c}$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$\alpha=-\beta$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$\frac{\alpha}{\beta}=-1$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whenever both exist.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restriction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$|x|&lt;\frac{1}{\sqrt2}$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exactly what makes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$\left|\frac{x}{\sqrt{1-x^2}}\right|&lt;1$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inner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defined.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quadratic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$x^2-bx-5=0$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sum of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product of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$=-5$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use the product first when it is free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(1/5)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(2/5)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(3/5)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(4/5)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(5/5)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4754880" cy="3291840"/>
          </a:xfrm>
          <a:prstGeom prst="roundRect">
            <a:avLst>
              <a:gd name="adj" fmla="val 8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37160" bIns="73152"/>
          <a:lstStyle>
            <a:lvl1pPr>
              <a:defRPr sz="3000">
                <a:solidFill>
                  <a:srgbClr val="0B1F3A"/>
                </a:solidFill>
              </a:defRPr>
            </a:lvl1pPr>
          </a:lstStyle>
          <a:p>
            <a:pPr algn="ctr">
              <a:defRPr sz="3000">
                <a:solidFill>
                  <a:srgbClr val="0B1F3A"/>
                </a:solidFill>
              </a:defRPr>
            </a:pPr>
            <a:r>
              <a:rPr sz="3000" b="1">
                <a:solidFill>
                  <a:srgbClr val="0B1F3A"/>
                </a:solidFill>
                <a:latin typeface="Arial"/>
              </a:rPr>
              <a:t>Difficulty Index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8800" b="1">
                <a:solidFill>
                  <a:srgbClr val="0B1F3A"/>
                </a:solidFill>
                <a:latin typeface="Arial"/>
              </a:rPr>
              <a:t>1.64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2400" b="0">
                <a:solidFill>
                  <a:srgbClr val="0B1F3A"/>
                </a:solidFill>
                <a:latin typeface="Arial"/>
              </a:rPr>
              <a:t>out of 5</a:t>
            </a:r>
            <a:endParaRPr sz="3000">
              <a:solidFill>
                <a:srgbClr val="0B1F3A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852160" y="1417320"/>
            <a:ext cx="5605272" cy="603504"/>
          </a:xfrm>
          <a:prstGeom prst="rect">
            <a:avLst/>
          </a:prstGeom>
          <a:solidFill>
            <a:srgbClr val="93C47D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JEE Main or easier:  10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52160" y="2093976"/>
            <a:ext cx="5605272" cy="603504"/>
          </a:xfrm>
          <a:prstGeom prst="rect">
            <a:avLst/>
          </a:prstGeom>
          <a:solidFill>
            <a:srgbClr val="FFD966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Below average:  14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852160" y="2770632"/>
            <a:ext cx="5605272" cy="603504"/>
          </a:xfrm>
          <a:prstGeom prst="rect">
            <a:avLst/>
          </a:prstGeom>
          <a:solidFill>
            <a:srgbClr val="F6B26B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Average Advanced:  1 question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852160" y="3447288"/>
            <a:ext cx="5605272" cy="603504"/>
          </a:xfrm>
          <a:prstGeom prst="rect">
            <a:avLst/>
          </a:prstGeom>
          <a:solidFill>
            <a:srgbClr val="E88080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Above average:  0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852160" y="4123944"/>
            <a:ext cx="5605272" cy="603504"/>
          </a:xfrm>
          <a:prstGeom prst="rect">
            <a:avLst/>
          </a:prstGeom>
          <a:solidFill>
            <a:srgbClr val="CC4125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l">
              <a:defRPr sz="2400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Arial"/>
              </a:rPr>
              <a:t>Very difficult:  0 questions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5029200"/>
            <a:ext cx="10725912" cy="1097280"/>
          </a:xfrm>
          <a:prstGeom prst="rect">
            <a:avLst/>
          </a:prstGeom>
          <a:solidFill>
            <a:srgbClr val="FFFFFF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Total: 25 questions, 100 marks.  Index = Σ(marks × level) ÷ Σ marks, on the 0-5 scale.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Difficulty Profile of the Paper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80160"/>
          <a:ext cx="11274552" cy="5349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Comparison with JEE Advanced Papers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661007" y="1371600"/>
          <a:ext cx="88696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0"/>
                <a:gridCol w="310896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Paper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Difficulty Index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2.76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2023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3.19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2024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2.59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2025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3.02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Inverse Trigonometric Functions (Exercise J-M) XII SHEET ITF · Exercise J-M · detailed solutions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1.64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6080759"/>
            <a:ext cx="107259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 sz="2000">
                <a:solidFill>
                  <a:srgbClr val="111827"/>
                </a:solidFill>
              </a:defRPr>
            </a:lvl1pPr>
          </a:lstStyle>
          <a:p>
            <a:pPr algn="ctr">
              <a:defRPr sz="2000">
                <a:solidFill>
                  <a:srgbClr val="111827"/>
                </a:solidFill>
              </a:defRPr>
            </a:pPr>
            <a:r>
              <a:rPr sz="2000" b="0">
                <a:solidFill>
                  <a:srgbClr val="111827"/>
                </a:solidFill>
                <a:latin typeface="Arial"/>
              </a:rPr>
              <a:t>Marks-weighted difficulty index on the 0-5 scale</a:t>
            </a:r>
            <a:endParaRPr sz="20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