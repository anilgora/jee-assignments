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Sheet1!$A$2:$A$18</c:f>
              <c:strCache>
                <c:ptCount val="1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  <c:pt idx="7">
                  <c:v>2.5</c:v>
                </c:pt>
                <c:pt idx="8">
                  <c:v>3.0</c:v>
                </c:pt>
                <c:pt idx="9">
                  <c:v>4.0</c:v>
                </c:pt>
                <c:pt idx="10">
                  <c:v>2.0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2.0</c:v>
                </c:pt>
                <c:pt idx="15">
                  <c:v>3.0</c:v>
                </c:pt>
                <c:pt idx="16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RPT 01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02 · JEE Adv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power of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inverse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by applying elementary row operations, then the sum of all elements of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   (B) 38   (C) 28   (D) 48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$A=\begin{pmatrix}1&amp;1&amp;1\\0&amp;1&amp;1\\0&amp;0&amp;1\end{pmatrix}$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power of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inverse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$(A^n)^{-1}$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by applying elementary row operations, then the sum of all elements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$(A^{10})^{-1}$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   (B) 38   (C) 28   (D) 48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and inverse of an upper triangular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unitriangular with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inverse follows the same pattern with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unitriangular with entries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$\frac{n(n+1)}{2}$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inverse follows the same pattern with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pattern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$A^2=A\cdot A=\begin{pmatrix}1&amp;2&amp;3\\0&amp;1&amp;2\\0&amp;0&amp;1\end{pmatrix}$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$A^3=\begin{pmatrix}1&amp;3&amp;6\\0&amp;1&amp;3\\0&amp;0&amp;1\end{pmatrix}$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pattern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$A^n=\begin{pmatrix}1&amp;n&amp;\frac{n(n+1)}{2}\\0&amp;1&amp;n\\0&amp;0&amp;1\end{pmatrix}$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$1+n+\frac{n(n+1)}{2}=\frac{(n+1)(n+2)}{2}$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Inverting the unitriangular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Inverting the unitriangular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$(A^n)^{-1}=\begin{pmatrix}1&amp;-n&amp;\frac{n(n-1)}{2}\\0&amp;1&amp;-n\\0&amp;0&amp;1\end{pmatrix}$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$(A^{10})^{-1}=\begin{pmatrix}1&amp;-10&amp;45\\0&amp;1&amp;-10\\0&amp;0&amp;1\end{pmatrix}$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$=1-10+45+0+1-10+0+0+1=28$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nilpotent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binomial series, which stops after three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$A=I+N$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nilpotent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$(I+N)^{-10}$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binomial series, which stops after three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$N=A-I=\begin{pmatrix}0&amp;1&amp;1\\0&amp;0&amp;1\\0&amp;0&amp;0\end{pmatrix}$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$N^2=\begin{pmatrix}0&amp;0&amp;1\\0&amp;0&amp;0\\0&amp;0&amp;0\end{pmatrix}$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$(A^{10})^{-1}=(I+N)^{-10}=\sum_{k\ge0}\binom{-10}{k}N^k$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$\binom{-10}{0}=1$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$\binom{-10}{1}=-10$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$\binom{-10}{2}=\frac{(-10)(-11)}{2}=55$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entries: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ones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$(A^{10})^{-1}=I-10N+55N^2$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entries: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ones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$=3-30+55=28$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nilpotent and commuting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including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stops at the nilpotency index.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unitriangular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which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nilpotent and commuting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$(I+N)^m=\sum_{k}\binom{m}{k}N^k$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including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stops at the nilpotency index.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unitriangular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$(I+N)^n=I+nN+\binom{n}{2}N^2$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$\binom{n}{2}\cdot1+n\cdot1=\frac{n(n+1)}{2}$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$\mathbf{1}^TM\mathbf{1}$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$(I+N)^{-n}$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$3-3n+\binom{n+1}{2}$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which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solutions of the trigonometric equation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solutions of the trigonometric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$\sqrt3\sin2x+\cos2x-\sqrt3\sin x-3\cos 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$\frac{13\pi}{3}$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Solving trigonometric equations in a closed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common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$(2\cos 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common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$\sqrt3\sin2x+\cos2x-\sqrt3\sin x-3\cos 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$\cos2x=2\cos^2x-1$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$2\sqrt3\sin x\cos x+(2\cos^2x-1)-\sqrt3\sin x-3\cos 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$(2\cos x-1)(\sqrt3\sin x+\cos 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x-1=0\Rightarrow\cos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$x=\frac{\pi}{3},\frac{5\pi}{3}$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 x+\cos x-1=0\Rightarrow\frac{\sqrt3}{2}\sin x+\frac12\cos x=\frac12\Rightarrow\cos\left(x-\frac{\pi}{3}\right)=\frac12$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distinct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$x-\frac{\pi}{3}=2k\pi\pm\frac{\pi}{3}$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$x=\frac{8\pi}{3}$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distinct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$\left\{0,\frac{\pi}{3},\frac{2\pi}{3},\frac{5\pi}{3},2\pi\right\}$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$=0+\frac{\pi}{3}+\frac{2\pi}{3}+\frac{5\pi}{3}+2\pi=\frac{14\pi}{3}$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$\frac{14\pi}{3}$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second factor with the tangent half-angle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auxiliary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second factor with the tangent half-angle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auxiliary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factorising,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factor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second factor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factorising,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$(2\cos x-1)(\sqrt3\sin x+\cos 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factor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$x=\frac{\pi}{3},\frac{5\pi}{3}$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second factor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$\frac{2\sqrt3t}{1+t^2}+\frac{1-t^2}{1+t^2}=1\Rightarrow2\sqrt3t+1-t^2=1+t^2\Rightarrow2t^2-2\sqrt3t=0$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$t(t-\sqrt3)=0$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excluded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checked separately: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excluded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checked separately: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$\sqrt3\sin\pi+\cos\pi-1=-2\ne0$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$0,\frac{\pi}{3},\frac{2\pi}{3},\frac{5\pi}{3},2\pi$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$\frac{14\pi}{3}$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rewritten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expose a common factor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expand the factored form once to confirm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the left side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endpoints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solutions and both are counted separately in a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always test it by hand.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rewritten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x,\cos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expose a common factor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$(2\cos 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expand the factored form once to confirm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$|c|\le\sqrt{a^2+b^2}$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the left side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$\sqrt{a^2+b^2}\cos(x-\varphi)$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endpoints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solutions and both are counted separately in a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always test it by hand.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real roots of the logarithmic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quadratic equation with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real roots of the logarithmic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$(\log_2x)^2-4\log_2x+2=0$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$\alpha=\log_{x_1}(4x_1)$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$\beta=\log_{x_2}(4x_2)$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quadratic equation with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$x^2-8x+7=0$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Logarithmic equations and change of base, Forming a quadratic equation from given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two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given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$\log_{x_i}(4x_i)=1+\frac{2}{\log_2x_i}$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$y=1+\frac2t$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two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given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$t=\log_2x$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$t^2-4t+2=0$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$t_1=\log_2x_1$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$t_2=\log_2x_2$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$\alpha=\log_{x_1}(4x_1)=\log_{x_1}4+\log_{x_1}x_1=\frac{2}{\log_2x_1}+1=1+\frac{2}{t_1}$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$\beta=\log_{x_2}(4x_2)=\frac{2}{\log_2x_2}+1=1+\frac{2}{t_2}$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$y=1+\frac2t$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$t=\frac{2}{y-1}$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required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$t=\frac{2}{y-1}$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$t^2-4t+2=0$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$\left(\frac{2}{y-1}\right)^2-4\left(\frac{2}{y-1}\right)+2=0$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$\frac{2}{(y-1)^2}-\frac{4}{y-1}+1=0$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$2-4(y-1)+(y-1)^2=0\Rightarrow y^2-6y+7=0$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$y^2-6y+7=0$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required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$x^2-6x+7=0$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Vieta's formulas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symmetrically, with no elimination.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Vieta's formulas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symmetrically, with no elimination.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$t^2-4t+2=0$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$\alpha=1+\frac{2}{t_1}$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$\beta=1+\frac{2}{t_2}$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$\log_{x_i}(4x_i)=\frac{2}{t_i}+1$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$\alpha+\beta=2+2\cdot\frac{t_1+t_2}{t_1t_2}=2+2\cdot\frac42=6$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$\alpha\beta=1+2\cdot\frac{t_1+t_2}{t_1t_2}+\frac{4}{t_1t_2}=1+4+2=7$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$x^2-(\alpha+\beta)x+\alpha\beta=x^2-6x+7=0$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$x^2-6x+7=0$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(change of base,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build a quadratic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known quadratic, either substitute the inverse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Vieta; the second needs no inverse.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$\log_a(bx)=\log_ab+\log_ax$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$\log_xa=\frac{\log_2a}{\log_2x}$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(change of base,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$x&gt;0,x\ne1$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$\log_x(4x)=1+\frac{2}{\log_2x}$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build a 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$g(t_1),g(t_2)$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known quadratic, either substitute the inverse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$t=g^{-1}(y)$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g(t_i)$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 g(t_i)$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Vieta; the second needs no inverse.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$\alpha,\beta=3\mp\sqrt2$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real numbers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possible value of the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$a_k=\frac{2k+1-2\sqrt{k^2+k}}{k^2+k}$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$x_1,x_2,\ldots,x_{35}$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$\sum_{k=1}^{35}x_k=50$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possible value of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$\sum_{k=1}^{35}\frac{a_k}{x_k}$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$\frac{5}{36}$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sums, Cauchy-Schwarz and AM-GM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 and Cauchy-Schwarz gives the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$a_k=\left(\frac{1}{\sqrt k}-\frac{1}{\sqrt{k+1}}\right)^2$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$\sum\sqrt{a_k}$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 and Cauchy-Schwarz gives the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ra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$2k+1=(k+1)+k$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$k^2+k=k(k+1)$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$a_k=\frac{(k+1)+k-2\sqrt{k(k+1)}}{k(k+1)}$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$\left(\sqrt{k+1}-\sqrt k\right)^2$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$a_k=\left(\frac{\sqrt{k+1}-\sqrt k}{\sqrt{k(k+1)}}\right)^2$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$\sqrt{a_k}=\frac{1}{\sqrt k}-\frac{1}{\sqrt{k+1}}$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$\sum_{k=1}^{35}\sqrt{a_k}=\sum_{k=1}^{35}\left(\frac{1}{\sqrt k}-\frac{1}{\sqrt{k+1}}\right)=1-\frac{1}{\sqrt{36}}=1-\frac16=\frac56$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Cauchy-Schwarz inequality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(these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and is the minimum.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Cauchy-Schwarz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$\left(\sum x_k\right)\left(\sum\frac{a_k}{x_k}\right)\ge\left(\sum\sqrt{a_k}\right)^2$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$50\sum\frac{a_k}{x_k}\ge\left(\frac56\right)^2=\frac{25}{36}$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$\sum_{k=1}^{35}\frac{a_k}{x_k}\ge\frac{25}{36\times50}=\frac{1}{72}$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$x_k\propto\sqrt{a_k}$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$x_k=60\sqrt{a_k}$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(these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$60\cdot\frac56=50$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and is the minimum.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$\frac{1}{72}$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AM-GM termwise with a free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optimise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AM-GM termwise with a free parameter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$\frac{a_k}{x_k}+\mu^2x_k\ge2\mu\sqrt{a_k}$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optimise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by AM-GM.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side is largest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$\frac{a_k}{x_k}+\mu^2x_k\ge2\mu\sqrt{a_k}$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by AM-GM.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$k=1,\ldots,35$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x_k=50$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$\sum\sqrt{a_k}=\frac56$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$S+50\mu^2\ge\frac{5\mu}{3}$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$S=\sum\frac{a_k}{x_k}$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$S\ge\frac{5\mu}{3}-50\mu^2$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side is largest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$\mu=\frac{1}{60}$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bound is attained. 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$\mu=\frac1{60}$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$S\ge\frac{5}{180}-\frac{50}{3600}=\frac{1}{36}-\frac{1}{72}=\frac{1}{72}$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$\frac{a_k}{x_k}=\mu^2x_k$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$x_k=60\sqrt{a_k}$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bound is attained.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$\frac{1}{72}$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Titu/Engel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telescopes.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minimum or maximum problem, state the equality condition and check that it is attainable under the given constraint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Titu/Engel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$\sum\frac{u_k^2}{x_k}\ge\frac{(\sum u_k)^2}{\sum x_k}$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$x_k\propto u_k$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$u_k=\sqrt{a_k}$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$(k+1)+k-2\sqrt{k(k+1)}=\left(\sqrt{k+1}-\sqrt k\right)^2$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$\frac{\sqrt{k+1}-\sqrt k}{\sqrt{k(k+1)}}=\frac1{\sqrt k}-\frac1{\sqrt{k+1}}$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telescopes.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minimum or maximum problem, state the equality condition and check that it is attainable under the given constraint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$x_k=60\sqrt{a_k}&gt;0$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all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sequences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defined by the recurrence relations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all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sequences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$(y_n)$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defined by the recurrence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$x_{n+1}=\frac{x_n+y_n}{2}$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$y_{n+1}=\frac{2x_ny_n}{x_n+y_n}$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$x_ny_n=4$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$x_n=2\left(\frac{3^{2^{n-1}}+1}{3^{2^{n-1}}-1}\right)$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$x_n-y_n=\frac{8\cdot3^{2^{n-1}}}{9^{2^{n-1}}-1}$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$\prod_{k=1}^{n}\left(\frac{x_k+2}{x_k-2}\right)=3^{2^n-1}$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Recursive sequences from AM and HM, and telescoping products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squared at each step.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$x_ny_n$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equal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$\frac{x_n-2}{x_n+2}$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squared at each step.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$x_{n+1}y_{n+1}=\left(\frac{x_n+y_n}{2}\right)\left(\frac{2x_ny_n}{x_n+y_n}\right)=x_ny_n$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$x_ny_n=x_1y_1=4\times1=4$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By (A),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By (A),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$y_n=\frac{4}{x_n}$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$x_{n+1}=\frac{x_n+\frac{4}{x_n}}{2}=\frac{x_n^2+4}{2x_n}$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$x_{n+1}-2=\frac{(x_n-2)^2}{2x_n}$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$x_{n+1}+2=\frac{(x_n+2)^2}{2x_n}$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$\frac{x_{n+1}-2}{x_{n+1}+2}=\left(\frac{x_n-2}{x_n+2}\right)^2$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$u_n=\frac{x_n-2}{x_n+2}$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$u_{n+1}=u_n^2$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$u_n=u_1^{2^{n-1}}$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$u_1=\frac{4-2}{4+2}=\frac13$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$\frac{x_n-2}{x_n+2}=\left(\frac13\right)^{2^{n-1}}=3^{-2^{n-1}}$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$x_n=2\cdot\frac{1+3^{-2^{n-1}}}{1-3^{-2^{n-1}}}=2\left(\frac{3^{2^{n-1}}+1}{3^{2^{n-1}}-1}\right)$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statements are correct: (A, 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$A=3^{2^{n-1}}$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$x_n=\frac{2(A+1)}{A-1}$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$y_n=\frac{4}{x_n}=\frac{2(A-1)}{A+1}$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$x_n-y_n=2\left[\frac{(A+1)^2-(A-1)^2}{(A-1)(A+1)}\right]=\frac{8A}{A^2-1}$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$A^2=3^{2^n}=9^{2^{n-1}}$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$x_n-y_n=\frac{8\cdot3^{2^{n-1}}}{9^{2^{n-1}}-1}$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$u_k=3^{-2^{k-1}}$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$\frac{x_k+2}{x_k-2}=3^{2^{k-1}}$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$\prod_{k=1}^{n}\frac{x_k+2}{x_k-2}=3^{\sum_{k=1}^{n}2^{k-1}}=3^{2^n-1}$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statements are correct: (A, 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doubling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coth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$x_n=2\coth\theta_n$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recurrence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$x_{n+1}=\frac{x_n^2+4}{2x_n}$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doubling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$\coth2\theta=\frac{\coth^2\theta+1}{2\coth\theta}$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coth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$x_ny_n=4$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$x_{n+1}=\frac{x_n^2+4}{2x_n}$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$x_n=2c_n$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$2c_{n+1}=\frac{4c_n^2+4}{4c_n}$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$c_{n+1}=\frac{c_n^2+1}{2c_n}$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$\coth2\theta=\frac{\coth^2\theta+1}{2\coth\theta}$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$c_n=\coth\theta_n$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$\theta_{n+1}=2\theta_n$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$c_1=\frac{x_1}{2}=2$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$\coth\left(\frac12\ln3\right)=\frac{\sqrt3+\frac1{\sqrt3}}{\sqrt3-\frac1{\sqrt3}}=\frac{3+1}{3-1}=2$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$\theta_1=\frac12\ln3$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product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exponent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of (A), (B), (C), (D)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$\theta_n=2^{n-1}\theta_1=2^{n-2}\ln3$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$x_n=2\coth\theta_n=2\,\frac{e^{2\theta_n}+1}{e^{2\theta_n}-1}$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$e^{2\theta_n}=3^{2^{n-1}}$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$y_n=\frac{4}{x_n}=2\tanh\theta_n$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$x_ny_n=4$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$x_n-y_n=2(\coth\theta_n-\tanh\theta_n)=\frac{4}{\sinh2\theta_n}=\frac{8}{3^{2^{n-1}}-3^{-2^{n-1}}}=\frac{8\cdot3^{2^{n-1}}}{9^{2^{n-1}}-1}$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$\frac{x_k+2}{x_k-2}=\frac{\coth\theta_k+1}{\coth\theta_k-1}=e^{2\theta_k}=3^{2^{k-1}}$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product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$k=1..n$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of (A), (B), (C), (D)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AM-HM recursion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product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so both sequences converge to the geometric mean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Newton/Babylonian step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quadratic convergence and a closed form via repeated squaring.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Recurrences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doubling formula; spotting it linearises the recursion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product of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single power.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AM-HM recursion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$x_{n+1}=\frac{x_n+y_n}{2}$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$y_{n+1}=\frac{2x_ny_n}{x_n+y_n}$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$x_ny_n$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so both sequences converge to the geometric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$\sqrt{x_1y_1}$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Newton/Babylonian step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$x\mapsto\frac12\left(x+\frac{a}{x}\right)$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$\frac{x'-\sqrt a}{x'+\sqrt a}=\left(\frac{x-\sqrt a}{x+\sqrt a}\right)^2$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quadratic convergence and a closed form via repeated squaring.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Recurrences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$c\mapsto\frac{c^2+1}{2c}$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doubling formula; spotting it linearises the recursion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$\theta\mapsto2\theta$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$\sum_{k=1}^{n}2^{k-1}=2^n-1$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product of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single power.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21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⟨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of positive real numbers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sequence of its consecutive differences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arithmetic progression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21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$\langle a_n\rangle_{n\ge1}$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of positive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sequence of its consecutive differences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$d_n=a_{n+1}-a_n$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arithmetic progression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$b_n=\frac{1}{a_na_{n+1}}$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$a_n=n(n+2)$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$\sum_{n=1}^{\infty}b_n=\frac{1}{18}$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$\sum_{n=1}^{N}(a_{n+1}-a_n)b_n=\frac{N(N+2)}{3(N+1)(N+3)}$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$\sum_{n=1}^{\infty}\frac{n+2}{(n+4)a_na_{n+1}}=\frac{5}{144}$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Sequences with an AP of differences and telescoping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telescopes in steps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$a_n=n(n+2)$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$b_n=\frac{1}{n(n+1)(n+2)(n+3)}$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telescopes in steps of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$\frac1{n(n+1)(n+2)}$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$d_n=5+(n-1)\cdot2=2n+3$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$a_n=a_1+\sum_{k=1}^{n-1}d_k=3+\sum_{k=1}^{n-1}(2k+3)=3+2\cdot\frac{(n-1)n}{2}+3(n-1)$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$=3+n^2-n+3n-3=n^2+2n=n(n+2)$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$b_n=\frac{1}{a_na_{n+1}}=\frac{1}{n(n+2)(n+1)(n+3)}=\frac{1}{n(n+1)(n+2)(n+3)}$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$b_n=\frac13\left[\frac{1}{n(n+1)(n+2)}-\frac{1}{(n+1)(n+2)(n+3)}\right]$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$\sum_{n=1}^{\infty}b_n=\frac13\cdot\frac{1}{1\cdot2\cdot3}=\frac{1}{18}$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$(a_{n+1}-a_n)b_n=\frac{a_{n+1}-a_n}{a_na_{n+1}}=\frac{1}{a_n}-\frac{1}{a_{n+1}}$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$\sum_{n=1}^{N}(a_{n+1}-a_n)b_n=\frac{1}{a_1}-\frac{1}{a_{N+1}}=\frac13-\frac{1}{(N+1)(N+3)}=\frac{N(N+4)}{3(N+1)(N+3)}$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(C)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$\frac{N(N+2)}{3(N+1)(N+3)}$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(C)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$\frac{n+2}{(n+4)a_na_{n+1}}=\frac{n+2}{(n+4)\,n(n+1)(n+2)(n+3)}=\frac{1}{n(n+1)(n+3)(n+4)}$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$n+2=(n+4)-2$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$T_n=\frac{(n+4)-2}{n(n+1)(n+2)(n+3)(n+4)}$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$T_n=\frac{1}{n(n+1)(n+2)(n+3)}-\frac{2}{n(n+1)(n+2)(n+3)(n+4)}$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$\sum_{n=1}^{\infty}T_n=\frac{1}{18}-2\cdot\frac{1}{4\cdot(1\cdot2\cdot3\cdot4)}=\frac{1}{18}-\frac{1}{48}=\frac{5}{144}$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Correct statements: (A, B, D).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constant second difference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the sum in (D) splits by partial fractions into two gap-telescoping pieces.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constant second difference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the sum in (D) splits by partial fractions into two gap-telescoping pieces.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AP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difference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 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AP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difference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$a_n=n^2+pn+q$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$a_2=a_1+d_1=8$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$1+p+q=3$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$4+2p+q=8$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$p=2,q=0$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$a_n=n(n+2)$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$a_3=8+7=15=3\cdot5$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$a_na_{n+1}=n(n+1)(n+2)(n+3)$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$\frac{n+2}{(n+4)a_na_{n+1}}=\frac{1}{n(n+1)(n+3)(n+4)}$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$\frac{1}{n(n+1)(n+3)(n+4)}=\frac{1}{12}\left(\frac1n-\frac{1}{n+4}\right)-\frac16\left(\frac{1}{n+1}-\frac{1}{n+3}\right)$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$\frac1{40}=\frac1{15}-\frac1{24}$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$\sum_{n\ge1}\left(\frac1n-\frac{1}{n+4}\right)=1+\frac12+\frac13+\frac14=\frac{25}{12}$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$\sum_{n\ge1}\left(\frac1{n+1}-\frac1{n+3}\right)=\frac12+\frac13=\frac56$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(C),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(incorrect). (B) follows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$=\frac{25}{144}-\frac{5}{36}=\frac{25-20}{144}=\frac{5}{144}$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(C),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$\sum(a_{n+1}-a_n)b_n=\frac13-\frac1{(N+1)(N+3)}$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$\frac5{24}\ne\frac3{24}$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(incorrect). (B) follows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$\sum\frac1{n(n+1)(n+2)(n+3)}=\frac1{3\cdot3!}=\frac1{18}$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differences form an AP the sequence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second differences are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leading coefficient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known: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a statement of this kind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sits next to a denominator with factors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rewrite it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split into two rising-factorial telescoping sums.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$\sum_{n=1}^{\infty}\frac{1}{n(n+1)\cdots(n+r)}=\frac{1}{r\cdot 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$\frac{1}{n\cdots(n+r-1)}-\frac{1}{(n+1)\cdots(n+r)}=\frac{r}{n\cdots(n+r)}$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differences form an AP the sequence is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second differences are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leading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$a_{n+1}-a_n$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known: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$\frac{a_{n+1}-a_n}{a_na_{n+1}}=\frac1{a_n}-\frac1{a_{n+1}}$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$\sum_{n=1}^N=\frac1{a_1}-\frac1{a_{N+1}}$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a statement of this kind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sits next to a denominator with factors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rewrite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$(n+4)-2$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split into two rising-factorial telescoping sums.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1571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system of linear equations in real variables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the coefficient matrix of the system, and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denote the determinants defined according to Cramer's rule. Which of the following statements is/are CORRECT?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For any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 system has a unique solution with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The third row of the coefficient matrix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a linear combination of its first two rows if and only if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The system of equations has infinitely many solutions if and only if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but the system of equations is inconsistent.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1571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system of linear equations in real variables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$x+2y+az=b$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$x+4y+a^2z=b^2$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$a,b\in\mathbb{R}$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the coefficient matrix of the system, and 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$\Delta,\Delta_x,\Delta_y,\Delta_z$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denote the determinants defined according to Cramer's rule. Which of the following statements is/are CORRECT?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For any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$a\in\mathbb{R}-\{1,2\}$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$b\in\mathbb{R}$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 system has a unique solution with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$z=\frac{(b-1)(b-2)}{(a-1)(a-2)}$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The third row of the coefficient matrix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a linear combination of its first two rows if and only if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$a\in\{1,2\}$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The system of equations has infinitely many solutions if and only if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$a\in\{1,2\}$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$b\in\{1,2\}$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$\Delta_x=0$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but the system of equations is inconsistent.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Cramer's rule, consistency and linear dependence in a determinant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Vandermonde determinant,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Vandermonde determinant,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$R_3=3R_2-2R_1$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$a^2=3a-2$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$\Delta=\left|\begin{matrix}1&amp;1&amp;1\\1&amp;2&amp;a\\1&amp;4&amp;a^2\end{matrix}\right|=(2-1)(a-1)(a-2)=(a-1)(a-2)$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$R_3=c_1R_1+c_2R_2$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$(1,4,a^2)=(c_1+c_2,\;c_1+2c_2,\;c_1+ac_2)$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components: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Cramer determinants: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components: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$c_1+2c_2=4$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$R_3=3R_2-2R_1$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$a^2-3a+2=0\Rightarrow a\in\{1,2\}$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Cramer determinants: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$\Delta_x=\left|\begin{matrix}1&amp;1&amp;1\\b&amp;2&amp;a\\b^2&amp;4&amp;a^2\end{matrix}\right|=(2-b)(a-b)(a-2)$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$\Delta_y=\left|\begin{matrix}1&amp;1&amp;1\\1&amp;b&amp;a\\1&amp;b^2&amp;a^2\end{matrix}\right|=(b-1)(a-1)(a-b)$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$\Delta_z=\left|\begin{matrix}1&amp;1&amp;1\\1&amp;2&amp;b\\1&amp;4&amp;b^2\end{matrix}\right|=(b-1)(b-2)$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$a\in\mathbb{R}-\{1,2\}$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$z=\frac{\Delta_z}{\Delta}=\frac{(b-1)(b-2)}{(a-1)(a-2)}$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sides must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 (and, since rows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independent, sufficient: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solutions).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no solution.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statements are correct: (A, 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$R_3=3R_2-2R_1$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sides must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$b^2=3b-2$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$b^2-3b+2=0\Rightarrow b\in\{1,2\}$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 (and, since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independent, sufficient: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solutions).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$\Delta=(2-1)(2-2)=0$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$\Delta_x=(2-3)(2-3)(2-2)=0$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$\Delta_z=(3-1)(3-2)=2\ne0$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no solution.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statements are correct: (A, 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system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an interpolation problem.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system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$x\,v(1)+y\,v(2)+z\,v(a)=v(b)$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$v(t)=(1,t,t^2)^T$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$xq(1)+yq(2)+zq(a)=q(b)$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an interpolation problem.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the system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says: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for every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distinct. Take the Lagrange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two coefficients come the same way, so the solution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the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$x\cdot1^k+y\cdot2^k+z\cdot a^k=b^k$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says: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$x\,q(1)+y\,q(2)+z\,q(a)=q(b)$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$q(t)=1,t,t^2$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for every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$a\notin\{1,2\}$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distinct. Take the Lagrange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$q(t)=\frac{(t-1)(t-2)}{(a-1)(a-2)}$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$z=q(b)=\frac{(b-1)(b-2)}{(a-1)(a-2)}$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two coefficients come the same way, so the solution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The 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dependent iff two nodes coincide (Vandermonde),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rows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never proportional,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their span.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system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conversely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match, with one free parameter, giving infinitely many solutions. 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combined.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The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$v(1),v(2),v(a)$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dependent iff two nodes coincide (Vandermonde),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$\Delta=0\iff a\in\{1,2\}$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never proportional,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their span.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system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$(x+z)q(1)+yq(2)=q(b)$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$q=(t-1)(t-2)$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conversely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match, with one free parameter, giving infinitely many solutions.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combined.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quadratics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statements are correct: (A, 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$x\,q(1)+(y+z)\,q(2)=q(3)$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quadratics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$q=(t-1)(t-2)$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$q(3)=2\ne0$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statements are correct: (A, 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nodes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whose rows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moment/interpolation problem: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quadratics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Lagrange basis polynomials solve it instantly.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some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no solution;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may still be inconsistent, so compare ranks.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consistent iff the right sides obey the same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test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consistent equations gives infinitely many solutions (one free parameter);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inconsistent right side gives none.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$\left|\begin{matrix}1&amp;1&amp;1\\t_1&amp;t_2&amp;t_3\\t_1^2&amp;t_2^2&amp;t_3^2\end{matrix}\right|=(t_2-t_1)(t_3-t_1)(t_3-t_2)$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nodes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whose rows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$(p_1^k,p_2^k,p_3^k\mid r^k)$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moment/interpolation problem: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c_iq(p_i)=q(r)$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quadratics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Lagrange basis polynomials solve it instantly.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no solution;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may still be inconsistent, so compare ranks.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$R_3=\lambda R_1+\mu 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consistent iff the right sides obey the same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test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consistent equations gives infinitely many solutions (one free parameter);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inconsistent right side gives none.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0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homogeneous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system has non-trivial solutions for exactly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Whenever the system admits non-trivial solutions,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such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0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homogeneous linear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$x+(\sin\theta)y+(\cos\theta)z=0$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$x+(\cos\theta)y+(\sin\theta)z=0$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system has non-trivial solutions for exactly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Whenever the system admits non-trivial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such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Homogeneous linear system and determinant, Trigonometric bounds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2.5(A little easier than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Homogeneous linear system and determinant, Trigonometric bounds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2.5(A little easier than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second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$(\sin\theta-\cos\theta)(\sin\theta+\cos\theta-2)$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$\sin\theta+\cos\theta\le\sqrt2&lt;2$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second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$D(\theta)=\left|\begin{matrix}1&amp;\sin\theta&amp;\cos\theta\\1&amp;\cos\theta&amp;\sin\theta\\1&amp;1&amp;1\end{matrix}\right|$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$D(\theta)=\left|\begin{matrix}0&amp;\sin\theta-1&amp;\cos\theta-1\\0&amp;\cos\theta-1&amp;\sin\theta-1\\1&amp;1&amp;1\end{matrix}\right|$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At these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and third equations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(B)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$D(\theta)=(\sin\theta-1)^2-(\cos\theta-1)^2=(\sin\theta-\cos\theta)(\sin\theta+\cos\theta-2)$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$\sin\theta+\cos\theta=\sqrt2\sin\left(\theta+\frac\pi4\right)\le\sqrt2&lt;2$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$\sin\theta+\cos\theta-2\ne0$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$D(\theta)=0\iff\sin\theta=\cos\theta\iff\tan\theta=1$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At these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$\sin\theta=\cos\theta=k$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and third equations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$x+k(y+z)=0$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$x(1-k)=0$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(B)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unique (trivial) solution.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trivial solution exists, not infinitely many. (D)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statements: (A, B,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$D\left(\frac\pi2\right)=(1-0)(1+0-2)=-1\ne0$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unique (trivial) solution.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$\tan\frac{3\pi}{4}=-1\ne1$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trivial solution exists, not infinitely many. (D)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statements: (A, B,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Subtract the third equation from the first two, then add and subtract the resulting pair: this solves the system by hand without a determinant.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1 minus equation 3: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(i). Equation 2 minus equation 3: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(i)+(ii):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3 then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every solution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1 minus equation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$(\sin\theta-1)y+(\cos\theta-1)z=0$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(i). Equation 2 minus equation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$(\cos\theta-1)y+(\sin\theta-1)z=0$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(i)+(ii):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$(\sin\theta+\cos\theta-2)(y+z)=0$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$\sin\theta+\cos\theta\le\sqrt2&lt;2$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3 then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$x=-(y+z)=0$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every solution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exists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the solutions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(C).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again only the trivial solution: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$(\sin\theta-\cos\theta)(y-z)=0$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$2y(\sin\theta-\cos\theta)=0$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$\theta=\frac\pi4,\frac{5\pi}{4}$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the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$(0,y,-y)$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$\sin\theta-\cos\theta=1\ne0$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(C).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$\sin\theta-\cos\theta=\sqrt2\ne0$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again only the trivial solution: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symmetric-looking system, adding and subtracting two equations isolates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quick alternative to a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a non-trivial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only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unique solution, not infinitely many).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operations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rows sharing a column of ones create zeros and reduce the determinant 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$a\sin\theta+b\cos\theta\in[-\sqrt{a^2+b^2},\sqrt{a^2+b^2}]$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$\sin\theta+\cos\theta\le\sqrt2&lt;2$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symmetric-looking system, adding and subtracting two equations isolates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quick alternative to a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a non-trivial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only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unique solution, not infinitely many).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operations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$R_i\to R_i-R_3$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rows sharing a column of ones create zeros and reduce the determinant 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3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parametric quadratic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quadratic equation has both roots approaching infinity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5   (C) 6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$A(\theta)=\sum_{k=1}^{6}\cos(2k\theta)$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$B(\theta)=\sum_{k=1}^{6}\sin(2k\theta)$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$C(\theta)=1+2\sum_{k=1}^{3}\cos((2k-1)\theta)$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parametric quadratic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$A(\theta)x^2+B(\theta)x+C(\theta)=0$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quadratic equation has both roots approaching infinity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5   (C) 6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sine and cosine series with angles in AP, Behaviour of the roots of a quadratic as its coefficients vary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go to infinity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here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go to infinity only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here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$\sin6\theta=0$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the series: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 infinity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equation degenerates to the non-equation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simultaneously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(otherwise we would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the 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$A(\theta)=\frac{\sin6\theta\cos7\theta}{\sin\theta}$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$B(\theta)=\frac{\sin6\theta\sin7\theta}{\sin\theta}$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$C(\theta)=1+\frac{\sin6\theta}{\sin\theta}$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 infinity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$A(\theta)=B(\theta)=0$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$C(\theta)\ne0$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equation degenerates to the non-equation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simultaneously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(otherwise we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$\cos7\theta=\sin7\theta=0$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these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both roots approach infinity for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$\sin6\theta=0\Rightarrow6\theta=k\pi\Rightarrow\theta=\frac{k\pi}{6}$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these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$C(\theta)=1+0=1\ne0$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both roots approach infinity for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two sums as one geometric series: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exactly at the non-trivial sixth roots of unity.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two sums as one geometric series: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$A+iB=\sum_{k=1}^{6}z^k$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$z=e^{2i\theta}$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exactly at the non-trivial sixth roots of unity.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 together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sixth root of unity other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once, so each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occurs for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$z=e^{2i\theta}$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$A(\theta)+iB(\theta)=\sum_{k=1}^{6}z^k=\frac{z(z^6-1)}{z-1}$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 together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sixth root of unity other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once, so 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$z=e^{2\pi ik/6}$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$k=1,\ldots,5$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occurs for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$\theta=\frac{k\pi}{6}$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these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has no finite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both roots approach infinity for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these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$C(\theta)=1\ne0$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has no finite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both roots approach infinity for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root tends to infinity and the other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roots tend to infinity.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sine and cosine sums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(geometric series):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$\sum_{k=1}^{n}\cos k\alpha=\frac{\sin\frac{n\alpha}{2}\cos\frac{(n+1)\alpha}{2}}{\sin\frac\alpha2}$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$\sum_{k=1}^{n}\sin k\alpha=\frac{\sin\frac{n\alpha}{2}\sin\frac{(n+1)\alpha}{2}}{\sin\frac\alpha2}$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$\sum_{k=1}^{n}\cos(2k-1)\theta=\frac{\sin2n\theta}{2\sin\theta}$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root tends to infinity and the other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roots tend to infinity.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sine and cosine sums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e^{ik\alpha}$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(geometric series):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$e^{in\alpha}=1$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$e^{i\alpha}\ne1$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22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parametric quadratic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quadratic equation has exactly one root approaching infinity.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finite root of the equation.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22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$A(\theta)=\sum_{k=1}^{6}\cos(2k\theta)$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$B(\theta)=\sum_{k=1}^{6}\sin(2k\theta)$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$C(\theta)=1+2\sum_{k=1}^{3}\cos((2k-1)\theta)$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parametric quadratic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$A(\theta)x^2+B(\theta)x+C(\theta)=0$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quadratic equation has exactly one root approaching infinity.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finite root of the equation.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$\sum_{\theta\in\Omega}x(\theta)$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sine and cosine series with angles in AP, Roots of a quadratic equation (finite root when the leading coefficient vanishes)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finite root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$\sin6\theta_m=(-1)^m\cos\theta_m$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finite root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$x(\theta_m)=-\tan\theta_m-(-1)^m$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closed forms: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closed forms: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$A=\frac{\sin6\theta\cos7\theta}{\sin\theta}$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$B=\frac{\sin6\theta\sin7\theta}{\sin\theta}$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$C=1+\frac{\sin6\theta}{\sin\theta}$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root approaches infinity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giving two infinite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finite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root approaches infinity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$B(\theta)\ne0$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$A=0\Rightarrow\cos7\theta=0$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$\sin6\theta\ne0$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giving two infinite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$\cos7\theta=0\Rightarrow7\theta=\frac{(2m+1)\pi}{2}\Rightarrow\theta_m=\frac{(2m+1)\pi}{14}$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$m\in\{0,1,2,3,4,5,6\}$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$\sin6\theta=\sin3\pi=0$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$\Omega=\left\{\theta_m=\frac{(2m+1)\pi}{14}:m\in\{0,1,2,4,5,6\}\right\}$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finite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$x(\theta)=-\frac{C}{B}=-\frac{1+\frac{\sin6\theta}{\sin\theta}}{\frac{\sin6\theta\sin7\theta}{\sin\theta}}=-\frac{\sin\theta+\sin6\theta}{\sin6\theta\sin7\theta}$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in pairs,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$7\theta_m=\frac{(2m+1)\pi}{2}$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$\sin7\theta_m=(-1)^m$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$\sin6\theta_m=\sin(7\theta_m-\theta_m)=(-1)^m\cos\theta_m$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$x(\theta_m)=-\frac{\sin\theta_m+(-1)^m\cos\theta_m}{(-1)^m\cos\theta_m\cdot(-1)^m}=-\tan\theta_m-(-1)^m$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$\theta_{6-m}=\pi-\theta_m$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in pairs,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$\sum_{m\in\{0,1,2,4,5,6\}}\tan\theta_m=0$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$\sum_{\theta\in\Omega}x(\theta)=-\sum_{m\in\{0,1,2,4,5,6\}}(-1)^m=-(1-1+1+1-1+1)=-2$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sum of the two finite roots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tangents involved.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$\theta_m$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$\pi-\theta_m=\theta_{6-m}$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sum of the two finite roots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$-\frac{2}{\sin7\theta_m}$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tangents involved.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maps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$x(\theta)=-\frac{\sin\theta+\sin6\theta}{\sin6\theta\sin7\theta}$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$\theta\mapsto\pi-\theta$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$\theta_{6-m}$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$\theta'=\pi-\theta$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$\sin\theta'=\sin\theta$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$\sin6\theta'=\sin(6\pi-6\theta)=-\sin6\theta$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$\sin7\theta'=\sin(7\pi-7\theta)=\sin7\theta$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$x(\theta')=-\frac{\sin\theta-\sin6\theta}{-\sin6\theta\sin7\theta}=\frac{\sin\theta-\sin6\theta}{\sin6\theta\sin7\theta}$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pairs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$x(\theta)+x(\theta')=\frac{-\sin\theta-\sin6\theta+\sin\theta-\sin6\theta}{\sin6\theta\sin7\theta}=-\frac{2}{\sin7\theta}$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$\sin7\theta_m=(-1)^m$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$(m,6-m)$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$-2(-1)^m$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pairs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$=-2\left(1-1+1\right)=-2$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finite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each candidate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standard way to reduce one multiple angle to another.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odd functions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over a symmetric 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question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over the valid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finite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each candidate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$\sin(6\theta)=\sin(7\theta-\theta)=\sin7\theta\cos\theta$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standard way to reduce one multiple angle to another.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$\theta\leftrightarrow\pi-\theta$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odd functions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over a symmetric 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question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$x(\theta_m)=-\tan\theta_m-(-1)^m$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over the valid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39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total number of non-real complex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$P(x)=c_5x^5+c_4x^4+c_3x^3+c_2x^2+c_1x+c_0$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$c_5=\log_2(\log_381)+\log_3(\log_28)$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$c_4=\log_23\cdot\log_34-\log_525$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$c_3=\log_318-\log_32-\log_24$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$c_2=4^{\log_23}-3^{\log_39}$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$c_1=\log_{\frac13}\left(\frac{1}{27}\right)+\log_42$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$c_0=\log_25\cdot\log_58-\log_33$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total number of non-real complex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logarithms and change of base, Nature of roots of a polynomial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coefficients vanish,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odd-degree polynomial with exactly one real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coefficients vanish,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$3x^5+\frac72x+2$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odd-degree polynomial with exactly one real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$c_5=\log_2(4)+\log_3(3)=2+1=3&gt;0$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$c_4=\left(\frac{\ln3}{\ln2}\right)\left(\frac{2\ln2}{\ln3}\right)-2=2-2=0$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$c_3=\log_3\left(\frac{18}{2}\right)-2=\log_39-2=2-2=0$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$c_2=\left(2^{\log_23}\right)^2-9=3^2-9=0$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sign variations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positive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$c_1=3+\frac12=\frac72&gt;0$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$c_0=\log_28-1=3-1=2&gt;0$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$\log_25\cdot\log_58=\log_28$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$P(x)=3x^5+\frac72x+2$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sign variations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$V_+=0$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positive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sign variations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negative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Intermediate Value Theorem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degree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non-real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$P(-x)=-3x^5-\frac72x+2$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sign variations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negative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$\lim_{x\to-\infty}P(x)=-\infty$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Intermediate Value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degree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non-real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 and crosses zero exactly once; the rest of the roots are non-real.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$P'(x)=15x^4+\frac72&gt;0$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 and crosses zero exactly once; the rest of the roots are non-real.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evaluating the coefficients,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IVT it has a zero, and by monotonicity exactly one real zero (near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evaluating the coefficients,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$P(x)=3x^5+\frac72x+2$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$P'(x)=15x^4+\frac72&gt;0$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IVT it has a zero, and by monotonicity exactly one real zero (near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$x\approx-0.534$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are non-real; they occur in conjugate pairs, which agrees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are non-real; they occur in conjugate pairs, which agrees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instance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increasing; if its degree is odd it has exactly one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Non-real roots of a real polynomial come in conjugate pairs,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𝑛𝑢𝑚𝑏𝑒𝑟 𝑜𝑓 𝑟𝑒𝑎𝑙 𝑟𝑜𝑜𝑡𝑠 𝑐𝑜𝑢𝑛𝑡𝑒𝑑 𝑤𝑖𝑡ℎ 𝑚𝑢𝑙𝑡𝑖𝑝𝑙𝑖𝑐𝑖𝑡𝑦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Descartes' rule: positive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variations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negative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variations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$a^{\log_ab}=b$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$\log_ab\cdot\log_bc=\log_ac$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$\log_{1/a}b=-\log_ab$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$\log_{a^k}b=\frac1k\log_ab$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instance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$4^{\log_23}=3^{\log_2 4}=9$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increasing; if its degree is odd it has exactly one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Non-real roots of a real polynomial come in conjugate pairs,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$N=\deg P-(\text{number of real roots counted with multiplicity})$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Descartes' rule: positive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variations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negative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variations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matrices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 Define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homogeneous system of linear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matrix, then the maximum possible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 Define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$C=AB-BA$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$\mathrm{Tr}(C^2)=50$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homogeneous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$(C-kI_3)X=0$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matrix, then the maximum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324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and skew-symmetric matrices, trace and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with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real eigenvalues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$C=AB-BA$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with trace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real eigenvalues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$\lambda,-\lambda,0$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$\mathrm{Tr}(C^2)=2\lambda^2$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symmetric matrix, which implies all its eigenvalues are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eigenvalues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least one eigenvalue is zero;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$C^T=(AB-BA)^T=B^TA^T-A^TB^T=(-B)A-A(-B)=-BA+AB=C$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symmetric matrix, which implies all its eigenvalues are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$\mathrm{Tr}(C)=\mathrm{Tr}(AB)-\mathrm{Tr}(BA)=0$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$\lambda_1,\lambda_2,\lambda_3$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eigenvalues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$\lambda_1+\lambda_2+\lambda_3=0$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$\lambda_1\lambda_2\lambda_3=\det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least one eigenvalue is zero;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$\lambda_1+\lambda_2=0$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$\lambda_2=-\lambda_1$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eigenvalues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possible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$\mathrm{Tr}(C^2)=\lambda_1^2+\lambda_2^2+\lambda_3^2=\lambda_1^2+(-\lambda_1)^2+0=2\lambda_1^2$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$\mathrm{Tr}(C^2)=50$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$2\lambda_1^2=50\Rightarrow\lambda_1^2=25\Rightarrow\lambda_1=5,\lambda_2=-5$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eigenvalues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$5,-5,0$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$(C-kI_3)X=0$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$\det(C-kI_3)=0$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$k\in\{5,-5,0\}$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characteristic polynomial of a trace-zero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matrix: its middle coefficient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characteristic polynomial of a trace-zero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matrix: its middle coefficient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$-\frac12\mathrm{Tr}(C^2)$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$\lambda^3-25\lambda=0$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$\det(\lambda I-C)=\lambda^3-e_1\lambda^2+e_2\lambda-e_3$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$e_1=\mathrm{Tr}\,C$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$e_2=\frac{(\mathrm{Tr}\,C)^2-\mathrm{Tr}(C^2)}{2}$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$e_3=\det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$\mathrm{Tr}\,C=\mathrm{Tr}(AB)-\mathrm{Tr}(BA)=0$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$e_2=\frac{0-50}{2}=-25$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$e_3=\det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polynomial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eigenvalues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eigenvalue,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symmetry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even needed for this route: the characteristic equation already has only real roots.)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polynomial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$\lambda^3-25\lambda=\lambda(\lambda-5)(\lambda+5)$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eigenvalues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$0,5,-5$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$(C-kI)X=0$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eigenvalue,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$k\in\{0,5,-5\}$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$\max|k|=5$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symmetry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even needed for this route: the characteristic equation already has only real roots.)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skew-symmetric). 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identity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traceless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eigenvalues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or complex, with multiplicity),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$AB-BA$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$AB+BA$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skew-symmetric).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identity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$e_2=\frac{(\mathrm{Tr}\,C)^2-\mathrm{Tr}(C^2)}{2}$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traceless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$\det(\lambda I-C)=\lambda^3-\frac{\mathrm{Tr}(C^2)}{2}\lambda-\det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$\mathrm{Tr}(C^2)=\sum\lambda_i^2$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or complex, with multiplicity),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$\mathrm{Tr}(C)=\sum\lambda_i$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C=\prod\lambda_i$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$\mathrm{Tr}(AB)=0$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matrices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 Suppose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$\mathrm{Tr}(A^2)=1$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$\mathrm{Tr}(B^2)=-1$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$f(x)=\frac{2x^2-x+\mathrm{Tr}\left((A+xB)^2\right)}{2x^2+x+\mathrm{Tr}\left((A+xB)^2\right)}$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$[m,M]$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Trace of products, symmetric and skew-symmetric matrices, Range of a rational function using the discriminant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skew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$\mathrm{Tr}(AB)=0$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symmetric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skew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$\mathrm{Tr}((A+xB)^2)=1-x^2$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$f=\frac{x^2-x+1}{x^2+x+1}$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 is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$\mathrm{Tr}(AB)=\mathrm{Tr}\left((AB)^T\right)=\mathrm{Tr}(B^TA^T)=\mathrm{Tr}(-BA)=-\mathrm{Tr}(AB)$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$2\mathrm{Tr}(AB)=0\Rightarrow\mathrm{Tr}(AB)=0$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$\mathrm{Tr}\left((A+xB)^2\right)=\mathrm{Tr}(A^2)+x\,\mathrm{Tr}(AB+BA)+x^2\mathrm{Tr}(B^2)=\mathrm{Tr}(A^2)+2x\,\mathrm{Tr}(AB)+x^2\mathrm{Tr}(B^2)$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$=1+2x(0)+x^2(-1)=1-x^2$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$f(x)=\frac{2x^2-x+1-x^2}{2x^2+x+1-x^2}=\frac{x^2-x+1}{x^2+x+1}$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 is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discriminant must be non-negative: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in the range found below).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$y(x^2+x+1)=x^2-x+1\Rightarrow(y-1)x^2+(y+1)x+(y-1)=0$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discriminant must be non-negative: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$(y+1)^2-4(y-1)^2\ge0$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in the range found below).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$\Rightarrow\left((y+1)-2(y-1)\right)\left((y+1)+2(y-1)\right)\ge0\Rightarrow(3-y)(3y-1)\ge0\Rightarrow\frac13\le y\le3$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$\frac{M}{m}=\frac{3}{1/3}=9$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AM-GM, treating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$f(x)=1-\frac{2x}{x^2+x+1}$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$\frac{2x}{x^2+x+1}=\frac{2}{x+\frac1x+1}$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AM-GM, treating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trace step,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trace step,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$f(x)=\frac{x^2-x+1}{x^2+x+1}=1-\frac{2x}{x^2+x+1}$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$\frac{2x}{x^2+x+1}=\frac{2}{x+\frac1x+1}$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$0&lt;\frac{2}{x+1/x+1}\le\frac23$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$f\in\left[\frac13,1\right)$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$x+\frac1x+1\le-1$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$-2\le\frac{2}{x+1/x+1}&lt;0$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$f\in\left(1,3\right]$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$\left[\frac13,3\right]$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Mm=9$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denominator):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parameter and demand a non-negative discriminant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the case where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bound is a standard one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via AM-GM).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skew-symmetric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$\mathrm{Tr}(AB)=0$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$\mathrm{Tr}\left((A+xB)^2\right)=\mathrm{Tr}(A^2)+x^2\mathrm{Tr}(B^2)$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$\frac{ax^2+bx+c}{px^2+qx+r}$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denominator):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parameter and demand a non-negative discriminant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$(a-py)x^2+(b-qy)x+(c-ry)=0$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the case where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$\frac{x^2-x+1}{x^2+x+1}$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$\left[\frac13,3\right]$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$f(x)\cdot f(-x)=1$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bound is a standard one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via AM-GM).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trigonometric sequence defined by angles in arithmetic progression.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value of the finite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</m:nary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trigonometric sequence defined by angles in arithmetic progression.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value of the finite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$S=\sum_{k=1}^{6}\frac{1}{\sum_{j=1}^{k}\sin\left(\frac{j\pi}{6}\right)}$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sines in AP and telescoping cotangent differences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$\sum_{j=1}^k\sin j\theta=\frac{\sin\frac{k\theta}{2}\sin\frac{(k+1)\theta}{2}}{\sin\frac\theta2}$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$\frac{1}{D_k}=\cot\frac{k\theta}{2}-\cot\frac{(k+1)\theta}{2}$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expanding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$D_k=\sum_{j=1}^k\sin(j\theta)=\frac{\sin\left(\frac{k\theta}{2}\right)\sin\left(\frac{(k+1)\theta}{2}\right)}{\sin\left(\frac\theta2\right)}$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$\frac{1}{D_k}=\frac{\sin\left(\frac\theta2\right)}{\sin\left(\frac{k\theta}{2}\right)\sin\left(\frac{(k+1)\theta}{2}\right)}$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$\sin\frac\theta2=\sin\left(\frac{(k+1)\theta}{2}-\frac{k\theta}{2}\right)$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expanding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$\frac{1}{D_k}=\cot\left(\frac{k\theta}{2}\right)-\cot\left(\frac{(k+1)\theta}{2}\right)$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$S=\sum_{k=1}^{6}\frac{1}{D_k}=\cot\left(\frac\theta2\right)-\cot\left(\frac{7\theta}{2}\right)$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$\frac\theta2=\frac{\pi}{12}$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$\frac{7\theta}{2}=\frac{7\pi}{12}=\frac\pi2+\frac{\pi}{12}$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$\cot\left(\frac\pi2+\frac\pi{12}\right)=-\tan\frac{\pi}{12}$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$S=\cot\frac{\pi}{12}-\left(-\tan\frac{\pi}{12}\right)=\cot\frac\pi{12}+\tan\frac\pi{12}$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x+\tan x=2\csc2x$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$S=2\csc\left(2\cdot\frac\pi{12}\right)=2\csc\frac\pi6$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</m:nary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way to telescope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$\sum_{j=1}^{k}\sin j\theta=\frac{\sin\frac{k\theta}{2}\sin\frac{(k+1)\theta}{2}}{\sin\frac\theta2}$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$\sum_{k=1}^{n}\frac{1}{\sum_{j\le k}\sin j\theta}=\cot\frac\theta2-\cot\frac{(n+1)\theta}{2}$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A-\cot B=\frac{\sin(B-A)}{\sin A\sin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way to telescope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 A\sin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x+\tan x=\frac{2}{\sin2x}$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x-\tan x=2\cot2x$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$\cot+\tan=(2+\sqrt3)+(2-\sqrt3)=4$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$4^{\sin^2x}+4^{\cos^2x}=4$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 in a given interval, AM-GM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perfect square forcing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$\cos^2x=1-\sin^2x$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$t+\frac4t=4$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$t=4^{\sin^2x}$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perfect square forcing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$4^{\sin^2x}+4^{1-\sin^2x}=4$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$t=4^{\sin^2x}$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$t+\frac4t=4\Rightarrow t^2-4t+4=0\Rightarrow(t-2)^2=0$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$4^{\sin^2x}=2\Rightarrow2^{2\sin^2x}=2^1\Rightarrow2\sin^2x=1\Rightarrow\sin^2x=\frac12$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$x=\frac\pi4,\frac{3\pi}4$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$x=\frac{5\pi}4,\frac{7\pi}4$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real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$(2\pi,3\pi]$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$x=2\pi+\frac\pi4=\frac{9\pi}4$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$x=2\pi+\frac{3\pi}4=\frac{11\pi}4$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$(2\pi,3\pi]$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real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$=4+2=6$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AM-GM: the two terms have product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their sum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equality iff the terms are equal,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AM-GM: the two terms have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$4^{\sin^2x+\cos^2x}=4$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their sum is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equality iff the terms are equal,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$\sin^2x=\cos^2x$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positive terms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product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holds exactly when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positive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$4^{\sin^2x+\cos^2x}=4^1=4$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$4^{\sin^2x}+4^{\cos^2x}\ge2\sqrt4=4$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$4^{\sin^2x}=4^{\cos^2x}$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holds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$x=\frac\pi4+\frac{k\pi}{2}$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$0\le\frac\pi4+\frac{k\pi}2\le3\pi\iff-\frac12\le k\le\frac{11}{2}$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$\frac\pi4,\frac{3\pi}4,\frac{5\pi}4,\frac{7\pi}4,\frac{9\pi}4,\frac{11\pi}4$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equation sets an expression equal to its minimum, it is an equality-case equation: solve the equality condition instead of the original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every interval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no endpoint is a root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$u+v\ge2\sqrt{uv}$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$a^{\sin^2x}+a^{\cos^2x}\ge2\sqrt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equation sets an expression equal to its minimum, it is an equality-case equation: solve the equality condition instead of the original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every interval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$[0,n\pi]$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no endpoint is a root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39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nilpotent matrix,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root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rational non-integral root.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involutory matrix,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root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rational non-integral root.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real roots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the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39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$A(x)=\begin{pmatrix}x-1&amp;1\\x^2-5x+6&amp;3-x\end{pmatrix}$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$B(x)=A(x)-I_2$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nilpotent matrix,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root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rational non-integral root.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involutory matrix,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$\beta_1\in\mathbb{Z}$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root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$\beta_2\notin\mathbb{Z}$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rational non-integral root.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real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$\det\left((B(x))^3+8I_2\right)=0$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$V=(\alpha_1+\beta_1)^2+(\alpha_2+\beta_2)(\gamma_1+\gamma_2)+\gamma_1\gamma_2$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Nilpotent and involutory matrices, determinant of a matrix polynomial, Sum and product of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traceless, so Cayley-Hamilton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all three conditions become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traceless, so Cayley-Hamilton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$B^2=Q(x)I$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$Q=-\det B=2x^2-9x+10$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all three conditions become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$B(x)=A(x)-I_2=\begin{pmatrix}x-2&amp;1\\x^2-5x+6&amp;2-x\end{pmatrix}$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$\mathrm{tr}\,B(x)=(x-2)+(2-x)=0$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 (nilpotent):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(involutory):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B(x)=(x-2)(2-x)-(x^2-5x+6)=-2x^2+9x-10$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$B^2-\mathrm{tr}(B)B+\det(B)I_2=O$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$B^2=-\det(B)I_2=(2x^2-9x+10)I_2$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$Q(x)=2x^2-9x+10$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$B^2=Q(x)I_2$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 (nilpotent):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$B^2=O\iff Q(x)=0\Rightarrow2x^2-9x+10=0\Rightarrow(2x-5)(x-2)=0$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(involutory):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$B^2=I_2\iff Q(x)=1\Rightarrow2x^2-9x+9=0\Rightarrow(2x-3)(x-3)=0$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$B^3=B^2\cdot B=Q(x)B$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$B^3+8I_2=Q(x)B+8I_2$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$\mathrm{tr}\,M=0$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$\det(kM+cI_2)=c^2+k^2\det M=c^2-k^2Q$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$\det\left(B^3+8I_2\right)=64-Q(x)^2\cdot Q(x)=64-Q(x)^3$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it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discriminant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real: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it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$Q(x)^3=64\Rightarrow Q(x)=4$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$2x^2-9x+6=0$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discriminant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$81-48=33&gt;0$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real: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$\gamma_1+\gamma_2=\frac92$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$\gamma_1\gamma_2=\frac62=3$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$\alpha_1+\beta_1=2+3=5$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$\alpha_2+\beta_2=\frac52+\frac32=4$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$V=(5)^2+(4)\left(\frac92\right)+3=25+18+3=46$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traceless matrix and Vieta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computational alternate of the same structure).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$B=\begin{pmatrix}u&amp;1\\u(u-1)&amp;-u\end{pmatrix}$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$Q=2u^2-u$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$\pm\sqrt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traceless matrix and Vieta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computational alternate of the same structure).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traceless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has 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Nilpotent means both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Involutory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$x^2-5x+6=(x-2)(x-3)=u(u-1)$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$B=\begin{pmatrix}u&amp;1\\u(u-1)&amp;-u\end{pmatrix}$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$\mathrm{tr}\,B=0$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$Q=-\det B=u^2+u(u-1)=2u^2-u$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traceless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Nilpotent means both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$Q=0\Rightarrow 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Involutory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$2u^2-u-1=(2u+1)(u-1)=0\Rightarrow u=1,-\frac12$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$x=3,\frac32$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vanishes (for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$\det(B^3+8I)=\prod\left(\lambda^3+8\right)=\left(Q\sqrt Q+8\right)\left(-Q\sqrt Q+8\right)=64-Q^3$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vanishes (for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$2u^2-u-4=0$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$u_1+u_2=\frac12$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$u_1u_2=-2$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$\gamma_1+\gamma_2=u_1+u_2+4=\frac92$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$\gamma_1\gamma_2=(u_1+2)(u_2+2)=u_1u_2+2(u_1+u_2)+4=-2+1+4=3$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$V=(2+3)^2+\left(\frac52+\frac32\right)\cdot\frac92+3=25+18+3=46$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scalar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nilpotent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involutory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traceless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variable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make entries factor and keep arithmetic small when a quadratic has a root at the shift.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$M^2=\mathrm{tr}(M)M-\det(M)I$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$\mathrm{tr}\,M=0$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$M^2=-\det(M)I$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scalar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nilpotent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$\iff\mathrm{tr}=0$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involutory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$\iff\det 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$\det(kM+cI)=c^2+ck\,\mathrm{tr}M+k^2\det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traceless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$\det(M^3+cI)=c^2-Q^3$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variable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make entries factor and keep arithmetic small when a quadratic has a root at the shift.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of positive real numbers satisfying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Harmonic Mean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the infinite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$\{x_k\}_{k=1}^{\infty}$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of positive real numbers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$\sum_{k=1}^{\infty}\left(x_k+\frac{k^2}{((k+1)!)^2x_k}\right)\le2$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$y_k=\frac{1}{(k+1)!}$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Harmonic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the infinite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$\sum_{k=1}^{\infty}\frac{H_k}{x_ky_k(k+2)!}$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897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AM-GM inequality and its equality case, Telescoping infinite series with factorials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AM-GM lower bounds add up to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equality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AM-GM lower bounds add up to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equality holds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$x_k=\frac{k}{(k+1)!}$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AM-GM makes 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equality must hold in AM-GM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$x_k+\frac{k^2}{((k+1)!)^2x_k}\ge2\sqrt{\frac{k^2}{((k+1)!)^2}}=\frac{2k}{(k+1)!}$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$\sum_{k=1}^{\infty}\frac{2k}{(k+1)!}=2\sum_{k=1}^{\infty}\frac{(k+1)-1}{(k+1)!}=2\sum_{k=1}^{\infty}\left(\frac{1}{k!}-\frac{1}{(k+1)!}\right)=2(1-0)=2$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AM-GM makes 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equality must hold in AM-GM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$x_k=\frac{k^2}{((k+1)!)^2x_k}\Rightarrow x_k=\frac{k}{(k+1)!}$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$y_k=\frac{1}{(k+1)!}$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$H_k=\frac{2x_ky_k}{x_k+y_k}\Rightarrow\frac{H_k}{x_ky_k}=\frac{2}{x_k+y_k}$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$x_k+y_k=\frac{k}{(k+1)!}+\frac{1}{(k+1)!}=\frac{k+1}{(k+1)!}=\frac{1}{k!}$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$\frac{H_k}{x_ky_k}=2\cdot k!$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$S=\sum_{k=1}^{\infty}\frac{H_k}{x_ky_k(k+2)!}=\sum_{k=1}^{\infty}\frac{2\cdot k!}{(k+2)!}=\sum_{k=1}^{\infty}\frac{2}{(k+1)(k+2)}$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$S=2\sum_{k=1}^{\infty}\left(\frac{1}{k+1}-\frac{1}{k+2}\right)=2\left(\frac12\right)=1$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sum is bounded above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term is bounded below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equality holds term by term; use the equality condition to pin down the sequence.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Harmonic mean of two numbers: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reciprocal of the arithmetic mean of the reciprocals).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Factorial telescoping: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sum is bounded above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term is bounded below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$\sum\ell_k=L$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equality holds term by term; use the equality condition to pin down the sequence.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Harmonic mean of two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$H=\frac{2xy}{x+y}$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$\frac{H}{xy}=\frac{2}{x+y}$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reciprocal of the arithmetic mean of the reciprocals).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Factorial telescoping: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$\frac{k}{(k+1)!}=\frac{1}{k!}-\frac{1}{(k+1)!}$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$\sum_{k\ge1}\frac{k}{(k+1)!}=1$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$\frac{k!}{(k+2)!}=\frac{1}{(k+1)(k+2)}=\frac1{k+1}-\frac1{k+2}$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2.65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17 questions, 66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RPT 01 Paper 02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2.65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