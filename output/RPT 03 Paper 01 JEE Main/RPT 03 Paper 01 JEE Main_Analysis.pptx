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93C47D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Sheet1!$A$2:$A$26</c:f>
              <c:strCache>
                <c:ptCount val="2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  <c:pt idx="4">
                  <c:v>3.0</c:v>
                </c:pt>
                <c:pt idx="5">
                  <c:v>1.0</c:v>
                </c:pt>
                <c:pt idx="6">
                  <c:v>3.0</c:v>
                </c:pt>
                <c:pt idx="7">
                  <c:v>1.0</c:v>
                </c:pt>
                <c:pt idx="8">
                  <c:v>3.0</c:v>
                </c:pt>
                <c:pt idx="9">
                  <c:v>2.0</c:v>
                </c:pt>
                <c:pt idx="10">
                  <c:v>3.0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2.0</c:v>
                </c:pt>
                <c:pt idx="16">
                  <c:v>2.0</c:v>
                </c:pt>
                <c:pt idx="17">
                  <c:v>2.0</c:v>
                </c:pt>
                <c:pt idx="18">
                  <c:v>0.0</c:v>
                </c:pt>
                <c:pt idx="19">
                  <c:v>2.0</c:v>
                </c:pt>
                <c:pt idx="20">
                  <c:v>3.0</c:v>
                </c:pt>
                <c:pt idx="21">
                  <c:v>2.0</c:v>
                </c:pt>
                <c:pt idx="22">
                  <c:v>2.0</c:v>
                </c:pt>
                <c:pt idx="23">
                  <c:v>3.0</c:v>
                </c:pt>
                <c:pt idx="24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limit as $x\to0^-$ in the first two lines of the limit computation; $(\sin x)^x$ is defined only for $x&gt;0$ near $0$, so the limit is one-sided $x\to0^+$ (corrected in the working). Values and answer (D)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RPT 03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Paper 01 · JEE Main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absolute maximum and absolute minimum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of inflection on the graph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$f:[0,3]\to\mathbb{R}$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$f(x)=2x^3-9x^2+12x+1$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absolute maximum and absolute minimum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of inflection on the graph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$M+m+x_0+y_0$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Absolute extrema on a closed interval and point of inflection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a closed interval compare the critical-point values with the end-point values; the inflection point is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a closed interval compare the critical-point values with the end-point values; the inflection point is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Critical points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absolute maximum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absolute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$f'(x)=6x^2-18x+12=6(x-1)(x-2)$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Critical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$f(0)=1,\ f(1)=6,\ f(2)=5,\ f(3)=10$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absolute maximum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absolute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setting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across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of inflection.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$f''(x)=12x-18$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across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of inflection.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$y_0=f\left(\frac{3}{2}\right)=2\left(\frac{27}{8}\right)-9\left(\frac{9}{4}\right)+12\left(\frac{3}{2}\right)+1=\frac{11}{2}$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$M+m+x_0+y_0=10+1+\frac{3}{2}+\frac{11}{2}=11+7=18$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cubic is point-symmetric about its inflection point,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cubic is point-symmetric about its inflection point,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$x_0=\frac{3}{2}$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$M+m=2y_0$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odd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the constant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graph is symmetric about its inflection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$x=\frac{3}{2}+u$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$f=2u^3-\frac{3}{2}u+\frac{11}{2}$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odd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$f\left(\frac{3}{2}+u\right)+f\left(\frac{3}{2}-u\right)=11$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graph is symmetric about its inflection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$\left(\frac{3}{2},\frac{11}{2}\right)$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$y_0=\frac{11}{2}$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point reflection maps the graph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itself and swaps its highest and lowest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need to evaluate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critical points).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point reflection maps the graph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itself and swaps its highest and lowest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$M+m=2y_0=11$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need to evaluate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critical points).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$M+m+x_0+y_0=3y_0+x_0=\frac{33}{2}+\frac{3}{2}=18$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cubic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point-symmetric about its inflection point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 on an interval symmetric about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absolute maximum and minimum are reflections of each other,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Absolute extrema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end points and at the critical points; a critical point is not automatically an extremum of the interval.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$ax^3+bx^2+cx+d$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point-symmetric about its inflection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$x_0=-\frac{b}{3a}$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$f(x_0+u)+f(x_0-u)=2y_0$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 on an interval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absolute maximum and minimum are reflections of each other,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$M+m=2y_0$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Absolute extrema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end points and at the critical points; a critical point is not automatically an extremum of the interval.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457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]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no root in the interval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no root in 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exactly two roots in the interval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at least one root in the interval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457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$L=\lim_{x\to0^+}(\sin x)^x$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$f:\left[0,\frac{\pi}{2}\right]\to\mathbb{R}$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$f(x)=\begin{cases}(\sin x)^x,&amp;x\in\left(0,\frac{\pi}{2}\right]\\L,&amp;x=0\end{cases}$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$g(x)=f(x)-x-\frac{1}{2}$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no root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$\left(0,\frac{\pi}{2}\right)$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no root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$\left[0,\frac{\pi}{2}\right]$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exactly two roots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$\left(\frac{\pi}{2},\pi\right)$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at least one root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$\left(0,\frac{\pi}{2}\right)$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 of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Intermediate Value Theorem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$0^0$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Intermediate Value Theorem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Intermediate Value Theorem gives a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continuous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$\left[0,\frac{\pi}{2}\right]$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Intermediate Value Theorem gives a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L=\lim_{x\to0^+}x\ln(\sin x)=\lim_{x\to0^+}\frac{\ln(\sin x)}{\frac{1}{x}}$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$\frac{\infty}{\infty}$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L'Hopital's rule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on the closed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continuous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L'Hopital's rule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L=\lim_{x\to0^+}\frac{\cot x}{-\frac{1}{x^2}}=-\lim_{x\to0^+}\frac{x^2}{\tan x}=0\Rightarrow L=e^0=1$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$f(0)=1=\lim_{x\to0^+}f(x)$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on the closed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$g(x)=f(x)-x-\frac{1}{2}$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$g(0)=f(0)-0-\frac{1}{2}=1-\frac{1}{2}=\frac{1}{2}&gt;0$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$g\left(\frac{\pi}{2}\right)=\left(\sin\frac{\pi}{2}\right)^{\pi/2}-\frac{\pi}{2}-\frac{1}{2}=1-\frac{\pi}{2}-\frac{1}{2}=\frac{1-\pi}{2}&lt;0$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by the Intermediate Value Theorem there is at least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(A) and (B) are therefore false, and (C) is meaningless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only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$g(0)\cdot g\left(\frac{\pi}{2}\right)&lt;0$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by the Intermediate Value Theorem there is at least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(A) and (B) are therefore false, and (C) is meaningless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only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at least one root in the interval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at least one root in the interval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$\left(0,\frac{\pi}{2}\right)$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the limit with the standard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L'Hopital, then bracket a root with an explicit interior point.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the limit with the standard limit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$x\ln x\to0$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L'Hopital, then bracket a root with an explicit interior point.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interior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$\ln\sin x=\ln x+\ln\frac{\sin 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x}{x}\to1$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$x\ln\sin x=x\ln x+x\ln\frac{\sin x}{x}\to0+0$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$L=e^0=1$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interior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$x=1\in\left(0,\frac{\pi}{2}\right)$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$g(1)=\sin1-1-\frac{1}{2}&lt;0$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sign change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continuity give a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option (D) 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$g(0)=\frac{1}{2}&gt;0$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sign change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$[0,1]\subset\left(0,\frac{\pi}{2}\right]$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continuity give a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option (D) 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at least one root in the interval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at least one root in the interval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$\left(0,\frac{\pi}{2}\right)$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Indeterminate powers: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IVT recipe: a continuous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first redefine or check continuity at a removable point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option that quotes an interval outside the stated domain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discarded at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Indeterminate powers: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$\lim_{x\to0^+}x^x=1$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$\lim_{x\to0^+}(\sin x)^x=1$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$\lim_{x\to0^+}x^{\sin 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x\ln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x^a\ln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IVT recipe: a continuous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$g(a)g(b)&lt;0$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first redefine or check continuity at a removable point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option that quotes an interval outside the stated 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discarded at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592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defined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slope of the tangent to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type of discontinuity possessed by the slope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Removable discontinuity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Jump discontinuity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Infinite discontinuity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Oscillatory discontinuity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592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defined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slope of the tangent to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$(x,f(x))$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$g(x)=\frac{x^2-4}{|x-2|}$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type of discontinuity possessed by the slope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Removable discontinuity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Jump discontinuity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Infinite discontinuity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Oscillatory discontinuity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Types of discontinuity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two sides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the finite one-sided limits.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$|x-2|$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two sides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the finite one-sided limits.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$g(x)=\frac{(x-2)(x+2)}{|x-2|}$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$=\lim_{x\to2^+}g(x)=\lim_{x\to2^+}\frac{(x-2)(x+2)}{x-2}=\lim_{x\to2^+}(x+2)=4$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LHL and RHL exist and are finite but unequal (LHL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RHL),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jump discontinuity (non-removable, first kind)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$=\lim_{x\to2^-}g(x)=\lim_{x\to2^-}\frac{(x-2)(x+2)}{-(x-2)}=\lim_{x\to2^-}-(x+2)=-4$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LHL and RHL exist and are finite but unequal (LHL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$\neq$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RHL),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jump discontinuity (non-removable, first kind)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Jump discontinuity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continuous factor times the sign function, so the jump is read off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$g(x)=(x+2)\,\mathrm{sgn}(x-2)$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continuous factor times the sign function, so the jump is read off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jump of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Finite unequal one-sided limits: a jump discontinuity,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$\frac{x-2}{|x-2|}=\mathrm{sgn}(x-2)$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$g(x)=(x+2)\,\mathrm{sgn}(x-2)$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$\mathrm{sgn}(x-2)$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jump of 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Finite unequal one-sided limits: a jump discontinuity,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Jump discontinuity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 general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has a jump of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is continuous (value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taken as the limit)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Classification: removable (limit exists, differs from value or value missing), jump (both one-sided limits finite and unequal), infinite (a one-sided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oscillatory (no limit, 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removable discontinuity is never a jump: check one-sided limits before naming the type.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$\frac{x^2-a^2}{|x-a|}=(x+a)\,\mathrm{sgn}(x-a)$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$h(x)\,\mathrm{sgn}(x-a)$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has a jump of 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$2|h(a)|$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$h(a)\neq0$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is continuous (value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taken as the limit)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Classification: removable (limit exists, differs from value or value missing), jump (both one-sided limits finite and unequal), infinite (a one-sided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oscillatory (no limit,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$\sin\frac{1}{x}$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removable discontinuity is never a jump: check one-sided limits before naming the type.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$f(x+y)=f(x)+f(y)+3xy(x+y)$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$\frac{1}{7}$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Functional equation and derivative from first principles, Derivative of an inverse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Differentiating the functional equation from first principles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Differentiating the functional equation from first principles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$f'(x)=3x^2+f'(0)$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$g'(b)=\frac{1}{f'(g(b))}$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$f'(x)=\lim_{h\to0}\frac{f(x+h)-f(x)}{h}=\lim_{h\to0}\frac{f(h)+3xh(x+h)}{h}$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$f'(x)=\lim_{h\to0}\frac{f(h)}{h}+\lim_{h\to0}3x(x+h)=f'(0)+3x^2=3x^2+1$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$g(x)=f^{-1}(x)$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$g'(x)=\frac{1}{f'(g(x))}$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$f(x)=2\Rightarrow x^3+x=2\Rightarrow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$g'(2)=\frac{1}{f'(1)}$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$f'(1)=3(1)^2+1=4$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$g'(2)=\frac{1}{4}$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cube: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equation into the additive Cauchy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cube: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$h(x)=f(x)-x^3$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equation into the additive Cauchy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$h(x+y)=h(x)+h(y)$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differentiable, and a differentiable additive function is linear: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$(x+y)^3=x^3+y^3+3xy(x+y)$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$h(x)=f(x)-x^3$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$h(x+y)=h(x)+h(y)$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differentiable, and a differentiable additive function is linear: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$c=h'(0)=f'(0)-0=1$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strictly increasing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hence invertible.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strictly increasing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$f'(x)=3x^2+1&gt;0$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hence invertible.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$g'(2)=\frac{1}{f'(1)}=\frac{1}{4}$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subtract the polynomial that produces the extra term and the rest is additive.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differentiable (or merely continuous) solution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 functions: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solving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enough, the inverse need not be found.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$f(x+y)=f(x)+f(y)+3xy(x+y)\Rightarrow f(x)=x^3+cx$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$f(x+y)=f(x)+f(y)+2xy\Rightarrow f(x)=x^2+cx$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subtract the polynomial that produces the extra term and the rest is additive.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differentiable (or merely continuous)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$h(x+y)=h(x)+h(y)$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 functions: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$g'(b)=\frac{1}{f'(a)}$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solving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enough, the inverse need not be found.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23697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differentiable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options is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there exists at least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there exists at least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there exists at least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there exists at least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23697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$f:[1,e]\to\mathbb{R}$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$[1,e]$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differentiable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$f(e)=e$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$g:[1,\infty)\to\mathbb{R}$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$g(x)=x\ln x-(x-1)e^{x-1}$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options is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there exists at least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$c\in(1,e)$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$f'(c)=1+\ln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there exists at least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$c\in(1,e)$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$f'(c)=1+\ln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there exists at least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$c\in(1,e)$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$f'(c)=\ln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there exists at least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$c\in(1,e)$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$f'(c)=\ln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Monotonicity and inequalities, Rolle's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twice to fix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apply Rolle's theorem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vanishes at both end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twice to fix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apply Rolle's theorem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$f(x)-x\ln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vanishes at both end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$g'(x)=1+\ln x-e^{x-1}-(x-1)e^{x-1}=1+\ln x-xe^{x-1}$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$k(x)=g'(x)=1+\ln x-xe^{x-1}$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$k'(x)=\frac{1}{x}-e^{x-1}-xe^{x-1}=\frac{1}{x}-(x+1)e^{x-1}$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conclude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$\frac{1}{x}&lt;1$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$(x+1)e^{x-1}&gt;2$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$k(1)=1+0-1=0$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$g'(x)=k(x)&lt;0$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conclude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Define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differentiable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Rolle's theorem there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Define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$h(x)=f(x)-x\ln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$[1,e]$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$h(1)=f(1)-1\cdot\ln1=0$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$h(e)=f(e)-e\ln e=e-e=0$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$[1,e]$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differentiable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Rolle's theorem there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$c\in(1,e)$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$h'(x)=f'(x)-(1+\ln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$h'(c)=0\Rightarrow f'(c)=1+\ln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the two terms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the derivative use the Cauchy mean value theorem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the two terms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 x&lt;x-1$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$e^{t}\ge1+t$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the derivative use the Cauchy mean value theorem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$\varphi(x)=x\ln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x&lt;x-1$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 x&lt;x(x-1)$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$e^{t}\ge1+t$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$e^{x-1}\ge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$x(x-1)\le(x-1)e^{x-1}$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 x&lt;(x-1)e^{x-1}$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Cauchy's mean value theorem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option (B) is the correct 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$\varphi(x)=x\ln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$\varphi'(x)=1+\ln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Cauchy's mean value theorem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$f,\varphi$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$c\in(1,e)$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$\frac{f'(c)}{\varphi'(c)}=\frac{f(e)-f(1)}{\varphi(e)-\varphi(1)}=\frac{e-0}{e-0}=1$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$f'(c)=1+\ln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option (B) is the correct 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inequalities: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chaining them often settles the sign of expressions mixing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prove a function is negative, show it starts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decreases;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unclear differentiate again until a sign is clear.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 at both end points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Rolle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target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inequalities: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x\le 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$e^t\ge1+t$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chaining them often settles the sign of expressions mixing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$\exp$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prove a function is negative, show it starts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unclear differentiate again until a sign is clear.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 at both end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Rolle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$f'(c)=\varphi'(c)$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$\varphi=x\ln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target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$1+\ln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defined implicitly by the determinant equation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defined implicitly by the determinant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$\left|\begin{matrix}y&amp;x^2\\x&amp;y\end{matrix}\right|=3$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$\left.\frac{dy}{dx}\right|_{x=1}$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5328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Determinants, Implicit differentiation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determinant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differentiate implicitly.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determinant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$y^2-x^3=3$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differentiate implicitly.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curve: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$y^2-x^3=3$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$2y\frac{dy}{dx}-3x^2=0\Rightarrow\frac{dy}{dx}=\frac{3x^2}{2y}$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curve: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$x=1,\ 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$\left.\frac{dy}{dx}\right|_{(1,2)}=\frac{3(1)^2}{2(2)}=\frac{3}{4}$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curve here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elliptic curve) with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check that the given point satisfies the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fixes the branch: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selects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$\left|\begin{matrix}a&amp;b\\c&amp;d\end{matrix}\right|=ad-bc$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curve here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$y^2=x^3+3$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elliptic curve)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$\frac{3x^2}{2y}$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$F(x,y)=0$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$\frac{dy}{dx}=-\frac{F_x}{F_y}$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$F_y\neq0$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check that the given point satisfies the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fixes the branch: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selects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$y=+\sqrt{x^3+3}$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continuous everywhere and non-differentiable at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discontinuous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 and non-differentiable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continuous everywhere and non-differentiable at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continuous everywhere and non-differentiable at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$f(x)=\max\{|x-1|,\,x^2-2x\}$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continuous everywhere and non-differentiable at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discontinuous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 and non-differentiable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continuous everywhere and non-differentiable at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continuous everywhere and non-differentiable at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Continuity and differentiability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Continuity and differentiability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$\max\{f,g\}$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where the graphs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cross, then compare one-sided slopes at the crossing points and at the kink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where the graphs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$|x-1|$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cross, then compare one-sided slopes at the crossing points and at the kink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$|x-1|$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continuous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$g(x)=|x-1|$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$h(x)=x^2-2x$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$f(x)=\max\{g(x),h(x)\}$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valid on this branch.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valid.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$x^2-x-1=0\Rightarrow x=\frac{1\pm\sqrt5}{2}$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$\frac{1-\sqrt5}{2}&lt;1$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valid on this branch.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$x^2-3x+1=0\Rightarrow x=\frac{3\pm\sqrt5}{2}$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$\frac{3+\sqrt5}{2}\ge1$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valid.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$x&lt;\frac{1-\sqrt5}{2}$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$\frac{1-\sqrt5}{2}\le 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x&lt;\frac{3+\sqrt5}{2}$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$x\ge\frac{3+\sqrt5}{2}$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$x=\frac{1-\sqrt5}{2}$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$f'(x^-)=2x-2\neq-1=f'(x^+)$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$2x-2=-1-\sqrt5$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$f'(x^-)=-1\neq1=f'(x^+)$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$x=\frac{3+\sqrt5}{2}$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$f'(x^-)=1\neq2x-2=f'(x^+)$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$2x-2=1+\sqrt5$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 and non-differentiable at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 and non-differentiable at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$x=\frac{1-\sqrt5}{2},\ 1,\ \frac{3+\sqrt5}{2}$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continuous everywhere and non-differentiable at exactly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points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continuous everywhere and non-differentiable at exactly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points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even function and the parabola wins exactly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$t=x-1$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$f=\max\{|t|,\,t^2-1\}$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even function and the parabola wins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$|t|&gt;\frac{1+\sqrt5}{2}$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(both formulas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$|x-1|=|t|$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$x^2-2x=(x-1)^2-1=t^2-1$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$t^2-1&gt;|t|\iff|t|^2-|t|-1&gt;0\iff|t|&gt;\varphi$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$\varphi=\frac{1+\sqrt5}{2}$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$f=|t|$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$|t|\le\varphi$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$f=t^2-1$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$|t|&gt;\varphi$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(both formulas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$|t|=\varphi$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parabola), which differ: two corners,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corner (slopes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Elsewhere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single smooth piece, so there are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corners: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$|t|=\varphi$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$\pm2\varphi$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parabola), which differ: two corners,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$t=\pm\varphi$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corner (slopes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Elsewhere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single smooth piece, so there are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corners: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$x=1\pm\varphi=\frac{3+\sqrt5}{2},\frac{1-\sqrt5}{2}$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continuous everywhere and non-differentiable at exactly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points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continuous everywhere and non-differentiable at exactly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points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continuous functions are continuous; non-differentiable points occur where the graphs cross with different slopes, or at kinks of the piece that is active.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crossing point of two curves is on the maximum only if the correct branch of each modulus is used - discard roots that fall on the wrong branch.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shifting to the axis of symmetry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often makes such problems even and quick.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golden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appears whenever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$\max\{f,g\}$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$\min\{f,g\}$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continuous functions are continuous; non-differentiable points occur where the graphs cross with different slopes, or at kinks of the piece that is active.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crossing point of two curves is on the maximum only if the correct branch of each modulus is used - discard roots that fall on the wrong branch.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$\max\{a,b\}=\frac{a+b+|a-b|}{2}$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shifting to the axis of symmetry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often makes such problems even and quick.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golden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$\varphi=\frac{1+\sqrt5}{2}$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$\varphi^2=\varphi+1$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appears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$t^2-t-1=0$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corresponding to the local minimum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shortest distance from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$f(x)=x^3-3x+2$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corresponding to the local 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shortest distance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$\frac{5}{\sqrt2}$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Local extrema of a cubic,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local minimum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the point-to-line distance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local minimum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the point-to-line distance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of local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$f'(x)=3x^2-3=3(x-1)(x+1)$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$f''(1)=6&gt;0$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of local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$f(1)=1^3-3(1)+2=0$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local minimum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local minimum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$d=\frac{|1-0-4|}{\sqrt{1^2+(-1)^2}}=\frac{3}{\sqrt2}$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$\frac{3}{\sqrt2}$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touches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right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local minimum.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$f(x)=(x-1)^2(x+2)$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touches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right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local minimum.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minimum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other critical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local maximum.)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$x^3-3x+2=(x-1)^2(x+2)$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$f(x)=(x-1)^2(x+2)\ge0=f(1)$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minimum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other critical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local maximum.)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$\frac{|1-4|}{\sqrt2}=\frac{3}{\sqrt2}$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$\frac{3}{\sqrt2}$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with a repeated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local minimum there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local maximum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local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local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cubic has three distinct real roots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with a repeated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$f=(x-r)^2q(x)$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local minimum there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$q(r)&gt;0$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local maximum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$q(r)&lt;0$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$\frac{|ax_0+by_0+c|}{\sqrt{a^2+b^2}}$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$x^3-3x+k$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local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local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cubic has three distinct real roots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$-2&lt;k&lt;2$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function and the fractional part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total number of points in the open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which the composite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$f(x)=[x]+\{x\}^2$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function and the fractional part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$g(x)=|2x-1|$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total number of points in the open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which the composite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$h(x)=(f\circ g)(x)$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959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Differentiability of composite functions, Greatest integer and fractional part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smooth except at integers;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fail only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integer or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 has its corner, and each case must be checked.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smooth except at integers;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fail only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integer or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 has its corner, and each case must be checked.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d>
                          <m:dPr>
                            <m:begChr m:val="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d>
                          <m:dPr>
                            <m:begChr m:val="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exactly at the integers.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$n=[x]\in\mathbb{Z}$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$x\in[n,n+1)$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$f(x)=n+(x-n)^2$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n^-}f(x)=(n-1)+1^2=n=f(n)=\lim_{x\to n^+}f(x)$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$f'(n^-)=\left.\frac{d}{dx}\left((n-1)+(x-n+1)^2\right)\right|_{x=n}=2$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$f'(n^+)=\left.\frac{d}{dx}\left(n+(x-n)^2\right)\right|_{x=n}=0$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exactly at the integers.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polynomial,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LHD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$h(x)=f(g(x))=f(|2x-1|)$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$g\left(\frac{1}{2}\right)=0$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g(x)&lt;1$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$[g(x)]=0$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$h(x)=(g(x))^2=(2x-1)^2$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polynomial,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$x\in\left(\frac{1}{2},1\right)$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$h(x)=(2x-1)^2$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$\lim_{x\to1^-}h'(x)=4$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$x\in\left(1,\frac{3}{2}\right)$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$g(x)\in(1,2)$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$h(x)=1+(2x-2)^2$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$\lim_{x\to1^+}h'(x)=0$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LHD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$\neq$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LHD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every other point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$g\left(\frac{3}{2}\right)=2$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$x\in\left(1,\frac{3}{2}\right)$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$h(x)=1+(2x-2)^2$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$\lim_{x\to(3/2)^-}h'(x)=4$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$x\in\left(\frac{3}{2},2\right)$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$g(x)\in(2,3)$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$h(x)=2+(2x-3)^2$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$\lim_{x\to(3/2)^+}h'(x)=0$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LHD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$\neq$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every other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correction term has slope-jumps only at integers, and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behaves like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hides the corner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$f(t)=t-\{t\}(1-\{t\})$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correction term has slope-jumps only at integers, and near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behaves like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hides the corner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$|2x-1|$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after an integer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before, so its slope jumps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integer, while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hitting the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$[t]+\{t\}^2=t-\{t\}+\{t\}^2=t-\{t\}(1-\{t\})$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$s(1-s)$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after an integer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before, so its slope jumps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integer, while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$h(x)=g-\{g\}(1-\{g\})$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$g=|2x-1|$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hitting the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$x=\frac{1}{2},1,\frac{3}{2}$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jump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carried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non-differentiable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smooth; the corner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Everywhere else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 and not an integer,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differentiable.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jump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carried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non-differentiable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$\{g\}=g$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$h=g-g(1-g)=g^2=(2x-1)^2$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smooth; the corner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Everywhere else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 and not an integer,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differentiable.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pieces have equal values but unequal slopes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left,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right) at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non-differentiable at integers: check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integer; the corner survives only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corner of the inner function can be absorbed: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 even though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the integer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on the open interval, and exclude values attained only at the end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$[x]+\{x\}^2=x-\{x\}(1-\{x\})$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pieces have equal values but unequal slopes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left,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right) at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non-differentiable at integers: check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integer; the corner survives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corner of the inner function can be absorbed: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$f(t)\approx 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$f(|u|)\approx 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 even though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the integer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on the open interval, and exclude values attained only at the end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orthogonally at a point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number of distinct real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$C_1:y=x^3+ax$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$C_2:y=k-\frac{x^2}{8}$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orthogonally at a point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number of distinct real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$x^3+ax-k=0$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Orthogonal intersection of curves, Number of real roots of a cubic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Orthogonality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common point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cubic is then strictly increasing.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Orthogonality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$m_1m_2=-1$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common point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cubic is then strictly increasing.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Orthogonal intersection: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common point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-coordinates are equal: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$\frac{dy}{dx}=3x^2+a$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$m_1=3+a$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$\frac{dy}{dx}=-\frac{x}{4}$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$m_2=-\frac{1}{4}$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Orthogonal 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$m_1m_2=-1\Rightarrow(3+a)\left(-\frac{1}{4}\right)=-1\Rightarrow 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common point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-coordinates are equal: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$y_1(1)=1^3+1\cdot1=2$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$y_2(1)=k-\frac{1}{8}=2\Rightarrow k=\frac{17}{8}$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and continuous (and tends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by the Intermediate Value Theorem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$f(x)=x^3+ax-k=x^3+x-\frac{17}{8}$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$f'(x)=3x^2+1&gt;0$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and continuous (and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by the Intermediate Value Theorem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discriminant of the depressed cubic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can have only one real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discriminant of the depressed cubic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$x^3+px+q$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$p=1&gt;0$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can have only one real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discriminant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one real root and two non-real complex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number of distinct real roots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$k=\frac{17}{8}$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$x^3+px+q=0$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$q=-\frac{17}{8}$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discriminant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$x^3+px+q$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$\Delta=-4p^3-27q^2=-4-27\left(\frac{17}{8}\right)^2&lt;0$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one real root and two non-real complex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number of distinct real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curves meet orthogonally at a point when the product of the slopes of their tangents there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point lies on both curves).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real root;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has three distinct real roots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strictly monotone function that changes sign has exactly one zero.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curves meet orthogonally at a point when the product of the slopes of their tangents there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point lies on both curves).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$x^3+px+q=0$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real root;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has three distinct real roots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$4p^3+27q^2&lt;0$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strictly monotone function that changes sign has exactly one zero.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along the negative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away from the origin at a constant speed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units/sec.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two tangents are drawn to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acute angle between these two tangents, then the rate of change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rad/s) at the instant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along the negative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away from the origin at a constant speed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units/sec.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two tangents are drawn to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acute angle between these two tangents, then the rate of change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rad/s) at the instant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$-\frac{4}{5}$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$\frac{3}{5}$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Tangents to a parabola, Rate of change (related rates)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Tangents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express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differentiate with respect to time using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Tangents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$(0,-a)$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slopes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$\pm2\sqrt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express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differentiate with respect to time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$\frac{da}{dt}=2$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time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away from the origin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units/sec,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tangent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slopes of the two tangents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time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away from the origin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units/sec,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$\frac{da}{dt}=2$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$y=mx-\frac{m^2}{4}$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$P(0,-a)$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$-a=-\frac{m^2}{4}\Rightarrow m^2=4a\Rightarrow m=\pm2\sqrt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slopes of the two tangents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$m_1=2\sqrt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$m_2=-2\sqrt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acute angle satisfies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acute angle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$\tan\theta=\left|\frac{m_1-m_2}{1+m_1m_2}\right|=\left|\frac{4\sqrt a}{1-4a}\right|$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$1-4a&lt;0$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$\tan\theta=\frac{4\sqrt a}{4a-1}$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$\sec^2\theta\frac{d\theta}{dt}=\frac{(4a-1)\cdot\frac{2}{\sqrt a}-4\sqrt a\cdot4}{(4a-1)^2}\cdot\frac{da}{dt}$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rad/s.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$\tan\theta=\frac{4}{3}\Rightarrow\sec^2\theta=1+\tan^2\theta=\frac{25}{9}$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$\sec^2\theta=\frac{25}{9}$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$\frac{da}{dt}=2$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$\frac{25}{9}\frac{d\theta}{dt}=\frac{(3)(2)-16}{3^2}\cdot2=-\frac{10}{9}\cdot2=-\frac{20}{9}$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$\frac{d\theta}{dt}=-\frac{20}{25}=-\frac{4}{5}$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rad/s.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$-\frac{4}{5}$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tangents are symmetric about the axis of the parabola,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twice the angle one tangent makes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tangents are symmetric about the axis of the parabola,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twice the angle one tangent makes with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$\theta=2\tan^{-1}\frac{1}{2\sqrt 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tangent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vertical axis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tangents are mirror images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the angle between them (the one containing the parabola, acute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tangent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$m=2\sqrt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vertical axis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$\tan\alpha=\frac{1}{m}=\frac{1}{2\sqrt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tangents are mirror images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the angle between them (the one containing the parabola, acute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$\theta=2\alpha=2\tan^{-1}\frac{1}{2\sqrt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$\frac{d\theta}{da}=2\cdot\frac{1}{1+\frac{1}{4a}}\cdot\left(-\frac{1}{4a^{3/2}}\right)=-\frac{2}{(4a+1)\sqrt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consistent).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rad/s.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$\frac{d\theta}{da}=-\frac{2}{5}$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$\tan\theta=\frac{2\cdot\frac12}{1-\frac14}=\frac{4}{3}$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consistent).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$\frac{d\theta}{dt}=\frac{d\theta}{da}\cdot\frac{da}{dt}=-\frac{2}{5}\cdot2=-\frac{4}{5}$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rad/s.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$-\frac{4}{5}$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are perpendicular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is on the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between tangents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(here,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$\pm2\sqrt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are perpendicular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is on the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between tangents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$\tan\theta=\frac{\sqrt{y_1^2-4ax_1}}{|x_1+a|}$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$x^2=4Ay$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$\tan\theta=\frac{\sqrt a}{|a-\frac{1}{4}|}$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the point moves away from the vertex the angle between the tangents decreases, so a negative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expected.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Related rates: write the quantity as a function of one variable, differentiate with the chain rule, then substitute the instant's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the point moves away from the vertex the angle between the tangents decreases, so a negative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$\frac{d\theta}{dt}$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expected.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Related rates: write the quantity as a function of one variable, differentiate with the chain rule, then substitute the instant's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smallest positive integer such that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right circular cylinder of maximum volume is inscribed inside a right circular cone of base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and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units. The maximum volume of this inscribed cylinder (in cubic units)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smallest positive integer such that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$f(x)=\begin{cases}x^m\sin\left(\frac{1}{x}\right),&amp;x\neq0\\0,&amp;x=0\end{cases}$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right circular cylinder of maximum volume is inscribed inside a right circular cone of base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and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units. The maximum volume of this inscribed cylinder (in cubic units)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$\frac{16\pi}{9}$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$\frac{32\pi}{9}$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$\frac{64\pi}{27}$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Differentiability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Maxima and minima: cylinder inscribed in a cone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Differentiability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$x^m\sin\frac{1}{x}$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Maxima and minima: cylinder inscribed in a cone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maximise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$h^{m-1}\sin\frac{1}{h}\to0$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maximise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 r^2h$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$h=6-3r$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$f'(0)=\lim_{h\to0}\frac{f(h)-f(0)}{h}=\lim_{h\to0}\frac{h^m\sin\left(\frac{1}{h}\right)-0}{h}=\lim_{h\to0}h^{m-1}\sin\left(\frac{1}{h}\right)$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oscillates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limit exists and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positive integer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cone: base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similar triangles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Volume of the cylinder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$\sin\left(\frac{1}{h}\right)$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oscillates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limit exists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$m-1&gt;0\Rightarrow m&gt;1$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positive integer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cone: base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$H=3m=6$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similar triangles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$\frac{r}{R}=\frac{H-h}{H}\Rightarrow\frac{r}{2}=\frac{6-h}{6}\Rightarrow h=6-3r$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Volume of the cylinder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$V(r)=\pi r^2h=\pi r^2(6-3r)=3\pi(2r^2-r^3)$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$0&lt;r&lt;2$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$\frac{dV}{dr}=3\pi(4r-3r^2)=0\Rightarrow r=\frac{4}{3}$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confirms a local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$\left.\frac{d^2V}{dr^2}\right|_{r=4/3}=3\pi(4-6r)\big|_{r=4/3}=-12\pi&lt;0$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confirms a local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$V_{\max}=3\pi\left[2\left(\frac{4}{3}\right)^2-\left(\frac{4}{3}\right)^3\right]=3\pi\left(\frac{32}{9}-\frac{64}{27}\right)=\frac{32\pi}{9}$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$\frac{32\pi}{9}$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AM-GM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weights chosen so that the sum is constant: no derivative is needed for the volume.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AM-GM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$r\cdot r\cdot(2-r)$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weights chosen so that the sum is constant: no derivative is needed for the volume.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before; the cylinder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three factors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constant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before; the cylinder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$h=6-3r$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$V=\pi r^2(6-3r)=3\pi\,r^2(2-r)$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$r^2(2-r)=4\cdot\frac{r}{2}\cdot\frac{r}{2}\cdot(2-r)$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three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$\frac{r}{2},\frac{r}{2},2-r$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constant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$\frac{r}{2}\cdot\frac{r}{2}\cdot(2-r)\le\left(\frac{2}{3}\right)^3=\frac{8}{27}$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$\frac{r}{2}=2-r$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$r^2(2-r)\le\frac{32}{27}$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$V_{\max}=3\pi\cdot\frac{32}{27}=\frac{32\pi}{9}$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$\frac{32\pi}{9}$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with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differentiable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derivative continuous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Cylinder of maximum volume in a cone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products with a fixed sum of weighted factors, AM-GM gives the maximum without calculus: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volumes.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$x^m\sin\frac{1}{x}$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$x^m\cos\frac{1}{x}$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with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differentiable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derivative continuous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Cylinder of maximum volume in a cone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$r=\frac{2R}{3}$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$h=\frac{H}{3}$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$V_{\max}=\frac{4}{27}\pi R^2H$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$\frac{4}{27}\pi\cdot4\cdot6=\frac{32\pi}{9}$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products with a fixed sum of weighted factors, AM-GM gives the maximum without calculus: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$x\cdot x\cdot(c-x)$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volumes.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using differentials, the approximate value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0.24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2.060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2.063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2.057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2.054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$f(x)=x^3-3x^2-9x+5$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using differentials, the approximate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$\sqrt{b-a+0.24}$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$2.060$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$2.063$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$2.057$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$2.054$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Intervals of monotonicity, Approximation using differentials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decreasing interval is between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4.24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0.24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decreasing interval is between the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$b-a=4$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$\sqrt{4.24}\approx2+\frac{0.24}{4}$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strictly decreasing,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$f'(x)=3x^2-6x-9=3(x-3)(x+1)$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strictly decreasing,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$f'(x)&lt;0\Rightarrow(x-3)(x+1)&lt;0\Rightarrow x\in(-1,3)$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$b-a=3-(-1)=4$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to approximate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4.24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2.06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to approximate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$g(4.24)$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 x=0.24$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$g(x+\Delta x)\approx g(x)+g'(x)\Delta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$\sqrt{4.24}\approx\sqrt4+\frac{1}{2\sqrt4}(0.24)$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$=2+\frac{0.24}{4}=2+0.06=2.06$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2.060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$2.060$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length between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from the quadratic formula,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square root is expanded binomially.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length between the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from the quadratic formula,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$b-a=\frac{\sqrt{D}}{|A|}$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square root is expanded binomially.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distance between its roots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108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roots,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$f'(x)=3x^2-6x-9$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distance between its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$\frac{\sqrt{B^2-4AC}}{|A|}=\frac{\sqrt{36+108}}{3}=4$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roots,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4.24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0.06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0.06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2.06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2.060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$\sqrt{4.24}=2\sqrt{1+0.06}\approx2\left(1+\frac{0.06}{2}\right)=2(1.03)=2.06$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$2.060$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2.060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$2.060$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exactly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Differentials: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concave the approximation slightly overestimates 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4.24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2.0591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several options are close, choose the one that matches the first-order estimate to the stated number of decimals.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$f'(x)=A(x-\alpha)(x-\beta)$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exactly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$\beta-\alpha=\frac{\sqrt{B^2-4AC}}{A}$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$\sqrt{x+\Delta x}\approx\sqrt x+\frac{\Delta x}{2\sqrt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$(1+\epsilon)^n\approx1+n\epsilon$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 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concave the approximation slightly overestimates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$\sqrt{4.24}=2.0591$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several options are close, choose the one that matches the first-order estimate to the stated number of decimals.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real-valued functions defined as: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Does not exist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real-valued functions defined as: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$f(x)=\begin{cases}x^3+3x,&amp;x\ge1\\3x^2+1,&amp;x&lt;1\end{cases}$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$g(x)=\begin{cases}e^{x-1}+x,&amp;x\ge1\\x^2+1,&amp;x&lt;1\end{cases}$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Does not exist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and differentiability of piecewise functions, Derivative of one function with respect to another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Show both functions are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(continuity and equal one-sided derivatives),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Show both functions are differentiable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(continuity and equal one-sided derivatives),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$\frac{df}{dg}=\frac{f'(1)}{g'(1)}$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d>
                          <m:dPr>
                            <m:begChr m:val="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d>
                          <m:dPr>
                            <m:begChr m:val="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$\lim_{x\to1^+}f(x)=f(1)=1^3+3(1)=4$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$\lim_{x\to1^-}f(x)=3(1)^2+1=4$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$Rf'(1)=\left.\frac{d}{dx}(x^3+3x)\right|_{x=1}=3(1)^2+3=6$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$Lf'(1)=\left.\frac{d}{dx}(3x^2+1)\right|_{x=1}=6(1)=6$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$Rf'(1)=Lf'(1)=6$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d>
                          <m:dPr>
                            <m:begChr m:val="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d>
                          <m:dPr>
                            <m:begChr m:val="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$\lim_{x\to1^+}g(x)=g(1)=e^0+1=2$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$\lim_{x\to1^-}g(x)=1^2+1=2$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$Rg'(1)=\left.\frac{d}{dx}(e^{x-1}+x)\right|_{x=1}=e^0+1=2$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$Lg'(1)=\left.\frac{d}{dx}(x^2+1)\right|_{x=1}=2(1)=2$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$Rg'(1)=Lg'(1)=2$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$\left.\frac{df}{dg}\right|_{x=1}=\frac{f'(1)}{g'(1)}=\frac{6}{2}=3$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piecewise functions first prove differentiability at the junction (continuity plus equal one-sided derivatives).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either one-sided derivative disagrees,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 and the answer would be 'does not exist' - the check is what rules out option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junction test: both pieces must have equal values and equal slopes at the join (a smooth,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join).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$\frac{df}{dg}=\frac{f'(x)}{g'(x)}$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piecewise functions first prove differentiability at the junction (continuity plus equal one-sided derivatives).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either one-sided derivative disagrees,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 and the answer would be 'does not exist' - the check is what rules out option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junction test: both pieces must have equal values and equal slopes at the join (a smooth,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join).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function. Then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 removable discontinuity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jump (non-removable) discontinuity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an essential (infinite) discontinuity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continuity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$f(x)=\min\{2-x^2,|x|\}$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$g(x)=\lfloor f(x)\rfloor$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$\lfloor\cdot\rfloor$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function. Then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 removable discontinuity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jump (non-removable) discontinuity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an essential (infinite) discontinuity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continuity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Greatest integer function, Types of discontinuity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stays strictly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both sides,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both sides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value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stays strictly below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both sides,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$\lfloor f\rfloor=0$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both sides but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$\lfloor f(1)\rfloor=1$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$f(x)=\min\{2-x^2,|x|\}$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$|x|=x&lt;2-x^2$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$0&lt;f(x)&lt;1\Rightarrow g(x)=\lfloor f(x)\rfloor=0$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$\lim_{x\to1^-}g(x)=0$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approaches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values strictly 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and is finite but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removable discontinuity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$x\in(1,\sqrt2)$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$2-x^2&lt;|x|=x$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$x\to1^+$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approaches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values strictly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$x\in(1,\sqrt2)$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$0&lt;f(x)&lt;1\Rightarrow g(x)=0$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$\lim_{x\to1^+}g(x)=0$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$f(1)=\min\{2-1^2,|1|\}=1\Rightarrow g(1)=\lfloor1\rfloor=1$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$\lim_{x\to1}g(x)=0$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and is finite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$\lim_{x\to1}g(x)\neq g(1)$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removable discontinuity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a removable discontinuity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strict peak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peak value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nearby,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an isolated spike.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strict peak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peak value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nearby,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$\lfloor f\rfloor$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an isolated spike.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two pieces cross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 (increasing)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 (decreasing),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strict local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$|x|=2-x^2\iff x^2+|x|-2=0\iff|x|=1$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two pieces cross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 (increasing)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 (decreasing),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strict local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there, while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removable discontinuity,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$0&lt;f(x)&lt;1$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 f(x)\rfloor=0$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 f(1)\rfloor=1$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removable discontinuity,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a removable discontinuity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discontinuous only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an integer value;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strict local maximum equal to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removable discontinuity (isolated spike); a strict local minimum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(the floor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an integer,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jump discontinuity (one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other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the reverse).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continuous functions is continuous and has a peak where an increasing piece meets a decreasing piece.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 f\rfloor$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discontinuous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an integer value;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strict local maximum equal to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 f\rfloor$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removable discontinuity (isolated spike); a strict local minimum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(the floor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an integer,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 f\rfloor$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jump discontinuity (one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other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the reverse).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$\min\{f,g\}$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continuous functions is continuous and has a peak where an increasing piece meets a decreasing piece.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56031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curve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any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the normal to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Define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 removable discontinuity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non-removable jump discontinuity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an essential (infinite) discontinuity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no discontinuity (it is continuous)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56031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curve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any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$x\neq\frac{1}{e}$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the normal to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Define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$f:(0,\infty)\to\mathbb{R}$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$f(x)=\begin{cases}g(x),&amp;x\neq\frac{1}{e}\\0,&amp;x=\frac{1}{e}\end{cases}$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 removable discontinuity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non-removable jump discontinuity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an essential (infinite) discontinuity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no discontinuity (it is continuous)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Normal to a curve, Types of discontinuity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tangent is horizontal, so the normal is vertical; the intercept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blows up with opposite signs on the two sides.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$x=\frac{1}{e}$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tangent is horizontal, so the normal is vertical; the intercept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$\frac{x}{1+\ln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blows up with opposite signs on the two sides.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of the normal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$\frac{dy}{dx}=1+\ln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of the normal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$m_N=-\frac{1}{1+\ln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the normal: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thus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the normal: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$Y-x\ln x=-\frac{1}{1+\ln x}(X-x)$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$g(x)=x\ln x+\frac{x}{1+\ln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$x\to\left(\frac{1}{e}\right)^+$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$1+\ln 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$\frac{x}{1+\ln x}\to+\infty$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$\lim_{x\to(1/e)^+}f(x)=+\infty$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thus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one-sided limits are infinite (not finite),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an essential (infinite) discontinuity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whatever value is assigned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$x\to\left(\frac{1}{e}\right)^-$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$1+\ln x\to0^-$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$\frac{x}{1+\ln x}\to-\infty$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$\lim_{x\to(1/e)^-}f(x)=-\infty$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one-sided limits are infinite (not finite),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an essential (infinite) discontinuity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whatever value is assigned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an essential (infinite) discontinuity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Where the tangent is horizontal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normal is vertical and has no finite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-intercept: the intercept function blows up at such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infinite discontinuity cannot be removed by redefining the value at the point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help).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$Y-y=-\frac{1}{y'}(X-x)$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$y+\frac{x}{y'}$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Where the tangent is horizontal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normal is vertical and has no finite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-intercept: the intercept function blows up at such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infinite discontinuity cannot be removed by redefining the value at the point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$f(\frac{1}{e})=0$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help).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$y=-\frac{1}{e}$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$f(x)=x^{\frac{1}{x}}$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$L=\lim_{x\to\infty}f(x)$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$y(x)=\ln(f(x))$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$L+e^3y''(e)$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Limits of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Higher-order derivatives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Higher-order derivatives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routine quotient-rule computation.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$y=\frac{\ln x}{x}$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$L=e^{\lim y}=1$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routine quotient-rule computation.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L=\lim_{x\to\infty}\frac{\ln x}{x}=\lim_{x\to\infty}\frac{\frac{1}{x}}{1}=0\Rightarrow L=e^0=1$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$y(x)=\ln(f(x))=\frac{\ln 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$y'(x)=\frac{\frac{1}{x}\cdot x-\ln x\cdot1}{x^2}=\frac{1-\ln x}{x^2}$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$y''(x)=\frac{\left(-\frac{1}{x}\right)x^2-(1-\ln x)(2x)}{x^4}=\frac{-x-2x+2x\ln x}{x^4}=\frac{2\ln x-3}{x^3}$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$y''(e)=\frac{2\ln e-3}{e^3}=\frac{2(1)-3}{e^3}=-\frac{1}{e^3}$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$L+e^3y''(e)=1+e^3\left(-\frac{1}{e^3}\right)=1-1=0$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product and use the Leibniz rule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standard limit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$y=x^{-1}\ln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product and use the Leibniz rule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standard limit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$\frac{\ln x}{x}\to0$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grows slower than any positive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 e^{\frac{\ln x}{x}}=e^0=1$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grows slower than any positive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$u'=-x^{-2}$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$u''=2x^{-3}$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$v'=x^{-1}$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$v''=-x^{-2}$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Leibniz: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Leibniz: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$y''=u''v+2u'v'+uv''=\frac{2\ln x}{x^3}-\frac{2}{x^3}-\frac{1}{x^3}=\frac{2\ln x-3}{x^3}$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$y''(e)=-\frac{1}{e^3}$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$L+e^3y''(e)=1-1=0$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logarithms and reduce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(inflection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among integers,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peaks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$\lim_{x\to\infty}x^{1/x}=1$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$\lim_{x\to0^+}x^x=1$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$\lim_{x\to\infty}\left(1+\frac{1}{x}\right)^x=e$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logarithms and reduce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 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$y=\frac{\ln 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$y'=\frac{1-\ln x}{x^2}$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$y''=\frac{2\ln x-3}{x^3}$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(inflection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$n^{1/n}$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among integers,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peaks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constant.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all possible real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$f(x)=\left|\begin{matrix}x^3&amp;\sin x&amp;\cos x\\6&amp;-1&amp;0\\p&amp;p^2&amp;p^3\end{matrix}\right|$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constant.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all possible real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Differentiation of determinants, Derivative of one function with respect to another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the first row depends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differentiate that row alone;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cubic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the first row depends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differentiate that row alone;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$\frac{df}{dg}=\frac{f'(0)}{g'(0)}$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$g'(0)=1$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cubic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$f'(x)=\left|\begin{matrix}3x^2&amp;\cos x&amp;-\sin x\\6&amp;-1&amp;0\\p&amp;p^2&amp;p^3\end{matrix}\right|$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$f''(x)=\left|\begin{matrix}6x&amp;-\sin x&amp;-\cos x\\6&amp;-1&amp;0\\p&amp;p^2&amp;p^3\end{matrix}\right|$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$f'(0)=\left|\begin{matrix}0&amp;1&amp;0\\6&amp;-1&amp;0\\p&amp;p^2&amp;p^3\end{matrix}\right|=-6p^3$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$f''(0)=\left|\begin{matrix}0&amp;0&amp;-1\\6&amp;-1&amp;0\\p&amp;p^2&amp;p^3\end{matrix}\right|=-1(6p^2+p)=-6p^2-p$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$g(x)=\tan^{-1}x\Rightarrow g'(x)=\frac{1}{1+x^2}\Rightarrow g'(0)=1$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real since the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real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$\left.\frac{df}{dg}\right|_{x=0}=\frac{f'(0)}{g'(0)}=\frac{-6p^3}{1}=-6p^3$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$\left.\frac{df}{dg}\right|_{x=0}=f''(0)$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$-6p^3=-6p^2-p\Rightarrow6p^3-6p^2-p=0\Rightarrow p(6p^2-6p-1)=0$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$6p^2-6p-1=0$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real since the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$D=36-4(6)(-1)=60&gt;0$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real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$0+\left(-\frac{-6}{6}\right)=1$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the determinant along the first row first;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explicit combination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differentiation is immediate.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the determinant along the first row first;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explicit combination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$x^3,\sin x,\cos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differentiation is immediate.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$f(x)=x^3(-p^3)-\sin x\,(6p^3)+\cos x\,(6p^2+p)$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$f'(x)=-3p^3x^2-6p^3\cos x-(6p^2+p)\sin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$f'(0)=-6p^3$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$f''(x)=-6p^3x+6p^3\sin x-(6p^2+p)\cos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$f''(0)=-(6p^2+p)$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the cubic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three roots are real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quadratic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by Vieta the sum of the roots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solving.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$f'(0)=f''(0)$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the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$6p^3-6p^2-p=0$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three roots are real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quadratic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$D=60&gt;0$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by Vieta the sum of the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$-\frac{-6}{6}=1$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solving.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only one row of a determinant depends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determinant is the determinant with that row differentiated; in general it is the sum over rows.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Vieta: the sum of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valid for the sum of real roots only when all roots are real, so check the discriminant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at the origin the 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only one row of a determinant depends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determinant is the determinant with that row differentiated; in general it is the sum over rows.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Vieta: the sum of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$ax^3+bx^2+cx+d=0$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$-\frac{b}{a}$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valid for the sum of real roots only when all roots are real, so check the discriminant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$\frac{df}{dg}=\frac{f'}{g'}$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at the origin the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curve is given parametrically by the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parameter, then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curve is given parametrically by the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$x=2t^2+3$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$y=4t^3-t$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parameter,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Parametric differentiation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0(Easier than 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evaluated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$\frac{dy}{dx}=\frac{dy/dt}{dx/dt}$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evaluated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35234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35234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$x=2t^2+3$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$y=4t^3-t$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$\frac{dx}{dt}=4t$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$\frac{dy}{dt}=12t^2-1$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$\frac{dy}{dx}=\frac{dy/dt}{dx/dt}=\frac{12t^2-1}{4t}$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$\left.\frac{dy}{dx}\right|_{t=1}=\frac{12(1)^2-1}{4(1)}=\frac{11}{4}$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$\frac{11}{4}$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the parameter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differentiate directly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the parameter near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$y=(2x-7)\sqrt{\frac{x-3}{2}}$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differentiate directly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$t^2=\frac{x-3}{2}$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$t=\sqrt{\frac{x-3}{2}}$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$y=t(4t^2-1)=(2x-7)\sqrt{\frac{x-3}{2}}$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$\frac{dy}{dx}=2\sqrt{\frac{x-3}{2}}+(2x-7)\cdot\frac{1}{2\sqrt2\sqrt{x-3}}$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$\sqrt{\frac{2}{2}}=1$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$2\sqrt2\sqrt2=4$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$\left.\frac{dy}{dx}\right|_{x=5}=2+\frac{3}{4}=\frac{11}{4}$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$\frac{11}{4}$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Parametric derivative: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̇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num>
                      <m:den>
                        <m:acc>
                          <m:accPr>
                            <m:chr m:val="̇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second derivative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̈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num>
                      <m:den>
                        <m:acc>
                          <m:accPr>
                            <m:chr m:val="̈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is horizontal where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̇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vertical where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̇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horizontal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Eliminating the parameter is useful only when it can be inverted on the branch of interest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Parametric derivative: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$\frac{dy}{dx}=\frac{\dot y}{\dot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$\dot 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second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$\frac{d^2y}{dx^2}=\frac{\frac{d}{dt}\left(\frac{dy}{dx}\right)}{\frac{dx}{dt}}$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$\frac{\ddot y}{\ddot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is horizontal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$\dot y=0,\ \dot 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vertical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$\dot x=0,\ \dot y\neq0$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$\frac{dy}{dx}=\frac{12t^2-1}{4t}$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horizontal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$t=\pm\frac{1}{2\sqrt3}$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Eliminating the parameter is useful only when it can be inverted on the branch of interest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maximum non-negative integer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length of the subnormal to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$f(x)=\frac{x^3}{3}-ax^2+4x+1$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maximum non-negative integer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length of the subnormal to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$a=a_0$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5328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Strictly increasing functions, Length of subnormal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subnormal length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$D\le0$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$a\le2$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subnormal length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$|y\,f'(x)|$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strictly increasing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positive, the discriminant must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non-negative integer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strictly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$f'(x)=x^2-2ax+4\ge0$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positive, the discriminant must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$(-2a)^2-4(1)(4)\le0\Rightarrow4a^2-16\le0\Rightarrow a^2\le4\Rightarrow-2\le a\le2$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non-negative integer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the subnormal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$f(x)=\frac{x^3}{3}-2x^2+4x+1$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$y=f(1)=\frac{1}{3}-2+4+1=\frac{10}{3}$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$f'(1)=1^2-4(1)+4=1$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the subnormal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$|y\cdot f'(x)|=\left|\frac{10}{3}\cdot1\right|=\frac{10}{3}$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$\frac{10}{3}$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equality cases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allowed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only at one point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still strictly increasing).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Tangent/normal lengths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subtangent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tangent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subnormal is the projection of the normal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$x^2-2ax+4=(x-a)^2+4-a^2\ge0$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$x\iff a^2\le4$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equality cases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allowed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only at one point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still strictly increasing).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Tangent/normal lengths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$\left|\frac{y}{m}\right|$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$|ym|$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$\left|\frac{y\sqrt{1+m^2}}{m}\right|$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$|y|\sqrt{1+m^2}$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subnormal is the projection of the normal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Q21 – Q25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curve be defined parametrically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shortest distance between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any point on the curve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curve be defined parametrically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$y=t^2+1$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shortest distance between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any point on the curve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Shortest distance from a point to a curve (normal), Parametric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shortest distance from a point to a curve is along the normal, which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the normal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shortest distance from a point to a curve is along the normal, which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$t^2=2$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the normal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$(2t,t^2+1)$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of the normal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shortest distance from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curve occurs along the normal to the curve passing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$\frac{dx}{dt}=2$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$\frac{dy}{dt}=2t\Rightarrow\frac{dy}{dx}=\frac{dy/dt}{dx/dt}=t$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$Q(2t,t^2+1)$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$m_T=t$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of the normal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$m_N=-\frac{1}{t}$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shortest distance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curve occurs along the normal to the curve passing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$y-(t^2+1)=-\frac{1}{t}(x-2t)$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it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square of the distance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$5-(t^2+1)=-\frac{1}{t}(0-2t)\Rightarrow4-t^2=2\Rightarrow t^2=2$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square of the distance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$d^2=(2t-0)^2+(t^2+1-5)^2=4t^2+(t^2-4)^2$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$d^2=4(2)+(2-4)^2=8+4=12$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complete the square: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complete the square: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$d^2=(t^2-2)^2+12$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Completing the square: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attainable, so the minimum value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also covers the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$Q(2t,t^2+1)$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$d^2=(2t)^2+(t^2+1-5)^2=4t^2+(t^2-4)^2$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$d^2=t^4-8t^2+16+4t^2=t^4-4t^2+16$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Completing the 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$d^2=(t^2-2)^2+12\ge12$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attainable, so the minimum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also covers the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its axis (measured from the vertex),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nearest points are at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vertex is nearest.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Minimising the squared distance (a polynomial in the parameter) is equivalent to the normal condition and avoids 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joining a point to its nearest point on a curve is normal to the curve at that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$x^2=4ay$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its axis (measured from the vertex),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nearest points are at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$y=k-2a$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$d^2=4a(k-a)$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vertex is nearest.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$d^2=4\cdot1\cdot3=12$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Minimising the squared distance (a polynomial in the parameter) is equivalent to the normal condition and avoids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joining a point to its nearest point on a curve is normal to the curve at that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value of the limit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$f:(0,\infty)\to\mathbb{R}$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value of the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$\lim_{x\to1}\frac{f(x)-x}{x-1-\ln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Limits: L'Hopital's rule and series expansion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numerator and denominator vanish to second order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apply L'Hopital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numerator and denominator vanish to second order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apply L'Hopital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$f(x)=x^x\Rightarrow\ln f(x)=x\ln x\Rightarrow\frac{f'(x)}{f(x)}=1+\ln x\Rightarrow f'(x)=x^x(1+\ln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$f''(x)=x^x(1+\ln x)^2+x^{x-1}$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again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$L=\lim_{x\to1}\frac{x^x-x}{x-1-\ln x}=\lim_{x\to1}\frac{x^x(1+\ln x)-1}{1-\frac{1}{x}}$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again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$\frac{0}{0}$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$L=\lim_{x\to1}\frac{x^x(1+\ln x)^2+x^{x-1}}{\frac{1}{x^2}}=\frac{1(1+0)^2+1}{1}=2$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Taylor series: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$x=1+h$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Taylor series: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$x^x=1+h+h^2+\cdots$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$x-1-\ln x=\frac{h^2}{2}+\cdots$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x=h-\frac{h^2}{2}+\frac{h^3}{3}-\cdots$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 x=(1+h)\left(h-\frac{h^2}{2}+\cdots\right)=h+\frac{h^2}{2}+O(h^3)$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$x^x=e^{x\ln x}=1+\left(h+\frac{h^2}{2}\right)+\frac{h^2}{2}+O(h^3)=1+h+h^2+O(h^3)$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$x^x-x=1+h+h^2-(1+h)+O(h^3)=h^2+O(h^3)$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$x-1-\ln x=h-\left(h-\frac{h^2}{2}\right)+O(h^3)=\frac{h^2}{2}+O(h^3)$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$L=\lim_{h\to0}\frac{h^2}{h^2/2}=2$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(logarithmic differentiation);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the same method.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limit has numerator and denominator vanishing to the same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limit equals the ratio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derivatives (after one or more L'Hopital steps),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$x^x=1+h+h^2+O(h^3)$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x=h-\frac{h^2}{2}+\cdots$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$x-1-\ln x\sim\frac{h^2}{2}$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$\frac{d}{dx}x^x=x^x(1+\ln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(logarithmic differentiation);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$\frac{d}{dx}x^{f(x)}$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the same method.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$\frac{0}{0}$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limit has numerator and denominator vanishing to the same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limit equals the ratio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derivatives (after one or more L'Hopital steps),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$\frac{f''(1)}{\frac{d^2}{dx^2}(x-1-\ln x)|_1}=\frac{2}{1}$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non-uniformly defined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$f(x+y)=f(x)+f(y)+3xy(x+y)$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non-uniformly defined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$g(x)=\begin{cases}f(x),&amp;x\le1\\\alpha x^2+\beta x+1,&amp;x&gt;1\end{cases}$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Functional equation and derivative from first principles, Differentiability of a piecewise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functional equation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differentiability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equal values and equal slopes.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functional equation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$f'(x)=3x^2+f'(0)$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$f(x)=x^3+2x$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differentiability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equal values and equal slopes.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must first be continuous: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$f'(x)=\lim_{h\to0}\frac{f(x+h)-f(x)}{h}$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$f(x+h)=f(x)+f(h)+3xh(x+h)$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$f'(x)=\lim_{h\to0}\frac{f(h)+3xh(x+h)}{h}=\lim_{h\to0}\frac{f(h)}{h}+\lim_{h\to0}3x(x+h)=f'(0)+3x^2=3x^2+2$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$f(x)=x^3+2x$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must first be continuous: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$\lim_{x\to1^-}g(x)=\lim_{x\to1^+}g(x)=g(1)$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d>
                          <m:dPr>
                            <m:begChr m:val="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(i) and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$f(1)=\alpha(1)^2+\beta(1)+1\Rightarrow1^3+2(1)=\alpha+\beta+1\Rightarrow\alpha+\beta=2$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$g'(1^-)=f'(1)=3(1)^2+2=5$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$g'(1^+)=\left.\frac{d}{dx}(\alpha x^2+\beta x+1)\right|_{x=1}=2\alpha+\beta$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$2\alpha+\beta=5$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(i) and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$\alpha-\beta=3-(-1)=4$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cube: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additive,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combination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two conditions.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cube: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$h(x)=f(x)-x^3$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additive, hence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$h(x)=2x$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$\alpha-\beta$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combination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$2(2\alpha+\beta)-3(\alpha+\beta)$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two conditions.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additive function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$(x+y)^3=x^3+y^3+3xy(x+y)$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$h(x)=f(x)-x^3$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$h(x+y)=h(x)+h(y)$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additive function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$c=h'(0)=f'(0)=2$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$f(x)=x^3+2x$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Equal slopes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$f(1)=3=\alpha+\beta+1$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Equal slopes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$f'(1)=5=2\alpha+\beta$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$\alpha-\beta=2(2\alpha+\beta)-3(\alpha+\beta)=2\cdot5-3\cdot2=4$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cube absorbs the cross term, the remainder is Cauchy-additive).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piecewise function is differentiable at the join iff it is continuous there and the one-sided derivatives are equal - two equations for two unknown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linear combination: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$f(x+y)=f(x)+f(y)+3xy(x+y)$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$f(x)=x^3+cx$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cube absorbs the cross term, the remainder is Cauchy-additive).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piecewise function is differentiable at the join iff it is continuous there and the one-sided derivatives are equal - two equations for two unknown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linear combination: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$2\alpha+\beta=5$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$\alpha-\beta=2(2\alpha+\beta)-3(\alpha+\beta)$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number of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number of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$f(x)=\begin{cases}x^m\cos\left(\frac{1}{x}\right),&amp;x\neq0\\0,&amp;x=0\end{cases}$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$m\in\{1,2,3,4,5,6,7,8,9,10\}$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number of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number of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70323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Differentiability and continuity of the derivative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70323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Differentiability and continuity of the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$x^m\cos\frac{1}{x}$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both terms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tend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Differentiable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continuous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both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tend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$m&gt;2$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limit exists and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derivative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$f'(0)=\lim_{h\to0}\frac{f(h)-f(0)}{h}=\lim_{h\to0}\frac{h^m\cos\left(\frac{1}{h}\right)-0}{h}=\lim_{h\to0}h^{m-1}\cos\left(\frac{1}{h}\right)$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limit exists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$m-1&gt;0\Rightarrow m&gt;1$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$m\in\{1,2,\dots,10\}$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$m\in\{2,3,\dots,10\}$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derivative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$f'(x)=mx^{m-1}\cos\left(\frac{1}{x}\right)+x^{m-2}\sin\left(\frac{1}{x}\right)$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requires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$\lim_{x\to0}f'(x)=f'(0)=0$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requires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$m-2&gt;0\Rightarrow m&gt;2$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$m\in\{3,4,\dots,10\}$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$A+B=9+8=17$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is differentiable 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limit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differentiable does not imply continuously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Squeeze: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limit.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$f(x)=x^m\cos\frac{1}{x}$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$x^m\sin\frac{1}{x}$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is differentiable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$f'(x)=2x\cos\frac{1}{x}+\sin\frac{1}{x}$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limit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differentiable does not imply continuously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Squeeze: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$|x^{p}\cos\frac{1}{x}|\le|x|^p\to0$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$\sin\frac{1}{x}$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limit.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open interval of maximum length contained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which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second 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$f(x)=x^4-4x^3+4x^2+10$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open interval of maximum length contained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which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second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$f''(a)+f''(b)$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Intervals of monotonicity of a quartic, Second derivative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Sign-scan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is negative only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Sign-scan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$f'(x)=4x(x-1)(x-2)$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is negative only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required interval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$f(x)=x^4-4x^3+4x^2+10$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$f'(x)=4x^3-12x^2+8x=4x(x^2-3x+2)=4x(x-1)(x-2)$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$(x-1)(x-2)&lt;0$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required interval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$f''(x)=\frac{d}{dx}(4x^3-12x^2+8x)=12x^2-24x+8$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$f''(1)=12(1)^2-24(1)+8=-4$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$f''(2)=12(2)^2-24(2)+8=8$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$f''(a)+f''(b)=f''(1)+f''(2)=-4+8=4$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a simple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product of the leading coefficient and the distances to the other roots: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a simple root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$f''(r)$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product of the leading coefficient and the distances to the other roots: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$f''(r)=4\prod_{s\neq r}(r-s)$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simple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negative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factor's derivative multiplies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$f'(x)=4x(x-1)(x-2)$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simple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negative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$f'(x)=4(x-r)q(x)$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$f''(r)=4q(r)$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factor's derivative multiplies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$(x-r)=0$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$f''(1)=4\cdot1\cdot(1-2)=-4$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$f''(2)=4\cdot2\cdot(2-1)=8$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$f''(1)+f''(2)=-4+8=4$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second derivative at a simple critical point without differentiating again.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alternates across simple roots; with leading coefficient positive and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simple root,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local maximum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max,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local min) - the endpoints of a decreasing interval are a local max on the left and a local min on the right.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$f'(x)=k(x-r)q(x)$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$f''(r)=k\,q(r)$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second derivative at a simple critical point without differentiating again.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alternates across simple roots; with leading coefficient positive and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$0&lt;1&lt;2$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simple root,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local maximum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max,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local min) - the endpoints of a decreasing interval are a local max on the left and a local min on the right.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Easier than JEE Main Level</a:t>
                      </a:r>
                    </a:p>
                  </a:txBody>
                  <a:tcPr anchor="ctr" marL="91440" marR="91440">
                    <a:solidFill>
                      <a:srgbClr val="93C47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2.04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25 questions, 100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RPT 03 Paper 01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2.04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