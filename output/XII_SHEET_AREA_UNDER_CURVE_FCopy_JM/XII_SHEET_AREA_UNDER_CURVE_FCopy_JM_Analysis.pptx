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Sheet1!$A$2:$A$34</c:f>
              <c:strCache>
                <c:ptCount val="3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1.0</c:v>
                </c:pt>
                <c:pt idx="4">
                  <c:v>3.0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1.0</c:v>
                </c:pt>
                <c:pt idx="10">
                  <c:v>2.0</c:v>
                </c:pt>
                <c:pt idx="11">
                  <c:v>1.0</c:v>
                </c:pt>
                <c:pt idx="12">
                  <c:v>3.0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3.0</c:v>
                </c:pt>
                <c:pt idx="18">
                  <c:v>3.0</c:v>
                </c:pt>
                <c:pt idx="19">
                  <c:v>1.0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3.0</c:v>
                </c:pt>
                <c:pt idx="29">
                  <c:v>2.0</c:v>
                </c:pt>
                <c:pt idx="30">
                  <c:v>3.0</c:v>
                </c:pt>
                <c:pt idx="31">
                  <c:v>3.0</c:v>
                </c:pt>
                <c:pt idx="32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wrote the substitution as $x=\cos\theta\,d\theta$ (should be $x=\cos\theta$), used $\frac14$ in front of $\int t\sin t\,dt$ (should be $\frac18$, as the next line and the answer use) and omitted the limits $\pi/4\to\pi/2$. All fixed; the final value $\frac{\pi-1}{8}$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step $A=(4-\sqrt2)\log_2e-2\log_2e+1$ is wrong as printed: the middle term must be $-2\log_e2$ (from $2\ln 2-1$), not $-2\log_2e$. The values $\alpha=4-\sqrt2$, $\beta=-2$, $\gamma=1$ and the answer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second line the PDF integrates the first piece from $0$ to $\frac\pi2$ (and the second from $\frac\pi4$ to $\frac\pi2$); the first piece must run from $0$ to $\frac\pi4$. The later lines use the correct limits, so the answer $2\sqrt2(\sqrt2-1)$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antiderivative is printed as $\frac{x^4}{2}-x^3-12$; the correct antiderivative of $2x^3-3x^2-12x$ is $\frac{x^4}{2}-x^3-6x^2$ (the term $-12$ should be $-6x^2$). With the correct antiderivative the PDF's result $A=\frac{57}{2}$ and the answer $114$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piece is printed as $y=2x-\frac72$ for $x&lt;-1$; the correct expression is $y=2x+\frac72$ (it vanishes at $x=-\frac74$, which is what the PDF's figure uses). The rest of the working and the answer $\frac{27}8$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key $k=6$ is obtained only if $A_1$ is the bounded part with $y\ge0$. As printed, $A_1=\{|x|\le y^2,\ |x|+2y\le8\}$ also contains points with $y&lt;-2$ (e.g. $|x|\le28$ at $y=-10$), so its area is infinite. The PDF silently drew only the upper part; this working states that assumption explicitly. The answer $6$ is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normal as $y=-(x)-\frac12(-6)-\frac14(-6)^3$, which omits the factor $6$ in the first term; it should be $y=-6x-\frac12(-6)-\frac14(-6)^3=-6x+3+54$, giving $y+6x=57$ as the PDF then uses. The remaining working is correct and the answer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Area Under Curve (XII Sheet,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upper half plane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$x\tan\left(\frac{y}{x}\right)dy=\left(y\tan\left(\frac{y}{x}\right)-x\right)dx$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$y\left(\frac12\right)=\frac{\pi}{6}$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upper half plane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$\frac18(\pi-1)$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$\frac1{12}(\pi-3)$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$\frac14(\pi-2)$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$\frac16(\pi-1)$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equation, Area under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equation turns separable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curve then comes out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equation turns separable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curve then comes out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$y=x\cos^{-1}x$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is homogeneous.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 yx\right)\frac{dy}{dx}=\frac yx\tan\left(\frac yx\right)-1$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is homogeneous.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upper half 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$\frac{dy}{dx}=v+x\frac{dv}{dx}$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 v)\left(v+x\frac{dv}{dx}\right)=v\tan v-1$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$v\tan v+x\tan v\,\frac{dv}{dx}=v\tan v-1$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$x\tan v\,\frac{dv}{dx}=-1$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$\int\tan v\,dv=-\int\frac{dx}{x}$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$\ln(\sec v)=-\ln x+\ln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$\sec\left(\frac yx\right)=\frac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$\sec\frac\pi3=2=\frac{c}{1/2}$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 yx\right)=x$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upper half 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$=\int_0^{1/\sqrt2}x\cos^{-1}x\,dx$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$dx=-\sin\theta\,d\theta$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$x=0\Rightarrow\theta=\frac\pi2$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$x=\frac1{\sqrt2}\Rightarrow\theta=\frac\pi4$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$=\int_{\pi/4}^{\pi/2}\theta\sin\theta\cos\theta\,d\theta=\frac12\int_{\pi/4}^{\pi/2}\theta\sin2\theta\,d\theta$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$=\frac18\int_{\pi/2}^{\pi}t\sin 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$\frac18\left[(-t\cos t)\Big|_{\pi/2}^{\pi}+\int_{\pi/2}^{\pi}\cos t\,dt\right]=\frac18\left[\pi+(\sin t)\Big|_{\pi/2}^{\pi}\right]$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$=\frac18(\pi+0-1)=\frac{\pi-1}{8}$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$\frac18(\pi-1)$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directly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(differentiate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finish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directly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finish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$=\int_0^{1/\sqrt2}x\cos^{-1}x\,dx$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$dv=x\,dx$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x\cos^{-1}x\,dx=\frac{x^2}{2}\cos^{-1}x+\frac12\int\frac{x^2}{\sqrt{1-x^2}}\,dx$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$\frac{x^2}{2}\cos^{-1}x\Big|_0^{1/\sqrt2}=\frac14\cdot\frac\pi4=\frac{\pi}{16}$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remaining integral: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sanity check: Simpson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remaining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$\int_0^{1/\sqrt2}\frac{x^2}{\sqrt{1-x^2}}dx=\int_0^{\pi/4}\sin^2\varphi\,d\varphi=\left[\frac\varphi2-\frac{\sin2\varphi}{4}\right]_0^{\pi/4}=\frac\pi8-\frac14$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$=\frac{\pi}{16}+\frac12\left(\frac\pi8-\frac14\right)=\frac{\pi}{16}+\frac{\pi}{16}-\frac18=\frac{\pi-1}{8}$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sanity check: Simpson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$f\left(\frac{1}{2\sqrt2}\right)\approx0.428$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$f\left(\frac1{\sqrt2}\right)\approx0.555$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$\approx0.267=\frac{\pi-1}{8}$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$\frac18(\pi-1)$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separates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antiderivative: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integrate by parts taking the inverse trig function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leftover integral is algebraic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separates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$\frac{dv}{F(v)-v}=\frac{dx}{x}$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$\int\tan v\,dv=\ln|\sec v|+C$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antiderivative: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x\cos^{-1}x\,dx=\frac{2x^2-1}{4}\cos^{-1}x-\frac{x\sqrt{1-x^2}}{4}+C$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$\frac{\pi-1}{8}$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x^n\sin^{-1}x$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x^n\cos^{-1}x$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integrate by parts taking the inverse trig function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leftover integral is algebraic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given by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given by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$\{(x,y)\in\mathbb{R}\times\mathbb{R}\mid x\ge0,\ 2x^2\le y\le 4-2x\}$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of the trapezoid under the line minus the area under the parabola, up to the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of the trapezoid under the line minus the area under the parabola, up to the intersection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drop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$2x^2=4-2x\Rightarrow x^2+x-2=0\Rightarrow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drop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$A_1=\int_0^1 2x^2\,dx=\frac23x^3\Big|_0^1=\frac23$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$ORQP$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$=\frac12(4+2)(1)=3$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$ORQP-A_1=3-\frac23=\frac73$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$\frac73$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horizontal strips: for each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runs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to the right-hand boundary.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horizontal strips: for each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runs from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to the right-hand boundary.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both curves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boundary is the parabola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branch):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both curves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$x=\sqrt{y/2}$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boundary is the parabola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branch):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$\int_0^2\sqrt{\frac y2}\,dy=\frac1{\sqrt2}\cdot\frac23y^{3/2}\Big|_0^2=\frac1{\sqrt2}\cdot\frac23\cdot2\sqrt2=\frac43$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boundary is the line: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boundary is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$\int_2^4\frac{4-y}{2}\,dy=\frac12\left[4y-\frac{y^2}{2}\right]_2^4=\frac12(8-6)=1$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$=\frac43+1=\frac73$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$\frac73$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(lower)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first find the intersection abscissae.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third of the enclosing rectangle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Regions bounded by a line and the axes are polygons: use trapezium and triangle formulas instead of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is easier to write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slice horizontally; the answer must agree.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(lower)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$\int_a^b(f-g)\,dx$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first find the intersection abscissae.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$=\frac13\cdot c\cdot kc^2$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third of the enclosing rectangle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$\frac13\cdot1\cdot2=\frac23$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Regions bounded by a line and the axes are polygons: use trapezium and triangle formulas instead of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is easier to 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slice horizontally; the answer must agree.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bounded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bounded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$R=\left\{(x,y):\max\{0,\log_e x\}\le y\le 2^x,\ \frac12\le x\le2\right\}$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$\alpha(\log_e2)^{-1}+\beta(\log_e2)+\gamma$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$(\alpha+\beta-2\gamma)^2$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exponential and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split the area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$\max\{0,\ln 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split the area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terms combine: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$\max\{0,\ln x\}=0$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$A=\int_{1/2}^{1}2^x\,dx+\int_1^2\left(2^x-\ln 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2^x\,dx=\frac{2^x}{\ln2}$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 x\,dx=x\ln 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$A=\frac{2^x}{\ln2}\Big|_{1/2}^{1}+\frac{2^x}{\ln2}\Big|_{1}^{2}-\left(x\ln x-x\right)\Big|_1^2$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terms combine: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$\frac{2^2-2^{1/2}}{\ln2}=\frac{4-\sqrt2}{\ln2}$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$\left(x\ln x-x\right)\Big|_1^2=(2\ln2-2)-(0-1)=2\ln2-1$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$A=(4-\sqrt2)(\log_e2)^{-1}-2\log_e2+1$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$\alpha(\log_e2)^{-1}+\beta\log_e2+\gamma$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$\alpha+\beta-2\gamma=4-\sqrt2-2-2=-\sqrt2$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$(\alpha+\beta-2\gamma)^2=2$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inverse-function area identity instead of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$\int_1^2\ln 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inverse-function area identity instead of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rectangle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splits into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$y\in[0,\ln2]$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$[0,2]\times[0,\ln2]$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splits into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to the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$\int_0^{\ln2}e^y\,dy=2-1=1$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$\int_1^2\ln x\,dx=2\ln2-1$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whole interval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subtracted only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whole interval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$\int_{1/2}^{2}2^x\,dx=\frac{4-\sqrt2}{\ln2}$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subtracted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$=\frac{4-\sqrt2}{\ln2}-(2\ln2-1)=(4-\sqrt2)(\ln2)^{-1}-2\ln2+1$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$(\alpha+\beta-2\gamma)^2=2$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split at the zero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coefficients in an expression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here because the area comes out exactly in this form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$\int_a^bf(x)\,dx+\int_{f(a)}^{f(b)}f^{-1}(y)\,dy=bf(b)-af(a)$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$\int_1^2\ln x\,dx+\int_0^{\ln2}e^y\,dy=2\ln2$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a^x\,dx=\frac{a^x}{\ln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 x\,dx=x\ln 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$\frac{1}{\ln2}=\log_2e$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$\max\{0,g(x)\}$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split at the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coefficients in an expression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$\alpha(\ln2)^{-1}+\beta\ln2+\gamma$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here because the area comes out exactly in this form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the curves, then integrate (line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parabola) between the intersection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the curves, then integrate (line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parabola) between the intersection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lies above the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$x^2=x+2\Rightarrow x^2-x-2=0\Rightarrow(x-2)(x+1)=0\Rightarrow x=-1,2$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lies above the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$=\int_{-1}^{2}\left((x+2)-x^2\right)dx=\left[\frac{x^2}{2}+2x-\frac{x^3}{3}\right]_{-1}^{2}$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$2+4-\frac83=\frac{10}{3}$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$\frac12-2+\frac13=-\frac76$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$=\frac{10}{3}+\frac76=\frac{20+7}{6}=\frac{27}{6}=\frac92$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formula for the area between a parabola and a chord: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formula for the area between a parabola and a chord: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$\frac{|a|(\beta-\alpha)^3}{6}$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enclosed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$x^2-(x+2)=x^2-x-2=(x-\alpha)(x-\beta)$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$\int_\alpha^\beta(x-\alpha)(x-\beta)\,dx=-\frac{(\beta-\alpha)^3}{6}$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enclosed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$=\frac{(2-(-1))^3}{6}=\frac{27}{6}=\frac92$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between them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parabolas,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leading coefficient of the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formula is Archimedes' two-thirds rule in disguise: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(base)(height) with height measured along the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between them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$=\frac{|a|(\beta-\alpha)^3}{6}$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$\frac{1\cdot27}{6}=\frac92$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parabolas,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$|a_1-a_2|$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leading coefficient of the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formula is Archimedes' two-thirds rule in disguise: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(base)(height) with height measured along the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tangent to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bounded by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tangent to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$E:x^2+4y^2=5$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bounded by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$\alpha\sqrt5+\beta+\gamma\cos^{-1}\left(\frac{1}{\sqrt5}\right)$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$|\alpha+\beta+\gamma|$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an ellipse, Area under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lies above the upper arc of the ellipse, so integrate (line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ellipse) and convert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lies above the upper arc of the ellipse, so integrate (line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ellipse) and convert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above the upper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part: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$x\cdot1+4y\cdot1=5$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$T:x+4y=5$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above the upper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$y=\frac{\sqrt{5-x^2}}{2}$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$=\int_1^{\sqrt5}\left(\frac{5-x}{4}-\frac{\sqrt{5-x^2}}{2}\right)dx$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$\int_1^{\sqrt5}\frac{5-x}{4}dx=\left[\frac{5x}{4}-\frac{x^2}{8}\right]_1^{\sqrt5}=\frac{5\sqrt5}{4}-\frac74$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$\int\sqrt{5-x^2}\,dx=\frac{x}{2}\sqrt{5-x^2}+\frac52\sin^{-1}\frac{x}{\sqrt5}$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$\int\frac{\sqrt{5-x^2}}{2}dx=\frac{x\sqrt{5-x^2}}{4}+\frac54\sin^{-1}\frac{x}{\sqrt5}$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part: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$\left[\frac{x\sqrt{5-x^2}}{4}+\frac54\sin^{-1}\frac{x}{\sqrt5}\right]_1^{\sqrt5}=\frac{5\pi}{8}-\frac12-\frac54\sin^{-1}\frac1{\sqrt5}$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$=\frac{5\sqrt5}{4}-\frac74-\frac{5\pi}{8}+\frac12+\frac54\sin^{-1}\frac{1}{\sqrt5}=\frac{5\sqrt5}{4}-\frac54-\frac54\left(\frac\pi2-\sin^{-1}\frac1{\sqrt5}\right)$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$\frac\pi2-\sin^{-1}t=\cos^{-1}t$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$=\frac{5\sqrt5}{4}-\frac54-\frac54\cos^{-1}\frac{1}{\sqrt5}$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$|\alpha+\beta+\gamma|=\frac54=1.25$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(1.25)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(1.25)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the ellipse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squeezed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vertically, so its area is half the circle's; use trapezium and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the ellipse is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squeezed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vertically, so its area is half the circle's; use trapezium and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trapezium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circle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sector of angle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trapezium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$y(\sqrt5)=\frac{5-\sqrt5}{4}$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$\frac12\left(1+\frac{5-\sqrt5}{4}\right)(\sqrt5-1)=\frac{5\sqrt5-7}{4}$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circle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$y=\sqrt{5-x^2}$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$\alpha_0=\tan^{-1}2=\cos^{-1}\frac1{\sqrt5}$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$\frac52\alpha_0-1$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arc is the circle arc scaled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under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arc is the circle arc scaled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under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$\frac54\alpha_0-\frac12$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$=\frac{5\sqrt5-7}{4}-\frac54\alpha_0+\frac12=\frac{5\sqrt5}{4}-\frac54-\frac54\cos^{-1}\frac1{\sqrt5}$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$|\alpha+\beta+\gamma|=\frac54$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(1.25)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(1.25)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every area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ellipse areas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corresponding circle areas (total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under a circular arc = sector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match the required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$\frac{xx_1}{a^2}+\frac{yy_1}{b^2}=1$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$y\mapsto ky$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every area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ellipse areas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corresponding circle areas (total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$\int\sqrt{r^2-x^2}\,dx=\frac12\left[x\sqrt{r^2-x^2}+r^2\sin^{-1}\frac xr\right]$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under a circular arc =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$\sin^{-1}t+\cos^{-1}t=\frac\pi2$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match the required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area enclosed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area enclosed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$y=1+4x-x^2$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curves, Area bisected by a line through the origin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Bisecting means the triangle below the line has half of the total area.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stays below the curve; it cuts off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$y=1+4x-x^2$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$\left[0,\frac32\right]$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$=\int_0^{3/2}(1+4x-x^2)\,dx=\left[x+2x^2-\frac{x^3}{3}\right]_0^{3/2}$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$=\frac32+2\cdot\frac94-\frac13\cdot\frac{27}{8}=\frac32+\frac92-\frac98=\frac{12+36-9}{8}=\frac{39}{8}$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$A\left(\frac32,\frac{3m}{2}\right)$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stays below the curve; it cuts off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$B\left(\frac32,0\right)$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Bisecting: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Bisecting: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OAB=\frac12\cdot\frac{39}{8}=\frac{39}{16}$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OAB=\frac12\cdot\frac32\cdot\frac{3m}{2}=\frac{9m}{8}$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$\frac{9m}{8}=\frac{39}{16}\Rightarrow m=\frac{13}{6}$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$3m=\frac{13}{2}$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$12m=\frac{13}{2}\times4=26$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Compute the total area with Simpson's rule, which is exact for polynomials up to degree 3.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quadratic,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$f(x)=1+4x-x^2$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quadratic,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$\int_0^{c}f=\frac c6\left[f(0)+4f\left(\frac c2\right)+f(c)\right]$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$f\left(\frac34\right)=1+3-\frac9{16}=\frac{55}{16}$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$f\left(\frac32\right)=1+6-\frac94=\frac{19}{4}$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the triangle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$=\frac14\left[1+\frac{55}{4}+\frac{19}{4}\right]=\frac14\cdot\frac{78}{4}=\frac{39}{8}$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$\frac12\cdot\frac32\cdot\frac{3m}2=\frac{9m}{8}$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$12m=26$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 that bisects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Simpson: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 for every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bisecting line stays below the curve over the interval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 that bisects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$\frac{mc^2}{2}=\frac12\int_0^cf$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$m=\frac{1}{c^2}\int_0^cf\,dx$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$\frac{39}{8}\cdot\frac49=\frac{13}{6}$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Simpson: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$\int_a^bf=\frac{b-a}{6}\left[f(a)+4f\left(\frac{a+b}2\right)+f(b)\right]$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 for every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bisecting line stays below the curve over the interval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$\frac{3m}2=\frac{13}{4}&lt;\frac{19}{4}$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bounded by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upper half plane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$y^2+4x-4=0$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$y^2-4x-4=0$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upper half plane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curves,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the region is twice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the region is twice the part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$y=2\sqrt{1-x}$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$y=\frac{1-x^2}{2}$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 All three are parabolas.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is a downward parabola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opens left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(3) opens right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and (3)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(1)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(2)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$x^2=-2\left(y-\frac12\right)$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$y^2=-4(x-1)$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 All three are parabolas.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is a downward parabola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opens left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(3) opens right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and (3)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(1)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(2)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boundary is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boundary is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$=2\int_0^1\left(2\sqrt{1-x}-\frac{1-x^2}{2}\right)dx$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$\int_0^12\sqrt{1-x}\,dx=\frac43$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$\int_0^1\frac{1-x^2}{2}dx=\frac12\left(1-\frac13\right)=\frac13$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$=2\left(\frac43-\frac13\right)=2$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Archimedes' two-thirds rule for parabolic segments, with no integration at all.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(2)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half of the parabolic segment cut by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half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(1) the segment cut off by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depth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half of it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(2)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half of the parabolic segment cut by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$=\frac23\cdot4\cdot1=\frac83$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half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(1) the segment cut off by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$\frac23\cdot2\cdot\frac12=\frac23$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half of it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half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half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$=\frac43-\frac13=1$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the area between a parabola and a chord perpendicular to its 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depth (height from the chord to the vertex).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are mirror images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symmetry to halve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bounded by three curves, list the pairwise intersection points first; they give the limits and the boundary order.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the area between a parabola and a chord perpendicular to its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depth (height from the chord to the vertex).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$\frac23\cdot2\cdot1=\frac43=\int_{-1}^1(1-x^2)dx$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$y^2=-4a(x-k)$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are mirror images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$x=\frac{h+k}{2}$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symmetry to halve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bounded by three curves, list the pairwise intersection points first; they give the limits and the boundary order.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the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to it at the point whose ordinate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to it at the point whose ordinate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curves, Tangent to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horizontally: between the tangent and the parabola the gap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horizontally: between the tangent and the parabola the gap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$x_{parabola}-x_{tangent}$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ordinate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between the tangent (left) and the parabola (right),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$x=(y-2)^2+1$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$2(y-2)\frac{dy}{dx}=1$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$y-3=\frac12(x-2)$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$2y-6=x-2$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between the tangent (left) and the parabola (right),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$=\int_0^3\left[(y-2)^2+1-(2y-4)\right]dy=\int_0^3\left[(y-2)^2-2y+5\right]dy$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$=\left[\frac{(y-2)^3}{3}-y^2+5y\right]_0^3$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$\frac13-9+15$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$=\frac13-9+15+\frac83=6+3=9$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gap between a parabola and its tangent is a perfect square: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gap between a parabola and its tangent is a perfect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$x_{parabola}-x_{tangent}=(y-3)^2$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$x_{parabola}-x_{tangent}=(y-2)^2+1-(2y-4)=y^2-6y+9=(y-3)^2$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$=\int_0^3(y-3)^2\,dy=\frac{(y-3)^3}{3}\Big|_0^3=0-\left(-9\right)=9$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between the parabola and its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area between them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Slice horizontally when the parabola opens sideways.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here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region's lower boundary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fixes the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$x=a(y-k)^2+h$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between the parabola and its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$a(y-y_0)^2$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area between them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$\frac{|a|\,|y_0-y_1|^3}{3}$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$\frac{1\cdot27}{3}=9$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Slice horizontally when the parabola opens sideways.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here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region's lower boundary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fixes the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$y=|\cos x-\sin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$4(\sqrt2-1)$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trigonometric functions,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x+\cos x&gt;|\cos x-\sin 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x-\sin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curve is the upper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x&gt;|\cos x-\sin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curve is the upper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$=\int_0^{\pi/2}\left(\sin x+\cos x-|\cos x-\sin x|\right)dx$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x\ge\sin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x-\sin x|=\cos 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$\frac\pi4\le x\le\frac\pi2$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x-\sin x|=\sin x-\cos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$=\int_0^{\pi/4}2\sin x\,dx+\int_{\pi/4}^{\pi/2}2\cos x\,dx=2\left[-\cos x\right]_0^{\pi/4}+2\left[\sin x\right]_{\pi/4}^{\pi/2}$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$=2\left(-\frac1{\sqrt2}+1\right)+2\left(1-\frac1{\sqrt2}\right)=4-2\sqrt2$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$4-2\sqrt2=2(2-\sqrt2)=2\sqrt2(\sqrt2-1)$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$2\sqrt2(\sqrt2-1)$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picture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$a+b-|a-b|=2\min(a,b)$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picture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sine and cosine swap,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x-|\cos x-\sin x|=2\min(\sin x,\cos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sine and cosine swap,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$\min(\sin x,\cos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$=2\int_0^{\pi/2}\min(\sin x,\cos x)\,dx=2\cdot2\int_0^{\pi/4}\sin x\,dx=4\left(1-\frac1{\sqrt2}\right)=4-2\sqrt2=2\sqrt2(\sqrt2-1)$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$2\sqrt2(\sqrt2-1)$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add up to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amplitude-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waves, which explains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$\max(a,b)=\frac{a+b+|a-b|}{2}$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$\min(a,b)=\frac{a+b-|a-b|}{2}$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$\int_0^{\pi/2}\min(\sin x,\cos x)\,dx=2-\sqrt2$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$\int_0^{\pi/2}\max(\sin x,\cos x)\,dx=\sqrt2$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$\int_0^{\pi/2}(\sin x+\cos x)dx=2$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x=\sqrt2\sin\left(x+\frac\pi4\right)$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x-\sin x|=\sqrt2\left|\cos\left(x+\frac\pi4\right)\right|$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amplitude-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waves, which explains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$S=\{(x,y):3x^2\le4y\le6x+24\}$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lies between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lies between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$y=\frac{3x^2}{4}$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$y=\frac{6x+24}{4}$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$y=\frac{3x^2}{4}$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$y=\frac{6x+24}{4}$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$3x^2=6x+24\Rightarrow x^2-2x-8=0\Rightarrow x=4,\ 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$=\int_{-2}^{4}\left(\frac{6x+24}{4}-\frac{3x^2}{4}\right)dx=\frac34\int_{-2}^{4}\left(-x^2+2x+8\right)dx$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$=\frac34\left[-\frac{x^3}{3}+x^2+8x\right]_{-2}^{4}$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$-\frac{64}{3}+16+32=\frac{80}{3}$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$\frac83+4-16=-\frac{28}{3}$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$=\frac34\left(\frac{80}{3}+\frac{28}{3}\right)=\frac34\cdot36=27$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area between a parabola and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$\frac{|a|(\beta-\alpha)^3}{6}$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area between a parabola and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minus lower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leading coefficient has modulus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minus lower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$=\frac{6x+24-3x^2}{4}=-\frac34(x-4)(x+2)$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leading coefficient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$=\frac{3}{4}\cdot\frac{(4-(-2))^3}{6}=\frac34\cdot\frac{216}{6}=\frac34\cdot36=27$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and a chord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difference).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double inequality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the region between the two curves: read it as lower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upper.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cuts the parabola at the roots of (upper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lower)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roots are the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and a chord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difference).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double inequality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$3x^2\le4y\le6x+24$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the region between the two curves: read it as lower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y\le$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upper.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cuts the parabola at the roots of (upper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lower)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roots are the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points of local maximum and local minimum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total area of the region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points of local maximum and local minimum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$f(x)=2x^3-3x^2-12x$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total area of the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Maxima and minima, Area under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crosses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the sum of two absolute integrals 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crosses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the sum of two absolute integrals 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$f'(x)=6x^2-6x-12=6(x+1)(x-2)$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$f''(x)=12x-6$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$f''(-1)=-18&lt;0$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$f''(2)=18&gt;0$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$f(x)=x(2x^2-3x-12)$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$A=\int_{-1}^{0}f(x)\,dx-\int_0^{2}f(x)\,dx$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antiderivative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antiderivative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$F(x)=\frac{x^4}{2}-x^3-6x^2$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$F(-1)=\frac12+1-6=-\frac92$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$F(2)=8-8-24=-24$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$\int_{-1}^0f=F(0)-F(-1)=\frac92$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$\int_0^2f=F(2)-F(0)=-24$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$A=\frac92+24=\frac{57}{2}$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$4A=114$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Simpson's rule is exact for cubics, so each piece is a one-line numerical evaluation.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$f\left(-\frac12\right)=5$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$\int_{-1}^0f=\frac16\left[7+4\cdot5+0\right]=\frac{27}{6}=\frac92$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$\int_0^2f=\frac26\left[0+4(-13)-20\right]=-24$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$A=\frac92+24=\frac{57}{2}$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$4A=114$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split at every zero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and take absolute values. The net integral here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the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Simpson's rule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for polynomials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max/min of a cubic: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which is which.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split at every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and take absolute values. The net integral 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$\frac92-24=-\frac{39}{2}$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the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Simpson's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$\frac{b-a}{6}[f(a)+4f(\frac{a+b}{2})+f(b)]$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for polynomials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max/min of a cubic: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which is which.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between the parabolas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between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parabolas open to the right and are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integrate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parabolas open to the right and are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integrate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$P_1:y^2=2x-1$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$P_2:y^2=4x-3$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$2x-1=4x-3\Rightarrow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$x_{P_1}=\frac{y^2+1}{2}$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$x_{P_2}=\frac{y^2+3}{4}$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$x_{P_2}&gt;x_{P_1}$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$A=2\int_0^1\left(x_{P_2}-x_{P_1}\right)dy$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$A=2\int_0^1\left(\frac{y^2+3}{4}-\frac{y^2+1}{2}\right)dy=2\int_0^1\frac{1-y^2}{4}\,dy$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$=\frac12\left[y-\frac{y^3}{3}\right]_0^1=\frac12\cdot\frac23=\frac13$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both boundaries are parabolic segments on the common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both boundaries are parabolic segments on the common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this chord: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this chord: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$\frac23\cdot2\cdot\frac12=\frac23$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the parabolas is the difference: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$1-\frac34=\frac14$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$\frac23\cdot2\cdot\frac14=\frac13$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the parabolas is the difference: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$\frac23-\frac13=\frac13$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segment cut by a chord perpendicular to the axis: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parabolas with the same axis direction sharing a chord: the area between them is the difference of the two segments.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which curve is to the right before subtracting: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segment cut by a chord perpendicular to the axis: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parabolas with the same axis direction sharing a chord: the area between them is the difference of the two segments.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which curve is to the right before subtracting: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$y=|x^2-9|$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$4\left(2\sqrt3+\sqrt6-4\right)$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$4\left(4\sqrt3+\sqrt6-4\right)$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$8\left(4\sqrt3+3\sqrt6-9\right)$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$8\left(4\sqrt3+2\sqrt6-9\right)$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cuts the curve at four points; the bounded region is one arch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two side pockets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Integrate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cuts the curve at four points; the bounded region is one arch above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two side pockets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Integrate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Intersections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pocket).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between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arch above the line).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$y=|x^2-9|$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Intersections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$9-x^2=3\Rightarrow x=\pm\sqrt6$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$x^2-9=3\Rightarrow x=\pm\sqrt{12}$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$x=\sqrt{9-y}$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$x=\sqrt{9+y}$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pocket).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 y\le9$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between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$x=\sqrt{9-y}$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arch above the line).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$=2\int_0^3\left(\sqrt{9+y}-\sqrt{9-y}\right)dy+2\int_3^9\sqrt{9-y}\,dy$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$=2\left[\frac23(9+y)^{3/2}\Big|_0^3+\frac23(9-y)^{3/2}\Big|_0^3-\frac23(9-y)^{3/2}\Big|_3^9\right]$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$=\frac43\left[(12\sqrt{12}-27)+(6\sqrt6-27)-(0-6\sqrt6)\right]=\frac43\left[24\sqrt3+12\sqrt6-54\right]$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$=8\left(4\sqrt3+2\sqrt6-9\right)$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$8\left(4\sqrt3+2\sqrt6-9\right)$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vertical strips and split at the four crossing points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vertical strips and split at the four crossing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$\sqrt6,3,\sqrt{12}$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line: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line: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below: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$[0,\sqrt6]$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$[\sqrt6,3]$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line: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$3-(9-x^2)=x^2-6$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$[3,\sqrt{12}]$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 the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$\int_0^{\sqrt6}(6-x^2)dx=4\sqrt6$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$\int_{\sqrt6}^{3}(x^2-6)dx=4\sqrt6-9$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$\int_3^{\sqrt{12}}(12-x^2)dx=16\sqrt3-27$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$=8\sqrt6+16\sqrt3-36$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$=16\sqrt6+32\sqrt3-72=8\left(4\sqrt3+2\sqrt6-9\right)$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$8\left(4\sqrt3+2\sqrt6-9\right)$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compared with a horizontal line, find all crossings (including those on the folded branch) and split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is easier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horizontal strips need only two integrals here; vertical strips need three pieces on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$y=|g(x)|$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compared with a horizontal line, find all crossings (including those on the folded branch) and split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is easier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$x^2=9\mp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horizontal strips need only two integrals here; vertical strips need three pieces on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$8(4\sqrt3+2\sqrt6-9)\approx22.6$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$\approx7.7,\ 21.5,\ 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symmetry.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$x_{right}-x_{left}$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$y\in[-4,4]$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symmetry.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opens right (vertex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opens left (vertex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boundary)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boundary).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opens right (vertex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opens left (vertex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$8x=16(3-x)\Rightarrow x=6-2x\Rightarrow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boundary)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$x=\frac{48-y^2}{16}$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boundary).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$=2\int_0^4\left(\frac{48-y^2}{16}-\frac{y^2}{8}\right)dy=2\int_0^4\left(3-\frac{3y^2}{16}\right)dy$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$=2\left[3y-\frac{y^3}{16}\right]_0^4=2(12-4)=16$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Archimedes' rule on the common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Archimedes' rule on the common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the union of these two segments (they lie on opposite sides of the chord):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$\frac23\cdot8\cdot2=\frac{32}{3}$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$\frac23\cdot8\cdot1=\frac{16}{3}$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the union of these two segments (they lie on opposite sides of the chord):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$\frac{32}{3}+\frac{16}{3}=16$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opposite-facing parabolas on a common chord: the lens area is the sum of the two segments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Segments of parabolas facing the same way are subtracted instead (compare Q12).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about the axis halves the integration.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opposite-facing parabolas on a common chord: the lens area is the sum of the two segments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$\frac23\cdot8\cdot(2+1)=16$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Segments of parabolas facing the same way are subtracted instead (compare Q12).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about the axis halves the integration.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region bounded by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straight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probability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region bounded by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straight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$5x-6y=30$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probability, Area of a region bounded by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Probability is a ratio of areas; compute the small triangle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it from the whole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Probability is a ratio of areas; compute the small triangle above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it from the whole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lines meet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call its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$5x-6y=30$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lines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$30-10y-6y=30$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$(0,3),(0,1),(4,1)$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call its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$P(y&lt;1)=\frac{A_2}{A_1+A_2}=1-\frac{A_1}{A_1+A_2}$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$A_1=\frac12\cdot2\cdot4=4$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$A_1+A_2=\frac12\cdot8\cdot6=24$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$P(y&lt;1)=1-\frac{4}{24}=1-\frac16=\frac56$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width of the region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linear function, so areas are integrals of widths.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width of the region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linear function, so areas are integrals of widths.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width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width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$-5\le y\le0$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$6+\frac{6y}{5}$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$\int_1^3(6-2y)\,dy=\left[6y-y^2\right]_1^3=9-5=4$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$=\int_0^3(6-2y)dy+\int_{-5}^0\left(6+\frac{6y}5\right)dy=9+15=24$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$P(y&lt;1)=\frac{24-4}{24}=\frac56$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Uniform choice of a point in a region: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𝑓𝑎𝑣𝑜𝑢𝑟𝑎𝑏𝑙𝑒 𝑎𝑟𝑒𝑎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𝑡𝑜𝑡𝑎𝑙 𝑎𝑟𝑒𝑎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area from vertices: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 is often easier: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small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Uniform choice of a point in a region: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$=\frac{\text{favourable area}}{\text{total area}}$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area from 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$\frac12\left|\det\begin{pmatrix}x_2-x_1&amp;y_2-y_1\\x_3-x_1&amp;y_3-y_1\end{pmatrix}\right|$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$\frac12\cdot8\cdot6=24$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 is often easier: 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small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$S=\left\{(x,y):y^2\le8x,\ y\ge\sqrt2x,\ x\ge1\right\}$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$\frac{19\sqrt2}{6}$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lies between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upper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lies between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$y=\sqrt2x$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upper arc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$y=2\sqrt2\sqrt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 x\le4$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$=\int_1^4\left(2\sqrt{2x}-\sqrt2x\right)dx=\sqrt2\int_1^4\left(2\sqrt x-x\right)dx$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$=\sqrt2\left[\frac{4x^{3/2}}{3}-\frac{x^2}{2}\right]_1^4$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$=\sqrt2\left[\frac{32}{3}-8-\frac43+\frac12\right]=\sqrt2\cdot\frac{64-48-8+3}{6}$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$=\frac{11\sqrt2}{6}$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$\frac{11\sqrt2}{6}$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(horizontal strips); the left boundary changes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(horizontal strips); the left boundary changes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parabola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boundary) and the parabola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boundary) and the parabola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 y\le2\sqrt2$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$\frac{y^2}8\le1$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$\int_{\sqrt2}^{2\sqrt2}\left(\frac y{\sqrt2}-1\right)dy=\left[\frac{y^2}{2\sqrt2}-y\right]=\frac{\sqrt2}{2}$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boundary is the parabola: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$2\sqrt2\le y\le4\sqrt2$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boundary is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$\int_{2\sqrt2}^{4\sqrt2}\left(\frac{y}{\sqrt2}-\frac{y^2}{8}\right)dy=\left[\frac{y^2}{2\sqrt2}-\frac{y^3}{24}\right]=\frac{4\sqrt2}{3}$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$=\frac{\sqrt2}{2}+\frac{4\sqrt2}{3}=\frac{11\sqrt2}{6}$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$\frac{11\sqrt2}{6}$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simply truncates the region by a vertical line: it changes a limit, not the integrand.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region is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curves meeting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$x=\frac{4a}{m^2}$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simply truncates the region by a vertical line: it changes a limit, not the integrand.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region is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curves 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bounded region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bounded region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$y=3-\left|x-\frac12\right|-|x+1|$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$\frac{63}{16}$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piecewise: it is a trapezoid with a flat top of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piecewise: it is a trapezoid with a flat top of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Break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Break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$y=3-\left(\frac12-x\right)+(x+1)=2x+\frac72$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$y=3-\left(\frac12-x\right)-(x+1)=\frac32$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$y=3-\left(x-\frac12\right)-(x+1)=\frac52-2x$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flat top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enclosed region is the 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top),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flat top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enclosed region is the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top),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$=\frac12\left(3+\frac32\right)\cdot\frac32=\frac{27}{8}$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width of the region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$\{|x-a|+|x-b|\le c\}$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interval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width of the region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width of the region is the length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set is an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$g(x)=\left|x-\frac12\right|+|x+1|$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$y\in\left[0,\frac32\right]$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width of the region is 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$\{x:g(x)\le3-y\}$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$|x-a|+|x-b|\le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$c\ge|a-b|$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set is an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width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width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$=\int_0^{3/2}(3-y)\,dy=\left[3y-\frac{y^2}{2}\right]_0^{3/2}=\frac92-\frac98=\frac{27}{8}$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absolute values is convex and piecewise linear,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concave polygonal graph: areas reduce to trapezia and triangles.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changes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kink here; the flat top lies between the two kinks.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$|x-a|+|x-b|\le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$c\ge|a-b|$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$\left[\frac{a+b-c}2,\frac{a+b+c}2\right]$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$\left[-\frac74,\frac54\right]$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absolute values is convex and piecewise linear,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$3-\sum|x-a_i|$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concave polygonal graph: areas reduce to trapezia and triangles.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changes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kink here; the flat top lies between the two kinks.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lies outside the triangle formed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lies outside the triangle formed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$\frac{5\sqrt2}{6}$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parabola and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between the parabola and the line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minus the triangle, which lies completely inside that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between the parabola and the line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minus the triangle, which lies completely inside that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has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lies on the parabola, so the triangle is inside the enclosed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has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lies on the parabola, so the triangle is inside the enclosed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$=\frac12\cdot\left(2\sqrt2-\sqrt2\right)\cdot(2-1)=\frac{\sqrt2}{2}=\frac1{\sqrt2}$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parabola and line: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parabola and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$\int_0^4\left(2\sqrt2\sqrt x-\sqrt2x\right)dx=2\sqrt2\cdot\frac{2}{3}x^{3/2}\Big|_0^4-\sqrt2\frac{x^2}{2}\Big|_0^4$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$=\frac{4\sqrt2}{3}\cdot8-8\sqrt2=\frac{32\sqrt2}{3}-8\sqrt2=\frac{8\sqrt2}{3}$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$=\frac{8\sqrt2}{3}-\frac{\sqrt2}{2}=\frac{16\sqrt2-3\sqrt2}{6}=\frac{13\sqrt2}{6}$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$\frac{13\sqrt2}{6}$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parabola and a chord use the formula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parabola and a chord use the formula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$=\frac{|a|(\beta-\alpha)^3}{6}$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region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leading coefficient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triangle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region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$-\frac18y\left(y-4\sqrt2\right)$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$=\frac18\cdot\frac{(4\sqrt2)^3}{6}=\frac18\cdot\frac{128\sqrt2}{6}=\frac{8\sqrt2}{3}$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$\frac{8\sqrt2}{3}-\frac{\sqrt2}{2}=\frac{13\sqrt2}{6}$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$\frac{13\sqrt2}{6}$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Parabola-chord area formula also works for sideways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subtracting a sub-region (here a triangle), check that it lies entirely inside the main region: its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parabola and the other two vertices lie on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Parabola-chord area formula also works for sideways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$x=ay^2+by+c$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subtracting a sub-region (here a triangle), check that it lies entirely inside the main region: its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parabola and the other two vertices lie on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$x=\frac{4a}{m^2}$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 – Q24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two regions of areas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two regions of areas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$\max\{R_1,R_2\}=R_2$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$\frac{R_2}{R_1}$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curves, Area divided by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small piece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small piece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above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$R_1+R_2=$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area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 part above the line: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$\left(\frac14,\frac12\right)$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 part above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$R_1=\int_0^{1/4}\left(\sqrt x-2x\right)dx=\frac23\cdot\frac18-\frac1{16}=\frac1{12}-\frac1{16}=\frac1{48}$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the question requires)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$R_1+R_2=\int_0^1\left(\sqrt x-x^3\right)dx=\frac23-\frac14=\frac5{12}$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$\frac{R_1+R_2}{R_1}=\frac{5/12}{1/48}=20$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$1+\frac{R_2}{R_1}=20$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$R_2&gt;R_1$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the question requires)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$\frac{R_2}{R_1}=19$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horizontal strips and the parabola-chord formula for the small piece.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enclose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enclose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y2-y^2=-y\left(y-\frac12\right)$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$R_1=\frac{(1/2)^3}{6}=\frac1{48}$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$\int_0^1\left(y^{1/3}-y^2\right)dy=\frac34-\frac13=\frac5{12}$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$R_2=\frac5{12}-\frac1{48}=\frac{19}{48}$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$\frac{R_2}{R_1}=19$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inverse-type curves: area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curve divides a region, compute the simplest piece and the whole, then get the other piece by subtraction.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$x=my$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$=\frac{m^3}{6}$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inverse-type curves: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$\int_0^1(x^{1/2}-x^3)dx=\frac5{12}$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curve divides a region, compute the simplest piece and the whole, then get the other piece by subtraction.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enclosed between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enclosed between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right boundary the line, left boundary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right boundary the line, left boundary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these,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right of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$y^2=2(4-y)$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$y^2+2y-8=0$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these,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right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$=\int_{-4}^{2}\left(x_{line}-x_{parabola}\right)dy=\int_{-4}^{2}\left(4-y-\frac{y^2}{2}\right)dy$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$=\left[4y-\frac{y^2}{2}-\frac{y^3}{6}\right]_{-4}^{2}$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$8-2-\frac86=\frac{14}{3}$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$-16-8+\frac{64}{6}=-\frac{40}{3}$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$=\frac{14}{3}+\frac{40}{3}=18$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formula for a sideways parabola: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variable.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formula for a sideways parabola: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$\frac{|a|(\beta-\alpha)^3}{6}$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variable.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$4-y-\frac{y^2}{2}=-\frac12(y-2)(y+4)$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$=\frac12\cdot\frac{(2-(-4))^3}{6}=\frac12\cdot36=18$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ordinates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slicing direction in which the boundaries are single-valued: here horizontal.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points of intersection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$x=ay^2+by+c$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$\frac{|a|\,|y_1-y_2|^3}{6}$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$\frac12\cdot\frac{6^3}{6}=18$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slicing direction in which the boundaries are single-valued: here horizontal.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points of intersection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$f(x)=\max\{|x+1|,|x+2|,\ldots,|x+5|\}$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$\int_{-6}^{0}f(x)\,dx$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integrals of modulus and maximum functions, Area under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maximum is attained at one of the two extreme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switch happens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maximum is attained at one of the two extreme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switch happens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nearer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$-1,-2,-3,-4,-5$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$\max\{|x+1|,|x+5|\}$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nearer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$f(x)=|x+5|$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$[-6,-3]$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$|x+1|=-(x+1)$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$\int_{-6}^0f=\int_{-6}^{-3}-(x+1)\,dx+\int_{-3}^{0}(x+5)\,dx$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$-\left[\frac{x^2}{2}+x\right]_{-6}^{-3}=-\left[\left(\frac92-3\right)-(18-6)\right]=-\left[\frac32-12\right]=\frac{21}{2}$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$\left[\frac{x^2}{2}+5x\right]_{-3}^{0}=0-\left(\frac92-15\right)=\frac{21}{2}$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$=\frac{21}{2}+\frac{21}{2}=21$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moreover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$-1,\ldots,-5$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moreover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$f(x)=|x+3|+2$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set of points with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largest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set of points with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largest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$\max_i|x-a_i|=\left|x-\frac{a+b}2\right|+\frac{b-a}{2}$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$f(x)=|x+3|+2$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$f(0)=5=|0+1|\vee|0+5|$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$\int_{-6}^{0}|x+3|\,dx=2\cdot\frac{3^2}{2}=9$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$\int_{-6}^02\,dx=12$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$=9+12=21$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extreme points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triangles),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trick gives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zigzag with kinks at the midpoints of consecutive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$\max_i|x-a_i|=\left|x-\frac{a_{\min}+a_{\max}}{2}\right|+\frac{a_{\max}-a_{\min}}{2}$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extreme points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$\int_{c-h}^{c+h}|x-c|\,dx=h^2$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triangles),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$f=|x+3|+2$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$[-6,0]$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$9+2\cdot6=21$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trick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$\min_i|x-a_i|$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zigzag with kinks at the midpoints of consecutive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$A_1=\left\{(x,y):|x|\le y^2,\ |x|+2y\le8\right\}$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$A_2=\left\{(x,y):|x|+|y|\le k\right\}$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$27(\text{Area }A_1)=5(\text{Area }A_2)$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regions defined by inequalities, Area under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bounded part,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is cut by the two branches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square of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bounded part,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is cut by the two branches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 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$|x|+2y=8$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square of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Intended region: the bounded part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figure). As literally printed, the set also contains an unbounded part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key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assumes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points: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Intended region: the bounded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figure). As literally printed, the set also contains an unbounded part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$|x|\le\min(y^2,8-2y)$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key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assumes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$y=\frac{8-x}{2}$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$\left(\frac{8-x}{2}\right)^2=x\Rightarrow x^2-20x+64=0\Rightarrow 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$y=\frac{8-x}{2}$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$A_1=2\int_0^4\left(\frac{8-x}{2}-\sqrt x\right)dx=2\left[4x-\frac{x^2}{4}-\frac{2x^{3/2}}{3}\right]_0^4$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$=2\left[16-4-\frac{16}{3}\right]=2\cdot\frac{20}{3}=\frac{40}{3}$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$A_2=\{|x|+|y|\le 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k,0),(0,\pm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$=4\cdot\frac12\cdot k\cdot k=2k^2$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$27\cdot\frac{40}{3}=5\cdot2k^2\Rightarrow360=10k^2\Rightarrow k^2=36$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width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simple function with only one switch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width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simple function with only one switch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binding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binding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binding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binding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$|x|\le8-2y$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$2(8-2y)$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square of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$A_1=\int_0^2 2y^2\,dy+\int_2^4(16-4y)\,dy=\frac{16}{3}+\left[16y-2y^2\right]_2^4=\frac{16}{3}+(32-24)=\frac{40}{3}$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$A_2=2k^2$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square of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$27\cdot\frac{40}3=10k^2$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(a rotated square) with 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rhombus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 horizontal strip of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region is defined by inequalities, check it is really bounded: here the literal set is unbounded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question relies on the figure (the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(a rotated square) with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$|x|/a+|y|/b\le1$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rhombus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 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 horizontal strip of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region is defined by inequalities, check it is really bounded: here the literal set is unbounded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question relies on the figure (the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$\left\{(x,y):x^{\frac23}+y^{\frac23}\le1,\ x+y\ge0,\ y\ge0\right\}$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$\frac{256A}{\pi}$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astroid, Integration by trigonometric substitution (Wallis)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the first quadrant part of the astroid plus the part of the second quadrant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together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first-quadrant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the first quadrant part of the astroid plus the part of the second quadrant above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together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first-quadrant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astroid. The region is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whole first quadrant piece plus the second-quadrant piece lying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second-quadrant piece equals the first-quadrant piece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half of the first quadrant by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$x^{2/3}+y^{2/3}=1$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astroid. The region is 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whole first quadrant piece plus the second-quadrant piece lying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second-quadrant piece equals the first-quadrant piece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half of the first quadrant by the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$x\leftrightarrow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$A=\left(1+\frac12\right)\int_0^1\left(1-x^{2/3}\right)^{3/2}dx$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$A=\frac32\int_0^1\left(1-x^{2/3}\right)^{3/2}dx$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$dx=3\sin^2\theta\cos\theta\,d\theta$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$x:0\to1$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$\theta:0\to\frac\pi2$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$A=\frac32\int_0^{\pi/2}\left(1-\sin^2\theta\right)^{3/2}\cdot3\sin^2\theta\cos\theta\,d\theta=\frac32\int_0^{\pi/2}3\sin^2\theta\cos^4\theta\,d\theta$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Wallis' formula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$A=\frac92\int_0^{\pi/2}\sin^2\theta\cos^4\theta\,d\theta$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Wallis'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$\int_0^{\pi/2}\sin^2\theta\cos^4\theta\,d\theta=\frac{(1)(3)(1)}{(6)(4)(2)}\cdot\frac\pi2=\frac{\pi}{32}$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$A=\frac92\cdot\frac\pi{32}=\frac{9\pi}{64}$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$\frac{256A}{\pi}=\frac{256}{\pi}\cdot\frac{9\pi}{64}=36$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known area of the whole astroid,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symmetry.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known area of the whole astroid,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$\frac{3\pi a^2}{8}$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symmetry.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Whole astroid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consists of the first quadrant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astroid) and the part of the second quadrant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astroid, by the reflection symmetries).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Whole astroid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parametrise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$x=\cos^3t$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$y=\sin^3t$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$=4\int_0^{\pi/2}y\left|\frac{dx}{dt}\right|dt=12\int_0^{\pi/2}\sin^4t\cos^2t\,dt=12\cdot\frac\pi{32}=\frac{3\pi}8$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consists of the first quadrant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astroid) and the part of the second quadrant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astroid, by the reflection symmetries).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$A=\left(\frac14+\frac18\right)\cdot\frac{3\pi}{8}=\frac38\cdot\frac{3\pi}8=\frac{9\pi}{64}$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$\frac{256A}{\pi}=36$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Astroid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parametrisation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even.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works for any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symmetry axis of the astroid, so it cuts the second-quadrant piece exactly in half.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$x^{2/3}+y^{2/3}=a^{2/3}$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 a^2}{8}$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parametrisation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$x=a\cos^3t$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$y=a\sin^3t$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$\int_0^{\pi/2}\sin^m\theta\cos^n\theta\,d\theta=\frac{(m-1)!!\,(n-1)!!}{(m+n)!!}\cdot\frac\pi2$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even.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$m=2,n=4$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$\frac{1\cdot3}{6\cdot4\cdot2}\cdot\frac\pi2=\frac\pi{32}$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$\left(1-x^{2/3}\right)^{3/2}$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works for any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$x^{2/3}+y^{2/3}=1$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symmetry axis of the astroid, so it cuts the second-quadrant piece exactly in half.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$\text{Area}\left\{(x,y):x^2+y^2\le a^2\ \&amp;\ \frac{x^2}{a^2}+\frac{y^2}{b^2}\ge1\right\}=30\pi$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$\text{Area}\left\{(x,y):x^2+y^2\ge b^2\ \&amp;\ \frac{x^2}{a^2}+\frac{y^2}{b^2}\le1\right\}=18\pi$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an ellipse and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 lies inside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contains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region is a difference of two standard areas.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 lies inside the circle of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contains the circle of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region is a difference of two standard areas.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touches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region: inside the big circle, outside the ellipse: area of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ellipse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touches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region: inside the big circle, outside the ellipse: area of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 a^2-\pi ab=30\pi$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$a(a-b)=30$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region: inside the ellipse, outside the small circle: area of ellipse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(2) from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region: inside the ellipse, outside the small circle: area of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 ab-\pi b^2=18\pi$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$b(a-b)=18$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(2) 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$(a-b)(a-b)=30-18$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two equations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shapes are fixed up to scale.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two equations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ab=\frac{30}{18}=\frac53$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shapes are fixed up to scale.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(areas of circle minus ellipse and ellipse minus circle), dividing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$a(a-b)=30$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$b(a-b)=18$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(areas of circle minus ellipse and ellipse minus circle), dividing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$a(a-b)=5t\cdot2t=10t^2=30\Rightarrow t^2=3$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$(a-b)^2=4t^2=12$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ellipse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crescent areas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of the annulus.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$\subset$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$\subset$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crescent areas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a(a-b)$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b(a-b)$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$\pi(a-b)(a+b)=\pi(a^2-b^2)=48\pi$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of the annulus.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Q25 – Q33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$A=\{(x,y):x^2\le y\le\min\{x+2,\ 4-3x\}\}$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parabola and a polygonal boundary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upper boundary switches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they meet,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upper boundary switches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$y=4-3x$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they meet,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meet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$x+2=4-3x$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$A=\int_{-1}^{1/2}\left(x+2-x^2\right)dx+\int_{1/2}^{1}\left(4-3x-x^2\right)dx$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$\left[\frac{x^2}{2}+2x-\frac{x^3}{3}\right]_{-1}^{1/2}=\left(\frac18+1-\frac1{24}\right)-\left(\frac12-2+\frac13\right)=\frac{13}{12}+\frac76=\frac94$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$\left[4x-\frac{3x^2}{2}-\frac{x^3}{3}\right]_{1/2}^{1}=\left(4-\frac32-\frac13\right)-\left(2-\frac38-\frac1{24}\right)=\frac{13}{6}-\frac{19}{12}=\frac7{12}$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$A=\frac94+\frac7{12}=\frac{27+7}{12}=\frac{17}{6}$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upper boundary is a roof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its area as a polygon, then subtract the parabola's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upper boundary is a roof with vertices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$\left(\frac12,\frac52\right)$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its area as a polygon, then subtract the parabola's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roof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plus a triangle on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apex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roof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roof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plus a triangle on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apex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roof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$=2+\frac32=\frac72$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$\int_{-1}^1x^2\,dx=\frac23$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$A=\frac72-\frac23=\frac{21-4}{6}=\frac{17}{6}$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lines gives a roof: split at their intersection and read the polygon area from vertices (triangles and trapezia).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polygonal roof and a parabola = (area under roof)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that the parabola stays below the roof between the end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limits are the points where the parabola meets the active branch of the minimum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intersections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inactive branches.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lines gives a roof: split at their intersection and read the polygon area from vertices (triangles and trapezia).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polygonal roof and a parabola = (area under roof)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$-\int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that the parabola stays below the roof between the end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limits are the points where the parabola meets the active branch of the minimum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intersections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inactive branches.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(in unit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$y^2-2x-2y=1$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(in unit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parabola,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Both tangents meet on the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$(y-1)^2=2(x+1)$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Both tangents meet on the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$P(-3,1)$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the axis at the same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$y^2-2x-2y=1\Rightarrow(y-1)^2=2(x+1)$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$(y-1)(3-1)=(x+1)+(1+1)$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the axis at the same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$2(1)-x-5=0$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midpoint.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advantage of the symmetry,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midpoint.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advantage of the symmetry,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PAB=2\times\frac12\times(PD)\times(AD)=2\times\frac12\times(1-(-3))\times(3-1)$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$=4\times2=8$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Parametric formula: the triangle formed by two tangents and their chord of contact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Parametric formula: the triangle formed by two tangents and their chord of contact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$\frac{a^2|t_1-t_2|^3}{2}$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parabola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parabola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$Y=2at=t$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the parabolic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$=\frac{a^2|t_1-t_2|^3}{2}=\frac{(1/4)\cdot64}{2}=8$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the parabolic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$\frac23\cdot4\cdot2=\frac{16}{3}$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$\frac{16/3}{2/3}=8$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at the ends of a chord of a parabola meet on the line through the midpoint of the chord parallel to the axis; the parabolic segment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area of the triangle formed by the two tangents and the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formed by tangents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at the ends of a chord of a parabola meet on the line through the midpoint of the chord parallel to the axis; the parabolic segment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area of the triangle formed by the two tangents and the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formed by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$\frac{a^2|t_1-t_2|^3}{2}$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$|t_1-t_2|=4$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$(y-k)(y_1-k)=2a(x+x_1-2h)$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area of the region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area of the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$\frac{364}{3}$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under curves, Integration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under curves,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result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$x=y^a$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result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$\frac{3^{a+1}-1}{a+1}$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positive, so the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$=\left|\int_1^3y^a\,dy\right|=\left|\frac{1}{a+1}\left(y^{a+1}\right)\Big|_1^3\right|=\frac{364}{3}$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$\frac{3^{a+1}-1}{a+1}=\pm\frac{364}{3}$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positive, so the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$\frac{3^{a+1}-1}{a+1}=-\frac{364}{3}$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sign: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the options: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59048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5904.8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$\frac{3^{a+1}-1}{a+1}=\frac{364}{3}$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$\frac{80}{4}=20$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$\frac{728}{6}=\frac{364}{3}$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$\frac{6560}{8}=820$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$\frac{59048}{10}=5904.8$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number: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number: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$\frac{364}{3}=\frac{728}{6}$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$728=3^6-1$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reads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this is the only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$=\frac{3^{a+1}-1}{a+1}$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$\frac{364}{3}=\frac{2\cdot364}{2\cdot3}=\frac{728}{6}$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$728=729-1=3^6-1$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$\frac{3^{a+1}-1}{a+1}=\frac{3^6-1}{6}$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$h(n)=\frac{3^n-1}{n}$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$h(1)=2,h(2)=4,h(3)=\frac{26}3,\dots$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this is the only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(integrate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factorisations: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answer without trying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equations have at most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$\int_c^d|g(y)|\,dy$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(integrate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factorisations: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$3^6-1=728=8\cdot7\cdot13$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$364\cdot2$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answer without trying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$h(n)=\frac{b^n-1}{n}$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equations have at most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$y=|x^2-1|$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$\frac83(\sqrt2-1)$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curve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has the folded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curve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$x=0,\pm\sqrt2$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has the folded branch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(points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figure) lies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the curve,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$y=|x^2-1|$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(points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$C,B,D,E,A$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figure) lies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the curve,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$=ABCDEA$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$=2\left[\int_0^1\left(1-(1-x^2)\right)dx+\int_1^{\sqrt2}\left(1-(x^2-1)\right)dx\right]$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$\int_0^1x^2\,dx=\frac13$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$\int_1^{\sqrt2}(2-x^2)\,dx=\left[2x-\frac{x^3}{3}\right]_1^{\sqrt2}=\left(2\sqrt2-\frac{2\sqrt2}{3}\right)-\left(2-\frac13\right)=\frac{4\sqrt2}{3}-\frac53$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$=2\left[\frac13+\frac{4\sqrt2}{3}-\frac53\right]=2\cdot\frac{4\sqrt2-4}{3}=\frac83(\sqrt2-1)$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$\frac83(\sqrt2-1)$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region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right half has width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region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$\{|x^2-1|\le y\le1\}$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right half has width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$\sqrt{1+y}-\sqrt{1-y}$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$|x^2-1|\le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$1-y\le x^2\le1+y$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$\sqrt{1-y}\le|x|\le\sqrt{1+y}$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$=2\int_0^1\left(\sqrt{1+y}-\sqrt{1-y}\right)dy=2\left[\frac23(1+y)^{3/2}+\frac23(1-y)^{3/2}\right]_0^1$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$=\frac43\left[(2\sqrt2+0)-(1+1)\right]=\frac43\left(2\sqrt2-2\right)=\frac83(\sqrt2-1)$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$\frac83(\sqrt2-1)$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translates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horizontal strips are easy.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Fold-over rule: the graph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negative part reflected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(even function) to halve the 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$y=|g(x)|\le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translates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$-c\le g\le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$1-c\le x^2\le1+c$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horizontal strips are easy.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Fold-over rule: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negative part reflected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symmetry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(even function) to halve the 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smaller region enclosed by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smaller region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$x^2+y^2+4\sqrt3x-4=0$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$\frac13\left(2-12\sqrt3+8\pi\right)$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$\frac13\left(2-12\sqrt3+6\pi\right)$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$\frac13\left(4-12\sqrt3+8\pi\right)$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$\frac13\left(4-12\sqrt3+6\pi\right)$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53508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circle and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curves are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parabola to the right arc of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curves are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$(0,\pm2)$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parabola to the right arc of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parabola: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on the parabola). Points of intersection: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$x^2+4\sqrt3x+y^2=4\Rightarrow\left(x+2\sqrt3\right)^2+y^2=16$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$(-2\sqrt3,0)$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$x^2+8x+4+4\sqrt3x-4=0\Rightarrow x\left(x+8+4\sqrt3\right)=0$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on the parabola). Points of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region lies between the parabola (left) and the right arc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region lies between the parabola (left) and the right arc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$x=-2\sqrt3+\sqrt{16-y^2}$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$=2\int_0^2\left[\left(\sqrt{16-y^2}-2\sqrt3\right)-\frac{y^2-4}{8}\right]dy$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$\int_0^2\sqrt{16-y^2}\,dy=\left[\frac y2\sqrt{16-y^2}+8\sin^{-1}\frac y4\right]_0^2=\sqrt{12}+8\cdot\frac\pi6=2\sqrt3+\frac{4\pi}{3}$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 the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$\int_0^22\sqrt3\,dy=4\sqrt3$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$\int_0^2\frac{y^2-4}{8}dy=\frac18\left(\frac83-8\right)=-\frac23$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$=2\sqrt3+\frac{4\pi}{3}-4\sqrt3+\frac23=\frac{4\pi}{3}-2\sqrt3+\frac23$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$=\frac{8\pi}{3}-4\sqrt3+\frac43=\frac13\left(8\pi+4-12\sqrt3\right)$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$\frac13\left(4-12\sqrt3+8\pi\right)$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the region is a circular segment plus a parabolic segment on the common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the region is a circular segment plus a parabolic segment on the common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(central 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to the right of the chord: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$(-2\sqrt3,0)$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$\sin\frac\theta2=\frac24$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(central 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to the right of the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$\frac{r^2}{2}(\theta-\sin\theta)=8\left(\frac\pi3-\frac{\sqrt3}{2}\right)=\frac{8\pi}{3}-4\sqrt3$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between the parabola and the chord: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depth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between the parabola and the chord: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$\frac23\cdot4\cdot\frac12=\frac43$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$=\frac{8\pi}3-4\sqrt3+\frac43=\frac13\left(8\pi+4-12\sqrt3\right)$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$\frac13\left(4-12\sqrt3+8\pi\right)$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central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half-chord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Lens between a circle and a parabola on a common chord: add the circular and parabolic segments (they lie on opposite sides of the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intersect a parabola with a circle, substitute the parabola's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circle: it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root is rejected as outside the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$\frac{r^2}{2}(\theta-\sin\theta)$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half-chord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$\sin\frac\theta2=\frac cr$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Lens between a circle and a parabola on a common chord: add the circular and parabolic segments (they lie on opposite sides of the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intersect a parabola with a circle, substitute the parabola's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circle: it gives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root is rejected as outside the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parabolas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$\frac{\sqrt y}{2}\le|x|\le3\sqrt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$y\in[0,4]$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truncates the region at the top.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consists of two symmetric pieces (left and right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-axis), each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$|x|\ge\frac{\sqrt 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$|x|\le3\sqrt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truncates the region at the top.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consists of two symmetric pieces (left and right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-axis), each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 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$\Delta=2\int_0^4\left(3\sqrt y-\frac{\sqrt y}{2}\right)dy=2\int_0^4\frac52\sqrt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$=5\cdot\frac23y^{3/2}\Big|_0^4=\frac{10}{3}\cdot8=\frac{80}{3}$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$\frac{80}{3}$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Vertical strips: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(lower)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(upper), with a switch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Vertical strips: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$y=\frac{x^2}9$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(lower)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$y=\min(4x^2,4)$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(upper), with a switch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upper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afterwards; the lower boundary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half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doubling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upper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afterwards; the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$\int_0^1\left(4x^2-\frac{x^2}9\right)dx=\frac{35}{9}\cdot\frac13=\frac{35}{27}$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$\int_1^6\left(4-\frac{x^2}{9}\right)dx=20-\frac{216-1}{27}=\frac{325}{27}$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half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$=\frac{360}{27}=\frac{40}{3}$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doubling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$\frac{80}{3}$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Inequalities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 the region below the steeper parabola and above the flatter one: sketch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slicing avoids the switch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both curves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between them up to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side.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doubles one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Inequalities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 the region below the steeper parabola and above the flatter one: sketch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slicing avoids the switch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both curves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 k\sqrt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between them up to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$\frac23(k_2-k_1)h^{3/2}$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side.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$\frac23\cdot\frac52\cdot8=\frac{40}{3}$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doubles one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as shown in the figure (through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Let the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(under the curve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twice the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 the left of the curve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the normal to the curve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pass through the point: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as shown in the figure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Let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(under the curve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twice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 the left of the curve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the normal to the curve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$2x-12y=15$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pass through the point: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$(6,21)$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$(12,-15)$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 and differential equations, Normal to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required normal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$A_1=2A_2$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$y=2x\frac{dy}{dx}$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required normal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$y+6x=57$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(rectangle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rectangle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$A_1+A_2=xy-8$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$[0,x]\times[0,y]$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$[0,4]\times[0,2]$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$\frac32A_1=xy-8$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$A_1=\frac23xy-\frac{16}{3}$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$A_1=\int_4^xf(x)\,dx$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$y=\frac23\left(x\frac{dy}{dx}+y\right)$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$3y=2x\frac{dy}{dx}+2y\Rightarrow y=2x\frac{dy}{dx}\Rightarrow2\int\frac{dy}{y}=\int\frac{dx}{x}$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 y=\ln x+\ln c\Rightarrow y^2=cx$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$2x-12y=15$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$\frac{dy}{dx}=\frac{1}{2y}=\frac16$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normal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fails;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normal does not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$y-3=-6(x-9)$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$y+6x=57$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normal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$y=mx-2am-am^3$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$y=-6x+3+54$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$y+6x=57$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$(6,21)$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fails;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$(12,-15)$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normal does not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$(10,-4)$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two areas separately: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two areas separately: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$\frac{dA_1}{dx}=y$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$A_2=\int_2^yx\,dt$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$\frac{dA_2}{dx}=x\frac{dy}{dx}$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to the left of the curve between heights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chain rule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$A_1=\int_4^xy\,ds$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$\frac{dA_1}{dx}=y$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to the left of the curve between heights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$A_2=\int_2^yx(t)\,dt$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chain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$\frac{dA_2}{dx}=x\frac{dy}{dx}$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$\frac{dy}{y}=\frac{dx}{2x}$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Of the four points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$A_1=\frac23\left(x^{3/2}-8\right)$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$A_2=\int_2^{\sqrt x}t^2dt=\frac{x^{3/2}-8}{3}$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$y+6x=57$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Of the four points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$(10,-4)$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setup,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conditions for curves are solved by differentiating with respect to the upper limit (Leibniz rule), giving a differential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touches the parabola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to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normal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$A_1=kA_2$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setup,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$y=kxy'$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$y=c\,x^{1/k}$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conditions for curves are solved by differentiating with respect to the upper limit (Leibniz rule), giving a differential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$y=mx-2am-am^3$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touches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$(am^2,-2am)$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to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normal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$y=\log_e(x+e^2)$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$x=\log_e\left(\frac2y\right)$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$2+e-\log_e2$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$1+\log_e2$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logarithmic and exponential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both curves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$x=\ln\frac2y$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both curves pass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$x=e-e^2$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$x=\ln2$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curves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on the left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$x=\log_e\frac2y$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curves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$y=\ln(x+e^2)$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$x=e-e^2$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on the left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$y=\ln(x+e^2)$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$=\int_{e-e^2}^{0}\left(\ln(x+e^2)-1\right)dx+\int_0^{\ln2}\left(2e^{-x}-1\right)dx$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$\int_e^{e^2}\ln u\,du-(e^2-e)=\left[u\ln u-u\right]_e^{e^2}-e^2+e=e^2-e^2+e=e$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$\left[-2e^{-x}-x\right]_0^{\ln2}=\left(-1-\ln2\right)-(-2)=1-\ln2$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$=e+1-\ln2=1+e-\log_e2$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$1+e-\log_e2$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express both curves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express both curves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boundary);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boundary).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$y=\ln(x+e^2)\Rightarrow x=e^y-e^2$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boundary);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$y=2e^{-x}\Rightarrow x=\ln2-\ln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boundary).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$=\int_1^2\left[(\ln2-\ln y)-(e^y-e^2)\right]dy=\ln2-\left[y\ln y-y\right]_1^2-\left(e^2-e\right)+e^2$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$\left[y\ln y-y\right]_1^2=(2\ln2-2)-(-1)=2\ln2-1$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$=\ln2-2\ln2+1-e^2+e+e^2=1+e-\ln2$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$1+e-\log_e2$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curve; the inverse form turns the integral of a log into that of an exponential.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 standard decaying exponential.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$y=\ln(x+c)$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$x=e^y-c$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curve; the inverse form turns the integral of a log into that of an exponential.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 u\,du=u\ln u-u$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$\int_e^{e^2}\ln u\,du=e^2$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$x=\ln\frac{k}{y}\iff y=ke^{-x}$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 standard decaying exponential.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$\left\{(x,y):|x-1|\le y\le\sqrt{5-x^2}\right\}$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$\frac52\sin^{-1}\left(\frac35\right)-\frac12$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$\frac{5\pi}{4}-\frac32$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$\frac{3\pi}{4}+\frac32$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$\frac{5\pi}{4}-\frac12$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16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curves: circle and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-shaped graph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the circular segment above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-shaped graph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$y=|x-1|$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circle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$B(2,1)$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$C(-1,2)$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the circular segment above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below the upper semicircle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meeting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the circular segment on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below the upper semicircle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$y=\sqrt{5-x^2}$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$|x-1|=\sqrt{5-x^2}\Rightarrow(x-1)^2=5-x^2\Rightarrow x^2-x-2=0\Rightarrow x=2,-1$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meeting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the circular segment on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segment is a quarter-disc minus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$\frac12\left|\begin{matrix}1&amp;0&amp;1\\2&amp;1&amp;1\\-1&amp;2&amp;1\end{matrix}\right|=\frac12|{-1}+5|=2$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$OB\cdot OC=2(-1)+1\cdot2=0$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BOC=\frac\pi2$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segment is a quarter-disc minus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$\frac\pi4(\sqrt5)^2-\frac12(\sqrt5)^2=\frac{5\pi}{4}-\frac52$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$=2+\frac{5\pi}{4}-\frac52=\frac{5\pi}{4}-\frac12$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$\frac{5\pi}{4}-\frac12$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difference directly and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difference directly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$\sin^{-1}\frac2{\sqrt5}+\sin^{-1}\frac1{\sqrt5}=\frac\pi2$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$=\int_{-1}^{2}\sqrt{5-x^2}\,dx-\int_{-1}^{2}|x-1|\,dx$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$\int_{-1}^2|x-1|\,dx=\frac12\cdot2\cdot2+\frac12\cdot1\cdot1=\frac52$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$\int_{-1}^{2}\sqrt{5-x^2}\,dx=\frac12\left[x\sqrt{5-x^2}+5\sin^{-1}\frac{x}{\sqrt5}\right]_{-1}^{2}=\frac12\left[(2+5\sin^{-1}\tfrac2{\sqrt5})-(-2-5\sin^{-1}\tfrac1{\sqrt5})\right]$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angles are complementary).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$=\frac12\left[4+5\left(\sin^{-1}\tfrac2{\sqrt5}+\sin^{-1}\tfrac1{\sqrt5}\right)\right]=\frac12\left[4+\frac{5\pi}{2}\right]=2+\frac{5\pi}{4}$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angles are complementary).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$=2+\frac{5\pi}{4}-\frac52=\frac{5\pi}{4}-\frac12$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$\frac{5\pi}{4}-\frac12$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between a polygon and a circle: decompose into a triangle (determinant formula) and a circular segment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sector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radii satisfy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segment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between a polygon and a circle: decompose into a triangle (determinant formula) and a circular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$\frac{r^2}{2}(\theta-\sin\theta)$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radii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$\vec{OB}\cdot\vec{OC}=0$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segment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$\frac{r^2}{2}\left(\frac\pi2-1\right)$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$\sin^{-1}u+\sin^{-1}v=\frac\pi2$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$\frac{4}{5}+\frac15=1$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33 questions, 132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Area Under Curve Sheet (J-M)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