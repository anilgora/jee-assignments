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PDF. (1) The general term is printed with $(-1)^{r_1}$; the factor is $(-1)^{r_3}$ because the minus sign belongs to $(1-x^3)$. (2) The last row of Case I is printed as $(r_1,r_2,r_3)=(4,3,8)$, which gives exponent $34$, not $36$; it should be $(6,3,8)$ (term $\,{}^6C_6\,{}^7C_3\,{}^8C_8=35$, the value the PDF actually uses). Final value $-678$ and the answer $678$ are correct (checked by full polynomial expansion). The PDF's grouped sum was also written as one long line; it is split here by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(Set 08)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1–3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</m:acc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acc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$\alpha=8-14i$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$A=\left\{z\in\mathbb{C}:\frac{\alpha z-\bar\alpha\bar z}{z^{2}-(\bar z)^{2}-112i}=1\right\}$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$B=\{z\in\mathbb{C}:|z+3i|=4\}$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$\sum_{z\in A\cap B}(\mathrm{Re}\,z-\mathrm{Im}\,z)$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and loci of complex numbers: lines and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into two lines meeting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$2i\,\mathrm{Im}(\alpha 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$i(4xy-112)$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into two lines meeting the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ba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$\alpha=8-14i$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z=(8x+14y)+i(-14x+8y)$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z-\bar\alpha\bar z=\alpha z-\overline{\alpha z}=2i\,\mathrm{Im}(\alpha z)=2i(-14x+8y)$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$z^2-(\bar z)^2=(z-\bar z)(z+\bar z)=(2iy)(2x)=4ixy$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$i(4xy-112)$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$\frac{2i(-14x+8y)}{i(4xy-112)}=1\Rightarrow -28x+16y=4xy-112$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$xy+7x-4y-28=0$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have non-zero denominator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$(x-4)(y+7)=0$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$x^2+(y+3)^2=16$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$16+(y+3)^2=16\Rightarrow 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$x^2+16=16\Rightarrow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points have non-zero denominator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$4xy-112=-160$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B=\{4-3i,\ 0-7i\}$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$\sum(\mathrm{Re}\,z-\mathrm{Im}\,z)=4-(-3)+0-(-7)=14$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tangents and the contact points are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centre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they are tangents and the contact points are 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$+\,4\,\hat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circle, at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$(x-4)(y+7)=0$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$|4-0|=4$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touches the circle, at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touches,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line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one point: no other intersections to look for,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$|-3-(-7)|=4$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radius,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touches,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each line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exactly one point: no other intersections to look for,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B=\{4-3i,\,-7i\}$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$\mathrm{Re}\,z-\mathrm{Im}\,z$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$4-(-3)=7$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$0-(-7)=7$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acc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such conditions to real equations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equation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tangent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distance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is the foot of the perpendicular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intersections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denominator of the defining fraction is non-zero at the final points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z-\bar\alpha\bar z=2i\,\mathrm{Im}(\alpha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$z^2-\bar z^2=4ixy$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z=x^2+y^2$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Reduce such conditions to real equations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locus equation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$(x+b)(y+a)=0$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$-28=7\cdot(-4)$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two lines.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is tangent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$|z-z_0|=r$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contact point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Count intersections before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the denominator of the defining fraction is non-zero at the final points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boy needs to select five courses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available courses, out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language courses. If he can choose at most two language courses, then the number of ways he can choose five courses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boy needs to select five courses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available courses, out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language courses. If he can choose at most two language courses, then the number of ways he can choose five courses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Combinations: selection with restrictions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'At most two'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language courses; the other courses come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non-language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'At most two'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language courses; the other courses come from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non-language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Language courses: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non-language courses: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language course: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case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non-language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$12-5=7$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${}^5C_2\times{}^7C_3=10\times35=350$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${}^5C_1\times{}^7C_4=5\times35=175$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language course: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${}^7C_5=21$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${}^5C_0\times{}^7C_5$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$={}^5C_2\times{}^7C_3+{}^5C_1\times{}^7C_4+{}^7C_5=350+175+21=546$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subtract the selections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language courses from all selections.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Complement: subtract the selections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language courses from all selections.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selections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courses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Excluded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selections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courses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${}^{12}C_5=792$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${}^5C_3\times{}^7C_2=10\times21=210$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${}^5C_4\times{}^7C_1=5\times7=35$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language courses: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${}^5C_5=1$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Excluded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$=210+35+1=246$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$=792-246=546$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546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check that the cases are complete.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few excluded cases: use the complement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large; here the complement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cases, the direct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both are equally short - use one as a check on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from the restricted group first, then fill the rest from the other group; the groups are disjoint so the products add.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$\sum_k{}^mC_k\,{}^nC_{r-k}={}^{m+n}C_r$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$350+175+21+210+35+1=792={}^{12}C_5$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quick check that the cases are complete.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with few excluded cases: use the complement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large; here the complement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cases, the direct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so both are equally short - use one as a check on the other.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from the restricted group first, then fill the rest from the other group; the groups are disjoint so the products add.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$\left(1+\frac1x\right)^{6}\left(1+x^{2}\right)^{7}\left(1-x^{3}\right)^{8}$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theorem: coefficient in a product of expansions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task becomes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polynomial, found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$\left(1+\frac1x\right)^6=\frac{(1+x)^6}{x^6}$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task becomes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a polynomial, found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$r_1+2r_2+3r_3=36$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possible exponent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$\left(1+\frac1x\right)^6=\frac{(x+1)^6}{x^6}$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$\frac{(1+x)^6(1+x^2)^7(1-x^3)^8}{x^6}$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$(1+x)^6(1+x^2)^7(1-x^3)^8$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${}^6C_{r_1}\,{}^7C_{r_2}\,{}^8C_{r_3}(-1)^{r_3}\,x^{r_1+2r_2+3r_3}$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r_1\le6$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r_2\le7$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r_3\le8$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$r_1+2r_2+3r_3=36$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maximum possible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$6+14+24=44$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forced.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 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III 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$r_1+2r_2=12$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$(r_1,r_2)=(0,6),(2,5),(4,4),(6,3)$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$r_1+2r_2=15$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$(1,7),(3,6),(5,5)$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$-(6\times8)$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$-(20\times7\times8)$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$-(6\times21\times8)$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$r_1+2r_2=18$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$(4,7),(6,6)$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$(-1)^6=+$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$7+315+525+35=882$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$-48-1120-1008=-2176$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III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$420+196=616$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$=882-2176+616=-678=\alpha$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$|\alpha|=678$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678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palindromic, so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polynomial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$P(x)=(1+x)^6(1+x^2)^7(1-x^3)^8$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degree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palindromic, so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$P(x)=(1+x)^6(1+x^2)^7(1-x^3)^8$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$6+14+24=44$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Reverse: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$x^{44}P(1/x)=(x+1)^6(x^2+1)^7(x^3-1)^8=(1+x)^6(1+x^2)^7(1-x^3)^8$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$x^{44-36}=x^{8}$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$r_1+2r_2+3r_3=8$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with much smaller binomials).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$(r_1,r_2)=(6,1),(4,2),(2,3),(0,4)$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$7,\ 315,\ 525,\ 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$(5,0),(3,1),(1,2)$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$-48,\ -1120,\ -1008$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${}^8C_2=28$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$(2,0),(0,1)$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$15\times28=420$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$7\times28=196$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$=882-2176+616=-678$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$|\alpha|=678$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answer, with much smaller binomials).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678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sign-factor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(or all 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 of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deg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replace a large exponent by a small one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power is cleared by multiplying through: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enumerate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fixing the largest-step factor first; keep a table to avoid missed or invalid rows (check each row's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a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factor that carries the minus sign - not of the first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$P(x)=\prod(1\pm x^{a})^{n}$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every sign-factor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$(1-x^a)^{n}$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(or all 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palindromic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$x^{\deg-k}$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it to replace a large exponent by a small one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$36\to8$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negative power is cleared by multiplying through: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$\left(1+\frac1x\right)^n=\frac{(1+x)^n}{x^n}$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$x^{m+n}$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$\prod_j(\ldots)^{n_j}$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enumerate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$(r_1,r_2,r_3)$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a_jr_j=k$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fixing the largest-step factor first; keep a table to avoid missed or invalid rows (check each row's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a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index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factor that carries the minus sign - not of the first factor.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3 questions, 12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(Set 08) Questions 1–3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