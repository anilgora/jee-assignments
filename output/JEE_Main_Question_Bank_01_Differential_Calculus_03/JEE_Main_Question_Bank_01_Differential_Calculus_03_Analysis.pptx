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straight to f(x) = 1 - x^2 with no proof that this is the only polynomial of degree 2 satisfying the condition (and why the sign is minus). The final answer 6 is right. Added the derivation: (f-1)(f(1/x)-1)=1, coefficient comparison gives f = 1 +/- x^2, and the codomain (-inf,1) picks 1 - x^2.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condition (1) reads -3 &lt;= g(x) &lt; 0, but the first branch of f is defined for -1 &lt;= argument &lt; 0, so (1) should read -1 &lt;= g(x) &lt; 0. The conclusion (no x satisfies (1), because g &gt;= 0) and the answer [0,1]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Functions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one-one functions from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15120   (B) 19320   (C) 18290   (D) 17160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$A=\{(x,y)\in\mathbb{R}\times\mathbb{R}: x^2+y^2=25\}$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$B=\{(x,y)\in\mathbb{R}\times\mathbb{R}: x^2+9y^2=144\}$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$C=\{(x,y)\in\mathbb{Z}\times\mathbb{Z}: x^2+y^2\le4\}$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one-one functions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15120   (B) 19320   (C) 18290   (D) 17160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circle and an ellipse, Number of one-one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(circle meets ellipse in 4 points)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(13 lattice points),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(circle meets ellipse in 4 points)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(13 lattice points),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$^{n(C)}P_{n(D)}$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the integer points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(radius 5) and the ellipse (semi-axes 12 and 4) cross at four points, one in each quadrant, as the PDF's figure shows: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the integer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$(2,0),(0,2),(-2,0),(0,-2)$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$(1,0),(0,1),(-1,0),(0,-1)$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$(1,1),(1,-1),(-1,1),(-1,-1)$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(radius 5) and the ellipse (semi-axes 12 and 4) cross at four points, one in each quadrant, as the PDF's figure shows: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$n(D)=n(A\cap 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this count: subtracting the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the four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this count: subtracting the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$8y^2=119$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$y^2=\frac{119}{8}$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$x^2=25-\frac{119}{8}=\frac{81}{8}$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the four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$(\pm\frac{9}{2\sqrt2},\pm\sqrt{\frac{119}{8}})$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 ^{13}C_4\times4!$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$=\frac{13!}{9!\,4!}\times4!=\frac{13!}{9!}$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$=13\times12\times11\times10=17160$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17160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lattice points row by row, and find the intersection algebraically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using the picture.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lattice points row by row, and find the intersection algebraically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$u=x^2,\ v=y^2$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using the picture.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curves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linear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positive, so each gives two values of the square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every sign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$u=x^2,\ v=y^2$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curves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$u+9v=144$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linear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$8v=119$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$v=\frac{119}{8}$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$u=\frac{81}{8}$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positive, so each gives two values of the square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every sign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$n(D)=2\times2=4$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by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points);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 each);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point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from a 4-element set to a 13-element set: choose images one by 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by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$x\in\{-2,\dots,2\}$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points);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 each);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point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$n(C)=5+3+3+1+1=13$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from a 4-element set to a 13-element set: choose images one by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$13\times12\times11\times10=17160$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17160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system. If both values are positive there are exactly 4 intersection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lattice points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row by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$x^2+k y^2=b$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$(x^2,y^2)$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system. If both values are positive there are exactly 4 intersection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lattice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$r^2=2\to9$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$r^2=4\to13$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row by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$^nP_m=\frac{n!}{(n-m)!}$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$^{13}P_4=17160$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many-one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139   (B) 151   (C) 163   (D) 127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$B=\{1,4,9,16\}$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many-one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139   (B) 151   (C) 163   (D) 127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many-one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functions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remove the one-one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Functions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 functions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functions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$B-\{1\}$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remove the one-one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their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functions)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(functions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(both sets have 4 elements), so its range is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always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their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functions)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(functions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$=4^4-3^4$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(both sets have 4 elements), so its range is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always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$1\notin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$=4^4-4!-3^4$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$=256-24-81=151$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Classify the many-one functions by the size of their range (surjections onto 1, 2 or 3 chosen values) instead of subtracting.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many-one function from a 4-set has range of size 1, 2 or 3 (size 4 would make it one-one). The range must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1: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2: pick the other value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onto functions from 4 elements to 2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many-one function from a 4-set has range of size 1, 2 or 3 (size 4 would make it one-one). The range must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1: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2: pick the other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onto functions from 4 elements to 2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$2^4-2=14$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$3\times14=42$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3: pick the other two values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onto functions from 4 elements to 3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size 3: pick the other two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onto functions from 4 elements to 3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$3^4-3\cdot2^4+3=36$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$3\times36=108$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$=1+42+108=151$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whose range contains a given element: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one-one function is a bijection and hits 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whose range contains a given element: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$n^m-(n-1)^m$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$4^4-3^4=175$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$\sum_{j=0}^{k}(-1)^j\binom kj(k-j)^m$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$k=2\to14$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$k=3\to36$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$k=4\to24$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one-one function is a bijection and hits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   (B) 11   (C) 9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$f(x)=6+16\cos x\cdot\cos\left(\frac{\pi}{3}-x\right)\cdot\cos\left(\frac{\pi}{3}+x\right)\cdot\sin3x\cdot\cos6x$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   (B) 11   (C) 9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of cosines in triple-angle form and range of a trigonometric function,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the product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x\cos(\frac\pi3-x)\cos(\frac\pi3+x)=\frac14\cos3x$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the product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$6+\sin12x$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$f(x)=6+16\cos x\cos\left(\frac\pi3-x\right)\cos\left(\frac\pi3+x\right)\sin3x\cos6x$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$\cos\left(\frac\pi3-x\right)\cos\left(\frac\pi3+x\right)=\cos^2\frac\pi3-\sin^2x$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$f(x)=6+16\cos x\left[\cos^2\frac\pi3-\sin^2x\right]\sin3x\cos6x$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$=6+16\cos x\left[\frac14-\sin^2x\right]\sin3x\cos6x=6+4\cos x\,(1-4\sin^2x)\sin3x\cos6x$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$1-4\sin^2x=1-4(1-\cos^2x)=4\cos^2x-3$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$f(x)=6+4\cos x\,(4\cos^2x-3)\sin3x\cos6x$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$=6+4\,[4\cos^3x-3\cos x]\sin3x\cos6x=6+4\cos3x\sin3x\cos6x$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$=6+2\sin6x\cos6x=6+\sin12x$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$-1\le\sin12x\le1\Rightarrow5\le6+\sin12x\le7$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$d=\frac{|3(5)+4(7)+12|}{\sqrt{3^2+4^2}}=\frac{|15+28+12|}{5}=\frac{55}{5}=11$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product-to-sum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again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avoids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product-to-sum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$\cos(\frac\pi3-x)\cos(\frac\pi3+x)$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again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x\cos 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avoids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$4\cos^3x-3\cos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bracket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$\cos\left(\frac\pi3-x\right)\cos\left(\frac\pi3+x\right)=\frac12\left[\cos\frac{2\pi}{3}+\cos2x\right]=\frac12\left[\cos2x-\frac12\right]$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$16\cos x\cdot\frac12\left[\cos2x-\frac12\right]=8\cos x\cos2x-4\cos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$8\cos x\cos2x=4(\cos3x+\cos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bracket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$4\cos3x+4\cos x-4\cos x=4\cos3x$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$f(x)=6+4\cos3x\sin3x\cos6x=6+2\sin6x\cos6x=6+\sin12x$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$[5,7]$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$\frac{|15+28+12|}{5}=11$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Triple-angle product identities: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cosine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use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chains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Triple-angle product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x\cos(60^\circ-x)\cos(60^\circ+x)=\frac14\cos3x$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x\sin(60^\circ-x)\sin(60^\circ+x)=\frac14\sin3x$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x\tan(60^\circ-x)\tan(60^\circ+x)=\tan3x$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cosine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$1\cdot\frac12\cdot\frac12=\frac14=\frac14\cos0$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use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$2\sin\theta\cos\theta=\sin2\theta$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chains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$\sin3x\cos3x\cos6x\to\frac14\sin12x$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$a+b\sin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$[a-|b|,\,a+|b|]$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108   (B) 102   (C) 118   (D) 92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$f(x)=\frac{2^{x+2}+16}{2^{2x+1}+2^{x+4}+32}$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$8\left(f\left(\frac1{15}\right)+f\left(\frac2{15}\right)+\dots+f\left(\frac{59}{15}\right)\right)$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108   (B) 102   (C) 118   (D) 92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Symmetry of a function and sum of function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$f(x)=\frac{2}{2^x+4}$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$f(x)+f(4-x)=\frac12$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$f(x)=\frac{4\cdot2^x+16}{2\cdot2^{2x}+16\cdot2^x+32}$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$f(x)=\frac{4(2^x+4)}{2\,(2^{2x}+8\cdot2^x+16)}=\frac{2(2^x+4)}{(2^x+4)^2}$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$f(x)=\frac{2}{2^x+4}$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$f(4-x)=\frac{2}{2^{4-x}+4}=\frac{2\cdot2^x}{16+4\cdot2^x}=\frac{2^x}{2(2^x+4)}$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is unpaired: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$f(x)+f(4-x)=\frac{2}{2^x+4}+\frac{2^x}{2(2^x+4)}=\frac{4+2^x}{2(2^x+4)}=\frac12$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$f\left(\frac1{15}\right)+f\left(\frac{59}{15}\right)=\frac12$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$f\left(\frac{29}{15}\right)+f\left(\frac{31}{15}\right)=\frac12$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is unpaired: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$f\left(\frac{30}{15}\right)=f(2)=\frac{2}{2^2+4}=\frac28=\frac14$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$8\left(29\times\frac12+\frac14\right)=8\times\frac{59}{4}=118$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reversing the order of summation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$f(x)=\frac{1}{2(2^{x-2}+1)}$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reversing the order of summation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Writing the sum backwards,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$f(x)=\frac{2}{2^x+4}=\frac{1}{2\,(2^{x-2}+1)}$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$t=2^{x-2}$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$f(x)+f(4-x)=\frac{1}{2(t+1)}+\frac{1}{2(\frac1t+1)}=\frac{1}{2(t+1)}+\frac{t}{2(t+1)}=\frac12$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$S=\sum_{k=1}^{59}f\left(\frac k{15}\right)$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Writing the sum backwards,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$S=\sum_{k=1}^{59}f\left(\frac{60-k}{15}\right)=\sum_{k=1}^{59}f\left(4-\frac k{15}\right)$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handled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$2S=\sum_{k=1}^{59}\left[f\left(\frac k{15}\right)+f\left(4-\frac k{15}\right)\right]=59\times\frac12$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$S=\frac{59}{4}$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handled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$8S=118$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sum and add).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centre of symmetry.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look for a perfect square in the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$f(x)+f(c-x)$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$\sum_{k=1}^{n-1}f\left(\frac{kc}{n}\right)=\frac{(n-1)\lambda}{2}$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sum and add).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$c=4,\ n=60,\ 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$\frac{1}{1+a^{x-s}}$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$f(x)+f(2s-x)=1$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centre of symmetry.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look for a perfect square in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$2^{2x+1}+2^{x+4}+32=2(2^x+4)^2$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solution(s)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0   (C) 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solution(s)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$x^2+3x+2=\min\{|x-3|,|x+2|\}$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0   (C) 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involving modulus and minimum function,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on each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$\min\{|x-3|,|x+2|\}$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$|x+2|$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$|x-3|$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on each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only draws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V-shaped graph of the minimum and states 2 solutions, so the working is written out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lie in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only draws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V-shaped graph of the minimum and states 2 solutions, so the working is written out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$|x+2|=|x-3|$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$x+2=-(x-3)$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$x^2+3x+2=x+2\Rightarrow x^2+2x=0\Rightarrow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lie in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counted).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Neither lies in the interval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$x^2+3x+2=-(x+2)\Rightarrow(x+2)^2=0\Rightarrow 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counted).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$x^2+3x+2=3-x\Rightarrow x^2+4x-1=0\Rightarrow x=-2\pm\sqrt5$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Neither lies in the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$-2+\sqrt5\approx0.24&lt;\frac12$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$x^2+3x+2=x-3\Rightarrow x^2+2x+5=0$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$2=\min\{3,2\}$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$0=\min\{5,0\}$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instead of solve: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parabola is already above the minimum,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instead of solve: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parabola is already above the minimum,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increasing (its vertex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is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increasing (its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$x^2+3x+2\ge\frac14+\frac32+2=\frac{15}{4}$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$|x-3|=3-x\le\frac52&lt;\frac{15}4$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$x-3&lt;x^2+3x+2$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is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$x^2+3x+2=(x+1)(x+2)$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holds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Otherwise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$(x+1)(x+2)=|x+2|$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holds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Otherwise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$(x+1)\,\mathrm{sgn}(x+2)=1$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$-(x+1)=1$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$x=-2,\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to the nearer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changes from one modulus to the other at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line at the switching points, solve on each piece and reject roots outside their piece; or bound one side against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that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its value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which gives quick no-solution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$\min\{|x-a|,|x-b|\}$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to the nearer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changes from one modulus to the other at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line at the switching points, solve on each piece and reject roots outside their piece; or bound one side against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that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its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which gives quick no-solution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Onto but not one-one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$f:(-\infty,\infty)\to(-\infty,1)$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$f(x)=\frac{2^x-2^{-x}}{2^x+2^{-x}}$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Onto but not one-one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increasing with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smaller than the codomain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$f(x)=1-\frac{2}{2^{2x}+1}$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increasing with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smaller than the codomain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$f(x)=\frac{2^{2x}-1}{2^{2x}+1}=1-\frac{2}{2^{2x}+1}$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$2^{2x}+1&gt;1$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$0&lt;\frac{2}{2^{2x}+1}&lt;2$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$f'(x)=\frac{2}{(2^{2x}+1)^2}\cdot2^{2x}\cdot2\ln2&gt;0$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proper subset of the codomain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proper subset of the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One-one but not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shows both properties without any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unique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$-1&lt;y&lt;1$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shows both properties without any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$y=\frac{2^x-2^{-x}}{2^x+2^{-x}}$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$t=2^{2x}&gt;0$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$y=\frac{t-1}{t+1}$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$t=\frac{1+y}{1-y}$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$x=\frac12\log_2\frac{1+y}{1-y}$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attained,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$(-1,1)\ne(-\infty,1)$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attained,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One-one but not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odd, strictly increasing,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test: find the range and compare it with the stated codomain; one-one test: monotonic, or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ratios of this form as '1 minus a decaying term' to read the range at a glance.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$f(x)=\frac{a^x-a^{-x}}{a^x+a^{-x}}$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$\tanh(x\ln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odd, strictly increasing,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$\frac{2-0.5}{2+0.5}=0.6$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test: find the range and compare it with the stated codomain; one-one test: monotonic, or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$\frac{t-1}{t+1}=1-\frac{2}{t+1}$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ratios of this form as '1 minus a decaying term' to read the range at a glance.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82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$f(x)=\frac{2^x}{2^x+\sqrt2}$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$\sum_{k=1}^{81}f\left(\frac{k}{82}\right)$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82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Symmetry of a function and sum of function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$82-k$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$f(x)=\frac{2^x}{2^x+\sqrt2}$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$f(x)+f(1-x)=\frac{2^x}{2^x+\sqrt2}+\frac{2^{1-x}}{2^{1-x}+\sqrt2}$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$=\frac{2^x}{2^x+\sqrt2}+\frac{2}{2+\sqrt2\cdot2^x}=\frac{2^x}{2^x+\sqrt2}+\frac{\sqrt2}{\sqrt2+2^x}=\frac{2^x+\sqrt2}{2^x+\sqrt2}=1$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$\sum_{k=1}^{81}f\left(\frac k{82}\right)=f\left(\frac1{82}\right)+f\left(\frac2{82}\right)+\dots+f\left(\frac{81}{82}\right)$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$\left[f\left(\frac1{82}\right)+f\left(1-\frac1{82}\right)\right]+\left[f\left(\frac2{82}\right)+f\left(1-\frac2{82}\right)\right]+\dots$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$+\,f\left(\frac{41}{82}\right)$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$40\times1=40$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$f\left(\frac12\right)=\frac{\sqrt2}{\sqrt2+\sqrt2}=\frac12$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$=40+\frac12=\frac{81}{2}$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odd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deviations cancel in the symmetric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$f(x)=\frac12+\frac12\tanh$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odd part: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deviations cancel in the symmetric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$f(x)-\frac12=\frac{2^x-\sqrt2}{2(2^x+\sqrt2)}$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$2^x=\sqrt2\cdot2^t$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$f-\frac12=\frac{2^t-1}{2(2^t+1)}=:h(t)$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$h(-t)=\frac{2^{-t}-1}{2(2^{-t}+1)}=\frac{1-2^t}{2(1+2^t)}=-h(t)$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k{82}$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$\frac{41}{82}=\frac12$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k{82}=\frac12+t_k$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$t_{82-k}=-t_k$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h(t_k)=0$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$\sum_{k=1}^{81}f\left(\frac k{82}\right)=81\times\frac12+0=\frac{81}{2}$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of symmetry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points symmetric about the centre: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Odd-about-a-point functions: deviations from the centre value cancel in any symmetric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$f(x)=\frac{a^x}{a^x+a^c}$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$f(x)+f(2c-x)=1$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of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$a^c=\sqrt2$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$f(0)=\frac13,\ f(2)=\frac23$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points symmetric about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$\sum_{k=1}^{n-1}f\left(\frac kn\right)=\frac{n-1}{2}$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Odd-about-a-point functions: deviations from the centre value cancel in any symmetric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7   (C) 1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$f:\mathbb{R}-\{0\}\to(-\infty,1)$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$f(x)f\left(\frac1x\right)=f(x)+f\left(\frac1x\right)$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7   (C) 1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functional equation and range, Sum of squares of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$f(x)f(\frac1x)=f(x)+f(\frac1x)\iff(f(x)-1)(f(\frac1x)-1)=1$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$f(x)=1\pm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simply states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derivation, so the derivation is supplied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the condition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simply states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derivation, so the derivation is supplied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$\left(f(x)-1\right)\left(f\left(\frac1x\right)-1\right)=1$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$g=f-1=ax^2+bx+c$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$g(x)g\left(\frac1x\right)=(ax^2+bx+c)\left(\frac a{x^2}+\frac bx+c\right)=1$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$b(a+c)=0$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rejected: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$g=\pm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$f(x)=1\pm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rejected: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$f(K)=1-K^2=-2K\Rightarrow K^2-2K-1=0$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$\alpha^2+\beta^2=(\alpha+\beta)^2-2\alpha\beta=(2)^2-2(-1)=4+2=6$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reciprocal polynomial; unique factorisation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$g(x)g(\frac1x)=1$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$g(x)\cdot h(x)=x^2$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reciprocal polynomial; unique factorisation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$g=\pm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bracket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unique factorisation both factors are constants times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$g(x)g\left(\frac1x\right)=1$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$g(x)\cdot\left[x^2g\left(\frac1x\right)\right]=x^2$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$h(x)=a+bx+cx^2$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$g\cdot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unique factorisation both factors are constants times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g=2$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$g=\lambda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squares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$f=1\pm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$1-K^2=-2K\Rightarrow K^2-2K-1=0$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$K^2=3\pm2\sqrt2$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squares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$f(1+\sqrt2)=1-(3+2\sqrt2)=-2-2\sqrt2=-2K$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identically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shifted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trick for this equation.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it without finding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$f(x)f\left(\frac1x\right)=f(x)+f\left(\frac1x\right)$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identically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$f(x)=1\pm 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$n=\deg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$(f-1)\left(f(\frac1x)-1\right)=1$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trick for this equation.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$(1+x^2)(1+\frac1{x^2})=2+x^2+\frac1{x^2}=f(x)+f(\frac1x)$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it without finding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both the functions are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31   (C) 36   (D) 29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$f(x)=2x^3-15x^2+36x+7$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$g:[0,\infty)\to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$g(x)=\frac{x^{2025}}{x^{2025}+1}$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both the functions are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$S=\{x\in\mathbb{Z}: x\in A\text{ or }x\in 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31   (C) 36   (D) 29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cubic and onto functions, Counting integers in a range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Onto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ranges: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turning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Onto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ranges: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$A=[7,35]$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turning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integers lying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both functions are onto,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integers lying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both functions are onto,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$A=f([0,3])$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$B=g([0,\infty))$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$f(x)=2x^3-15x^2+36x+7$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$f'(x)=6x^2-30x+36=6(x^2-5x+6)=6(x-3)(x-2)$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$f(2)=2(8)-15(4)+36(2)+7=16-60+72+7=35$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$f(3)=2(27)-15(9)+36(3)+7=54-135+108+7=34$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reaching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integer is counted twice: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$A=[7,35]$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$g(x)=\frac{x^{2025}}{x^{2025}+1}=1-\frac{1}{x^{2025}+1}$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reaching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integer is counted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$n(S)=29+1=30$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extreme values of the cubic by factorisation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extreme values of the cubic by factorisation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$f(x)-35=2x^3-15x^2+36x-28=(x-2)^2(2x-7)$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$(x^2-4x+4)(2x-7)=2x^3-15x^2+36x-28$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$f(x)-7=x(2x^2-15x+36)$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$2x^2-15x+36$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$225-288&lt;0$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$[7,35]$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$A=[7,35]$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$g=1-\frac1{x^{2025}+1}\in[0,1)$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$n(S)=29+1=30$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on a closed interval: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endpoints and critical points;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verify an extremum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never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on a closed interval: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$=[\min,\max]$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endpoints and critical points;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verify an extremum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b\rfloor-\lceil a\rceil+1$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$\frac{t}{t+1}=1-\frac1{t+1}$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never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one-one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180   (B) 120   (C) 480   (D) 240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$A=\{1,3,7,9,11\}$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$B=\{2,4,5,7,8,10,12\}$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one-one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$f(1)+f(3)=14$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180   (B) 120   (C) 480   (D) 240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functions with a restriction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ordered pairs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ordered pairs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$(f(1),f(3))$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$7,9,11$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remaining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of distinct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repeat an element,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partner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can be assigned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$A=\{1,3,7,9,11\}$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$B=\{2,4,5,7,8,10,12\}$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$f(1)+f(3)=14$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of distinct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repeat an element,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partner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can be assigned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then map one-one into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$7,9,11$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then map one-one into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$5\times4\times3=60$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$=2\times(2\times5\times4\times3)=240$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Pair-sum restrictions in injective maps: first list the ordered pairs satisfying the restriction (excluding equal elements), then count the injections of the remaining elements into what is left: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injections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prescribed images the rest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elements) is excluded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Pair-sum restrictions in injective maps: first list the ordered pairs satisfying the restriction (excluding equal elements), then count the injections of the remaining elements into what is 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$^{n}P_{k}$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injections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$|A|=m,\ |B|=n$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$^nP_m$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prescribed images the rest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$^{n-r}P_{m-r}$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$^5P_3=60$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elements) is excluded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$g(x)=\begin{cases}e^x,&amp;x\ge0\\x+1,&amp;x\le0\end{cases}$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One-one and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V-shape.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$f(g(x))=e^x-1$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V-shape.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increasing,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$f(x)=\begin{cases}x-1,&amp;x\ge1\\1-x,&amp;x&lt;1\end{cases}$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$g(x)=\begin{cases}e^x,&amp;x\ge0\\x+1,&amp;x\le0\end{cases}$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increasing,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$f(g(x))=\begin{cases}g(x)-1,&amp;g(x)\ge1\\1-g(x),&amp;g(x)&lt;1\end{cases}$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$g(x)\ge1\iff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$g(x)&lt;1\iff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$f(g(x))=\begin{cases}e^x-1,&amp;x\ge0\\-x,&amp;x&lt;0\end{cases}$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V-shaped.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onto: all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negative real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V-shaped.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$f(g(-1))=1=f(g(\ln2))$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onto: all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negative real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without computing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 out onto,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one-one on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rules out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without computing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$|{\cdot}|\ge0$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 out onto,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one-one on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rules out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negative values are never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$f(g(x))=|g(x)-1|\ge0$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negative values are never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$g(\ln2)=2$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$f(0)=|0-1|=1$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$f(2)=|2-1|=1$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$f(g(-1))=f(g(\ln2))=1$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$-1\ne\ln2$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(like a modulus),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two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translate into a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$\operatorname{range}(f\circ g)\subseteq\operatorname{range}(f)$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(like a modulus),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translate into a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highest prime factor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$f:\mathbb{N}-\{1\}\to\mathbb{N}$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highest prime 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 on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numbers can share their largest prime factor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only primes occur as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numbers can share their largest prime factor (e.g.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$6,12$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only primes occur as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prime factors of two different natural numbers can be the same,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prime numbers, which is a proper subset of the codomain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 value),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prime factors of two different natural numbers can be the same,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$f(6)=3,\ f(12)=3$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$f(10)=5,\ f(15)=5$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prime numbers, which is a proper subset of the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 value),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one-one give two inputs with equal output; to disprove onto give one codomain element that is never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or smallest prime factor, number of divisors, digit sum: such arithmetic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many-one, and their ranges are usually smaller than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range of the largest prime factor is exactly the set of primes,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each prime has infinitely many preimages.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one-one give two inputs with equal output; to disprove onto give one codomain element that is never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or smallest prime factor, number of divisors, digit sum: such arithmetic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many-one, and their ranges are usually smaller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range of the largest prime factor is exactly the set of primes,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$f(2^ap)=p$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each prime has infinitely many preimages.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$f(x)=\begin{cases}2+2x,&amp;-1\le x&lt;0\\1-\frac x3,&amp;0\le x\le3\end{cases}$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$g(x)=\begin{cases}-x,&amp;-3\le x\le0\\x,&amp;0&lt;x\le1\end{cases}$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piecewise functions, Range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everywhere, so only the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ever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everywhere, so only the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$1-\frac{g}{3}$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ever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to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happens, 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$f(g(x))=\begin{cases}2+2g(x),&amp;-1\le g(x)&lt;0\ \ \dots(1)\\1-\frac{g(x)}{3},&amp;0\le g(x)\le3\ \ \dots(2)\end{cases}$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to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happens,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whole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whole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$1-\frac{g(x)}{3}$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$f(g(x))=1+\frac x3$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$f(g(x))=1-\frac x3$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$[0,1]$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apply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that set (image of an image).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that set (image of an image).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entirely in the domain piece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$(0,1]\subseteq[0,3]$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$\operatorname{range}(g)=[0,3]$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entirely in the domain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$f(t)=1-\frac 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$f(t)=1-\frac 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$f([0,3])=[f(3),f(0)]=[0,1]$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$\operatorname{range}(f\circ g)=f(\operatorname{range}g)=[0,1]$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$[0,1]$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range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dom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the range of the inner function first, then see which pieces of the outer function it meets.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monotone piece maps an interval onto the interval between the values at its ends (endpoints included only if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range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dom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$\operatorname{range}(f\circ g)=f\big(\operatorname{range}(g)\cap\operatorname{dom}(f)\big)$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the range of the inner function first, then see which pieces of the outer function it meets.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monotone piece maps an interval onto the interval between the values at its ends (endpoints included only if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$\operatorname{range}(g)$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$\operatorname{dom}(f)$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$[0,3]\subseteq[-1,3]$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$f(x)=\frac{4x+3}{6x-4},\ x\ne\frac23$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$g:\mathbb{R}-\left\{\frac23\right\}\to\mathbb{R}-\left\{\frac23\right\}$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g\circ g)(4)$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Self-inverse fractional linear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identity,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identity,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g\circ g(4)=4$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$g(x)=f\left(\frac{4x+3}{6x-4}\right)=\frac{4\left(\frac{4x+3}{6x-4}\right)+3}{6\left(\frac{4x+3}{6x-4}\right)-4}$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$=\frac{16x+12+18x-12}{24x+18-24x+16}$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$=\frac{34x}{34}=x$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$\mathbb{R}-\left\{\frac23\right\}$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g\circ g(4)=g(g(4))=g(4)=4$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$6xy-4y-4x-3=0$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is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equation is unchanged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$y=\frac{4x+3}{6x-4}\iff6xy-4y=4x+3\iff6xy-4x-4y-3=0$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equation is unchanged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$y=f(x)\iff 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$24x+18=24x-16$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g\circ g(4)=4$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numerator and the constant in the denominator are negatives)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symmetric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compositions of an involution equal the function itself: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numerator and the constant in the denominator are negatives)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$\begin{pmatrix}a&amp;b\\c&amp;-a\end{pmatrix}$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$(a^2+bc)I$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$a=4,b=3,c=6$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$16+18=34$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symmetric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compositions of an involution equal the function itself: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$f^{3}=f$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$f(f(f(4)))=f(4)=\frac{19}{20}$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$f(x)=\begin{cases}\log_ex,&amp;x&gt;0\\e^{-x},&amp;x\le0\end{cases}$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$g(x)=\begin{cases}x,&amp;x\ge0\\e^x,&amp;x&lt;0\end{cases}$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piecewise functions, One-one and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$g(y)=y$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$e^{f(x)}$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$f(x)=\begin{cases}e^{-x},&amp;x\le0\\\ln x,&amp;x&gt;0\end{cases}$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$g(x)=\begin{cases}x,&amp;x\ge0\\e^x,&amp;x&lt;0\end{cases}$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f(x)=g(f(x))=\begin{cases}f(x),&amp;f(x)\ge0\\e^{f(x)},&amp;f(x)&lt;0\end{cases}$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a decreasing curve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for instance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onto: the values are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negatives are not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$f(x)=e^{-x}\ge1&gt;0$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 x\ge0\iff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 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f(x)=\begin{cases}e^{-x},&amp;x\le0\\x,&amp;0&lt;x&lt;1\\\ln x,&amp;x\ge1\end{cases}$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a decreasing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f(0)=1=g\circ f(e)$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onto: the values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negatives are not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two properties directly: equal outputs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equal outputs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forbids negative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two properties directly: equal outputs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equal outputs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forbids negative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and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$f(e)=\ln 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f(0)=g\circ f(e)=g(1)=1$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$g(y)=e^y&gt;0$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and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real number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attained: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real number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attained: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one-one, then neither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below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increasing and takes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Compose piecewise functions by first deciding the sign (or interval) of the inner value in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f(a)=g\circ 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one-one, then neither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below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$g(y)=y\ (y\ge0),\ e^y\ (y&lt;0)$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increasing and takes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Compose piecewise functions by first deciding the sign (or interval) of the inner value in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greatest integer function.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$A=\{x\in\mathbb{R}:[x+3]+[x+4]\le3\}$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$B=\left\{x\in\mathbb{R}:3^x\left(\sum_{r=1}^{\infty}\frac{3}{10^r}\right)^{x-3}&lt;3^{-3x}\right\}$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greatest integer function.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C,\ 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B,\ A\ne B$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 and set equality, Sum of an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geometric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$[x+n]=[x]+n$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$[x]\le-2$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geometric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$[x+3]+[x+4]=[x]+3+[x]+4\le3$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$2[x]\le-4$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$[x]\le-2\Rightarrow x\in(-\infty,-1)$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$\sum_{r=1}^{\infty}\frac3{10^r}=\frac{3\cdot\frac1{10}}{1-\frac1{10}}=\frac13$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$3^x\left(\frac13\right)^{x-3}=3^x\cdot3^{3-x}=27$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$27&lt;3^{-3x}$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(A) and (B), both sets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printed option (B) says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no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- a misprint in the paper that does not affect the answer.)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$3^3&lt;3^{-3x}\Rightarrow-3x&gt;3\Rightarrow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(A) and (B), both sets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printed option (B) says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no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- a misprint in the paper that does not affect the answer.)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series as the decimal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0.333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inequality, which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linear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series as the decimal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$0.333\ldots=\frac13$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inequality, which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linear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$\sum_{r\ge1}\frac3{10^r}=0.3+0.03+0.003+\dots=0.\overline3=\frac13$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$3^x\left(3^{-1}\right)^{x-3}&lt;3^{-3x}$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$x-(x-3)&lt;-3x$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$B=\{x&lt;-1\}$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$[t]\le-2\iff t&lt;-1$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$[t]\le k\iff t&lt;k+1$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$[x+3]+[x+4]\le3\iff2[x]+7\le3\iff[x]\le-2$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GP: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compare two solution sets, reduce each to a simple interval and compare endpoints and openness.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$[x+n]=[x]+n$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 k\iff x&lt;k+1$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 k\iff x\ge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$0.\overline{d}=\frac 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$\sum_{r\ge1}\frac{a}{10^r}=\frac a9$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GP: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$\frac{a}{1-\rho}$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$|\rho|&lt;1$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compare two solution sets, reduce each to a simple interval and compare endpoints and openness.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8   (C) 4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$f(x)=\frac{(\tan1^\circ)x+\log_e(123)}{x\log_e(1234)-\tan1^\circ}$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$f(f(x))+f\left(f\left(\frac4x\right)\right)$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8   (C) 4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Fractional linear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Fractional linear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$\frac{Ax+B}{Cx-A}$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$x+\frac4x\ge4$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$A=\tan1^\circ,\ B=\log_e123,\ C=\log_e1234$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$f(f(x))=\frac{A\left(\frac{Ax+B}{Cx-A}\right)+B}{C\left(\frac{Ax+B}{Cx-A}\right)-A}$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$=\frac{A^2x+AB+BCx-AB}{ACx+BC-ACx+A^2}$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$=\frac{x\,(A^2+BC)}{A^2+BC}=x$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$f\left(f\left(\frac4x\right)\right)=\frac4x$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$f(f(x))+f\left(f\left(\frac4x\right)\right)=x+\frac4x$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$x+\frac4x\ge4$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composition is matrix product and the square is a scalar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$\begin{pmatrix}A&amp;B\\C&amp;-A\end{pmatrix}$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$x\mapsto\frac{Ax+B}{Cx-A}$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composition is matrix product and the square is a scalar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fractional linear maps corresponds to multiplication of their matrices.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fractional linear maps corresponds to multiplication of their matrices.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$M=\begin{pmatrix}A&amp;B\\C&amp;-A\end{pmatrix}$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$M^2=\begin{pmatrix}A^2+BC&amp;AB-AB\\AC-AC&amp;BC+A^2\end{pmatrix}=(A^2+BC)\begin{pmatrix}1&amp;0\\0&amp;1\end{pmatrix}$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multiple of the identity matrix gives the identity map,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scalar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changes sign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multiple of the identity matrix gives the identity map,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scalar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$1-\frac4{x^2}$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changes sign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$2+\frac42=4$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$f(f(2))=2$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 (matrix of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ugly constants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signal a structural trick, not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 (matrix of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$(a^2+bc)I$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$f(f(2))=f(3)=2$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k x\ge2\sqrt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ugly constants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$\tan1^\circ,\ln123,\ln1234$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signal a structural trick, not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two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$x^2-4x+[x]+3=x[x]$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unique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two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Rearrange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other factor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Rearrange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$(x-1)(x-3)=[x](x-1)$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other factor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$x^2-4x+[x]+3=x[x]$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x^2-4x+3=x[x]-[x]$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$\Rightarrow(x-1)(x-3)=[x](x-1)$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$x-3=[x]\Rightarrow x-[x]=3\Rightarrow\{x\}=3$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$0\le\{x\}&lt;1$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$1-4+1+3=1=1\cdot[1]$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unique solution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treat the equation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treat the equation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x&lt;n+1$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$x^2-(4+n)x+(n+3)=0$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$=(n+4)^2-4(n+3)=n^2+4n+4=(n+2)^2$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$x=\frac{(n+4)\pm(n+2)}{2}$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$[x]=n+3\ne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unique solution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try to factor; otherwise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(integer), solve as an ordinary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keep roots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forcing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value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discriminant that is a perfect square in the parameter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a sign that the equation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try to factor; otherwise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(integer), solve as an ordinary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keep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x&lt;n+1$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forcing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value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discriminant that is a perfect square in the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a sign that the equation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$f:\{1,2,3,4\}\to\{a\in\mathbb{Z}:|a|\le8\}$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$f(n)+\frac1nf(n+1)=1,\ \forall n\in\{1,2,3\}$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with a recurrence-type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everything is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$f(n+1)=n-nf(n)$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everything is determined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$|f|\le8$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$nf(n)+f(n+1)=n$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2f(2)+f(3)=2$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3f(3)+f(4)=3$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$f(2)=1-f(1)$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$2(1-f(1))+f(3)=2$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$3\cdot2f(1)+f(4)=3\Rightarrow f(4)=3-6f(1)$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value must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other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value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$-8\le f(4)\le8$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$-8\le3-6f(1)\le8\Rightarrow-11\le-6f(1)\le5\Rightarrow-\frac56\le f(1)\le\frac{11}{6}$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other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$1-f(1),\ 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$[-8,8]$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$f(2)=1,\ f(3)=0,\ 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$f(2)=0,\ f(3)=2,\ f(4)=-3$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recurrence-type condition on a function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a one-parameter family; the codomain's bounds (and integrality) cut the parameter down to a few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has the steepest slope, so it gives the binding bound.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every term against the codomain, not only the last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recurrence-type condition on a function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$\{1,\dots,m\}$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a one-parameter family; the codomain's bounds (and integrality) cut the parameter down to a few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$f(n+1)=n\,(1-f(n))$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$(a,\ 1-a,\ 2a,\ 3-6a)$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has the steepest slope, so it gives the binding bound.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every term against the codomain, not only the last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assign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exactly one of the positive integers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$f:\{1,2,\dots,100\}\to\{0,1\}$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assign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exactly one of the positive integers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(rule of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single integer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 two inputs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single integer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$\{1,\dots,98\}$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gets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 two inputs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one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(all the others in this list go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unrestricted, each can go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$\{1,2,3,\dots,98\}$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$^{98}C_1=98$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(all the others in this list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unrestricted, each can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$=98\times4=392$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binary string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subset); restrictions on a block of positions multiply with the free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ones among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inputs, others free: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small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binary string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subset); restrictions on a block of positions multiply with the free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ones among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inputs, others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mk\,2^{\,n-m}$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$\binom{98}{1}\cdot2^{2}=392$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small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$n=3,\ 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$\binom11\cdot2^2=4$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Functions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