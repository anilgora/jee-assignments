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CC4125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CC4125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Sheet1!$A$2:$A$32</c:f>
              <c:strCache>
                <c:ptCount val="31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1.0</c:v>
                </c:pt>
                <c:pt idx="1">
                  <c:v>2.0</c:v>
                </c:pt>
                <c:pt idx="2">
                  <c:v>2.5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2.0</c:v>
                </c:pt>
                <c:pt idx="7">
                  <c:v>3.0</c:v>
                </c:pt>
                <c:pt idx="8">
                  <c:v>2.0</c:v>
                </c:pt>
                <c:pt idx="9">
                  <c:v>3.0</c:v>
                </c:pt>
                <c:pt idx="10">
                  <c:v>2.0</c:v>
                </c:pt>
                <c:pt idx="11">
                  <c:v>2.0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2.0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2.0</c:v>
                </c:pt>
                <c:pt idx="21">
                  <c:v>2.0</c:v>
                </c:pt>
                <c:pt idx="22">
                  <c:v>4.0</c:v>
                </c:pt>
                <c:pt idx="23">
                  <c:v>3.0</c:v>
                </c:pt>
                <c:pt idx="24">
                  <c:v>3.0</c:v>
                </c:pt>
                <c:pt idx="25">
                  <c:v>5.0</c:v>
                </c:pt>
                <c:pt idx="26">
                  <c:v>3.0</c:v>
                </c:pt>
                <c:pt idx="27">
                  <c:v>1.0</c:v>
                </c:pt>
                <c:pt idx="28">
                  <c:v>4.0</c:v>
                </c:pt>
                <c:pt idx="29">
                  <c:v>5.0</c:v>
                </c:pt>
                <c:pt idx="30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only says 'a != 3/4, otherwise z will be purely real'. The exact condition for non-real z is 4a-3&lt;0, i.e. a&lt;3/4 (a&gt;3/4 also gives real roots); the answer D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shows only 'if n is a multiple of 3 then P^2=0, so n is not a multiple of 3', which proves one direction. The converse (the sum is non-zero when 3 does not divide n, so P^2 != 0) was added using the GP formula.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says S1 is centred at (0,1) (it is centred at the origin: |z|&lt;4), expands the numerator as (x-1)+i(y-sqrt3) (it should be i(y+sqrt3)) with denominator 2 (it is 4), and later mentions the point (1,-3) (the line through (1,-sqrt3) is meant). The line sqrt3 x + y = 0 and the area 20pi/3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'r != odd' (it must be 'r is odd', as the off-diagonal entry vanishes only for odd r) and jumps from 1+w^s+w^(2r)=0 to r=s=1 without the case check (r=3, s=2,3).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gives only the parametric form and the circle x^2+y^2-x/a=0 and does not examine option (B) at all. Verdict on (B) added: for a&lt;0 the centre is (1/(2a),0), not (-1/(2a),0). Key ACD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(C) writes 'Arg(z1/z) = Arg z1 + Arg z2 + 2n pi' (typo: it should read Arg(z1/z2) = Arg z1 - Arg z2 + 2n pi, otherwise the final expression is not 2n pi); (D) says only 'If is circle' (text lost). Both rewritten; key ABD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argument is only sketched ('On solving the above equation we get |t| != |s|') and its last case contains an unfinished chain of equalities; it also asserts 'lines will be parallel for sure but may not coincide' without an example. I rewrote the case analysis; the key is unchanged. Example for (B): s=t=1, r=i gives 2x+i=0, no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puts a=1, b=2, c=3 and states 'minimum = 3' without showing that nothing smaller is possible. The bound (c-a)^2 &gt;= 4 for distinct integers (the largest gap is at least 2) was added.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does not state why (A) and (D) fail (it only shows the range [1/2, sqrt7/2] and |z|&lt;=2). Verdicts for (A) and (D) were added; the working of (B) and (C) is the PDF's.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argues for Q that the maximum occurs when all angles are equal (theta = pi/5, giving 20 sin 36 deg ~ 11.76 &lt; 4 pi). That is unjustified: |sin| is not concave on (0, 2 pi), so Jensen's inequality cannot be used (angles may exceed pi). Replaced by the rigorous bound |sin t| &lt;= t, which gives Q &lt;= 4 pi at once.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proves only the necessary condition r^4 + 1/r^4 in Z and rejects B, C, D (correct). It does not show that A really occurs. Added: 43+2 = 45 = 6^2 + 3^2, so integers lambda=6, mu=3 and a suitable theta exist. Key (A)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vertices as z_r = 2e^{i r pi/8}, r=0..7; the vertices of a regular octagon are at angles 2 pi r/8 = r pi/4 (r pi/8 would give a 16-gon and does not satisfy z^8 = 2^8). Corrected to e^{i r pi/4}. The rest of the working and the answer 512 are the PDF's.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Option (A) is printed as 'Z union T1 union T2 = S' in the paper, but the PDF's own solution proves only 'subset of S' (and the key lists A). With equality, (A) is false (for example sqrt2 is in S but in none of Z, T1, T2), so the answer for the question as printed is (C, D); the key (A, C, D) is right only if (A) reads 'subset'. Reported in the run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(R) PDF takes gamma - 1 = -w^2 and writes 1/(gamma-1)^2026 = 1/(-w^2)^2026 = w; in fact gamma = -w^2 gives gamma - 1 = w (not -w^2). The PDF's two terms (w and w^2) have the right sum -1 only by luck; the correct terms are w^2 and w. (S) PDF stops after p^3 + r^3 = -4 and 'S -&gt; 5' without evaluating the numerator and denominator of the combined fraction (numerator 4, denominator -1); completed with u = p+1, v = r+1. Answer key C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Complex Number (Exercise J-A)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JA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single-correct)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such that the imaginary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nonzero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take the value: [JEE-2012]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such that the imaginary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nonzero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$a=z^2+z+1$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take the value: [JEE-2012]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Quadratic equation with real coefficients: nature of roots, Complex number as a root of a real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real quadratic has non-real roots only when its discriminant is negative.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coefficients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non-zero imaginary part,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imaginary: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$z^2+z+1-a=0$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coefficients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$z=\frac{-1\pm\sqrt{4a-3}}{2}$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non-zero imaginary part,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$\sqrt{4a-3}$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imaginary: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$4a-3&lt;0$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real, and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roots are real;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possible;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take the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real, and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roots are real;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$-1,\ \frac13,\ 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possible;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take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make the imaginary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zero: this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make the imaginary part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zero: this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$a=\frac34-y^2$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$z^2+z+1=(x^2-y^2+x+1)+i\,y(2x+1)$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$y(2x+1)=0$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$a=\frac14-y^2-\frac12+1=\frac34-y^2$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for a non-real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(imaginary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real value below the vertex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by some non-real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nothing else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attainable values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indeed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$z^2+bz+c$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for a non-real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$\mathrm{Re}\,z=-\frac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(imaginary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$y(2x+b)$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$c-\frac{b^2}{4}-y^2$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real value below the vertex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$c-\frac{b^2}{4}$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by some non-real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nothing else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attainable values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$z=\frac{-1\pm i\sqrt3}{2}$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Q02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one-or-more-correct)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Further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complex numbers.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origin,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[JEE-Adv.2013]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$w=\frac{\sqrt3+i}{2}$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$P=\{w^n:n=1,2,3,\dots\}$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Further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$H_1=\left\{z\in C:\mathrm{Re}\,z&gt;\frac12\right\}$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$H_2=\left\{z\in C:\mathrm{Re}\,z&lt;\frac{-1}{2}\right\}$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complex numbers.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$z_1\in P\cap H_1$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$z_2\in P\cap H_2$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origin,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z_1Oz_2=$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[JEE-Adv.2013]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unity on the unit circle, Half-planes in the Argand plane and angle between position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set of 12th roots of unity, so only multiples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picks the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set of 12th roots of unity, so only multiples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$\mathrm{Re}\,z=\cos\theta$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picks the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12 points on the unit circle at angles that are multiples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only for angles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real part is exactly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greater).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angles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$w=\cos\frac\pi6+i\sin\frac\pi6$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$P=\{w^n\}=\left\{\cos\frac{n\pi}{6}+i\sin\frac{n\pi}{6}\right\}$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12 points on the unit circle at angles that are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$\mathrm{Re}\,z=\cos\frac{n\pi}6&gt;\frac12$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only for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real part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greater).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$z_1=\frac{\sqrt3+i}{2}$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$\frac{\sqrt3-i}{2}$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$\cos\frac{n\pi}6&lt;-\frac12$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$150^\circ,180^\circ,210^\circ$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set by symmetry.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options (C) and (D) are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$z_2=\frac{-\sqrt3+i}{2},\ 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$\frac{-\sqrt3-i}{2}$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$150^\circ,180^\circ,210^\circ$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$120^\circ,150^\circ,180^\circ$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set by symmetry.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z_1Oz_2\in\left\{\frac{2\pi}{3},\frac{5\pi}{6},\pi\right\}$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options (C) and (D) are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exponents: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angle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circular distance between the exponents mod 12.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exponents: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$z_2/z_1=w^{m-n}$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angle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$30^\circ\times$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circular distance between the exponents mod 12.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Index the points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Index the points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$n\in\{1,\dots,12\}$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$\mathrm{Re}\,w^n&gt;\frac12\iff\cos(30^\circ n)&gt;\frac12\iff n\equiv\pm1\pmod{12}$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$\mathrm{Re}\,w^m&lt;-\frac12\iff n\in\{5,6,7\}$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$150^\circ,180^\circ,210^\circ$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$z_1=w^{n}$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$n\in\{1,11\}$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$z_2=w^{m}$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$m\in\{5,6,7\}$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$30^\circ\cdot\min(|m-n|,\,12-|m-n|)$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possible angles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options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$m-n=4,5,6$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$120^\circ,150^\circ,180^\circ$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$|m-n|=6,5,4$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$180^\circ,150^\circ,120^\circ$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possible angles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$\frac{2\pi}3,\frac{5\pi}{6},\pi$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options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unit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condition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an arc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count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roots of unity on the arc by the spacing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roots of unity use exponent differences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Beware strict vs non-strict inequalities: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removes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unit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condition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$\mathrm{Re}\,z&gt;c$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an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$|\theta|&lt;\cos^{-1}c$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count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roots of unity on the arc by the spacing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$e^{i\theta_1}$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$e^{i\theta_2}$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$\min(|\theta_1-\theta_2|,\,2\pi-|\theta_1-\theta_2|)\in[0,\pi]$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roots of unity use exponent differences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Beware strict vs non-strict inequalities: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$\cos60^\circ=\frac12$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removes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 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cube root of unity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[JEE-Adv.2013]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cube root of unity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$P=[p_{ij}]$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$p_{ij}=\omega^{i+j}$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[JEE-Adv.2013]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Cube roots of unity: sums of powers, Matrix product and rank-one matrices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2.5(A little easier than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entry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that sum vanishes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entry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$\omega^{i+j}\sum_{k=1}^n\omega^{2k}$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that sum vanishes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$3\mid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3, the terms group in threes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$P^2=[\alpha_{ij}]_{n\times 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$\alpha_{ij}=\sum_{k=1}^{n}p_{ik}\,p_{kj}$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$\alpha_{ij}=\sum_{k=1}^n\omega^{i+k}\cdot\omega^{k+j}=\omega^{i+j}\sum_{k=1}^n\omega^{2k}$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$\alpha_{ij}=\omega^{i+j}\left(\omega^2+\omega^4+\omega^6+\dots+\omega^{2n}\right)$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3, the terms group in threes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$\omega^2+\omega^4+\omega^6=\omega^2+\omega+1=0$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multiple of 3, the sum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3;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options (B),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multiple of 3, the sum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$\frac{\omega^2\left(1-\omega^{2n}\right)}{1-\omega^2}\neq0$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$\omega^{2n}\neq1$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$\omega^{i+j}\neq0$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$P^2\neq0\iff 3\nmid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$57=3\times19$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3;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$55,58,56$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$n=55,58,56$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options (B),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rank one,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$P=uu^{T}$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$u=(\omega,\omega^2,\dots,\omega^n)^{T}$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rank one,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$P^2=(u^{T}u)\,P$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column vector).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scalar.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entries have modulus 1),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$p_{ij}=\omega^i\omega^j$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$P=uu^{T}$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$u=(\omega,\omega^2,\dots,\omega^n)^{T}$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column vector).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$P^2=u\,(u^{T}u)\,u^{T}=(u^{T}u)\,P$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$u^{T}u=\sum_{k=1}^n\omega^{2k}$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scalar.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entries have modulus 1),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$P^2=0\iff u^{T}u=\sum_{k=1}^n\omega^{2k}=0$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cycles through partial sums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$\sum_{k=1}^n\omega^{2k}$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cycles through partial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$\omega^2,\ \omega^2+\omega,\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$n\equiv1,2,0\pmod3$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$\omega^2,\,-1,\,0$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$3\nmid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$n=55,58,56$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column vectors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rank-one matrix squares to a scalar multiple of itself, and it is nilpotent exactly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same pattern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Matrices built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rank one: look for this before multiplying out.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column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$(uv^{T})^2=(v^{T}u)\,uv^{T}$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rank-one matrix squares to a scalar multiple of itself, and it is nilpotent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$v^{T}u=0$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$\sum_{k=1}^n\omega^k$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$n\equiv2\pmod3$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same pattern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$\omega^{2k}$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Matrices built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$p_{ij}=f(i)g(j)$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rank one: look for this before multiplying out.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 – 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+3 each (JEE Advanced default for paragraph)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545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[JEE-Adv.2013]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545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$S=S_1\cap S_2\cap 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$S_1=\{z\in C:|z|&lt;4\}$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$S_2=\left\{z\in C:\mathrm{Im}\left[\frac{z-1+\sqrt3i}{1-\sqrt3i}\right]&gt;0\right\}$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$S_3=\{z\in C:\mathrm{Re}\,z&gt;0\}$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[JEE-Adv.2013]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$\frac{32\pi}{3}$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63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Loci in the Argand plane: disc, half-plane and sector, Area of a circular sector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half-plane bounded by a line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here that line passes through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$\mathrm{Im}\left[\frac{z-z_0}{c}\right]&gt;0$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half-plane bounded by a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here that line passes through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interior of the circle with centre at the origin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right half-plane (first and fourth quadrants).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e>
                            </m:d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imaginary part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interior of the circle with centre at the origin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right half-plane (first and fourth quadrants).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$\frac{z-1+\sqrt3i}{1-\sqrt3i}=\frac{\left[(x-1)+i\left(y+\sqrt3\right)\right]\left(1+i\sqrt3\right)}{4}$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imaginary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$\frac{\sqrt3(x-1)+\left(y+\sqrt3\right)}{4}=\frac{\sqrt3x+y}{4}$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$\sqrt3x+y&gt;0$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origin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side containing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the part of the disc of radius 4 with polar angle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sector of 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quarter disc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origin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side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the part of the disc of radius 4 with polar angle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sector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$150^\circ=\frac{5\pi}{6}$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$=\frac12(4)^2\cdot\frac{5\pi}{6}=\frac{20\pi}{3}$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quarter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$\frac{\pi(4)^2}{4}=4\pi$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$\frac12(4)^2\frac\pi3=\frac{8\pi}{3}$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$\frac{20\pi}{3}$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argument: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half-plane read off from 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argument: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$\mathrm{Im}\,\frac{z-z_0}{c}&gt;0\iff\arg\frac{z-z_0}{c}\in(0,\pi)$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half-plane read off from 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vector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ray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the open half-plane bounded by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line through the origin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left of that direction.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$1-\sqrt3i=2e^{-i\pi/3}$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$z-\left(1-\sqrt3i\right)$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vector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$A=\left(1,-\sqrt3\right)$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ray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$\mathrm{Im}\left[\frac{z-A}{2e^{-i\pi/3}}\right]&gt;0\iff\arg(z-A)+\frac\pi3\in(0,\pi)\iff\arg(z-A)\in\left(-\frac\pi3,\frac{2\pi}{3}\right)$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the open half-plane bounded by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line through the origin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left of that direction.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sector of angles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sector of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$\left(-\frac\pi3,\frac\pi2\right)$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$=\frac12r^2\theta=\frac12\cdot16\cdot\frac{5\pi}{6}=\frac{20\pi}{3}$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$\frac{20\pi}{3}$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the open half-plane bounded by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direction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side is found by testing one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circular sector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(radians)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region cut from a disc by lines through the centre is a sector.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$\mathrm{Im}\left[\frac{z-a}{b}\right]&gt;0$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the open half-plane bounded by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$\mathrm{Im}\,\frac{z-a}{b}=0$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side is found by testing one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circular sector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(radians)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$\frac12r^2\theta$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region cut from a disc by lines through the centre is a sector.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$\mathrm{Im}\left[\frac{z-1+\sqrt3 i}{1-\sqrt3i}\right]=\frac{\sqrt3x+y}{4}$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$\frac{\sqrt3}{4}&gt;0$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545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[JEE-Adv.2013]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545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$S=S_1\cap S_2\cap 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$S_1=\{z\in C:|z|&lt;4\}$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$S_2=\left\{z\in C:\mathrm{Im}\left[\frac{z-1+\sqrt3i}{1-\sqrt3i}\right]&gt;0\right\}$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$S_3=\{z\in C:\mathrm{Re}\,z&gt;0\}$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$\min_{z\in S}|1-3i-z|=$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[JEE-Adv.2013]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$\frac{2-\sqrt3}{2}$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$\frac{2+\sqrt3}{2}$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$\frac{3-\sqrt3}{2}$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$\frac{3+\sqrt3}{2}$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63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Loci in the Argand plane: distance from a point to a region,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nearest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perpendicular to the boundary line, provided it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$|z-(1-3i)|$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$A=(1,-3)$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nearest 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perpendicular to the boundary line, provided it lies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outside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other side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nearest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boundary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the closure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$|1-3i-z|=|z-(1-3i)|$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$\sqrt3(1)+(-3)=\sqrt3-3&lt;0$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other side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 \sqrt3x+y=0$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nearest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boundary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the closure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unit direction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foot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closure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its boundary).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approached by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next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minimum of the closure).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unit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$\left(\frac12,-\frac{\sqrt3}{2}\right)$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foot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$A\cdot\left(\frac12,-\frac{\sqrt3}{2}\right)=\frac{1+3\sqrt3}{2}\approx3.10$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$3.10&lt;4$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$\frac{1+3\sqrt3}{4}&gt;0$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closure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its boundary).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$AF=\frac{\left|\sqrt3\cdot1+(-3)\right|}{\sqrt{3+1}}=\frac{3-\sqrt3}{2}$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approached by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next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minimum of the closure).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$\min|1-3i-z|=\frac{3-\sqrt3}{2}$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$\frac{3-\sqrt3}{2}$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Parametrise the boundary line and minimise the squared distance as a quadratic in the parameter.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Squared distance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a point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inside the allowed region.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$(t,-\sqrt3t)$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Squared distance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$f(t)=(t-1)^2+\left(3-\sqrt3t\right)^2=4t^2-\left(2+6\sqrt3\right)t+10$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$t=\frac{2+6\sqrt3}{8}=\frac{1+3\sqrt3}{4}\approx1.55$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a point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$|z|=2t\approx3.10&lt;4$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inside the allowed region.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distance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$f_{\min}=10-\frac{\left(2+6\sqrt3\right)^2}{16}=10-\frac{112+24\sqrt3}{16}=3-\frac{3\sqrt3}{2}$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$\left(\frac{3-\sqrt3}{2}\right)^2=\frac{12-6\sqrt3}{4}=3-\frac{3\sqrt3}{2}$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$\frac{3-\sqrt3}{2}$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$\frac{3-\sqrt3}{2}$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a point to a convex region: if the point is outside, the nearest point is on the boundary; take the perpendicular foot to the nearest side and check it lies inside the other constraints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 inequality makes the minimum an infimum (not attained); in MCQs one still reports it as the minimum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a point to a convex region: if the point is outside, the nearest point is on the boundary; take the perpendicular foot to the nearest side and check it lies inside the other constraints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$\frac{|ax_1+by_1+c|}{\sqrt{a^2+b^2}}$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 inequality makes the minimum an infimum (not attained); in MCQs one still reports it as the minimum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single-correct)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complex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circles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[JEE-Adv.2013]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$\frac1{\bar\alpha}$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$(x-x_0)^2+(y-y_0)^2=r^2$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$(x-x_0)^2+(y-y_0)^2=4r^2$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$z_0=x_0+iy_0$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$2|z_0|^2=r^2+2$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[JEE-Adv.2013]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Circles in the Argand plane, Inversion in the unit circle and modulus algebra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both circle conditions and eliminate the cross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both circle conditions and eliminate the cross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$\alpha\bar z_0+\bar\alpha z_0$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first circle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second: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</m:acc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the first: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second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</m:acc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first circle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$\frac1{\bar\alpha}$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$|\alpha-z_0|=r$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$\left|\frac1{\bar\alpha}-z_0\right|=2r$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the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$(\alpha-z_0)(\bar\alpha-\bar z_0)=r^2\Rightarrow|\alpha|^2-\alpha\bar z_0-\bar\alpha z_0+|z_0|^2=r^2$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$\frac1{\bar\alpha}=\frac{\alpha}{|\alpha|^2}$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second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$\left(\frac{\alpha}{|\alpha|^2}-z_0\right)\left(\frac{\bar\alpha}{|\alpha|^2}-\bar z_0\right)=4r^2$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 removes the cross term: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$\frac1{|\alpha|^2}-\frac{\alpha\bar z_0+\bar\alpha z_0}{|\alpha|^2}+|z_0|^2=4r^2$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$1-\left(\alpha\bar z_0+\bar\alpha z_0\right)+|z_0|^2|\alpha|^2=4r^2|\alpha|^2$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 removes the cross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$\left(1-|\alpha|^2\right)+|z_0|^2\left(|\alpha|^2-1\right)=r^2\left(4|\alpha|^2-1\right)$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$\left(|\alpha|^2-1\right)\left(|z_0|^2-1\right)=r^2\left(4|\alpha|^2-1\right)$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$|z_0|^2-1=\frac{r^2+2}{2}-1=\frac{r^2}{2}$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$\left(|\alpha|^2-1\right)\frac{r^2}{2}=r^2\left(4|\alpha|^2-1\right)$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$|\alpha|^2-1=8|\alpha|^2-2\Rightarrow7|\alpha|^2=1\Rightarrow|\alpha|=\frac{1}{\sqrt7}$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$\frac{1}{\sqrt7}$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link the two circle conditions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$|1-\bar a b|^2-|a-b|^2=\left(1-|a|^2\right)\left(1-|b|^2\right)$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link the two circle conditions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</m:acc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verified by expanding.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$\frac1{\bar\alpha}-z_0=\frac{1-\bar\alpha z_0}{\bar\alpha}$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$\left|\frac1{\bar\alpha}-z_0\right|^2=\frac{|1-\bar\alpha z_0|^2}{|\alpha|^2}=4r^2$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$|1-\bar\alpha z_0|^2=4r^2|\alpha|^2$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$|\alpha-z_0|^2=r^2$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$|1-\bar\alpha z_0|^2-|\alpha-z_0|^2=1+|\alpha|^2|z_0|^2-|\alpha|^2-|z_0|^2=\left(1-|\alpha|^2\right)\left(1-|z_0|^2\right)$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verified by expanding.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$4r^2|\alpha|^2-r^2=\left(1-|\alpha|^2\right)\left(1-|z_0|^2\right)=\left(1-|\alpha|^2\right)\left(-\frac{r^2}{2}\right)$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$4|\alpha|^2-1=-\frac{1-|\alpha|^2}{2}\Rightarrow8|\alpha|^2-2=|\alpha|^2-1\Rightarrow|\alpha|^2=\frac17$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$|\alpha|=\frac1{\sqrt7}$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$\frac{1}{\sqrt7}$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complex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unit-disc identity behind Blaschke factors); it is 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inside or both outside the unit disc.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unit circle: same direction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modulus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eliminate cross terms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two circle equations, subtract them after matching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-factor (radical-axis idea).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complex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$|1-\bar ab|^2-|a-b|^2=\left(1-|a|^2\right)\left(1-|b|^2\right)$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unit-disc identity behind Blaschke factors); it is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inside or both outside the unit disc.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$\frac1{\bar\alpha}$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unit circle: same direction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$\frac1{|\alpha|}$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eliminate cross terms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$\alpha\bar z_0+\bar\alpha 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two circle equations, subtract them after matching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-factor (radical-axis idea).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+3 each (JEE Advanced default for matching)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[JEE-Adv.2014]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P. For each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there exists 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Q. There exists a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has no solution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in the set of complex numbers.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R.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equals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S.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equals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1. True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2. False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3.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4.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P-2, Q-1, R-3, S-4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P-2, Q-1, R-4, S-3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P-1, Q-2, R-3, S-4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P-2, Q-1, R-4, S-3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$z_k=\cos\left(\frac{2k\pi}{10}\right)+i\sin\left(\frac{2k\pi}{10}\right);\ k=1,2,\dots,9$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[JEE-Adv.2014]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P. For each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$z_k$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there exists a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$z_j$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$z_k\cdot z_j=1$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Q. There exists a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$k\in\{1,2,\dots,9\}$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$z_1\cdot z=z_k$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has no solution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in the set of complex numbers.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R.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$\frac{|1-z_1||1-z_2|\cdots|1-z_9|}{10}$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equals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S.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$1-\sum_{k=1}^{9}\cos\left(\frac{2k\pi}{10}\right)$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equals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1. True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2. False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3.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4.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P-2, Q-1, R-3, S-4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P-2, Q-1, R-4, S-3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P-1, Q-2, R-3, S-4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P-2, Q-1, R-4, S-3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unity: pairing, product and sum of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tenth roots of unity other than 1: pair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evaluate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factorisation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tenth roots of unity other than 1: 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$z_{10-k}$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evaluate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factorisation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$\frac{z^{10}-1}{z-1}=\prod(z-z_k)$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such 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$z_kz_j=1$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$z_j=z_{10-k}$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$z_kz_{10-k}=e^{i2\pi}=1$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$k\in\{1,\dots,9\}$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such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solution exists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False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the real parts of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$z_1\cdot z=z_k$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$z=z_{k-1}$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$k=2,\dots,9$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solution exists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False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$z_1,\dots,z_9$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$z^{10}=1$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$\frac{z^{10}-1}{z-1}=1+z+\dots+z^9=(z-z_1)(z-z_2)\cdots(z-z_9)$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$(1-z_1)(1-z_2)\cdots(1-z_9)=10$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$\frac{|1-z_1|\cdots|1-z_9|}{10}=\frac{10}{10}=1\to$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$\sum_{k=1}^9\cos\frac{2k\pi}{10}$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the real parts of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$z^{10}=1$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$1+z_1+z_2+\dots+z_9=0$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$\sum\mathrm{Re}(z_k)+1=0$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$1-(-1)=2\to$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So P-1, Q-2, R-3, S-4: option (C).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P-1, Q-2, R-3, S-4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trigonometry: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cosine sum, and evaluate the chord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exact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trigonometry: 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$\pi-\theta$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cosine sum, and evaluate the chord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$\prod2\sin\frac{k\pi}{10}$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exact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$\sin18^\circ,\sin36^\circ,\dots$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$\cos\frac{k\pi}{5}+\cos\frac{(5-k)\pi}{5}=\cos\theta+\cos(\pi-\theta)=0$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$6,\dots,9$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$4,\dots,1$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$\cos\frac{2(10-k)\pi}{10}=\cos\frac{2k\pi}{10}$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$\cos\pi=-1$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$\sum_{k=1}^9\cos\frac{2k\pi}{10}=2\cdot0+(-1)=-1$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$1-(-1)=2$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54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agrees with the roots-of-unity result.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$|1-z_k|=2\sin\frac{k\pi}{10}$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$\prod_{k=1}^{9}2\sin\frac{k\pi}{10}=2^9\left(\sin18^\circ\sin54^\circ\sin36^\circ\sin72^\circ\right)^2\sin90^\circ$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$\sin18^\circ\sin54^\circ=\frac{\sqrt5-1}{4}\cdot\frac{\sqrt5+1}{4}=\frac14$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$\sin36^\circ\sin72^\circ=\cos54^\circ\cos18^\circ=\frac12\left(\cos72^\circ+\cos36^\circ\right)=\frac{\sqrt5}{4}$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$=512\cdot\left(\frac14\cdot\frac{\sqrt5}{4}\right)^2=512\cdot\frac{5}{256}=10$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agrees with the roots-of-unity result.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P-1, Q-2, R-3, S-4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roots of unity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of all chords from one vertex of a regular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a root of unity is its conjugate: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roots of unity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$1,z_1,\dots,z_{n-1}$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$\prod_{k=1}^{n-1}(x-z_k)=1+x+\dots+x^{n-1}$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$\prod(1-z_k)=n$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$\prod_{k=1}^{n-1}2\sin\frac{k\pi}{n}=n$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of all chords from one vertex of a regular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$\sum_{k=0}^{n-1}z_k=0$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$\sum_{k=1}^{n-1}\cos\frac{2k\pi}{n}=-1$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$\sum_{k=1}^{n-1}\sin\frac{2k\pi}{n}=0$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$\cos120^\circ+\cos240^\circ=-1$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a root of unity is its conjugate: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$z_k^{-1}=\bar z_k=z_{n-k}$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columns: [JEE-Adv.2015]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if the magnitude of the projection vector of the vector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possible value(s)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real numbers such that the function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e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differentiable for all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Then possible value(s)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complex cube root of unity. If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possible value(s)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Let the harmonic mean of two positive real numbers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a positive real number such that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an arithmetic progression, then the value(s)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(Q)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(R)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(S)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(T)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columns: [JEE-Adv.2015]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In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$\mathbb{R}^2$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if the magnitude of the projection vector of the vector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$\alpha\hat i+\beta\hat j$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$\sqrt3\hat i+\hat j$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$\alpha=2+\sqrt3\beta$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possible value(s)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real numbers such that the function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$f(x)=\begin{cases}-3ax^2-2,&amp;x&lt;1\\ bx+a^2,&amp;x\ge1\end{cases}$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differentiable for all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Then possible value(s)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$\omega\neq1$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complex cube root of unity.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$\left(3-3\omega+2\omega^2\right)^{4n+3}+\left(2+3\omega-3\omega^2\right)^{4n+3}+\left(-3+2\omega+3\omega^2\right)^{4n+3}=0$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possible value(s)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Let the harmonic mean of two positive real numbers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a positive real number such that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$a,5,q,b$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an arithmetic progression, then the value(s)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$|q-a|$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(Q)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(R)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(S)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(T)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Projection of a vector, Differentiability of a piecewise function, Cube roots of unity: sums of powers, Harmonic mean and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(C) the three bases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vanishes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(C) the three bases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$a,\ a\omega,\ a\omega^2$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$a^{4n+3}\left(1+\omega^{4n+3}+\omega^{2(4n+3)}\right)$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vanishes unless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$3\mid 4n+3$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projection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magnitude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acc>
                              <m:accPr>
                                <m:chr m:val="̂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̂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acc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$\alpha\hat i+\beta\hat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$\sqrt3\hat i+\hat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magnitude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$\left|(\alpha\hat i+\beta\hat j)\cdot\frac{\sqrt3\hat i+\hat j}{2}\right|=\sqrt3$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$\sqrt3\alpha+\beta=\pm2\sqrt3$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Differentiability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$\beta=\frac{\alpha-2}{\sqrt3}$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$\sqrt3\alpha+\frac{\alpha-2}{\sqrt3}=\pm2\sqrt3\Rightarrow3\alpha+\alpha-2=\pm6\Rightarrow4\alpha=8$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$-3a-2=b+a^2$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Differentiability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$-3a-2=-6a+a^2\Rightarrow a^2-3a+2=0\Rightarrow a=1,2$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$a=3-3\omega+2\omega^2$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$a\omega=3\omega-3\omega^2+2\omega^3=2+3\omega-3\omega^2$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$a\omega^2=3\omega^2-3+2\omega=-3+2\omega+3\omega^2$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$a^{4n+3}\left[1+\omega^{4n+3}+\left(\omega^2\right)^{4n+3}\right]$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$a=1-5\omega\neq0$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multiple of 3,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multiple of 3. 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Q, S,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AP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positive,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$\omega^{4n+3}\neq1$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$4n+3$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multiple of 3,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multiple of 3.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Q, S,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$\frac{2ab}{a+b}=4$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$a,5,q,b$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AP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$2q=5+b$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$2\cdot5=a+q$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$q=10-a$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$b=2q-5=15-2a$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$2ab=4(a+b)\Rightarrow a(15-2a)=2a+2(15-2a)\Rightarrow2a^2-17a+30=0\Rightarrow 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positive,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$|q-a|=2$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(A)-P, Q; (B)-P, Q; (C)-P, Q, S, T; (D)-Q, 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AP by its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(D) and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in (A); both collapse to one-line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AP by its common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(D) and 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$\alpha=2+\sqrt3\beta$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in (A); both collapse to one-line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Let the AP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positive).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Let the AP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$a,5,q,b=5-d,\ 5,\ 5+d,\ 5+2d$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$q=5+d$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$b=5+2d$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$\mathrm{HM}=4$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$2ab=4(a+b)$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$(5-d)(5+2d)=2(10+d)$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$25+5d-2d^2=20+2d$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$2d^2-3d-5=0$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$|q-a|=|2d|=5$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$\frac52,5,\frac{15}{2},10$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$6,5,4,3$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positive).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agreeing with the main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$\alpha=2+\sqrt3\beta$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$\sqrt3\alpha+\beta=\pm2\sqrt3$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$2\sqrt3+3\beta+\beta=\pm2\sqrt3$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$\beta=0\Rightarrow\alpha=2$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$\beta=-\sqrt3\Rightarrow\alpha=-1$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agreeing with the main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(A)-P, Q; (B)-P, Q; (C)-P, Q, S, T; (D)-Q, 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vertices of an equilateral triangle centred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 Recognise a rotation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is differentiable at the join iff the pieces agree in value and in derivative: two equations for two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AP use the first term and common difference (or the middle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removes half the unknowns.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$z,\ z\omega,\ z\omega^2$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vertices of an equilateral triangle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$\sum_{k=0}^{2}(z\omega^k)^m=z^m\left(1+\omega^m+\omega^{2m}\right)$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$3z^m$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 Recognise a rotation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is differentiable at the join iff the pieces agree in value and in derivative: two equations for two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AP use the first term and common difference (or the middle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removes half the unknowns.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$\mathrm{HM}(a,b)=\frac{2ab}{a+b}$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$\mathrm{AM}\cdot\mathrm{HM}=\mathrm{GM}^2$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Integer Type(0 to 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integer type)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value of the expression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[JEE-Adv.2015]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$\alpha_k=\cos\left(\frac{k\pi}{7}\right)+i\sin\left(\frac{k\pi}{7}\right)$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value of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$\frac{\sum_{k=1}^{12}\left|\alpha_{k+1}-\alpha_k\right|}{\sum_{k=1}^{3}\left|\alpha_{4k-1}-\alpha_{4k-2}\right|}$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[JEE-Adv.2015]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1792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Chord lengths on the unit circle, Complex numbers as rotations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1792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Chord lengths on the unit circle, Complex numbers as rotations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Consecutive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differ by the same rotation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Consecutive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differ by the same rotation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$e^{i\pi/7}$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$|\alpha_{m+1}-\alpha_m|$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$\alpha_k=\cos\frac{2k\pi}{14}+i\sin\frac{2k\pi}{14}=e^{i\frac{2k\pi}{14}}=e^{ik\pi/7}$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$\left|\alpha_{k+1}-\alpha_k\right|=\left|e^{i(k+1)\pi/7}-e^{ik\pi/7}\right|=\left|e^{ik\pi/7}\right|\left|e^{i\pi/7}-1\right|=\left|e^{i\pi/7}-1\right|$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$\sum_{k=1}^{12}\left|\alpha_{k+1}-\alpha_k\right|=12\left|e^{i\pi/7}-1\right|$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$\left|\alpha_{4k-1}-\alpha_{4k-2}\right|=\left|e^{i(4k-1)\pi/7}-e^{i(4k-2)\pi/7}\right|=\left|e^{i\pi/7}-1\right|$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$3\left|e^{i\pi/7}-1\right|$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$\frac{12\left|e^{i\pi/7}-1\right|}{3\left|e^{i\pi/7}-1\right|}=\frac{12}{3}=4$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chords of equal arc have equal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vertices of a regular polygon (or a spiral on the unit circle); every difference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modulus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the number of terms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$\left|e^{ia}-e^{ib}\right|=2\left|\sin\frac{a-b}{2}\right|$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$|e^{i\theta}-1|=2\sin\frac\theta2$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$0\le\theta\le2\pi$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chords of equal arc have equal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$e^{ik\theta}$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vertices of a regular polygon (or a spiral on the unit circle); every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$\alpha_{k+m}-\alpha_k$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modulus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$|\alpha_{k+1}-\alpha_k|=2\sin\frac{\pi}{14}\approx0.445$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the number of terms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identity matrix of order 2. Then the total number of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[JEE-Adv.2016]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$z=\frac{-1+\sqrt3i}{2}$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$r,s\in\{1,2,3\}$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$P=\begin{pmatrix}(-z)^r&amp;z^{2s}\\ z^{2s}&amp;z^r\end{pmatrix}$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identity matrix of order 2. Then the total number of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[JEE-Adv.2016]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98467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Powers of cube roots of unity, Matrix multiplication of order 2 and matrix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98467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Powers of cube roots of unity, Matrix multiplication of order 2 and matrix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$P^2=-I$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Equating the off-diagonal entries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odd, and the diagonal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Equating the off-diagonal entries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odd, and the diagonal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$1+\omega^s+\omega^{2r}=0$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primitive cube root of unity,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the off-diagonal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needs the diagonal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primitive cube root of unity,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$P=\begin{pmatrix}(-\omega)^r&amp;\omega^{2s}\\ \omega^{2s}&amp;\omega^r\end{pmatrix}$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$P^2=\begin{pmatrix}(-\omega)^{2r}+\omega^{4s}&amp;\omega^{2s}\left[(-\omega)^r+\omega^r\right]\\ \omega^{2s}\left[(-\omega)^r+\omega^r\right]&amp;\omega^{4s}+\omega^{2r}\end{pmatrix}$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the off-diagonal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$\omega^{2s}\omega^r\left[(-1)^r+1\right]=0\Rightarrow(-1)^r=-1\Rightarrow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needs the diagonal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$\omega^{2r}+\omega^{4s}=-1$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$\omega^{4s}=\omega^s$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$1+\omega^s+\omega^{2r}=0$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cube roots of unity holds only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ordered pairs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$1+u+v=0$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cube roots of unity holds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$\{u,v\}=\{\omega,\omega^2\}$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$3\nmid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$3\nmid 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$\omega^s\neq\omega^{2r}$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$\omega^{2r}=\omega^2$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$\omega^s=\omega$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$(r,s)=(1,1)$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ordered pairs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matrix has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by the Cayley-Hamilton theorem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odd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matrix has trace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by the Cayley-Hamilton theorem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$P^2=-\det(P)\,I$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condition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P=1$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off-diagonal entries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non-zero,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$(-\omega)^r+\omega^r=2\omega^r\neq0$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off-diagonal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non-zero,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$P^2\neq-I$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$(-\omega)^r=-\omega^r$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$P=\begin{pmatrix}-\omega^r&amp;\omega^{2s}\\ \omega^{2s}&amp;\omega^r\end{pmatrix}$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$P^2-(\mathrm{tr}P)P+(\det P)I=0\Rightarrow P^2=-(\det P)\,I$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$P^2=-I\iff\det 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modulus 2).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only pair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answer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P=-\omega^{2r}-\omega^{4s}=1\iff\omega^{2r}+\omega^{4s}=-1$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$1+\omega^{4s}=-1$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$|\omega^{4s}|=1$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modulus 2).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$\omega^2+\omega^{4s}=-1=\omega+\omega^2\Rightarrow\omega^{s}=\omega\Rightarrow 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only pair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of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(Cayley-Hamilton).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multiplication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cube roots of unity,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separate the sign from the power before multiplying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of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$P^2=-\det(P)\,I$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(Cayley-Hamilton).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P=\mp1$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multiplication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cube roots of unity,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$1+u+v=0$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$\{u,v\}=\{\omega,\omega^2\}$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$m\bmod3$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$(-\omega)^r=(-1)^r\omega^r$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separate the sign from the power before multiplying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one-or-more-correct)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7004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[JEE-Adv.2016]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circle with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circle with 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7004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$S=\left\{z\in\mathbb{C}:z=\frac{1}{a+ibt},\ t\in\mathbb{R},\ t\neq0\right\}$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[JEE-Adv.2016]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circle 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$\left(\frac1{2a},0\right)$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$a&gt;0,\ b\neq0$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circle 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$\left(-\frac1{2a},0\right)$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$a&lt;0,\ b\neq0$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$a\neq0,\ b=0$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$a=0,\ b\neq0$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in the Argand plane (circle and axes), Elimination of a parameter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eliminates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$\frac1{a+ibt}$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$x^2+y^2=\frac{x}{a}$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eliminates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$x+iy=\frac{1}{a+ibt}=\frac{a-ibt}{a^2+b^2t^2}$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$x=\frac{a}{a^2+b^2t^2}$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$y=\frac{-bt}{a^2+b^2t^2}$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the circle with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radius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$x=\frac1a,\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 lies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 y=\frac{-1}{bt}$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 lies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$a\neq0,\ 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$x^2+y^2=\frac{a^2+b^2t^2}{\left(a^2+b^2t^2\right)^2}=\frac{1}{a^2+b^2t^2}=\frac{x}{a}$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$x^2+y^2-\frac{x}{a}=0$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$\left(\frac{1}{2a},0\right)$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$\left|\frac1{2a}\right|$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$\left(\frac1{2a},0\right)$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(negative), not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stated: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$\left(\frac{1}{2a},0\right)$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(negative),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$\left(-\frac1{2a},0\right)$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stated: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vertical line: inversion maps a line not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$z=\frac1w$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$w=a+ibt$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vertical line: inversion maps a line not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circle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the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minus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just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pass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inverse is a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on the real axis. The point of the line nearest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maps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far end of a diameter.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$z=\frac1w$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$w=a+ibt$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$\mathrm{Re}\,w=a$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minus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just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$a\neq0,\ 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$\mathrm{Re}\,w=a$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pass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inverse is a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on the real axis. The point of the line nearest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maps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far end of a diameter.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circle has diameter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(A);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negative, so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point on the real axis: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imaginary axis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again on the imaginary axis: (D). So (A),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circle has diameter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$\left|\frac{1}{2a}\right|$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(A);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negative, so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$b=0,\ 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point on the real axis: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$a=0,\ 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$w=ibt$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imaginary axis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$z=\frac{-i}{bt}$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again on the imaginary axis: (D). So (A),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line not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diameter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on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a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locus check: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verify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eliminate a real parameter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 for a combination such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a simple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$w\mapsto\frac1w$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line not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on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locus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$\left|z-\frac1{2a}\right|^2=\frac1{4a^2}\iff x^2+y^2=\frac xa$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verify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$z=\frac{1}{a+ib}$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$|z|^2=\frac1{a^2+b^2}=\frac{\mathrm{Re}\,z}{a}$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eliminate a real parameter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$x(t),y(t)$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 for a combination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a simple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is(are) possible value(s)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 [JEE-Adv.2017]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$\mathrm{Im}\left(\frac{az+b}{z+1}\right)=y$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is(are) possible value(s)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 [JEE-Adv.2017]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$-1+\sqrt{1-y^2}$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$-1-\sqrt{1-y^2}$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Real and imaginary parts of a Möbius expression, Circle in the Argand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imaginary part collapses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imaginary part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$\frac{(a-b)\,y}{|z+1|^2}$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$a-b=1$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condition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$|z+1|^2=1$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the conjugate of the denominator: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 of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$\mathrm{Im}\left(\frac{a(x+iy)+b}{x+iy+1}\right)=y$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the conjugate of the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$\mathrm{Im}\left(\frac{\left[(ax+b)+iay\right]\left[(x+1)-iy\right]}{(x+1)^2+y^2}\right)=y$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 of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$ay(x+1)-y(ax+b)=y(a-b)$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$\frac{ay(x+1)-y(ax+b)}{(x+1)^2+y^2}=y$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$a-b=(x+1)^2+y^2$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possible values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options (B)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$1=(x+1)^2+y^2$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$(x+1)^2=1-y^2$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$x+1=\pm\sqrt{1-y^2}$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$x=-1\pm\sqrt{1-y^2}$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$0&lt;|y|\le1$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possible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$-1+\sqrt{1-y^2}$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$-1-\sqrt{1-y^2}$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options (B)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$\frac{az+b}{z+1}=a-\frac{a-b}{z+1}=a-\frac1{z+1}$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$\mathrm{Im}\left(\frac1w\right)=-\frac{\mathrm{Im}\,w}{|w|^2}$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$az+b=a(z+1)-(a-b)=a(z+1)-1$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$\frac{az+b}{z+1}=a-\frac{1}{z+1}$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$\mathrm{Im}\left(\frac{az+b}{z+1}\right)=-\mathrm{Im}\left(\frac{1}{z+1}\right)$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$w=z+1=(x+1)+iy$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$\mathrm{Im}\frac1w=\frac{-y}{|w|^2}$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$\frac{y}{(x+1)^2+y^2}=y$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of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options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of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$x=-1\pm\sqrt{1-y^2}$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options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a Möbius expression into a constant plus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𝑙𝑖𝑛𝑒𝑎𝑟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taking real or imaginary parts.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keep the domain: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options with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never be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$\frac{az+b}{cz+d}=\frac ac-\frac{ad-bc}{c(cz+d)}$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a Möbius expression into a constant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$\frac{k}{\text{linear}}$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taking real or imaginary parts.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$\mathrm{Im}\frac1w=-\frac{\mathrm{Im}\,w}{|w|^2}$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$\mathrm{Re}\frac1w=\frac{\mathrm{Re}\,w}{|w|^2}$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keep the domain: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$x=-1\pm\sqrt{1-y^2}$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options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never be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9430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non-zero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principal argument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statement(s) is (are) FALSE? [JEE-Adv.2018]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continuous at all points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any two non-zero complex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any three given distinct complex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locus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straight line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9430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non-zero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principal argument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$-\pi&lt;\arg(z)\le\pi$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statement(s) is (are) FALSE? [JEE-Adv.2018]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$\arg(-1-i)=\frac\pi4$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$f:\mathbb{R}\to(-\pi,\pi]$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$f(t)=\arg(-1+it)$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continuous at all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any two non-zero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$\arg\left(\frac{z_1}{z_2}\right)-\arg(z_1)+\arg(z_2)$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any three given distinct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locus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$\arg\left(\frac{(z-z_1)(z_2-z_3)}{(z-z_3)(z_2-z_1)}\right)=\pi$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straight line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Principal argument of a complex number: continuity and properties, Locus from the argument of a cross-ratio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jump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across the negative real axis, and a real-negative cross-ratio describes a circle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not a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$\arg$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jump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across the negative real axis, and a real-negative cross-ratio describes a circle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$z_1,z_2,z_3$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not a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third quadrant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(A)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third quadrant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$\arg(-1-i)=-\frac{3\pi}{4}\neq\frac\pi4$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(A)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principal value is brought back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the cross-ratio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negative real number,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arc opposite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chord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$f(t)=\arg(-1+it)=\pi-\tan^{-1}t$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$-\left(\pi+\tan^{-1}t\right)$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$\lim_{t\to0^+}f(t)=\pi$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$\lim_{t\to0^-}f(t)=-\pi$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$\arg\left(\frac{z_1}{z_2}\right)=\arg z_1-\arg z_2+2n\pi$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principal value is brought back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$\arg\left(\frac{z_1}{z_2}\right)-\arg z_1+\arg z_2=2n\pi$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$\arg\frac{(z-z_1)(z_2-z_3)}{(z-z_3)(z_2-z_1)}=\pi$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the cross-ratio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$z,z_1,z_2,z_3$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negative real number,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$z_1,z_2,z_3$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arc 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non-collinear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an arc of a circle, not a straight line: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false statements are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non-collinear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$z_1,z_2,z_3$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an arc of a circle, not a straight line: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false statements are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Geometric view: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branch cut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cross-ratio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Möbius map.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Geometric view: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$\arg$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branch cut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cross-ratio map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$z\mapsto\frac{(z-z_1)(z_2-z_3)}{(z-z_3)(z_2-z_1)}$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Möbius map.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up the vertical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crosses the negative real axis (the branch cut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from below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above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Möbius map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$-1+it$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up the vertical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crosses the negative real axis (the branch cut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from below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$\arg\to-\pi$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above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$\arg\to\pi$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$M(z)=\frac{(z-z_1)(z_2-z_3)}{(z-z_3)(z_2-z_1)}$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Möbius map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$M(z_1)=0,\ M(z_2)=1,\ M(z_3)=\infty$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Möbius maps send lines and circles to lines and circles; the real axis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pre-image is the circle (or line, if collinear)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picks the negative real axis, i.e. the part of that circle not containing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an arc of a circle for non-collinear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(B) and (D) are false; (A) is false by direct computation, giving (A, B,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Möbius maps send lines and circles to lines and circles; the real axis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pre-image is the circle (or line, if collinear)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$z_1,z_2,z_3$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M(z)=\pi$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picks the negative real axis, i.e. the part of that circle not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an arc of a circle for non-collinear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$z_1,z_2,z_3$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(B) and (D) are false; (A) is false by direct computation, giving (A, B,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principal values may differ by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never by anything else.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principal argument is discontinuous exactly on the negative real axis (jump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Cross-ratio: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arc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whole circle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the line if they are collinear).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Beware 'for any three given' statements: a locus claimed to be a line is false unless the points are collinear.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$\arg(z_1z_2)\equiv\arg z_1+\arg 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$\arg\frac{z_1}{z_2}\equiv\arg z_1-\arg z_2\pmod{2\pi}$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principal values may differ by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never by anything else.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principal argument is discontinuous exactly on the negative real axis (jump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$t\mapsto\arg(-1+it)$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Cross-ratio: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$\arg\frac{(z-z_1)(z_2-z_3)}{(z-z_3)(z_2-z_1)}$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arc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whole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$z_1,z_2,z_3$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the line if they are collinear).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Beware 'for any three given' statements: a locus claimed to be a line is false unless the points are collinear.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non-zero complex numbers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statement(s) is (are) TRUE? [JEE-Adv.2018]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element,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more than one element,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elements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$s,t,r$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non-zero complex numbers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$x,y\in\mathbb{R},\ 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$sz+t\bar z+r=0$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z=x-iy$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statement(s) is (are) TRUE? [JEE-Adv.2018]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element,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$|s|\neq|t|$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$|s|=|t|$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$L\cap\{z:|z-1+i|=5\}$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more than one element,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elements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solutions, Line and circle intersection in the Argand plane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solutions, Line and circle intersection in the Argand plane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conjugate form a linear system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unique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$sz+t\bar z+r=0$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conjugate form a linear system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$(z,\bar z)$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determinant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$|s|^2-|t|^2$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unique solution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$|s|\neq|t|$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 Taking the conjugate: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$sz+t\bar z+r=0$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 Taking the conjugate: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s\bar z+\bar tz+\bar 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(1)+(2):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</m:d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acc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(1)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</m:d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acc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two equations are the two real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and imaginary parts of (1)).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requires the coefficient ratios to differ: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simplifying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element,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lines have equal slopes (are parallel or coincide)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(1)+(2):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$\left(t+\bar s\right)\bar z+\left(s+\bar t\right)z+\left(r+\bar r\right)=0$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(1)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$\left(t-\bar s\right)\bar z+\left(s-\bar t\right)z+\left(r-\bar r\right)=0$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two equations are the two real linear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and imaginary parts of (1)).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requires the coefficient ratios to differ: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$\frac{t+\bar s}{t-\bar s}\neq\frac{s+\bar t}{s-\bar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simplifying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$|t|\neq|s|$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element,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$|s|\neq|t|$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$(t+\bar s)(s-\bar t)-(s+\bar t)(t-\bar s)=2\left(|s|^2-|t|^2\right)$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lines have equal slopes (are parallel or coincide)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$|s|=|t|$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lines are parallel: they either coincide (infinitely many solutions) or do not meet (no solution).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empty and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line (or a single point or empty), its intersection with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more than one element then the two lines coincide,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whole line with infinitely many elements: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$|s|=|t|$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lines are parallel: they either coincide (infinitely many solutions) or do not meet (no solution).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empty and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line (or a single point or empty), its intersection with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$|z-1+i|=5$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more than one element then the two lines coincide,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whole line with infinitely many elements: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real-linear map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either a point, a line, or nothing.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$z\mapsto sz+t\bar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real-linear map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$\mathbb{R}^2$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determinant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$|s|^2-|t|^2$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solutions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$T(z)=-r$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either a point, a line, or nothing.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-linear 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≅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Multiplication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solution. So exactly one element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$T(z)=sz+t\bar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-linear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$\mathbb{R}^2\cong\mathbb{C}$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Multiplication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$z\mapsto\bar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$z\mapsto t\bar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$-|t|^2$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$|s|^2-|t|^2$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$s=1,t=1$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$T(x+iy)=2x$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$s=2,t=1$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$T(z)=2z+\bar z=3x+iy$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$3=4-1$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T\neq0$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$T(z)=-r$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solution. So exactly one element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$|s|\neq|t|$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either no solution or a whole line (a translate of the kernel line).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give infinitely many: (B)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every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empty, a point or a line, so it meets a circle in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points: (C). More than one solution means the line case, hence infinitely many: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$s,t\neq0$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$T(z)=-r$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either no solution or a whole line (a translate of the kernel line).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$|s|=|t|$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give infinitely many: (B)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every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empty, a point or a line, so it meets a circle in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points: (C). More than one solution means the line case, hence infinitely many: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a unique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 line or empty.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single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linear represents a line (e.g.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is a line), the intersection of such a line with a circle has at most two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-linear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(rotation-scaling minus reflection-scaling parts).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$sz+t\bar z=c$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$s,t\neq0$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a unique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$|s|\neq|t|$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$z=\frac{\bar sc-t\bar c}{|s|^2-|t|^2}$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$|s|=|t|$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 line or empty.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single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$z,\bar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linear represents a line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az+a\bar z+b=0$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is a line), the intersection of such a line with a circle has at most two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-linear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$z\mapsto sz+t\bar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$|s|^2-|t|^2$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(rotation-scaling minus reflection-scaling parts).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single-correct)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complex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complex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 of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principal argument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[JEE-Adv.2019]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$|z-2+i|\ge\sqrt5$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$\frac{1}{|z_0-1|}$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 of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$\left\{\frac1{|z-1|}:z\in S\right\}$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principal argument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$\frac{4-z_0-\bar z_0}{z_0-\bar z_0+2i}$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[JEE-Adv.2019]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Region outside a circle in the Argand plane: nearest point, Principal argument of a complex expression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Maximising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minimising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inside the circle, the nearest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 the circle along the ray from the centre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Maximising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$\frac1{|z-1|}$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minimising the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inside the circle, the nearest 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 the circle along the ray from the centre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nearest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exterior (with boundary) of the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$\frac{1}{|z-1|}$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nearest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exterior (with boundary) of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$|1-C|=\sqrt{1+1}=\sqrt2&lt;\sqrt5$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point of the exterior to an interior point is the point where the ray from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positive real number.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point of the exterior to an interior point is the point where the ray from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$z_0=C+\sqrt5\cdot\frac{1-C}{|1-C|}$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$1-C=-1+i$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$|1-C|=\sqrt2$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$z_0=(2-i)+\sqrt{\tfrac52}(-1+i)$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$x_0=2-\sqrt{\tfrac52}$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$y_0=-1+\sqrt{\tfrac52}$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$4-z_0-\bar z_0=4-2x_0=2\sqrt{\tfrac52}=\sqrt{10}$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positive real number.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principal argument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$z_0-\bar z_0+2i=2iy_0+2i=2i(y_0+1)=2i\sqrt{\tfrac52}=i\sqrt{10}$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$\frac{\sqrt{10}}{i\sqrt{10}}=\frac1i=-i$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principal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$-\frac\pi2$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triangle inequality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positive multiple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evaluate the expression without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triangle inequality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$|z-1|\ge|z-C|-|C-1|\ge\sqrt5-\sqrt2$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$z_0-C$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positive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evaluate the expression without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same direction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$|z-1|\ge|z-C|-|1-C|\ge\sqrt5-\sqrt2$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same direction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$1-C=-1+i$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$z_0-C=\lambda(-1+i)$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$\lambda\sqrt2=\sqrt5$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$x_0=2-\lambda$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$y_0=-1+\lambda$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$2-x_0=\lambda=y_0+1$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principal argument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B), independent of the actual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$\frac{4-z_0-\bar z_0}{z_0-\bar z_0+2i}=\frac{2(2-x_0)}{2i(y_0+1)}=\frac{2\lambda}{2i\lambda}=-i$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principal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B), independent of the actual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$-\frac\pi2$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Nearest point of the exterior of a circle to an interior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 where the ray from the centre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(distance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farthest point of the disc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opposite ray.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𝑟𝑒𝑎𝑙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𝑖𝑚𝑎𝑔𝑖𝑛𝑎𝑟𝑦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expressions are purely imaginary: their argument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sign comes from the sign of the real ratio.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inequality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distance bounds with equality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Nearest point of the exterior of a circle to an interior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 where the ray from the centre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(distance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$r-|PC|$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farthest point of the disc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opposite ray.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$z+\bar z=2x$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$z-\bar z=2iy$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$\frac{\text{real}}{\text{imaginary}\cdot 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expressions are purely imaginary: their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sign comes from the sign of the real ratio.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$|z-P|\ge|z-C|-|C-P|$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distance bounds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numerical type)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cube root of unity. Then the minimum of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𝑑𝑖𝑠𝑡𝑖𝑛𝑐𝑡 𝑛𝑜𝑛-𝑧𝑒𝑟𝑜 𝑖𝑛𝑡𝑒𝑔𝑒𝑟𝑠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 [JEE-Adv.2019]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cube root of unity. Then the minimum of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$\left\{|a+b\omega+c\omega^2|^2:\ a,b,c\ \text{distinct non-zero integers}\right\}$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 [JEE-Adv.2019]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Cube roots of unity: modulus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Minimisation over integers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Cube roots of unity: modulus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$a+b\omega+c\omega^2$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Minimisation over integers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the spread of three distinct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$|a+b\omega+c\omega^2|^2=\frac12\left[(a-b)^2+(b-c)^2+(c-a)^2\right]$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the spread of three distinct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(conjugate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$|a+b\omega+c\omega^2|^2=\left(a+b\omega+c\omega^2\right)\left(a+b\omega^2+c\omega\right)$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(conjugate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$=a^2+b^2+c^2-ab-bc-ca$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$=\frac12\left[(a-b)^2+(b-c)^2+(c-a)^2\right]$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distinct integers every difference is a non-zero integer.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at least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for three consecutive non-zero integers: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distinct integers every difference is a non-zero integer.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$a&lt;b&lt;c$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$(a-b)^2\ge1$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$(b-c)^2\ge1$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$(c-a)^2=\left((c-b)+(b-a)\right)^2\ge4$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$\frac12(1+1+4)=3$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for three consecutive non-zero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$a=1,b=2,c=3$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$\frac12(1+1+4)=3$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Eisenstein norm.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$a+b\omega+c\omega^2=(a-c)+(b-c)\omega$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$|u+v\omega|^2=u^2-uv+v^2$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Eisenstein norm.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distinct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$a+b\omega+c\omega^2=(a-c)+(b-c)\omega$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$\omega^2=-1-\omega$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$u=a-c,\ v=b-c$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distinct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$u\neq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$|u+v\omega|^2=u^2-uv+v^2=\left(u-\frac v2\right)^2+\frac{3v^2}{4}$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$|v|\ge2$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$|v|=1$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$u^2-u+1$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$u\neq0,1$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example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agreement with the main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$(u,v)=(-1,1)$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$a=c-1,\ b=c+1$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$(a,b,c)=(1,3,2)$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agreement with the main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depends only on differences (adding the same number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three distinct integers have gaps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Eisenstein integers: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$|a+b\omega+c\omega^2|^2=a^2+b^2+c^2-ab-bc-ca=\frac12\sum(a-b)^2$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depends only on differences (adding the same number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$k(1+\omega+\omega^2)=0$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three distinct integers have gaps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Eisenstein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$|u+v\omega|^2=u^2-uv+v^2$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$0,1,3,4,7,\dots$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$u,v\in\{0,\pm1,\pm2\}$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one-or-more-correct)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complex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is/are TRUE? [JEE-(Adv)2020]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four elements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$\left|z^2+z+1\right|=1$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is/are TRUE? [JEE-(Adv)2020]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$\left|z+\frac12\right|\le\frac12$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 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 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$\left|z+\frac12\right|\ge\frac12$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 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four elements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Complex numbers satisfying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modulus bounds, Triangle inequality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Complex numbers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$|z^2+z+1|=1$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modulus bounds, Triangle inequality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Completing the square,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bounds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Completing the square,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$z^2+z+1=\left(z+\frac12\right)^2+\frac34$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$|w^2+\frac34|=1$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bounds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$|w|$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$\frac{\sqrt7}{2}$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$\left|z^2+z+1\right|=1$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$z^2+z+1=e^{i\theta}$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always: (C) is true. The upper end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$z=\frac{-1\pm\sqrt{4e^{i\theta}-3}}{2}$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$z+\frac12=\pm\frac12\sqrt{(4\cos\theta-3)+(4\sin\theta)i}$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$\left|z+\frac12\right|=\frac12\left[(4\cos\theta-3)^2+(4\sin\theta)^2\right]^{1/4}=\frac12(25-24\cos\theta)^{1/4}$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$25-24\cos\theta\in[1,49]$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$\left|z+\frac12\right|\in\left[\frac12,\frac{\sqrt7}{2}\right]$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$\left|z+\frac12\right|\ge\frac12$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always: (C) is true. The upper 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$\frac{\sqrt7}{2}&gt;\frac12$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$\left|z+\frac12\right|\le\frac12$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inequality),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continuously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infinitely many different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infinite, not four points: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$|2z|=\left|(2z+1)-1\right|\le|2z+1|+1\le\sqrt7+1$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inequality),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$|z|\le\frac{1+\sqrt7}{2}\approx1.82\le2$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continuously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infinitely many different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infinite, not four points: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condition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triangle inequality bounds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$w=z+\frac12$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condition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$\left|w^2+\frac34\right|=1$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triangle inequality bounds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$|w|^2$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$z^2+z+1=\left(z+\frac12\right)^2+\frac34=w^2+\frac34$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$w=z+\frac12$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$\left|w^2+\frac34\right|=1$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$|w^2|=\left|\left(w^2+\frac34\right)-\frac34\right|\ge1-\frac34=\frac14$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$|w^2|\le\left|w^2+\frac34\right|+\frac34=\frac74$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$|w|\le\frac{\sqrt7}{2}$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$|z|\le|w|+\frac12\le\frac{1+\sqrt7}{2}&lt;2$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fails: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fails: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closed curve (a Cassini-type oval), containing infinitely many points. So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fails: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$w^2=-\frac74$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$\left|-\frac74+\frac34\right|=1$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$|w|=\frac{\sqrt7}{2}&gt;\frac12$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$z=-\frac12\pm\frac{\sqrt7}{2}i$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fails: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$\left|w^2+\frac34\right|=1$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closed curve (a Cassini-type oval), containing infinitely many points. So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centre a quadratic: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Conditions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triangle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locus given by one real equation in the plane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curve, normally an infinite set; do not count roots unless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the minimum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centre a quadratic: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$z^2+z+1=\left(z+\frac12\right)^2+\frac34$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Conditions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$|w^2+c|=k$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$|k-|c||\le|w|^2\le k+|c|$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triangle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locus given by one real equation in the plane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$|f(z)|=1$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curve, normally an infinite set; do not count roots unless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$f(z)=$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$\left|z+\frac12\right|=\frac12$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the minimum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numerical type)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real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complex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possible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 [JEE-(Adv)2020]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real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$z^4-|z|^4=4iz^2$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possible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 [JEE-(Adv)2020]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Argand plane: rectangular hyperbola, Minimum distance between the branches of a hyperbola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$z^2-\bar 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Argand plane: rectangular hyperbola, Minimum distance between the branches of a hyperbola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reduces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problem is the distance between the two branches of a rectangular hyperbola.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$z^2-\bar z^2=4i$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problem is the distance between the two branches of a rectangular hyperbola.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(1)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rectangular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branches in the first and third quadrants.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$z^4-|z|^4=4iz^2$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$|z|^4=z^2\bar 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$z^2-\bar z^2=4i$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$(z+\bar z)(z-\bar z)=4i$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$z+\bar z=2x$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$z-\bar z=2iy$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(1)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$4ixy=4i$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$S\setminus\{0\}$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rectangular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branches in the first and third quadrants.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on the first-quadrant branch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 the third-quadrant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distance between the two branches is the length of the transverse axis, between the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on the first-quadrant branch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 the third-quadrant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distance between the two branches is the length of the transverse axis, between the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$|z_1-z_2|_{\min}=2\sqrt2$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$|z_1-z_2|^2_{\min}=8$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bound the squared distance by AM-GM.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$z_1=\left(p,\frac1p\right)$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$z_2=\left(-q,-\frac1q\right)$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bound the squared distance by AM-GM.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$z_1=p+\frac ip$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$z_2=-q-\frac iq$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$|z_1-z_2|^2=(p+q)^2+\left(\frac1p+\frac1q\right)^2=(p+q)^2+\frac{(p+q)^2}{p^2q^2}$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$(p+q)^2\ge4pq$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$|z_1-z_2|^2\ge4pq+\frac{4pq}{p^2q^2}=4\left(pq+\frac{1}{pq}\right)$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$pq+\frac1{pq}\ge2$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$|z_1-z_2|^2\ge8$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rectangular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vertices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distance between branches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an equation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legal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excluded: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excludes it).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$z^2-\bar z^2=4ixy$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$z^2+\bar z^2=2(x^2-y^2)$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$\mathrm{Im}(z^2)=2xy$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$\mathrm{Re}(z^2)=x^2-y^2$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$\mathrm{Im}(z^2)=c$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rectangular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$\pm(k,k)$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distance between branches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$2\sqrt2\,k$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an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legal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excluded: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excludes it).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one-or-more-correct)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 such that for all complex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TRUE? [JEE-(Adv)2021]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$w=c+id$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$\arg(w)\in(-\pi,\pi]$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 such that for all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$\arg\left(\frac{z+\alpha}{z+\beta}\right)=\frac\pi4$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$x^2+y^2+5x-3y+4=0$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TRUE? [JEE-(Adv)2021]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Argument condition giving a circle through points on the real axis, Inverse tangent difference formula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compare with the given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$\arg(z+\alpha)-\arg(z+\beta)=\frac\pi4$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$x^2+y^2+(\alpha+\beta)x+(\alpha-\beta)y+\alpha\beta=0$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compare with the given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real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 both points on the real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$\arg\left(\frac{z+\alpha}{z+\beta}\right)=\frac\pi4\Rightarrow\arg(z+\alpha)-\arg(z+\beta)=\frac\pi4$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 both points on the real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$\arg(x+\alpha+iy)-\arg(x+\beta+iy)=\frac\pi4\Rightarrow\tan^{-1}\frac{y}{\alpha+x}-\tan^{-1}\frac{y}{\beta+x}=\frac\pi4$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$\frac{\frac{y}{\alpha+x}-\frac{y}{\beta+x}}{1+\frac{y}{\alpha+x}\cdot\frac{y}{\beta+x}}=\tan\frac\pi4=1$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locus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true; (A) and (C) are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$\times(\alpha+x)(\beta+x)$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$\frac{y(\beta+x)-y(\alpha+x)}{(\alpha+x)(\beta+x)+y^2}=1\Rightarrow\beta y-\alpha y=\alpha\beta+x(\alpha+\beta)+x^2+y^2$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$x^2+y^2+x(\alpha+\beta)+y(\alpha-\beta)+\alpha\beta=0$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$x^2+y^2+5x-3y+4=0$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 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true; (A) and (C) are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Inscribed-angle view: a constant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subtended by the chord joining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circle through those two points, which are found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given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Inscribed-angle view: a constant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subtended by the chord joining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$(-\alpha,0)$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$(-\beta,0)$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circle through those two points, which are found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given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real axis; constant angle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a circular arc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circle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$\arg\frac{z+\alpha}{z+\beta}$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real axis; constant angle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a circular arc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$(-\beta,0)$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circle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$x^2+5x+4=0$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$\{-\alpha,-\beta\}=\{-1,-4\}$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Orientation: the circle has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axis,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upper arc.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axis, a point further to the right sees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larger direction angle,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the inscribed angle: the chord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are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Orientation: the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$\left(-\frac52,\frac32\right)$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upper arc.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axis, a point further to the right sees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larger direction angle,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$\arg(z+\alpha)&gt;\arg(z+\beta)$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$-\alpha&gt;-\beta$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$-\alpha=-1,\ -\beta=-4$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 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the inscribed angle: the chord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$R=\frac{3}{\sqrt2}$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$2R\sin\frac\pi4=3$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are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an arc of a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segment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rest of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circle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the intercepts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𝑐𝑜𝑒𝑓𝑓𝑖𝑐𝑖𝑒𝑛𝑡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is the constant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locus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$\arg\frac{z-a}{z-b}=\theta$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an arc of a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segment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rest of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$(p,0),(q,0)$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$x^2+y^2-(p+q)x+ky+pq=0$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the intercepts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$-(\text{coefficient of }x)$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is the constant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$\arg\frac{z+\alpha}{z+\beta}=\frac\pi4$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$x^2+y^2+(\alpha+\beta)x+(\alpha-\beta)y+\alpha\beta=0$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single-correct)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valued angles (in radian)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the complex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statements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below:\n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\nThen: [JEE(Adv.)2021]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FALSE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$\theta_1,\theta_2,\dots,\theta_{10}$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valued angles (in radian)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$\theta_1+\theta_2+\dots+\theta_{10}=2\pi$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the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$z_1=e^{i\theta_1}$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$z_k=z_{k-1}e^{i\theta_k}$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$k=2,3,\dots,10$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statements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below:\n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$P:\ |z_2-z_1|+|z_3-z_2|+\dots+|z_{10}-z_9|+|z_1-z_{10}|\le2\pi$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$Q:\ \left|z_2^2-z_1^2\right|+\left|z_3^2-z_2^2\right|+\dots+\left|z_{10}^2-z_9^2\right|+\left|z_1^2-z_{10}^2\right|\le4\pi$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\nThen: [JEE(Adv.)2021]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FALSE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Chords of the unit circle: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Inequalities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Chords of the unit circle: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Inequalities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$|\sin\theta|\le\theta$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547872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 is a chord of the unit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547872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 is a chord of the unit circle: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$|z_k-z_{k-1}|=2\sin\frac{\theta_k}{2}$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$\left|z_k^2-z_{k-1}^2\right|=2|\sin\theta_k|$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$\theta_1+\dots+\theta_{10}=2\pi$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$z_k=e^{i(\theta_1+\dots+\theta_k)}$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$z_{10}=e^{2\pi i}=1$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concave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is largest when all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$|z_k-z_{k-1}|=|z_{k-1}|\left|e^{i\theta_k}-1\right|=\left|e^{i\theta_k}-1\right|=2\sin\frac{\theta_k}{2}$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$k=2,\dots,10$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$|z_1-z_{10}|=\left|e^{i\theta_1}-1\right|=2\sin\frac{\theta_1}{2}$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$\left|z_k^2-z_{k-1}^2\right|=|z_{k-1}|^2\left|e^{2i\theta_k}-1\right|=2|\sin\theta_k|$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$\left|z_1^2-z_{10}^2\right|=2|\sin\theta_1|$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$=\sum_{k=1}^{10}2\sin\frac{\theta_k}{2}$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concave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is largest when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$\theta_k=\frac{2\pi}{10}$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$_{\max}=10\cdot2\sin\frac{\pi}{10}=20\sin18^\circ=5(\sqrt5-1)\approx6.18&lt;2\pi\approx6.28$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true: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$=\sum_{k=1}^{10}2|\sin\theta_k|$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$|\sin\theta|\le\theta$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$\le2\sum\theta_k=4\pi$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true: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both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TRUE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both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TRUE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is shorter than its arc: the sums are perimeters of inscribed polygons, bounded by the arc length travelled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is shorter than its arc: the sums are perimeters of inscribed polygons, bounded by the arc length travelled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$z_k^2$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unit circle in this order and the arcs between consecutive points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(once around).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chord is at most its arc: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Adding: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sum is the perimeter of an inscribed polygon,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$z_1,z_2,\dots,z_{10},z_1$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unit circle in this order and the arcs between consecutive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$\theta_2,\dots,\theta_{10}$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(once around).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chord is at most its arc: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$|z_k-z_{k-1}|=2\sin\frac{\theta_k}{2}\le\theta_k$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sum is the perimeter of an inscribed polygon,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 on the unit circle and move by arcs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 around). Each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both statements are true (option C), with no maximisation or concavity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 on the unit circle and move by arcs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 around). Each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$|z_k^2-z_{k-1}^2|=2|\sin\theta_k|\le2\theta_k$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$\le2\sum\theta_k=4\pi$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both statements are true (option C), with no maximisation or concavity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both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TRUE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both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TRUE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the unit circle subtending an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polygon inscribed in the unit circle has perimeter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(strictly less unless it degenerates).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doubles arcs: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Jensen: for concave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concavity on the whole range first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concave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all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11.76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random splits gave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the unit circle subtending an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$2\sin\frac\theta2\le\theta$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polygon inscribed in the unit circle has 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(strictly less unless it degenerates).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$z\mapsto 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doubles arcs: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$\left|z_k^2-z_{k-1}^2\right|=2|\sin\theta_k|\le2\theta_k$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Jensen: for concave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f(\theta_k)\le nf\left(\frac{\sum\theta_k}{n}\right)$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concavity on the whole range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concave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$|\sin\theta|$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$\theta_k=\frac\pi5$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$20\sin18^\circ\approx6.18&lt;2\pi$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$20\sin36^\circ\approx11.76&lt;4\pi$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random splits gave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Q21 – Q22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numerical type)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with non-zero imaginary part.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number,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 [JEE-(Adv)2022]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with non-zero imaginary part.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$\frac{2+3z+4z^2}{2-3z+4z^2}$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number,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 [JEE-(Adv)2022]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Reality condition for a rational expression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Conjugate method: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Reality condition for a rational expression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Conjugate method: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the expression is real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real, which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numerator and denominator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the expression is real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$2z+\frac1z$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real, which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$|z|^2=\frac12$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the fraction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$w=\frac{4z^2+3z+2}{4z^2-3z+2}=1+\frac{6z}{4z^2-3z+2}$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the fraction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$w=1+\frac{6}{2\left(2z+\frac1z\right)-3}$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$2\left(2z+\frac1z\right)-3$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$2z+\frac1z\in\mathbb{R}$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$2z+\frac1z=2\bar z+\frac1{\bar 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(non-zero imaginary part),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$2(z-\bar z)+\frac1z-\frac1{\bar z}=0$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$\frac1z-\frac1{\bar z}=\frac{\bar z-z}{|z|^2}$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$2(z-\bar z)-\frac{z-\bar z}{|z|^2}=0$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$(z-\bar z)\left(2-\frac1{|z|^2}\right)=0$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$z\neq\bar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(non-zero imaginary part),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$2-\frac1{|z|^2}=0$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$|z|^2=\frac12=0.50$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0.50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imaginary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must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$z=re^{i\theta}$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imaginary part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$4z+\frac2z$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$\left(4r-\frac2r\right)\sin\theta$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must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(the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sends real numbers to real numbers and non-real numbers to non-real numbers).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$w=\frac{A+3}{A-3}$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$A=4z+\frac2z$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(the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$A\mapsto\frac{A+3}{A-3}$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sends real numbers to real numbers and non-real numbers to non-real numbers).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$z=re^{i\theta}$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$A=4re^{i\theta}+\frac2re^{-i\theta}$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$\mathrm{Im}\,A=\left(4r-\frac2r\right)\sin\theta$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$\mathrm{Im}\,z\neq0$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$4r=\frac2r$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$|z|^2=0.50$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0.50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for non-real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real Möbius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sends real numbers to real numbers and non-real numbers to non-real numbers, so the expression is real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real: reduce to the simplest quantity.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make a palindromic expression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𝑓𝑢𝑛𝑐𝑡𝑖𝑜𝑛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z+\frac bz$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for non-real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$\mathrm{Im}\left(az+\frac bz\right)=\left(a-\frac{b}{|z|^2}\right)y$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real Möbius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$A\mapsto\frac{A+3}{A-3}$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sends real numbers to real numbers and non-real numbers to non-real numbers, so the expression is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real: reduce to the simplest quantity.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make a palindromic expression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$4z^2\pm3z+2$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$z\times(\text{function of }z+\frac c 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complex conjugate of a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the set of complex numbers, the number of distinct roots of the equation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 [JEE-(Adv)2022]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complex conjugate of a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the set of complex numbers, the number of distinct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z-z^2=i\left(\bar z+z^2\right)$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 [JEE-(Adv)2022]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Complex equation involving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roots, Equating real and imaginary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Complex equation involving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roots, Equating real and imaginary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Collect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split into real and imaginary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Collect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$z^2=-i\bar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split into real and imaginary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 Imaginary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z-z^2=i\bar z+iz^2\Rightarrow(1-i)\bar z=(1+i)z^2$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$z^2=\frac{1-i}{1+i}\bar z=\frac{-2i}{2}\bar z=-i\bar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$(x^2-y^2)+i(2xy)=-i(x-iy)=-y-ix$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 Imaginary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$(2y+1)x=0$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(2),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four points are distinct: the number of distinct roots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$y(1-y)=0$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$z=0,\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$x^2-\frac14-\frac12=0$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$\left(\frac{\sqrt3}{2},-\frac12\right)$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$\left(-\frac{\sqrt3}{2},-\frac12\right)$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four points are distinct: the number of distinct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Polar form: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three unit roots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Polar form: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$z^2=-i\bar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$r^2e^{2i\theta}=re^{-i(\pi/2+\theta)}$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$e^{3i\theta}=-i$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three unit roots plus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or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Moduli: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Arguments: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$z^2=-i\bar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$z=re^{i\theta}$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$r^2e^{2i\theta}=e^{-i\pi/2}\,re^{-i\theta}$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or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$re^{-i\theta}$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$re^{3i\theta}=e^{-i\pi/2}$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Moduli: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Arguments: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$3\theta=-\frac\pi2+2k\pi$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$\theta=-\frac\pi6+\frac{2k\pi}{3}$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(matching the coordinates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$\theta=-30^\circ,\ 90^\circ,\ 210^\circ$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$z=\frac{\sqrt3}{2}-\frac i2,\ i,\ -\frac{\sqrt3}{2}-\frac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(matching the coordinates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solved in polar form: modulus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argument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non-zero roots,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memorise these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when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$z^m=c\,\bar z^{\,n}$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solved in polar form: modulus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$r^{m-n}=|c|$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$m\neq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argument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$(m+n)\theta=\arg c+2k\pi$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non-zero roots,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$\frac{1-i}{1+i}=-i$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$\frac{1+i}{1-i}=i$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memorise these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when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one-or-more-correct)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9818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complex conjugate of a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non-zero complex number for which both real and imaginary parts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which of the following is/are possible value(s)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 [JEE-(Adv)2022]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205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9818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complex conjugate of a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non-zero complex number for which both real and imaginary parts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$(\bar z)^2+\frac1{z^2}$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which of the following is/are possible value(s)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 [JEE-(Adv)2022]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$\left(\frac{43+3\sqrt{205}}{2}\right)^{1/4}$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$\left(\frac{7+\sqrt{33}}{4}\right)^{1/4}$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$\left(\frac{9+\sqrt{65}}{4}\right)^{1/4}$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$\left(\frac{7+\sqrt{13}}{6}\right)^{1/4}$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Powers and conjugates of a complex number: real and imaginary parts of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Integer conditions on modulus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Powers and conjugates of a complex number: real and imaginary parts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z^2+\frac1{z^2}$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Integer conditions on modulus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of the squares of its integer parts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forcing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$\bar z^2+\frac1{z^2}=\left(r^2+\frac1{r^2}\right)(\cos2\theta-i\sin2\theta)$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of the squares of its integer parts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$r^4+\frac1{r^4}+2$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forcing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$r^4+\frac1{r^4}\in\mathbb{Z}$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605272"/>
                <a:ext cx="10725912" cy="106984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605272"/>
                <a:ext cx="10725912" cy="106984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$z=r(\cos\theta+i\sin\theta)$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z^2=r^2(\cos2\theta-i\sin2\theta)$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$\frac1{z^2}=\frac1{r^2}(\cos2\theta-i\sin2\theta)$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real part be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imaginary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and adding: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an integer; call the quantity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205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z^2+\frac1{z^2}=\left(r^2+\frac1{r^2}\right)(\cos2\theta-i\sin2\theta)$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real part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$\left(r^2+\frac1{r^2}\right)\cos2\theta=\lambda$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imaginary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$-\left(r^2+\frac1{r^2}\right)\sin2\theta=-\mu$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and 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$\left(r^2+\frac1{r^2}\right)^2=\lambda^2+\mu^2$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$r^4+\frac1{r^4}+2=\lambda^2+\mu^2$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$r^4+\frac1{r^4}$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an integer; call the quantity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$r^4+\frac{1}{r^4}=n$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$r^4=\frac{43+3\sqrt{205}}{2}$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$\frac1{r^4}=\frac{2}{43+3\sqrt{205}}=\frac{2\left(43-3\sqrt{205}\right)}{1849-1845}=\frac{43-3\sqrt{205}}{2}$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$r^4+\frac1{r^4}=43\in\mathbb{Z}$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Sufficiency for (A):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achievable by choosing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is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$\frac1{r^4}=\frac{4}{7+\sqrt{33}}=\frac{7-\sqrt{33}}{4}$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$\frac72\notin\mathbb{Z}$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$\frac1{r^4}=\frac{9-\sqrt{65}}{4}$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$\frac92\notin\mathbb{Z}$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$\frac1{r^4}=\frac{7-\sqrt{13}}{6}$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$\frac73\notin\mathbb{Z}$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Sufficiency for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$\left(r^2+\frac1{r^2}\right)^2=43+2=45=6^2+3^2$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$\lambda=6,\ \mu=3$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achievable by choosing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$\cos2\theta=\frac{6}{\sqrt{45}}$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$\sin2\theta=\frac{3}{\sqrt{45}}$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is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options: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options: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$r^4+\frac1{r^4}=n\in\mathbb{Z}$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$x^2-nx+1=0$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$r^4=\frac{n\pm\sqrt{n^2-4}}{2}$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an integer,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1845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has the form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$r^4+\frac{1}{r^4}=n$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an integer,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$x^2-nx+1=0$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$x=\frac{n\pm\sqrt{n^2-4}}{2}$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$\frac{43+3\sqrt{205}}{2}=\frac{43+\sqrt{1845}}{2}$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$43^2-4=1845$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has the form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integer.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an integer.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(A),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two squares, so suitable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exist. Only (A) is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$\sqrt{n^2-4}=\frac{\sqrt{33}}{2}$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an integer.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$\frac{7+\sqrt{13}}{6}=\frac{n+\sqrt{n^2-4}}{2}$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(A),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$n+2=45=6^2+3^2$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two squares, so suitable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exist. Only (A) is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integer parts force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conversely any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realised by a rotation.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test an option, compute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rationalising and 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only for the option of this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Squares as moduli: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both terms have the same argument; AM-GM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$\mathrm{Re}\,w=\lambda$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$\mathrm{Im}\,w=\mu$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$|w|^2=\lambda^2+\mu^2$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integer parts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$|w|^2\in\mathbb{Z}$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conversely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$|w|^2=\lambda^2+\mu^2$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realised by a rotation.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$x=\frac{n\pm\sqrt{n^2-4}}{2}$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test an option,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rationalising and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only for the option of this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Squares as moduli: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$\left|\bar z^2+\frac1{z^2}\right|=r^2+\frac1{r^2}$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both terms have the same argument; AM-GM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numerical type)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1967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1686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exactly one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 [JEE-(Adv)2023]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$A=\left\{\frac{1967+1686i\sin\theta}{7-3i\cos\theta}:\theta\in\mathbb{R}\right\}$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exactly one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 [JEE-(Adv)2023]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Reality condition and rationalisation of a complex fraction, Trigonometric parametrisation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Reality condition and rationalisation of a complex fraction, Trigonometric parametrisation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$\theta\in\mathbb{R}$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1967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1686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factor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force the imaginary part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$1967=281\cdot7$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$1686=281\cdot6$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factor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$281$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force the imaginary part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1967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1686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281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multiply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281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 positive integer it must be real: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$A=\frac{1967+1686i\sin\theta}{7-3i\cos\theta}=\frac{281\left(7+6i\sin\theta\right)}{7-3i\cos\theta}$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$1967=281\times7$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$1686=281\times6$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$\frac{7+3i\cos\theta}{7+3i\cos\theta}$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$A=\frac{281\left[(49-18\sin\theta\cos\theta)+i\left(21\cos\theta+42\sin\theta\right)\right]}{49+9\cos^2\theta}$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 positive integer it must be real: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$\mathrm{Im}\,A=0\Rightarrow21\cos\theta+42\sin\theta=0$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281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281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real value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positive integer: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$\sin2\theta=\frac{2\tan\theta}{1+\tan^2\theta}=-\frac45$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$\cos^2\theta=\frac{1}{1+\tan^2\theta}=\frac45$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$\mathrm{Re}\,A=\frac{281\left(49-9\sin2\theta\right)}{49+9\cos^2\theta}=\frac{281\left(49+\frac{36}{5}\right)}{49+\frac{36}{5}}=281$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real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positive integer: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real and imaginary parts directly: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1967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1686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real part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real and imaginary parts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$1967+1686i\sin\theta=k(7-3i\cos\theta)$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real part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 (real),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 (real),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$1967+1686i\sin\theta=7k-3ki\cos\theta$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$7k=1967\Rightarrow k=281$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$1686\sin\theta=-3k\cos\theta=-843\cos\theta$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1686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unique positive integer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$\sin\theta=-\frac1{\sqrt5},\cos\theta=\frac2{\sqrt5}$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$7-3i\cos\theta=7-\frac{6i}{\sqrt5}$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$1967+1686i\sin\theta=1967-\frac{1686i}{\sqrt5}=281\left(7-\frac{6i}{\sqrt5}\right)$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unique positive integer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parts instead of rationalising, and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off the part with no trigonometric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common factors: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hidden factor reveals the answer).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$\frac{p+iq}{r+is}$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$p=kr$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$q=ks$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parts instead of rationalising, and read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off the part with no trigonometric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common factors: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$1967=7\times281$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$1686=6\times281$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hidden factor reveals the answer).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$\tan\theta=t\Rightarrow\sin2\theta=\frac{2t}{1+t^2}$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$\cos^2\theta=\frac1{1+t^2}$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+3 each (JEE Advanced default for matching)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complex number satisfying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‾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denotes the complex conjugate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Let the imaginary part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non-zero.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each entry in List-I to the correct entries in List-II. [JEE-(Adv)2023]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(1)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(2)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(3)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(4)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(5)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(P)-(1); (Q)-(3); (R)-(5); (S)-(4)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(P)-(2); (Q)-(1); (R)-(3); (S)-(5)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(P)-(2); (Q)-(4); (R)-(5); (S)-(1)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(P)-(2); (Q)-(3); (R)-(5); (S)-(4)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complex number satisfying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$|z|^3+2z^2+4\bar z-8=0$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denotes the complex conjugate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Let the imaginary part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non-zero.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each entry in List-I to the correct entries in List-II. [JEE-(Adv)2023]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$|z-\bar z|^2$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$|z|^2+|z+\bar z|^2$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$|z+1|^2$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(1)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(2)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(3)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(4)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(5)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(P)-(1); (Q)-(3); (R)-(5); (S)-(4)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(P)-(2); (Q)-(1); (R)-(3); (S)-(5)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(P)-(2); (Q)-(4); (R)-(5); (S)-(1)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(P)-(2); (Q)-(3); (R)-(5); (S)-(4)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separating real and imaginary parts, Modulus identities in the Argand plane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separating real and imaginary parts, Modulus identities in the Argand plane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conjugate equation: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conjugate equation: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$\left(z-\bar z\right)\left(z+\bar z-2\right)=0$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$\mathrm{Re}\,z=1$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$\mathrm{Im}\,z\neq0$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 Conjugate: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$|z|^3+2z^2+4\bar z-8=0$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 Conjugate: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$|z|^3+2\bar z^2+4z-8=0$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$2\left(z^2-\bar z^2\right)+4(\bar z-z)=0\Rightarrow(z-\bar z)(z+\bar z)-2(z-\bar z)=0\Rightarrow(z-\bar z)(z+\bar z-2)=0$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(imaginary part non-zero),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Substitute in (1):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parts cancel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real part: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 (Q)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(3). (S)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$z-\bar 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(imaginary part non-zero),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$z+\bar 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$|z|=\sqrt{1+y^2}$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$z^2=1-y^2+2iy$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z=1-iy$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Substitute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$\left(1+y^2\right)^{3/2}+2\left(1-y^2+2iy\right)+4(1-iy)-8=0$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parts cancel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$4iy-4iy=0$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real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$\left(1+y^2\right)^{3/2}+2-2y^2+4-8=0\Rightarrow\left(1+y^2\right)^{3/2}-2\left(1+y^2\right)=0$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$\left(1+y^2\right)\left(\sqrt{1+y^2}-2\right)=0\Rightarrow1+y^2=4$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$|z|^2=1+y^2=4\to$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$|z-\bar z|^2=|2iy|^2=4y^2=12\to$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$|z|^2+|z+\bar z|^2=4+|2|^2=8\to$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(3).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$|z+1|^2=|2+iy|^2=4+y^2=7\to$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So P-2, Q-1, R-3, S-5: option (B).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(P)-(2); (Q)-(1); (R)-(3); (S)-(5)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equation as two real equations: the imaginary part alone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equation as two real equations: the imaginary part alone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Imaginary part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Imaginary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$|z|^3+2z^2+4\bar z-8$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$4xy-4y=0\Rightarrow4y(x-1)=0\Rightarrow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$|z|^3+2\left(x^2-y^2\right)+4x-8=0$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$|z|^2=1+y^2$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$y^2=|z|^2-1$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$|z|^3+2\left(2-|z|^2\right)+4-8=0\Rightarrow|z|^3-2|z|^2=0$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P-2, Q-1, R-3, S-5: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$|z-\bar z|^2=4y^2=12$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$|z|^2+|z+\bar z|^2=4+4=8$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$|z+1|^2=4+y^2=7$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P-2, Q-1, R-3, S-5: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(P)-(2); (Q)-(1); (R)-(3); (S)-(5)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subtracting its conjugate kills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real constants and leaves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 factor gives a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convert every List-I quantity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$F(z,\bar z,|z|)=0$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subtracting its conjugate kills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real constants and leaves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$(z-\bar z)\times(\dots)$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$z\neq\bar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 factor gives a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$|z-\bar z|^2=4y^2$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$|z+\bar z|^2=4x^2$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convert every List-I quantity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$z=1+i\sqrt3$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$2z^2=-4+4\sqrt3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$4\bar z=4-4\sqrt3i$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$8-4+4-8=0$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numerical type)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of a regular octagon that lie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circle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distance between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over the circle, then the maximum value of the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 [JEE-(Adv)2023]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$A_1,A_2,A_3,\dots,A_8$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of a regular octagon that lie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circle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distance between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$i=1,2,\dots,8$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over the circle, then the maximum value of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$PA_1\cdot PA_2\cdot\dots\cdot PA_8$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 [JEE-(Adv)2023]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60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unity on a circle: product of distances from a point, Triangle inequality for maximum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5(Very difficult than JEE Advanced)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60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unity on a circle: product of distances from a point, Triangle inequality for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$|z^8-2^8|$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5(Very difficult than JEE Advanced)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vertices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product of distances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vertices are 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$z^8=2^8$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$\prod(z-z_i)=z^8-2^8$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product of distances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$|z^8-2^8|\le2^9$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Place the circle at the origin: the vertices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eight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product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Place the circle at the origin: the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$z_r=2e^{ir\pi/4}$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$r=0,1,\dots,7$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eight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$z^8=2^8$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$PA_1\cdot PA_2\cdots PA_8=|z-z_1||z-z_2|\cdots|z-z_8|=\left|(z-z_1)(z-z_2)\cdots(z-z_8)\right|$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$z^8-2^8=0$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$z^8-2^8=(z-z_1)(z-z_2)\cdots(z-z_8)$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$\left|z^8-2^8\right|=\left|z^8+(-2^8)\right|$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triangle inequality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midpoint of an arc between two adjacent vertices (such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triangle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$\left|z^8-2^8\right|\le|z|^8+2^8=2^8+2^8=2^9$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$z^8=-2^8$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midpoint of an arc between two adjacent vertices (such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$=2^9=512$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Trigonometry: each distance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ϕ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Trigonometry: each distance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$4\left|\sin\frac{\phi-\phi_r}{2}\right|$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$\prod_{r=0}^{7}\sin\left(x+\frac{r\pi}{8}\right)=\frac{\sin8x}{2^7}$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ϕ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same angles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sign).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$P=2e^{i\phi}$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$A_r=2e^{i\pi r/4}$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$PA_r=2\cdot2\left|\sin\frac{\phi-\pi r/4}{2}\right|=4\left|\sin\left(\frac\phi2-\frac{r\pi}{8}\right)\right|$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$4^8\prod_{r=0}^{7}\left|\sin\left(x-\frac{r\pi}{8}\right)\right|$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$x=\frac\phi2$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$\prod_{r=0}^{n-1}\sin\left(x+\frac{r\pi}{n}\right)=\frac{\sin nx}{2^{n-1}}$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$x-\frac{r\pi}8$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same angles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sign).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product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65536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$4^8\cdot\frac{|\sin8x|}{2^7}=\frac{65536}{128}|\sin4\phi|=512\,|\sin4\phi|$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$\sin4\phi=\pm1$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of distances from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vertices of a regular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 inscribed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arc midpoints) and min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a vertex).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identity gives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the chords from one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$\prod_k(z-z_k)=z^n-c$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of distances 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vertices of a regular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 inscribed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$|z^n-R^n|\in\left[0,2R^n\right]$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arc midpoints) and min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a vertex).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$R=2,n=8$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$2\cdot2^8=512$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identity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$\prod_{k=1}^{n-1}|1-\omega^k|=n$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the chords from one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Q27 – Q28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one-or-more-correct)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311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is(are) TRUE? [JEE-(Adv)2024]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printed in the paper; the key reads this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empty 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any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311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$S=\left\{a+b\sqrt2:a,b\in\mathbb{Z}\right\}$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$T_1=\left\{\left(-1+\sqrt2\right)^n:n\in\mathbb{N}\right\}$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$T_2=\left\{\left(1+\sqrt2\right)^n:n\in\mathbb{N}\right\}$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is(are) TRUE? [JEE-(Adv)2024]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$\mathbb{Z}\cup T_1\cup T_2=S$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printed in the paper; the key reads this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$\subset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$T_1\cap\left(0,\frac1{2024}\right)=\phi$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empty 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$T_2\cap(2024,\infty)\neq\phi$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any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$\cos\left(\pi\left(a+b\sqrt2\right)\right)+i\sin\left(\pi\left(a+b\sqrt2\right)\right)\in\mathbb{Z}$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Sets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irrationality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Powers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bounds and limits, Complex exponential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Sets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irrationality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$(1\pm\sqrt2)$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bounds and limits, Complex exponential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$e^{i\pi 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 only if its sine vanishes,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by irrationality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$e^{i\pi(a+b\sqrt2)}$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 only if its sine vanishes,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$a+b\sqrt2\in\mathbb{Z}$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by irrationality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0.4142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values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$\left(-1+\sqrt2\right)^n=\frac{1}{\left(\sqrt2+1\right)^n}$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$\left(T_1\right)_{\max}=\frac1{\sqrt2+1}\approx0.4142$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values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terms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has terms 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only if its imaginary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 this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Conversely,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$\left(0,\frac1{2024}\right)$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$T_1\cap\left(0,\frac1{2024}\right)\neq\phi$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$\left(1+\sqrt2\right)^n$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$1+\sqrt2\approx2.414$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has terms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$\cos\pi(a+b\sqrt2)+i\sin\pi(a+b\sqrt2)=e^{i\pi(a+b\sqrt2)}$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only if its imaginary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$\sin\pi\left(a+b\sqrt2\right)=0$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$\pi\left(a+b\sqrt2\right)=m\pi$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$a+b\sqrt2=m\in\mathbb{Z}$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 this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Conversely,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$e^{i\pi a}=\pm1\in\mathbb{Z}$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Every element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hence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equality fails as printed: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 and equals no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element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the statement with '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false; the key's (A) is for '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Every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$\mathbb{Z}\cup T_1\cup T_2\subset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equality fails as printed: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 and equals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$\left(\pm1+\sqrt2\right)^n$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element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$T_1\cup 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$p^2-2q^2=\pm1$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$\sqrt2=0+1\cdot\sqrt2$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$0-2=-2$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the statement with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false; the key's (A) is for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$\subset$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(C, D)  [the key (A, C, D) holds only if (A) is read as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]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(C, D)  [the key (A, C, D) holds only if (A) is read as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$\mathbb{Z}\cup T_1\cup T_2\subset 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]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unit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(B), (C) follow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unit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$u=1+\sqrt2$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$u^{-1}=\sqrt2-1$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$T_2=\{u^n\}$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$T_1=\{u^{-n}\}$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(B), (C) follow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 true)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terms below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 false).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$\left(\sqrt2-1\right)\left(\sqrt2+1\right)=1$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$u=1+\sqrt2&gt;1$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$T_2=\{u^n:n\ge1\}$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$T_1=\{u^{-n}:n\ge1\}$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$u^{-n}\to0^{+}$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$T_2\cap(2024,\infty)\neq\phi$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 true)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terms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$\frac1{2024}$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$T_1\cap\left(0,\frac1{2024}\right)\neq\phi$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 false).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(D):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has modulus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(C) and (D) are true and (B) false; (A) holds only as a subset relation.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$e^{i\pi x}\in\mathbb{Z}$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$e^{i\pi x}=\pm1$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has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$x=a+b\sqrt2$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$\sqrt2\notin\mathbb{Q}$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(C) and (D) are true and (B) false; (A) holds only as a subset relation.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(C, D)  [the key (A, C, D) holds only if (A) is read as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]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(C, D)  [the key (A, C, D) holds only if (A) is read as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$\mathbb{Z}\cup T_1\cup T_2\subset 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]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unit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all powers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is an integer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irrational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inclusion symbols carefully: '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subsets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needs every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covered; 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covered by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unit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$\mathbb{Z}[\sqrt2]$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$u\cdot\left(\sqrt2-1\right)=1$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all powers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$u^{\pm 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$u^n=p_n+q_n\sqrt2$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$\left(p_n,q_n\right)$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$p_{n+1}=p_n+2q_n,\ q_{n+1}=p_n+q_n$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$e^{i\pi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is an integer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irrational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$a+b\sqrt2\in\mathbb{Z}\iff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inclusion symbols carefully: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$\cup$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subsets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needs every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covered;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covered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Z\cup T_1\cup 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numbers.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complex numbers,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TRUE? [JEE-(Adv)2025]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with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with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with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with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numbers.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$z_1=1+2i$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complex numbers,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$S=\left\{(x,y)\in\mathbb{R}\times\mathbb{R}:|x+iy-z_1|=2|x+iy-z_2|\right\}$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TRUE? [JEE-(Adv)2025]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$\left(-\frac13,\frac{10}3\right)$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$\left(\frac13,\frac83\right)$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$\frac{\sqrt2}{3}$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$\frac{2\sqrt2}{3}$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Apollonius circle, Centre and radius of a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$|z-z_1|=k|z-z_2|$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Apollonius circle, Centre and radius of a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complete the squares: it is an Apollonius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$|z-z_1|=2|z-z_2|$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complete the squares: it is an Apollonius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$|x+iy-(1+2i)|=2|x+iy-3i|$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$(x-1)^2+(y-2)^2=4\left(x^2+(y-3)^2\right)$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$x^2+y^2-2x-4y+5=4x^2+4y^2-24y+36$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circle with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and (D) are true; (B) and (C) are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$3x^2+3y^2+2x-20y+31=0\Rightarrow x^2+y^2+\frac23x-\frac{20}{3}y+\frac{31}{3}=0$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$\left(-\frac13,\frac{10}{3}\right)$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$=\sqrt{\frac19+\frac{100}{9}-\frac{31}{3}}=\sqrt{\frac{8}{9}}=\frac{2\sqrt2}{3}$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and (D) are true; (B) and (C) are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Apollonius formulas: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centre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Apollonius formulas: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$|z-z_1|=k|z-z_2|$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$\frac{z_1-k^2z_2}{1-k^2}$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$\frac{k|z_1-z_2|}{|1-k^2|}$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$z_1=1+2i$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$1-k^2=-3$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$=\frac{z_1-4z_2}{-3}=\frac{(1+2i)-12i}{-3}=\frac{1-10i}{-3}=-\frac13+\frac{10}{3}i$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$\left(-\frac13,\frac{10}{3}\right)$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and (D) are true, in agreement with the direct squaring method.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$|z_1-z_2|=|1-i|=\sqrt2$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and (D) are true, in agreement with the direct squaring method.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centre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the perpendicular bisector.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lies on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dividing it externally in the ratio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points dividing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and externally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ends of a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for this question: the points dividing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(external); their midpoint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found above.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$|z-z_1|=k|z-z_2|$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$k&gt;0,\ k\neq1$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$\frac{z_1-k^2z_2}{1-k^2}$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$\frac{k|z_1-z_2|}{|1-k^2|}$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the perpendicular bisector.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dividing it externally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points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and externally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ends of a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for this question: the points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$\frac{z_1+2z_2}{3}=\frac{1+8i}3$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$2z_2-z_1=-1+4i$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(external); their midpoint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$-\frac13+\frac{10}{3}i$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found above.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numerical type)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non-zero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principal argument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cube root of unity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2025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 [JEE-(Adv)2025]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non-zero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principal argument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$-\pi&lt;\arg(z)\le\pi$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cube root of unity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$0&lt;\arg(\omega)&lt;\pi$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$\alpha=\arg\left(\sum_{n=1}^{2025}(-\omega)^n\right)$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$\frac{3\alpha}{\pi}$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 [JEE-(Adv)2025]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984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Geometric progression of complex numbers and powers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Principal argument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984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Geometric progression of complex numbers and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Principal argument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is a geometric series with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is a geometric series with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$\omega^{2025}=1$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cube root of unity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geometric series with first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2025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2025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$\omega=e^{2\pi 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cube root of unity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$0&lt;\arg\omega&lt;\pi$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$\sum_{n=1}^{2025}(-\omega)^n=-\omega+\omega^2-\omega^3+\omega^4-\dots-\omega^{2025}$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geometric series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$=\frac{(-\omega)\left(1-(-\omega)^{2025}\right)}{1-(-\omega)}=\frac{(-\omega)\left(1+\omega^{2025}\right)}{1+\omega}$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principal argument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$\omega^{2025}=1$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$=\frac{-\omega\cdot2}{-\omega^2}=\frac2\omega=2\omega^2$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$2\omega^2=2e^{4\pi 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principal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$\frac{4\pi}{3}-2\pi=-\frac{2\pi}{3}$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$\frac{3\alpha}{\pi}=-2$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-2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primitive 6th root of unity, so the terms repeat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every full period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$-\omega=e^{-i\pi/3}$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primitive 6th root of unity, so the terms repeat with 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every full period sums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a primitive 6th root of unity,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terms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cancel, leaving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periodicity.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$-\omega=e^{i\pi}e^{2\pi i/3}=e^{5\pi i/3}=e^{-i\pi/3}$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a primitive 6th root of unity,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$(-\omega)^{n+6}=(-\omega)^n$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$1+\left(-\omega\right)+\dots+(-\omega)^5=0$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terms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$2025=6\cdot337+3$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$(-\omega)^{2023}+(-\omega)^{2024}+(-\omega)^{2025}$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$(-\omega)^1+(-\omega)^2+(-\omega)^3$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periodicity.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$=e^{-i\pi/3}+e^{-2i\pi/3}+e^{-i\pi}=\left(\frac12-\frac{\sqrt3}2i\right)+\left(-\frac12-\frac{\sqrt3}2i\right)-1=-1-\sqrt3i=2e^{-2\pi 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$\frac{3\alpha}\pi=-2$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-2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root of unity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terms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survive.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primitive 6th roots of unity;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Principal argument must be reduced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$\sum_{n=1}^{N}\rho^n=\rho\,\frac{1-\rho^N}{1-\rho}$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root of unity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terms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$N\bmod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survive.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$-\omega=e^{-i\pi/3}$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$-\omega^2=e^{i\pi/3}$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primitive 6th roots of unity;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$1+\omega^2=-\omega$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Principal argument must be reduced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$\arg\left(2e^{4\pi i/3}\right)=-\frac{2\pi}3$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one-or-more-correct)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224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numbers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TRUE: [JEE-(Adv)2026]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224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numbers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$S=\begin{pmatrix}0&amp;-1\\1&amp;0\end{pmatrix}$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$T=\begin{pmatrix}1&amp;1\\0&amp;1\end{pmatrix}$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$ST=\begin{pmatrix}a&amp;b\\c&amp;d\end{pmatrix}$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$H=\{x+iy:x,y\in\mathbb{R}\text{ and }y&gt;0\}$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TRUE: [JEE-(Adv)2026]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$\frac{b+ia}{d+ic}=i$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$\omega=\frac{-1+i\sqrt3}{2}$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$\frac{a\omega+b}{c\omega+d}=\omega$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$(ST)^2=(ST)^m$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$\frac{az+b}{cz+d}\in H$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Product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and order of a matrix, Möbius transformation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fixed points and upper half-plane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5(Very difficult than JEE Advanced)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Product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and order of a matrix, Möbius transformation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$\frac{az+b}{cz+d}$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fixed points and upper half-plane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5(Very difficult than JEE Advanced)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acts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$ST=\begin{pmatrix}0&amp;-1\\1&amp;1\end{pmatrix}$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$(ST)^3=-I$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acts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$z\mapsto-\frac1{z+1}$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fixed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determinant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$ST=\begin{pmatrix}0&amp;-1\\1&amp;0\end{pmatrix}\begin{pmatrix}1&amp;1\\0&amp;1\end{pmatrix}=\begin{pmatrix}0&amp;-1\\1&amp;1\end{pmatrix}$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$a=0,\ b=-1,\ c=1,\ 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order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$\frac{b+ia}{d+ic}=\frac{-1}{1+i}=\frac{-1}{1+i}\cdot\frac{1-i}{1-i}=\frac{i-1}{2}\neq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$\frac{a\omega+b}{c\omega+d}=\frac{-1}{\omega+1}=\frac{-1}{-\omega^2}=\frac1{\omega^2}=\omega$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$(ST)^2=\begin{pmatrix}0&amp;-1\\1&amp;1\end{pmatrix}^2=\begin{pmatrix}-1&amp;-1\\1&amp;0\end{pmatrix}$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$(ST)^3=(ST)^2(ST)=\begin{pmatrix}-1&amp;-1\\1&amp;0\end{pmatrix}\begin{pmatrix}0&amp;-1\\1&amp;1\end{pmatrix}=\begin{pmatrix}-1&amp;0\\0&amp;-1\end{pmatrix}=-I$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$(ST)^6=I$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order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works and is not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imaginary part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image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correct. Answer: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$(ST)^2=(ST)^m\iff(ST)^{m-2}=I\iff6\mid(m-2)$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$m=6\lambda+2$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works and is not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$\frac{az+b}{cz+d}=\frac{-1}{z+1}=\frac{-1}{(x+1)+iy}\cdot\frac{(x+1)-iy}{(x+1)-iy}=-\frac{(x+1)-iy}{(x+1)^2+y^2}$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imaginary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$\frac{y}{(x+1)^2+y^2}&gt;0$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image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correct. Answer: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Möbius viewpoint: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acts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fixed points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Möbius viewpoint: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$\begin{pmatrix}a&amp;b\\c&amp;d\end{pmatrix}$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acts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$z\mapsto\frac{az+b}{cz+d}$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$\mathrm{Im}\,\frac{az+b}{cz+d}=\frac{(ad-bc)\,\mathrm{Im}z}{|cz+d|^2}$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fixed points 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$cz^2+(d-a)z-b=0$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by multiplying numerator and denominator by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ba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(D)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$ST=\begin{pmatrix}0&amp;-1\\1&amp;1\end{pmatrix}$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$\det=ad-bc=0\cdot1-(-1)(1)=1&gt;0$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$\mathrm{Im}\frac{az+b}{cz+d}=\frac{(ad-bc)\,y}{|cz+d|^2}=\frac{y}{|z+1|^2}&gt;0$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by multiplying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$\overline{cz+d}$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(D)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Fixed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fixed: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matrix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scalar), but as a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 So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Fixed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$z=\frac{-1}{z+1}\iff z^2+z+1=0\iff z=\omega,\ \bar\omega$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fixed: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$z\mapsto\frac{-1}{z+1}$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matrix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$(ST)^3=-I$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scalar), but as a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$(ST)^k=(ST)^{k-2}\cdot(ST)^2$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$(ST)^{m-2}=I$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$(ST)^3=-I\neq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$6\mid m-2$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$m=8,14,20,\dots$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$\frac{b+ia}{d+ic}=\frac{-1}{1+i}=\frac{-1+i}{2}\neq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 So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real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preserves the upper half-plane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it with the lower 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 of Möbius maps corresponds to matrix multiplication; scalar matrices act as the identity, so the matrix order can be twice the order of the map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map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matrix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Fixed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(order-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rotation of the half-plane).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real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$z\mapsto\frac{az+b}{cz+d}$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$\mathrm{Im}\,M(z)=\frac{\det M\cdot\mathrm{Im}\,z}{|cz+d|^2}$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preserves the upper half-plane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it with the lower 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 of Möbius maps corresponds to matrix multiplication; scalar matrices act as the identity, so the matrix order can be twice the order of the map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$(ST)^3=-I$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map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matrix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Fixed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$z\mapsto\frac{az+b}{cz+d}$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$cz^2+(d-a)z-b=0$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$z=\omega,\bar\omega$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(order-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rotation of the half-plane).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+3 each (JEE Advanced default for matching)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each entry in List-I to the correct entry in List-II and choose the correct option. [JEE-(Adv)2026]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are the distinct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quadratic equation with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2026</m:t>
                            </m:r>
                          </m:sup>
                        </m:sSup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2026</m:t>
                            </m:r>
                          </m:sup>
                        </m:sSup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are the distinct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quadratic equation with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2027</m:t>
                            </m:r>
                          </m:sup>
                        </m:sSup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2027</m:t>
                            </m:r>
                          </m:sup>
                        </m:sSup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are the distinct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2026</m:t>
                            </m:r>
                          </m:sup>
                        </m:sSup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are the distinct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(1)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(2)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(3)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(4)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(5)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(P)-(4); (Q)-(2); (R)-(3); (S)-(5)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(P)-(3); (Q)-(1); (R)-(4); (S)-(5)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(P)-(1); (Q)-(2); (R)-(4); (S)-(5)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(P)-(2); (Q)-(3); (R)-(5); (S)-(4)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each entry in List-I to the correct entry in List-II and choose the correct option. [JEE-(Adv)2026]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are the distinct roots of the equation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quadratic equation with roots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$\frac{1}{(\alpha+1)^{2026}}$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$\frac{1}{(\beta+1)^{2026}}$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are the distinct roots of the equation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quadratic equation with roots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$\frac{1}{(\alpha+1)^{2027}}$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$\frac{1}{(\beta+1)^{2027}}$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are the distinct roots of the equation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$x^2-x+1=0$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$\frac{1}{(\gamma-1)^{2026}}+\frac{1}{(\delta-1)^{2026}}$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are the distinct roots of the equation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$\frac{1}{(p+1)^3}+\frac{1}{(r+1)^3}$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(1)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(2)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$x^2-x+1=0$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(3)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(4)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(5)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(P)-(4); (Q)-(2); (R)-(3); (S)-(5)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(P)-(3); (Q)-(1); (R)-(4); (S)-(5)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(P)-(1); (Q)-(2); (R)-(4); (S)-(5)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(P)-(2); (Q)-(3); (R)-(5); (S)-(4)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cube roots of unity and quadratic equations with new roots, Symmetric functions of roots of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reduce the huge exponents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$\alpha+1=-\alpha^2$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$\frac1{\alpha+1}=-\alpha$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reduce the huge exponents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$\alpha=\omega,\ \beta=\omega^2$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$1+\omega^2=-\omega$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4052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2027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2027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4054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2027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2027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2027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$\frac1{(\alpha+1)^{2026}}=\frac{1}{\left(-\omega^2\right)^{2026}}=\frac1{\omega^{4052}}=\frac1{\omega^2}=\omega$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$4052\equiv2\pmod3$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$\frac1{(\beta+1)^{2026}}=\frac1{(-\omega)^{2026}}=\frac1{\omega^{2026}}=\frac1\omega=\omega^2$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$2026\equiv1$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$\omega,\omega^2$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$\frac1{(\alpha+1)^{2027}}=\frac1{\left(-\omega^2\right)^{2027}}=-\frac1{\omega^{4054}}=-\frac1\omega=-\omega^2$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$\frac1{(\beta+1)^{2027}}=\frac1{(-\omega)^{2027}}=-\frac1{\omega^{2027}}=-\frac1{\omega^2}=-\omega$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$-\omega,-\omega^2$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$=-(\omega+\omega^2)=1$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$=\omega^3=1$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$\gamma-1=-\omega^2-1=\omega$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$\delta-1=-\omega-1=\omega^2$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4052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P-1, Q-2, R-4, S-5: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$\frac1{(\gamma-1)^{2026}}=\omega^{-2026}=\omega^{-1}=\omega^2$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$\frac1{(\delta-1)^{2026}}=\omega^{-4052}=\omega^{-2}=\omega$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$\omega+\omega^2=-1$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$p+r=-1$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$u=p+1,\ v=r+1$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$uv=pr+p+r+1=-1$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$\frac1{u^3}+\frac1{v^3}=\frac{u^3+v^3}{(uv)^3}$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$u^3+v^3=(u+v)^3-3uv(u+v)=1+3=4$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$(uv)^3=-1$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P-1, Q-2, R-4, S-5: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(P)-(1); (Q)-(2); (R)-(4); (S)-(5)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its quadratic, which turns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𝑟𝑜𝑜𝑡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simple expression: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its quadratic, which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$\frac1{\text{root}\pm1}$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simple expression: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$\frac1{\alpha+1}=-\alpha$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$\frac1{\gamma-1}=\gamma^{-2}$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$\frac1{p+1}=p$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(P),(Q)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(similarly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the new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same roots,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(P),(Q)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$\alpha^2+\alpha+1=0\Rightarrow\alpha(\alpha+1)=-1$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$\frac1{\alpha+1}=-\alpha$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(similarly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the new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$(-\alpha)^n,(-\beta)^n$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$\alpha^{2026}=\alpha$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$\beta^{2026}=\beta$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$2026\equiv1$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same roots,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$-\alpha^{2027}=-\alpha^2=-\beta$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$-\beta^{2027}=-\alpha$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$-\alpha,-\beta$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4052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term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P-1, Q-2, R-4, S-5: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$\gamma^2-\gamma+1=0\Rightarrow\gamma-1=\gamma^2$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$\frac1{(\gamma-1)^{2026}}=\gamma^{-4052}$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$4052\equiv2\pmod6$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$\delta=\bar\gamma$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$e^{-2\pi i/3}+e^{2\pi i/3}=-1$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$p^2+p-1=0\Rightarrow p(p+1)=1\Rightarrow\frac1{p+1}=p$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$p^3+r^3=(p+r)^3-3pr(p+r)=-1-3(-1)(-1)=-4$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P-1, Q-2, R-4, S-5: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(P)-(1); (Q)-(2); (R)-(4); (S)-(5)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Remove the denominators before taking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Powers of cube roots of unity depend on the exponent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(primitive 6th roots: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new quadratic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the sum and product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𝑝𝑟𝑜𝑑𝑢𝑐𝑡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$x(x+b)=-c$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$\frac{1}{x+b}=-\frac xc$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$\frac1{x+1}=-x$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$\frac1{x+1}=x$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Remove the denominators before taking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Powers of cube roots of unity depend on the exponent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(primitive 6th roots: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new quadratic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$f(\alpha),f(\beta)$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the sum and product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$x^2-(\text{sum})x+\text{product}$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$-\omega,-\omega^2$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 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$u^3+v^3=(u+v)^3-3uv(u+v)$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$\frac1{u^3}+\frac1{v^3}=\frac{u^3+v^3}{(uv)^3}$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little easier than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FFFFFF"/>
                          </a:solidFill>
                          <a:latin typeface="Arial"/>
                        </a:rPr>
                        <a:t>Very difficult than JEE Advanced</a:t>
                      </a:r>
                    </a:p>
                  </a:txBody>
                  <a:tcPr anchor="ctr" marL="91440" marR="91440">
                    <a:solidFill>
                      <a:srgbClr val="CC412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FFFFFF"/>
                          </a:solidFill>
                          <a:latin typeface="Arial"/>
                        </a:rPr>
                        <a:t>Very difficult than JEE Advanced</a:t>
                      </a:r>
                    </a:p>
                  </a:txBody>
                  <a:tcPr anchor="ctr" marL="91440" marR="91440">
                    <a:solidFill>
                      <a:srgbClr val="CC412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2.79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2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31 questions, 118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Complex Number JA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2.79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