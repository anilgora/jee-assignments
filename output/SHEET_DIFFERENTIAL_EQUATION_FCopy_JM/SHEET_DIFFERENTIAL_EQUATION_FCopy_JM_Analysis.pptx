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  <p:sldId id="592" r:id="rId344"/>
    <p:sldId id="593" r:id="rId345"/>
    <p:sldId id="594" r:id="rId346"/>
    <p:sldId id="595" r:id="rId347"/>
    <p:sldId id="596" r:id="rId348"/>
    <p:sldId id="597" r:id="rId349"/>
    <p:sldId id="598" r:id="rId350"/>
    <p:sldId id="599" r:id="rId351"/>
    <p:sldId id="600" r:id="rId352"/>
    <p:sldId id="601" r:id="rId353"/>
    <p:sldId id="602" r:id="rId354"/>
    <p:sldId id="603" r:id="rId355"/>
    <p:sldId id="604" r:id="rId356"/>
    <p:sldId id="605" r:id="rId357"/>
    <p:sldId id="606" r:id="rId358"/>
    <p:sldId id="607" r:id="rId359"/>
    <p:sldId id="608" r:id="rId360"/>
    <p:sldId id="609" r:id="rId361"/>
    <p:sldId id="610" r:id="rId362"/>
    <p:sldId id="611" r:id="rId363"/>
    <p:sldId id="612" r:id="rId364"/>
    <p:sldId id="613" r:id="rId365"/>
    <p:sldId id="614" r:id="rId366"/>
    <p:sldId id="615" r:id="rId367"/>
    <p:sldId id="616" r:id="rId368"/>
    <p:sldId id="617" r:id="rId369"/>
    <p:sldId id="618" r:id="rId370"/>
    <p:sldId id="619" r:id="rId371"/>
    <p:sldId id="620" r:id="rId372"/>
    <p:sldId id="621" r:id="rId373"/>
    <p:sldId id="622" r:id="rId374"/>
    <p:sldId id="623" r:id="rId375"/>
    <p:sldId id="624" r:id="rId376"/>
    <p:sldId id="625" r:id="rId377"/>
    <p:sldId id="626" r:id="rId378"/>
    <p:sldId id="627" r:id="rId379"/>
    <p:sldId id="628" r:id="rId38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Relationship Id="rId344" Type="http://schemas.openxmlformats.org/officeDocument/2006/relationships/slide" Target="slides/slide337.xml"/><Relationship Id="rId345" Type="http://schemas.openxmlformats.org/officeDocument/2006/relationships/slide" Target="slides/slide338.xml"/><Relationship Id="rId346" Type="http://schemas.openxmlformats.org/officeDocument/2006/relationships/slide" Target="slides/slide339.xml"/><Relationship Id="rId347" Type="http://schemas.openxmlformats.org/officeDocument/2006/relationships/slide" Target="slides/slide340.xml"/><Relationship Id="rId348" Type="http://schemas.openxmlformats.org/officeDocument/2006/relationships/slide" Target="slides/slide341.xml"/><Relationship Id="rId349" Type="http://schemas.openxmlformats.org/officeDocument/2006/relationships/slide" Target="slides/slide342.xml"/><Relationship Id="rId350" Type="http://schemas.openxmlformats.org/officeDocument/2006/relationships/slide" Target="slides/slide343.xml"/><Relationship Id="rId351" Type="http://schemas.openxmlformats.org/officeDocument/2006/relationships/slide" Target="slides/slide344.xml"/><Relationship Id="rId352" Type="http://schemas.openxmlformats.org/officeDocument/2006/relationships/slide" Target="slides/slide345.xml"/><Relationship Id="rId353" Type="http://schemas.openxmlformats.org/officeDocument/2006/relationships/slide" Target="slides/slide346.xml"/><Relationship Id="rId354" Type="http://schemas.openxmlformats.org/officeDocument/2006/relationships/slide" Target="slides/slide347.xml"/><Relationship Id="rId355" Type="http://schemas.openxmlformats.org/officeDocument/2006/relationships/slide" Target="slides/slide348.xml"/><Relationship Id="rId356" Type="http://schemas.openxmlformats.org/officeDocument/2006/relationships/slide" Target="slides/slide349.xml"/><Relationship Id="rId357" Type="http://schemas.openxmlformats.org/officeDocument/2006/relationships/slide" Target="slides/slide350.xml"/><Relationship Id="rId358" Type="http://schemas.openxmlformats.org/officeDocument/2006/relationships/slide" Target="slides/slide351.xml"/><Relationship Id="rId359" Type="http://schemas.openxmlformats.org/officeDocument/2006/relationships/slide" Target="slides/slide352.xml"/><Relationship Id="rId360" Type="http://schemas.openxmlformats.org/officeDocument/2006/relationships/slide" Target="slides/slide353.xml"/><Relationship Id="rId361" Type="http://schemas.openxmlformats.org/officeDocument/2006/relationships/slide" Target="slides/slide354.xml"/><Relationship Id="rId362" Type="http://schemas.openxmlformats.org/officeDocument/2006/relationships/slide" Target="slides/slide355.xml"/><Relationship Id="rId363" Type="http://schemas.openxmlformats.org/officeDocument/2006/relationships/slide" Target="slides/slide356.xml"/><Relationship Id="rId364" Type="http://schemas.openxmlformats.org/officeDocument/2006/relationships/slide" Target="slides/slide357.xml"/><Relationship Id="rId365" Type="http://schemas.openxmlformats.org/officeDocument/2006/relationships/slide" Target="slides/slide358.xml"/><Relationship Id="rId366" Type="http://schemas.openxmlformats.org/officeDocument/2006/relationships/slide" Target="slides/slide359.xml"/><Relationship Id="rId367" Type="http://schemas.openxmlformats.org/officeDocument/2006/relationships/slide" Target="slides/slide360.xml"/><Relationship Id="rId368" Type="http://schemas.openxmlformats.org/officeDocument/2006/relationships/slide" Target="slides/slide361.xml"/><Relationship Id="rId369" Type="http://schemas.openxmlformats.org/officeDocument/2006/relationships/slide" Target="slides/slide362.xml"/><Relationship Id="rId370" Type="http://schemas.openxmlformats.org/officeDocument/2006/relationships/slide" Target="slides/slide363.xml"/><Relationship Id="rId371" Type="http://schemas.openxmlformats.org/officeDocument/2006/relationships/slide" Target="slides/slide364.xml"/><Relationship Id="rId372" Type="http://schemas.openxmlformats.org/officeDocument/2006/relationships/slide" Target="slides/slide365.xml"/><Relationship Id="rId373" Type="http://schemas.openxmlformats.org/officeDocument/2006/relationships/slide" Target="slides/slide366.xml"/><Relationship Id="rId374" Type="http://schemas.openxmlformats.org/officeDocument/2006/relationships/slide" Target="slides/slide367.xml"/><Relationship Id="rId375" Type="http://schemas.openxmlformats.org/officeDocument/2006/relationships/slide" Target="slides/slide368.xml"/><Relationship Id="rId376" Type="http://schemas.openxmlformats.org/officeDocument/2006/relationships/slide" Target="slides/slide369.xml"/><Relationship Id="rId377" Type="http://schemas.openxmlformats.org/officeDocument/2006/relationships/slide" Target="slides/slide370.xml"/><Relationship Id="rId378" Type="http://schemas.openxmlformats.org/officeDocument/2006/relationships/slide" Target="slides/slide371.xml"/><Relationship Id="rId379" Type="http://schemas.openxmlformats.org/officeDocument/2006/relationships/slide" Target="slides/slide372.xml"/><Relationship Id="rId380" Type="http://schemas.openxmlformats.org/officeDocument/2006/relationships/slide" Target="slides/slide37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Sheet1!$A$2:$A$66</c:f>
              <c:strCache>
                <c:ptCount val="6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  <c:pt idx="37">
                  <c:v>Q38</c:v>
                </c:pt>
                <c:pt idx="38">
                  <c:v>Q39</c:v>
                </c:pt>
                <c:pt idx="39">
                  <c:v>Q40</c:v>
                </c:pt>
                <c:pt idx="40">
                  <c:v>Q41</c:v>
                </c:pt>
                <c:pt idx="41">
                  <c:v>Q42</c:v>
                </c:pt>
                <c:pt idx="42">
                  <c:v>Q43</c:v>
                </c:pt>
                <c:pt idx="43">
                  <c:v>Q44</c:v>
                </c:pt>
                <c:pt idx="44">
                  <c:v>Q45</c:v>
                </c:pt>
                <c:pt idx="45">
                  <c:v>Q46</c:v>
                </c:pt>
                <c:pt idx="46">
                  <c:v>Q47</c:v>
                </c:pt>
                <c:pt idx="47">
                  <c:v>Q48</c:v>
                </c:pt>
                <c:pt idx="48">
                  <c:v>Q49</c:v>
                </c:pt>
                <c:pt idx="49">
                  <c:v>Q50</c:v>
                </c:pt>
                <c:pt idx="50">
                  <c:v>Q51</c:v>
                </c:pt>
                <c:pt idx="51">
                  <c:v>Q52</c:v>
                </c:pt>
                <c:pt idx="52">
                  <c:v>Q53</c:v>
                </c:pt>
                <c:pt idx="53">
                  <c:v>Q54</c:v>
                </c:pt>
                <c:pt idx="54">
                  <c:v>Q55</c:v>
                </c:pt>
                <c:pt idx="55">
                  <c:v>Q56</c:v>
                </c:pt>
                <c:pt idx="56">
                  <c:v>Q57</c:v>
                </c:pt>
                <c:pt idx="57">
                  <c:v>Q58</c:v>
                </c:pt>
                <c:pt idx="58">
                  <c:v>Q59</c:v>
                </c:pt>
                <c:pt idx="59">
                  <c:v>Q60</c:v>
                </c:pt>
                <c:pt idx="60">
                  <c:v>Q61</c:v>
                </c:pt>
                <c:pt idx="61">
                  <c:v>Q62</c:v>
                </c:pt>
                <c:pt idx="62">
                  <c:v>Q63</c:v>
                </c:pt>
                <c:pt idx="63">
                  <c:v>Q64</c:v>
                </c:pt>
                <c:pt idx="64">
                  <c:v>Q65</c:v>
                </c:pt>
              </c:strCache>
            </c:strRef>
          </c:cat>
          <c:val>
            <c:numRef>
              <c:f>Sheet1!$B$2:$B$66</c:f>
              <c:numCache>
                <c:formatCode>General</c:formatCode>
                <c:ptCount val="65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1.0</c:v>
                </c:pt>
                <c:pt idx="4">
                  <c:v>1.0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2.0</c:v>
                </c:pt>
                <c:pt idx="17">
                  <c:v>2.0</c:v>
                </c:pt>
                <c:pt idx="18">
                  <c:v>1.0</c:v>
                </c:pt>
                <c:pt idx="19">
                  <c:v>2.0</c:v>
                </c:pt>
                <c:pt idx="20">
                  <c:v>3.0</c:v>
                </c:pt>
                <c:pt idx="21">
                  <c:v>3.0</c:v>
                </c:pt>
                <c:pt idx="22">
                  <c:v>2.0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2.0</c:v>
                </c:pt>
                <c:pt idx="27">
                  <c:v>2.0</c:v>
                </c:pt>
                <c:pt idx="28">
                  <c:v>2.0</c:v>
                </c:pt>
                <c:pt idx="29">
                  <c:v>1.0</c:v>
                </c:pt>
                <c:pt idx="30">
                  <c:v>2.0</c:v>
                </c:pt>
                <c:pt idx="31">
                  <c:v>2.0</c:v>
                </c:pt>
                <c:pt idx="32">
                  <c:v>2.0</c:v>
                </c:pt>
                <c:pt idx="33">
                  <c:v>1.0</c:v>
                </c:pt>
                <c:pt idx="34">
                  <c:v>3.0</c:v>
                </c:pt>
                <c:pt idx="35">
                  <c:v>3.0</c:v>
                </c:pt>
                <c:pt idx="36">
                  <c:v>3.0</c:v>
                </c:pt>
                <c:pt idx="37">
                  <c:v>2.0</c:v>
                </c:pt>
                <c:pt idx="38">
                  <c:v>2.0</c:v>
                </c:pt>
                <c:pt idx="39">
                  <c:v>3.0</c:v>
                </c:pt>
                <c:pt idx="40">
                  <c:v>3.0</c:v>
                </c:pt>
                <c:pt idx="41">
                  <c:v>3.0</c:v>
                </c:pt>
                <c:pt idx="42">
                  <c:v>1.0</c:v>
                </c:pt>
                <c:pt idx="43">
                  <c:v>1.0</c:v>
                </c:pt>
                <c:pt idx="44">
                  <c:v>2.0</c:v>
                </c:pt>
                <c:pt idx="45">
                  <c:v>2.0</c:v>
                </c:pt>
                <c:pt idx="46">
                  <c:v>2.0</c:v>
                </c:pt>
                <c:pt idx="47">
                  <c:v>2.0</c:v>
                </c:pt>
                <c:pt idx="48">
                  <c:v>2.0</c:v>
                </c:pt>
                <c:pt idx="49">
                  <c:v>2.0</c:v>
                </c:pt>
                <c:pt idx="50">
                  <c:v>3.0</c:v>
                </c:pt>
                <c:pt idx="51">
                  <c:v>2.0</c:v>
                </c:pt>
                <c:pt idx="52">
                  <c:v>2.0</c:v>
                </c:pt>
                <c:pt idx="53">
                  <c:v>2.0</c:v>
                </c:pt>
                <c:pt idx="54">
                  <c:v>1.0</c:v>
                </c:pt>
                <c:pt idx="55">
                  <c:v>2.0</c:v>
                </c:pt>
                <c:pt idx="56">
                  <c:v>3.0</c:v>
                </c:pt>
                <c:pt idx="57">
                  <c:v>1.0</c:v>
                </c:pt>
                <c:pt idx="58">
                  <c:v>2.0</c:v>
                </c:pt>
                <c:pt idx="59">
                  <c:v>3.0</c:v>
                </c:pt>
                <c:pt idx="60">
                  <c:v>2.0</c:v>
                </c:pt>
                <c:pt idx="61">
                  <c:v>2.0</c:v>
                </c:pt>
                <c:pt idx="62">
                  <c:v>1.0</c:v>
                </c:pt>
                <c:pt idx="63">
                  <c:v>2.0</c:v>
                </c:pt>
                <c:pt idx="64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divides by (alpha - beta), so it silently assumes alpha != beta. Working and answer are right for alpha != beta; the case alpha = beta (where the integral gives gamma*t)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stops after the substitution 3t - t^3 = z (the page ends there); the remaining steps (integration, constant, back-substitution, evaluation at x = 2) were completed. The answer A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answer key says 'B' for this numerical question (no options); the working gives 2. The PDF working also jumps from c = sqrt3 straight to 'Hence |...| = |-2| = 2'; the intermediate steps (closed form of xy, (xy)'' = -xy, value at pi/6) were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solves 'f(a)=1/2 =&gt; 1/2 = 3/(2b) =&gt; b = 3' (variable mislabelled: it is a = 3, since the point is Q(a, 1/2)), then writes 'c = 1' which is not needed. Variable corrected to a; the rest is unchanged. Answer 5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'y(0)=1 therefore mu = e^{-bt}' (a slip: it should be mu = 1, so y = e^{-bt}); the later steps use y = e^{-bt} correctly.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last line 'y(2) = 2(1+sin 2) - 2 sin 2 = 2' does not follow from its own antiderivative (at x = 2 its terms give 2(-cos 2 + sin 2) + (2 cos 2 - 2 sin 2) + C = C). The final value 2 is right; the working was replaced by the simplified antiderivative (x^2-2x) sin x +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working stops at '2(2x+3y)+9|2x+3y-8| = x + c' (the logarithm sign is missing from the printed line) and never applies y(0)=3 or compares with the given form; those steps were completed. Answer 29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working stops after 'u e^{-y} = integral of e^{-y} e^{2y} dy' (page break); the integration, the constant c = 0 and the final evaluation e^{8 alpha} = 9 were completed. Answer 9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'y . tan^-1 x = e^{2 tan^-1 x}/2 - e^{pi/2}/2' (the left side should be y . e^{tan^-1 x}); the final value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reads the printed '(beta gamma - 4 alpha)' as '(beta y - 4 alpha)' in its first line (so the y-coefficient becomes -(2 alpha + beta)) and omits the +2x on the right before the next line, though it reappears later. With beta = 0 (forced by the absence of an xy term) both readings give the same circle, so the answer is unchanged; the working above follows the printed gamma.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limit as 'lim_{x-&gt;infinity}' (it should be t -&gt; x) in its first working line; the rest of the working (differentiate w.r.t. t, 2xy - x^2 y' = 1) is right and gives the same answer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Differential Equation (JM)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(JEE Main)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Single correct option;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$x^3\,dy+(xy-1)\,dx=0$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$y\left(\frac12\right)=3-e$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equation; the integral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falls to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equation; the integral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$e^{-1/x}/x^3$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falls to 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$t=-1/x$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$\frac{dy}{dx}=\frac{1-xy}{x^3}=\frac1{x^3}-\frac{y}{x^2}$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$\frac{dy}{dx}+\frac{y}{x^2}=\frac1{x^3}$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$e^{\int\frac1{x^2}dx}=e^{-1/x}$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$y\,e^{-1/x}=\int e^{-1/x}\cdot\frac1{x^3}\,dx$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$\frac{dx}{x^2}=dt$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$\frac1{x^3}dx=-t\,dt$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e^{t}(-t)\,dt=-(t-1)e^{t}=\left(\frac1x+1\right)e^{-1/x}$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$y\,e^{-1/x}=\left(\frac1x+1\right)e^{-1/x}+C$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$y=\frac1x+1+Ce^{1/x}$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$3-e=2+1+Ce^{2}$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$y(1)=1+1+C\,e=2-\frac1e\cdot e=1$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variable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constant-coefficient, solved by a particular solution plus the complementary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variable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$u=1/x$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constant-coefficient, solved by a particular solution plus the complementary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the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$\frac{dy}{dx}=-u^2\frac{dy}{du}$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$\frac1{x^2}=u^2,\ \frac1{x^3}=u^3$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 y{x^2}=\frac1{x^3}$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$-u^2\frac{dy}{du}+u^2y=u^3$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$\frac{dy}{du}-y=-u$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the particular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$y=au+b$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$a-(au+b)=-u$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complementary solution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complementary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$\frac{dy}{du}-y=0$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$y=u+1+Ce^{u}=\frac1x+1+Ce^{1/x}$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$3-e=3+Ce^2\Rightarrow C=-\frac1e$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$y=2-\frac1e\cdot e=1$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integrating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complementary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constant-coefficient equation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look for a polynomial particular solution of the same degree as the right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that appears whenever the right side is a power times an exponential.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$y'+P(x)y=Q(x)$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P\,dx=-\frac1x$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complementary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$y'+\frac{y}{x^2}=\frac1{x^3}$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constant-coefficient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$y_u-y=-u$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look for a polynomial particular solution of the same degree as the right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t\,e^{t}dt=(t-1)e^{t}+C$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that appears whenever the right side is a power times an exponential.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$(x^2-3y^2)\,dx+3xy\,dy=0$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$6y^2(e)$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and reducible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has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has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$3xy\frac{dy}{dx}=3y^2-x^2$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$2y\frac{dy}{dx}-\frac{2y^2}{x}=-\frac{2x}{3}$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$\frac{dt}{dx}-\frac{2t}{x}=-\frac{2x}{3}$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$e^{\int-\frac2x dx}=e^{-2\ln|x|}=\frac1{x^2}$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$t\cdot\frac1{x^2}=\int\frac1{x^2}\left(-\frac{2x}{3}\right)dx+c$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$\frac{y^2}{x^2}=-\frac23\ln|x|+c$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$\frac{y^2}{x^2}=-\frac23\ln|x|+1$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$\frac{y^2(e)}{e^2}=-\frac23+1=\frac13$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$y^2(e)=\frac{e^2}{3}$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$6y^2(e)=2e^2$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$2e^2$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homogeneous, so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variables separate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homogeneous, so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variables separate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$dy=v\,dx+x\,dv$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$(x^2-3y^2)dx+3xy\,dy=0$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$(1-3v^2)x^2dx+3vx^2(v\,dx+x\,dv)=0$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$x^2dx+3vx^3dv=0$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$\frac{dx}{x}=-3v\,dv$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x=-\frac32v^2+c$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$0=-\frac32+c$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$1=-\frac32v^2+\frac32$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$y^2=v^2e^2=\frac{e^2}{3}$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$6y^2(e)=2e^2$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$2e^2$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homogeneous,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separates: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cancelling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only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here: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homogeneous,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separates: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$\frac{dx}{x}=-\frac{N\,dv}{M+vN}$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only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$y\,dy=\frac12dt$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linear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$(x^2-3y^2)dx+3xy\,dy=0$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$\frac{y^2}{x^2}=1-\frac23\ln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 yx\left(1+xy^2(1+\log_ex)\right)$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$\frac{y^2(x)}{9}$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$\frac{x^2}{7-3x^2(2+\log_ex^2)}$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$\frac{x^2}{2x^3(2+\log_ex^3)-3}$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$\frac{x^2}{3x^3(1+\log_ex^2)-2}$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$\frac{x^2}{5-2x^3(2+\log_ex^3)}$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Bernoulli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Bernoulli equation into a linear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$t=\frac1{y^2}$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Bernoulli equation into a linear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422648"/>
                <a:ext cx="10725912" cy="225247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422648"/>
                <a:ext cx="10725912" cy="225247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 yx+y^3(1+\log_ex)$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$\frac1{y^3}\frac{dy}{dx}-\frac1x\cdot\frac1{y^2}=1+\ln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$\frac1{y^2}=t$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$-\frac2{y^3}\frac{dy}{dx}=\frac{dt}{dx}$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$-\frac12\frac{dt}{dx}-\frac tx=1+\ln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$\frac{dt}{dx}+\frac{2t}{x}=-2(1+\ln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$e^{\int\frac2xdx}=x^2$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$t\,x^2=\int-2(1+\ln x)x^2\,dx$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$t\,x^2=-2\left[(1+\ln x)\frac{x^3}{3}-\int\frac{x^2}{3}dx\right]+C$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$\frac{x^2}{y^2}=-2\left[\frac{x^3}{3}(1+\ln x)-\frac{x^3}{9}\right]+C$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$\frac19=-2\left[\frac13-\frac19\right]+C=-\frac49+C$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$\frac{x^2}{y^2}=\frac59-\frac{2x^3}{9}\left(2+3\ln x\right)=\frac{5-2x^3(2+\ln x^3)}{9}$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$\frac{y^2(x)}{9}=\frac{x^2}{5-2x^3(2+\log_ex^3)}$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equation separable at once - no integrating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$z=\frac{x^2}{y^2}$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equation separable at once - no integrating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right side has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$z=\frac{x^2}{y^2}$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$z'=\frac{2x}{y^2}-\frac{2x^2}{y^3}y'$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 yx\left(1+xy^2(1+\ln 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$\frac{2x^2}{y^3}y'=\frac{2x}{y^2}\left(1+xy^2(1+\ln x)\right)=\frac{2x}{y^2}+2x^2(1+\ln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$z'=-2x^2(1+\ln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right side has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$z=-2\left[\frac{x^3}{3}(1+\ln x)-\frac{x^3}{9}\right]+C=C-\frac{2x^3}{9}(2+3\ln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$z(1)=\frac19$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$C=\frac19+\frac49=\frac59$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$\frac{x^2}{y^2}=\frac{5-2x^3(2+\ln x^3)}{9}$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$\frac{y^2}{9}=\frac{x^2}{5-2x^3(2+\ln x^3)}$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the linear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𝑓𝑢𝑛𝑐𝑡𝑖𝑜𝑛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combination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natural variable: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$y'+Py=Qy^n$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$t=y^{1-n}$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$t'+(1-n)Pt=(1-n)Q$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 yx+(\text{function of }x)\,y^3$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$(y/x)^{-2}$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natural variable: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$\frac{d}{dx}\left(\frac{x^2}{y^2}\right)=-2x^2\,g(x)$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 yx+g(x)\,y^3$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$\int(1+\ln x)x^2dx=\frac{x^3}{3}(1+\ln x)-\frac{x^3}{9}+C$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does not exist   (D)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$\frac{dy}{dt}+\alpha y=\gamma e^{-\beta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$\alpha&gt;0,\beta&gt;0$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$\lim_{t\to\infty}y(t)$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does not exist   (D)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linear equation; every term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a decaying exponential.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linear equation; every term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a decaying exponential.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$e^{\int\alpha\,dt}=e^{\alpha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$y\,e^{\alpha t}=\int e^{\alpha t}\cdot\gamma e^{-\beta t}dt+c=\gamma\int e^{(\alpha-\beta)t}dt+c$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$y\,e^{\alpha t}=\gamma\frac{e^{(\alpha-\beta)t}}{\alpha-\beta}+c$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$y(t)=\frac{\gamma\,e^{-\beta t}}{\alpha-\beta}+c\,e^{-\alpha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 Hence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$e^{-\beta t}\to0$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 t}\to0$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$\lim_{t\to\infty}y(t)=0-0=0$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$y\,e^{\alpha t}=\gamma 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$y=(\gamma t+c)e^{-\alpha t}\to0$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 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formula needed: squeeze the solution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number as small as we like, using only that the forcing term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formula needed: squeeze the solution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number as small as we like, using only that the forcing term tends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liminf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 e^{-\beta t}&gt;0$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$y'+\alpha 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$(ye^{\alpha t})'&gt;0$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$y(t)e^{\alpha t}\ge y(0)$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$y(t)\ge y(0)e^{-\alpha t}\to0$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$\liminf 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 e^{-\beta t}&lt;\varepsilon$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$y'+\alpha y&lt;\varepsilon$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$e^{\alpha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$\left(ye^{\alpha t}\right)'&lt;\varepsilon e^{\alpha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$y(t)&lt;\frac{\varepsilon}{\alpha}+\left(y(T)-\frac{\varepsilon}{\alpha}\right)e^{-\alpha(t-T)}$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limsup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limsup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also covers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$\limsup y\le\frac{\varepsilon}{\alpha}$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$\limsup y\le0$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$\lim_{t\to\infty}y(t)=0$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also 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solution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(stable linear system: transients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die out and follow the forcing).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check the resonant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$y'+\alpha y=g(t)$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solution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(stable linear system: transients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die out and follow the forcing).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L/\alpha$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$y'+\alpha y=\gamma$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$y\to\gamma/\alpha$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e^{kt}dt=\frac{e^{kt}}{k}$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check the resonant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$y(x+1)\,dx-x^2dy=0$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equations,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exponent sends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$\frac{dy}{y}=\left(\frac1x+\frac1{x^2}\right)dx$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exponent sends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$\frac{x+1}{x^2}dx=\frac{dy}{y}$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x-\frac1x=\ln 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$0-1=1+c$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x-\frac1x=\ln y-2$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y=\ln x-\frac1x+2$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$y=e^{\ln x-\frac1x+2}=x\,e^{2-\frac1x}$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$e^{-\infty}=0$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definite integral from the initial point: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divergent integral of a positive function, so no closed form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definite integral from the initial point: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divergent integral of a positive function, so no closed form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$\frac{dy}{y}=\left(\frac1t+\frac1{t^2}\right)dt$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e-\ln y(x)=\int_x^1\left(\frac1t+\frac1{t^2}\right)dt$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$\int_x^1\frac{dt}{t^2}=\frac1x-1\to\infty$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$\int_x^1\frac{dt}{t}=-\ln 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y(x)=1-\int_x^1(\dots)\,dt\to-\infty$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$y(x)\to e^{-\infty}=0$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nary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 at an endpoint is decided by whether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diverges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beats any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$\frac{dy}{y}=g(x)\,dx$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$y(x)=y(x_0)\exp\left(\int_{x_0}^xg\right)$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 at an endpoint is decided by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diverges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$\frac{dy}{dx}=\frac{x+1}{x^2}y$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$y=Cx\,e^{-1/x}$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beats any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$y(1)=C\cdot1\cdot e^{-1}=e$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$f(x)=e^{2}x\,e^{-1/x}$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$x\log_ex\frac{dy}{dx}+y=x^2\log_ex$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$(x&gt;1)$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$\frac{1+e^2}{2}$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$\frac{1+e^2}{4}$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$\frac{4+e^2}{4}$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$\frac{2+e^2}{2}$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integrating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x\ln 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$\frac{dy}{dx}+\frac{y}{x\ln 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$e^{\int\frac{dx}{x\ln x}}=e^{\ln(\ln x)}=\ln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$y\ln x=\int x\ln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x\ln x\,dx=\ln x\cdot\frac{x^2}{2}-\int\frac1x\cdot\frac{x^2}{2}dx=\frac{x^2}{2}\ln x-\frac{x^2}{4}$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$y\ln x=\frac{x^2}{2}\ln x-\frac{x^2}{4}+c$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$2\ln2=2\ln2-1+c$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$y(x)=\frac{x^2}{2}-\frac{x^2}{4\ln x}+\frac1{\ln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$y(e)=\frac{e^2}{2}-\frac{e^2}{4}+1=1+\frac{e^2}{4}=\frac{4+e^2}{4}$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$\frac{4+e^2}{4}$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the left side is exact,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integrate between the two given points - no constant to find.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the left side is exact,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$\frac{d}{dx}(y\ln x)=\ln x\,y'+\frac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integrate between the two given points - no constant to find.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equation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x\,\frac{dy}{dx}+\frac{y}{x}=x\ln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$\frac{d}{dx}(y\ln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$\left[y\ln x\right]_2^e=\int_2^ex\ln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side: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$y(e)\cdot1-2\ln2$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$\left[\frac{x^2}{2}\ln x-\frac{x^2}{4}\right]_2^e=\frac{e^2}{2}-\frac{e^2}{4}-(2\ln2-1)$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$y(e)-2\ln2=\frac{e^2}{4}-2\ln2+1$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$y(e)=1+\frac{e^2}{4}=\frac{4+e^2}{4}$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$\frac{4+e^2}{4}$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simply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given point removes the constant of integration entirely.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$P=\frac{f'}{f}$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simply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$f\,y'+f'y=(fy)'$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$P=\frac1{x\ln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x^n\ln x\,dx=\frac{x^{n+1}}{n+1}\ln x-\frac{x^{n+1}}{(n+1)^2}+C$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$\int_{x_0}^{x}$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given point removes the constant of integration entirely.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origin.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$\frac{dy}{dx}-\frac{3x^5\tan^{-1}(x^3)}{(1+x^6)^{3/2}}y=2x\exp\left\{\frac{x^3-\tan^{-1}x^3}{\sqrt{1+x^6}}\right\}$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origin.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$\exp\left(\frac{\pi-4}{4\sqrt2}\right)$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$\exp\left(\frac{1-\pi}{4\sqrt2}\right)$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$\exp\left(\frac{4+\pi}{4\sqrt2}\right)$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$\exp\left(\frac{4-\pi}{4\sqrt2}\right)$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integrating factor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cancels the exponential on the right.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$t=\tan^{-1}x^3$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integrating factor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$e^{t\cos t-\sin 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cancels the exponential on the right.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$e^{-\int\frac{3x^5\tan^{-1}x^3}{(1+x^6)^{3/2}}dx}=e^{-\int\frac{3x^2\cdot x^3\tan^{-1}x^3}{(1+x^6)^{3/2}}dx}$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integral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𝐼.𝐹.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𝐼.𝐹.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𝐼.𝐹.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$\tan^{-1}x^3=t$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$x^3=\tan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$\frac{3x^2}{1+x^6}dx=dt$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$\sqrt{1+x^6}=\sec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integral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$\int\frac{\tan t}{\sec t}\,t\,dt=\int t\sin 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$\text{I.F.}=e^{-\int t\sin t\,dt}=e^{t\cos t-\sin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t\sin t\,dt=-t\cos t+\sin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t=\frac1{\sqrt{1+x^6}}$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t=\frac{x^3}{\sqrt{1+x^6}}$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$\text{I.F.}=\exp\left\{\frac{\tan^{-1}x^3-x^3}{\sqrt{1+x^6}}\right\}$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$y\cdot\text{I.F.}=\int2x\exp\left\{\frac{x^3-\tan^{-1}x^3}{\sqrt{1+x^6}}\right\}\exp\left\{\frac{\tan^{-1}x^3-x^3}{\sqrt{1+x^6}}\right\}dx=\int2x\,dx=x^2+C$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$y=x^2\exp\left\{\frac{x^3-\tan^{-1}x^3}{\sqrt{1+x^6}}\right\}$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$y(1)=\exp\left\{\frac{1-\frac\pi4}{\sqrt2}\right\}=\exp\left(\frac{4-\pi}{4\sqrt2}\right)$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exponentials appear, the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cancels them exactly; check this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the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$y'+P(x)y=Q(x)$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$Q(x)=g(x)\,e^{\int 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exponentials appear, the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 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cancels them exactly; check this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$t=\tan^{-1}x^3$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$x^3=\tan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t=\frac{x^3}{\sqrt{1+x^6}}$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t=\frac1{\sqrt{1+x^6}}$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$dt=\frac{3x^2dx}{1+x^6}$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t\sin t\,dt=\sin t-t\cos 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$g(x)=\frac{x^3-\tan^{-1}x^3}{\sqrt{1+x^6}}=\sin t-t\cos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$y=x^2e^{g}$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the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$\frac{dy}{dx}=-\left(\frac{x^2+3y^2}{3x^2+y^2}\right)$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$\log_e|x+y|-\frac{xy}{(x+y)^2}=0$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$\log_e|x+y|+\frac{xy}{(x+y)^2}=0$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$\log_e|x+y|+\frac{2xy}{(x+y)^2}=0$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$\log_e|x+y|-\frac{2xy}{(x+y)^2}=0$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and reducible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Homogeneous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splits into three simple fractions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Homogeneous equation: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$\frac{v^2+3}{(v+1)^3}$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splits into three simple fractions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422648"/>
                <a:ext cx="10725912" cy="225247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422648"/>
                <a:ext cx="10725912" cy="225247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$v+x\frac{dv}{dx}=-\frac{1+3v^2}{3+v^2}$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$x\frac{dv}{dx}=-\frac{1+3v^2+3v+v^3}{3+v^2}=-\frac{(v+1)^3}{v^2+3}$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$\frac{v^2+3}{(v+1)^3}dv+\frac{dx}{x}=0$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$v^2+3=(v+1)^2-2(v+1)+4$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$\int\left[\frac4{(v+1)^3}+\frac1{v+1}-\frac2{(v+1)^2}\right]dv+\int\frac{dx}{x}=0$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$-\frac2{(v+1)^2}+\ln|v+1|+\frac2{v+1}+\ln|x|=c$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$-\frac{2x^2}{(x+y)^2}+\ln\left|\frac{x+y}{x}\right|+\frac{2x}{x+y}+\ln|x|=c$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$\frac{-2x^2+2x(x+y)}{(x+y)^2}+\ln|x+y|=c$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$\frac{2xy}{(x+y)^2}+\ln|x+y|=c$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$0+\ln1=c$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$\frac{2xy}{(x+y)^2}+\ln|x+y|=0$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homogeneous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integrating factor; here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exact equation is integrated by inspection.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homogeneous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$\frac1{xM+yN}$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integrating factor; here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$\frac1{(x+y)^3}$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exact equation is integrated by inspection.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homogeneous of degree 2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multiply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the equation exact.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$(x^2+3y^2)dx+(3x^2+y^2)dy=0$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$M=x^2+3y^2$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homogeneous of degree 2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$M_y=6y\ne N_x=6x$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$xM+yN=x^3+3xy^2+3x^2y+y^3=(x+y)^3$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$\frac1{(x+y)^3}$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the equation exact.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symmetry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general solution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$\varphi=\ln|x+y|+\frac{2xy}{(x+y)^2}$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$\varphi_x=\frac1{x+y}+\frac{2y(x+y)-4xy}{(x+y)^3}=\frac{x^2+3y^2}{(x+y)^3}$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$\varphi_y=\frac{3x^2+y^2}{(x+y)^3}$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general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$\ln|x+y|+\frac{2xy}{(x+y)^2}=c$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homogeneous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integrating factor (Euler).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denominator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signalling partial fractions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 shortcut: expand the numerator in powers of the repeated factor,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$xM+yN\neq0$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$\frac{1}{xM+yN}$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integrating factor (Euler).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$x^3+3x^2y+3xy^2+y^3=(x+y)^3$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denominator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$(v+1)^3$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signalling partial fractions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 shortcut: expand the numerator in powers of the repeated factor,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$v^2+3=(v+1)^2-2(v+1)+4$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differentiable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differentiable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$f(x)+\int_3^x\frac{f(t)}{t}dt=\sqrt{x+1}$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$12f(8)$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Differentiation of an integral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differentiate to get a linear equation with integrating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differentiate to get a linear equation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$f'(x)+\frac{f(x)}{x}=\frac1{2\sqrt{x+1}}$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$e^{\int\frac1x dx}=x$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$x\,f(x)=\int\frac{x}{2\sqrt{x+1}}dx+c$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$dx=2t\,dt$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$xf(x)=\frac12\int\frac{(t^2-1)2t\,dt}{t}+c=\frac12\left(\frac23t^3-2t\right)+c$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$xf(x)=\frac{(\sqrt{x+1})^3}{3}-\sqrt{x+1}+c$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$f(3)=\sqrt4=2$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$6=\frac{2^3}{3}-2+c$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$c=8-\frac83=\frac{16}{3}$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$f(x)=\frac1x\left[\frac{(\sqrt{x+1})^3}{3}-\sqrt{x+1}+\frac{16}3\right]$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$12f(8)=\frac{12}{8}\left[\frac{27}{3}-3+\frac{16}{3}\right]=\frac32\left(6+\frac{16}{3}\right)=17$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integrates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$F(x)=\int_3^x\frac{f(t)}{t}dt$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$f=xF'$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$(xF)'=\sqrt{x+1}$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integrates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$F(x)=\int_3^x\frac{f(t)}{t}dt$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$F'(x)=\frac{f(x)}{x}$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$f+F=\sqrt{x+1}$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$xF'+F=\sqrt{x+1}$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$(xF)'=\sqrt{x+1}$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$xF=\frac23(x+1)^{3/2}+C$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$F(8)=\frac{\frac23\cdot27-\frac{16}{3}}{8}=\frac{18-\frac{16}3}{8}=\frac{19}{12}$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$f(8)=\sqrt9-F(8)=3-\frac{19}{12}=\frac{17}{12}$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$12f(8)=17$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equations: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the initial value, differentiate to get a first-order linear 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integrating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built 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$f(x)+\int_a^xg\,f=h(x)$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equations: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the initial value, differentiate to get a first-order linear 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$(xF)'$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built 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$f(x)=\frac{1}{x}\left(\frac{(x+1)^{3/2}}{3}-\sqrt{x+1}+\frac{16}{3}\right)$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$f(8)=\frac{17}{12}$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$(3y^2-5x^2)y\,dx+2x(x^2-y^2)\,dy=0$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$|(y(2))^3-12y(2)|$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and reducible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numerator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derivative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integral is a logarithm.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$y=tx$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numerator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$3t-t^3$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derivative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$3(1-t^2)$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integral is a logarithm.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homogeneous.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$\frac{dy}{dx}=\frac{y(5x^2-3y^2)}{2x(x^2-y^2)}$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homogeneous.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$\frac{dy}{dx}=t+x\frac{dt}{dx}$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$t+x\frac{dt}{dx}=\frac{t(5-3t^2)}{2(1-t^2)}$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$x\frac{dt}{dx}=\frac{5t-3t^3}{2-2t^2}-t=\frac{3t-t^3}{2-2t^2}$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$\frac{2(1-t^2)}{3t-t^3}dt=\frac{dx}{x}$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$3t-t^3=z$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$dz=3(1-t^2)dt$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$\frac23\int\frac{dz}{z}=\ln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$\frac23\ln|3t-t^3|=\ln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$3t-t^3=2$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$\ln|3t-t^3|=\frac32\ln x+\ln2$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$3t-t^3=2x^{3/2}$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$\frac{3y}{x}-\frac{y^3}{x^3}=2x^{3/2}$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$3x^2y-y^3=2x^{9/2}$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$12y-y^3=2\cdot2^{9/2}=2\cdot16\sqrt2=32\sqrt2$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$|y^3(2)-12y(2)|=32\sqrt2$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$32\sqrt2$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half of the equation's second term, so 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$u=3x^2y-y^3$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$du=6xy\,dx+3(x^2-y^2)dy$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half of the equation's second term, so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$\frac{du}{u}=\frac{9}{2x}dx$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$u=3x^2y-y^3$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$du=6xy\,dx+3(x^2-y^2)\,dy$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$2x(x^2-y^2)\,dy=\frac{2x}{3}\left(du-6xy\,dx\right)$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$(3y^3-5x^2y)\,dx+2x(x^2-y^2)\,dy=0$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$(3y^3-5x^2y)dx+\frac{2x}{3}du-4x^2y\,dx=0$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$3y^3-9x^2y=-3u$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$\frac{2x}{3}du=3u\,dx$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$\frac{du}{u}=\frac{9}{2}\frac{dx}{x}$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quantity asked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$u=Cx^{9/2}$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$3x^2y-y^3=2x^{9/2}$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$|y^3-12y|=2\cdot2^{9/2}=32\sqrt2$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quantity asked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$32\sqrt2$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homogeneous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factor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integral is a pure logarithm.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when the solution is implicit, a question may ask only for a combination of it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evaluate the first integral directly, do not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integral 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(homogeneous of degree 3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$x\frac{dt}{dx}=\frac{N(t)}{D(t)}$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factor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$\frac{d}{dt}(3t-t^3)=3(1-t^2)$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integral is a pure logarithm.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when the solution is implicit, a question may ask only for a combination of it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$y^3-12y$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evaluate the first integral directly, do not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integral 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$3x^2y-y^3=Cx^{9/2}$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(homogeneous of degree 3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$x^{9/2}$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curve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$\frac{dy}{dx}+y\tan x=x\sec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$\frac\pi{12}-\frac{\sqrt3}{2}\log_e\left(\frac{2\sqrt3}{e}\right)$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$\frac\pi{12}+\frac{\sqrt3}{2}\log_e\left(\frac{2\sqrt3}{e}\right)$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$\frac\pi{12}-\frac{\sqrt3}{2}\log_e\left(\frac{2}{e\sqrt3}\right)$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$\frac\pi{12}+\frac{\sqrt3}{2}\log_e\left(\frac{2}{e\sqrt3}\right)$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x\sec^2x\,dx$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$e^{\int\tan x\,dx}=\sec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$y\sec x=\int x\sec x\cdot\sec x\,dx=\int x\sec^2x\,dx=x\tan x-\int\tan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$y\sec x=x\tan x-\ln\sec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$1=0-0+c$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$y\sec x=x\tan x-\ln(\sec x)+1$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$y\cdot\frac2{\sqrt3}=\frac\pi{6\sqrt3}-\ln\frac2{\sqrt3}+1$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$y=\frac{\sqrt3}{2}\left[\frac{\pi}{6\sqrt3}-\ln\frac{2}{\sqrt3}+1\right]=\frac\pi{12}+\frac{\sqrt3}{2}\ln\frac{\sqrt3}{2}+\frac{\sqrt3}{2}$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$\frac{\sqrt3}{2}=\frac{\sqrt3}{2}\ln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$y=\frac\pi{12}+\frac{\sqrt3}{2}\ln\frac{e\sqrt3}{2}=\frac\pi{12}-\frac{\sqrt3}{2}\ln\left(\frac2{e\sqrt3}\right)$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Sign-flip identity for the options: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match the form by writing the constant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$u'\cos x=Q$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x\sec^2x\,dx=x\tan x+\ln|\cos 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Sign-flip identity for the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$a\ln b=-a\ln\frac1b$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match the form by writing the constant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x=\exp\left(x^\beta y^\gamma\right)$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$2x^2y\,dy-(1-xy^2)\,dx=0$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$y(2)=\sqrt{\log_e2}$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$\alpha+\beta-\gamma$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Reducible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linear with integrating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linear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$xy^2=\ln(2x)$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$2x^2y\frac{dy}{dx}=1-xy^2$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$x^2\frac{dt}{dx}=1-xt$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$\frac{dt}{dx}+\frac tx=\frac1{x^2}$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$e^{\ln 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$xt=\int\frac1{x^2}\cdot x\,dx=\ln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$xy^2=\ln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$y(2)=\sqrt{\ln2}$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$2\ln2=\ln2+C$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$xy^2=\ln2+\ln x=\ln(2x)$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$2x=e^{xy^2}$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x=\exp(x^\beta y^\gamma)$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 \beta=1,\ \gamma=2$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$\alpha+\beta-\gamma=2+1-2=1$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inside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$s=xy^2$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$x\,ds=dx$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$d(xy^2)=y^2dx+2xy\,dy$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inside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$2x^2y\,dy=x\cdot(2xy\,dy)$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$2xy\,dy=d(xy^2)-y^2dx$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$x\left[d(xy^2)-y^2dx\right]=(1-xy^2)\,dx$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$x\,d(xy^2)=dx$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$d(xy^2)=\frac{dx}{x}$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$xy^2=\ln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$2\ln2=\ln2+C$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$xy^2=\ln(2x)$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$2x=e^{xy^2}$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$\alpha=2,\beta=1,\gamma=2$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$\alpha+\beta-\gamma=1$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exact differentials: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equation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substitution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it linear (when the original is linear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exact differentials: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$y\,dx+x\,dy=d(xy)$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$x\,dy-y\,dx=x^2d(y/x)$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$2xy\,dy+y^2dx=d(xy^2)$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$2xy\,dy=d(xy^2)-y^2dx$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equation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it linear (when the original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$xy^2=\ln(2x)$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$y^2=\frac{\ln4}{2}=\ln2$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$f'(x)+f(x)=\int_0^2f(t)\,dt$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$2f(0)-f(2)$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Definite integrals as constants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solve the linear equation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self-consistency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$\int_0^2f$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solve the linear equation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self-consistency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$k=\int_0^2f$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$k=\int_0^2f(t)\,dt$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$y\,e^x=k\,e^x+c$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$e^{-2}=k+c$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$c=e^{-2}-k$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$y=k+(e^{-2}-k)e^{-x}$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$k=\int_0^2\left(k+(e^{-2}-k)e^{-x}\right)dx=2k+(e^{-2}-k)(1-e^{-2})$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$0=k+(e^{-2}-k)(1-e^{-2})=ke^{-2}+e^{-2}(1-e^{-2})$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$k=e^{-2}-1$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$f(x)=(e^{-2}-1)+e^{-x}$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$f(2)=e^{-2}-1+e^{-2}=2e^{-2}-1$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$2f(0)-f(2)=2e^{-2}-2e^{-2}+1=1$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Never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integrate the equation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decays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required quantity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Never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integrate the equation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$f-k$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decays like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required quantity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$f(0)-k$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$k=\int_0^2f$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$f'+f=k$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$f(2)-f(0)+k=2k$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$f(2)=f(0)+k$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$2f(0)-f(2)=f(0)-k$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$g(x)=g(0)e^{-x}$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$g(2)=f(2)-k=g(0)e^{-2}$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first step),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$f(2)-k=f(0)$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first step),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$f(0)=(f(0)-k)e^{-2}$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$f(0)-k=e^{2}f(0)$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$f(0)-k=e^2\cdot e^{-2}=1$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$2f(0)-f(2)=1$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is a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gives relations between endpoint values without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$f'+f=\int_a^bf$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is a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$f-k=(f(a)-k)e^{-(x-a)}$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$f(b)-f(a)$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gives relations between endpoint values without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$f(x)=k+(f(0)-k)e^{-x}$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$k=e^{-2}-1$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$f(x)=e^{-x}+e^{-2}-1$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Single correct option;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 through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$(1+\log_ex)\frac{dx}{dy}-x\log_ex=e^y$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$e^{2e^{\sqrt2}}$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$e^{\sqrt2e^2}$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equations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dependent variable)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equations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dependent variable)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$(1+\ln x)\,dx=d(x\ln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linear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$(1+\ln x)\frac{dx}{dy}=\frac{dt}{dy}$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$\frac{dt}{dy}-t=e^y$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$e^{\int-dy}=e^{-y}$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$t\,e^{-y}=\int e^y\cdot e^{-y}dy+c=y+c$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x\,e^{-y}=y+c$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x=ye^y+ce^y$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x=ye^y$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$\alpha\ln\alpha=2e^2$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$\alpha^\alpha=e^{\alpha\ln\alpha}=e^{2e^2}$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$e^{2e^2}$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resonant case: undetermined coefficients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integrating factor).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$t'-t=e^y$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resonant case: undetermined coefficients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$y\,e^y$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integrating factor).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complementary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solves the homogeneous equation, 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$\frac{dt}{dy}-t=e^y$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complementary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$t'-t=0$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solves the homogeneous equation,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$t_p=ky\,e^y$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$t_p'-t_p=ke^y=e^y$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$t_p=ye^y$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x=ye^y+Ce^y$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$\alpha\ln\alpha=2e^2$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$\alpha^\alpha=e^{\alpha\ln\alpha}=e^{2e^2}$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$e^{2e^2}$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resonant case: the particular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needs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$\frac{d}{dx}(x\ln x)=1+\ln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$\frac{dt}{dy}-t=e^y$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resonant case: the particular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$\alpha^\alpha=e^{\alpha\ln\alpha}$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needs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tangent at any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tangent at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$\frac{x^2+y^2}{2xy}$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Homogeneous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Homogeneous equation: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$\frac{2v\,dv}{1-v^2}=\frac{dx}{x}$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$\frac{dy}{dx}=\frac{x^2+y^2}{2xy}$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$v+x\frac{dv}{dx}=\frac{x^2+v^2x^2}{2x\cdot vx}=\frac{1+v^2}{2v}$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$x\frac{dv}{dx}=\frac{1+v^2}{2v}-v=\frac{1-v^2}{2v}$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$\frac{2v\,dv}{1-v^2}=\frac{dx}{x}$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$\int\frac{2v\,dv}{v^2-1}+\int\frac{dx}{x}=0$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$\ln|v^2-1|+\ln x=\ln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$x(v^2-1)=c$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$x\cdot\frac{y^2-x^2}{x^2}=c$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$y^2-x^2=cx$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positive root is the listed option).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$-4=2c$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$y^2-x^2=-2x$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$y^2-64=-16$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positive root is the listed option).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right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linear,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right side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x{2y}+\frac y{2x}$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linear,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 tx\right)'=1$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integrating factor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$2y\frac{dy}{dx}=\frac{x^2+y^2}{x}$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$\frac{dt}{dx}=x+\frac tx$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$\frac{dt}{dx}-\frac tx=x$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 tx\right)=1$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tx=x+C$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$y^2=x^2+Cx$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$0=4+2C$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even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denominator)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linear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family of rectangular hyperbolas through the origin with centre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is unique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branch choice, which is why the question asks for 'a value'.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$y'=\frac{x^2+y^2}{2xy}$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even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denominator)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$t'=x+\frac tx$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$y^2=x^2+Cx$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 C2\right)^2-y^2=\frac{C^2}{4}$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family of rectangular hyperbolas through the origin with centre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is unique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branch choice, which is why the question asks for 'a value'.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curve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$(1-x^2y^2)\,dx=y\,dx+x\,dy$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$\frac{3e^2}{2(3e^2+1)}$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$\frac{3e^2}{2(3e^2-1)}$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$\frac{1+3e^2}{2(3e^2-1)}$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$\frac{1-3e^2}{2(3e^2+1)}$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equations, Reducible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partial fractions give a logarithm.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$y\,dx+x\,dy=d(xy)$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$\frac{du}{1-u^2}=dx$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partial fractions give a logarithm.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$dx=\frac{d(xy)}{1-(xy)^2}$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$2\,dx=\frac{2\,d(xy)}{(1-xy)(1+xy)}=\frac{d(xy)}{1-xy}+\frac{d(xy)}{1+xy}$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positive sign: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$2x+c=\ln\left|\frac{1+xy}{1-xy}\right|$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$\left|\frac{xy+1}{xy-1}\right|=e^c\cdot 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$3=e^c\cdot 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$e^c=\frac3{e^2}$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$\left|\frac{xy+1}{xy-1}\right|=3e^{2x-2}$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$\left|\frac{2\alpha+1}{2\alpha-1}\right|=3e^2$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positive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$\frac{2\alpha+1}{2\alpha-1}=3e^2$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$2\alpha+1=6e^2\alpha-3e^2$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$2\alpha(3e^2-1)=3e^2+1$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$\alpha=\frac{3e^2+1}{2(3e^2-1)}$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negative sign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starts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cannot cross the constant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 and the positive sign is the correct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negative sign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cannot cross the constant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 and the positive sign is the correct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turns the equation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no logarithms and no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$w=\frac{u+1}{u-1}$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turns the equation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$w'=2w$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no logarithms and no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solution, so by uniqueness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$u'=1-u^2$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solution, so by uniqueness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$w=\frac{u+1}{u-1}&gt;0$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$w'=\frac{-2u'}{(u-1)^2}=\frac{-2(1-u^2)}{(u-1)^2}=\frac{2(u+1)}{u-1}=2w$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$w=w(1)\,e^{2(x-1)}$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$w(1)=\frac{2+1}{2-1}=3$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$w=3e^2$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$\frac{2\alpha+1}{2\alpha-1}=3e^2$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$2\alpha=\frac{w+1}{w-1}=\frac{3e^2+1}{3e^2-1}$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$\alpha=\frac{3e^2+1}{2(3e^2-1)}$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equation involves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besides this,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constant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the plane into regions and a solution cannot leave its region.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Möbius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linearises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(more generally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$y\,dx+x\,dy=d(xy)$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equation involves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besides this,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$\frac{du}{1-u^2}=dx$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$\frac12\ln\left|\frac{1+u}{1-u}\right|=x+c$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constant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the plane into regions and a solution cannot leave its region.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Möbius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$w=\frac{u+1}{u-1}$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linearises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$u'=1-u^2$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$w'=2w$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$u'=a(u-p)(u-q)$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$w'=a(p-q)w$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$w=\frac{u-p}{u-q}$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$\frac{dy}{dx}+\frac{5}{x(x^5+1)}y=\frac{(x^5+1)^2}{x^7}$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$\frac{679}{128}$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$\frac{637}{128}$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$\frac{697}{128}$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$\frac{693}{128}$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integrating factor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$\frac{5}{x(x^5+1)}=\frac5x-\frac{5x^4}{x^5+1}$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$\frac{x^5}{1+x^5}$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𝐼.𝐹.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$e^{\int\frac{5\,dx}{x(x^5+1)}}$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$\frac5{x(x^5+1)}=\frac{5x^{-6}}{1+x^{-5}}$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$1+x^{-5}=t$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$-5x^{-6}dx=dt$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$\int\frac{5x^{-6}dx}{1+x^{-5}}=-\int\frac{dt}{t}=-\ln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$\text{I.F.}=\frac1t=\frac1{1+x^{-5}}=\frac{x^5}{1+x^5}$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$y\cdot\frac{x^5}{1+x^5}=\int\frac{x^5}{1+x^5}\cdot\frac{(1+x^5)^2}{x^7}dx=\int\frac{1+x^5}{x^2}dx$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$=\int\left(x^{3}+x^{-2}\right)dx$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$y\cdot\frac{x^5}{1+x^5}=\frac{x^4}{4}-\frac1x+c$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$2\cdot\frac12=\frac14-1+c$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$y\cdot\frac{32}{33}=4-\frac12+\frac74=\frac{21}{4}$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$y=\frac{21}{4}\cdot\frac{33}{32}=\frac{693}{128}$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693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$\frac{693}{128}$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the partial fractions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right side is a perfect square over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by the integrating factor first - the product often collapses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$\int\frac{n\,dx}{x(x^n+1)}=\ln\frac{x^n}{1+x^n}+C$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the partial fractions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$\frac{n}{x(x^n+1)}=\frac nx-\frac{nx^{n-1}}{x^n+1}$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right side is a perfect square over a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by the integrating factor first - the product often collapses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$x^a+x^b$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$\frac{x^5}{1+x^5}=\frac{32}{33}$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$\frac{x^4}{4}-\frac1x+\frac74=\frac{21}{4}$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a solution curve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a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$(1+x^2)\,dy=y(x-y)\,dx$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$y(2\sqrt2)=\beta$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$e^{\beta^{-1}}=e^{-2}(3+2\sqrt2)$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$e^{3\beta^{-1}}=e(3+2\sqrt2)$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$e^{3\beta^{-1}}=e(5+\sqrt2)$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$e^{\beta^{-1}}=e^{-2}(5+\sqrt2)$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Bernoulli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equation with integrating factor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equation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(Bernoulli,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$\frac{dy}{dx}=\frac{xy}{1+x^2}-\frac{y^2}{1+x^2}$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(Bernoulli,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$-\frac1{y^2}\frac{dy}{dx}+\frac{x}{1+x^2}\cdot\frac1y=\frac{1}{1+x^2}$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$-\frac1{y^2}\frac{dy}{dx}=\frac{dt}{dx}$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$\frac{dt}{dx}+\frac{x}{1+x^2}t=\frac1{1+x^2}$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$e^{\int\frac{x}{1+x^2}dx}=e^{\frac12\ln(1+x^2)}=\sqrt{1+x^2}$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$t\sqrt{1+x^2}=\int\frac{\sqrt{1+x^2}}{1+x^2}dx=\int\frac{dx}{\sqrt{1+x^2}}$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$\frac{\sqrt{1+x^2}}{y}=\ln\left(x+\sqrt{x^2+1}\right)+c$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$\sqrt{1+8}=3$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$\frac3\beta=\ln\left(2\sqrt2+3\right)+1=\ln\left(e(3+2\sqrt2)\right)$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$e^{3\beta^{-1}}=e(3+2\sqrt2)$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equation is a ready-made exact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$s=\frac{\sqrt{1+x^2}}{y}$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$\frac1{\sqrt{1+x^2}}$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equation is a ready-made exact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$s=\frac{\sqrt{1+x^2}}{y}$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$s'=\frac{x}{\sqrt{1+x^2}\,y}-\frac{\sqrt{1+x^2}}{y^2}y'$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$y'=\frac{y(x-y)}{1+x^2}$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$\frac{\sqrt{1+x^2}}{y^2}y'=\frac{x-y}{\sqrt{1+x^2}\,y}=\frac{x}{\sqrt{1+x^2}\,y}-\frac{1}{\sqrt{1+x^2}}$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$s=\ln\left(x+\sqrt{1+x^2}\right)+c$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$s=\frac3\beta=\ln(2\sqrt2+3)+1$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$e^{3/\beta}=e(3+2\sqrt2)$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linear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$y'+Py=Qy^n$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$t=y^{1-n}$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$t'+(1-n)Pt=(1-n)Q$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$\int\frac{dx}{\sqrt{1+x^2}}=\ln\left(x+\sqrt{1+x^2}\right)+C=\sinh^{-1}x+C$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$\sinh^{-1}(2\sqrt2)=\ln(2\sqrt2+3)$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$(3+2\sqrt2)=(1+\sqrt2)^2$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curves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initial conditions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two points   (B) infinite number of points   (C) no point   (D) one point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$y=y_1(x)$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$y=y_2(x)$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curves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$\frac{dy}{dx}=y+7$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initial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$y=y_1(x)$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$y=y_2(x)$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two points   (B) infinite number of points   (C) no point   (D) one point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solutions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different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equal values force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solutions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$-7+ce^x$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different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equal values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solution: the curves do not intersect.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$y\,e^{-x}=\int7e^{-x}dx=-7e^{-x}+c$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$y=-7+ce^{x}$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$y_1=-7+7e^x$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$y_2=-7+8e^x$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$-7+7e^x=-7+8e^x$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solution: the curves do not intersect.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no point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two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never zero (no solving of the main equation needed).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two solutions: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$z=y_2-y_1$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$z'=z$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$z(0)=1$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never zero (no solving of the main equation needed).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(uniqueness of the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everywhere: no intersection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$y'=y+7$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$z=y_2-y_1$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$z(0)=1-0=1$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$z(x)=e^x$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(uniqueness of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$y_2(x)\ne y_1(x)$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everywhere: no intersection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no point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cannot cross (uniqueness of the IVP): two solution curves of the same equation either coincide or never meet where the equation is regular.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of two 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the homogeneous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never vanishes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equilibrium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other solutions move away: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cannot cross (uniqueness of the IVP): two solution curves of the same equation either coincide or never meet where the equation is regular.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of two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the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$z'+Pz=0$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$Ce^{-\int 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never vanishes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$y'=y+7$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equilibrium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other solutions move away: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$y=-7+ce^x$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$2(y+2)\log_e(y+2)\,dx+\left(x+4-2\log_e(y+2)\right)dy=0$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$x\left(e^4-2\right)=1$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$x\left(e^9-2\right)$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equations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dependent variable)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equations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dependent variable)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$t=\ln(y+2)$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$dy=(y+2)\,dt$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$2(y+2)\ln(y+2)\frac{dx}{dy}+x+4-2\ln(y+2)=0$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$\ln(y+2)=t$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$\frac{dt}{dy}=\frac1{y+2}$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$(y+2)\frac{dx}{dy}=\frac{dx}{dt}$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$2t\frac{dx}{dt}+(x+4-2t)=0$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$\frac{dx}{dt}=\frac{2t-4-x}{2t}$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$\frac{dx}{dt}+\frac{x}{2t}=\frac{2t-4}{2t}=1-\frac2t$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$e^{\int\frac{dt}{2t}}=t^{1/2}$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$x\,t^{1/2}=\int\left(1-\frac2t\right)t^{1/2}dt=\int\left(t^{1/2}-2t^{-1/2}\right)dt=\frac{2t^{3/2}}{3}-4t^{1/2}+C$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$x=\frac23t-4+Ct^{-1/2}$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$x=\frac23\ln(y+2)-4+C\left(\ln(y+2)\right)^{-1/2}$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$y=e^4-2$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$1=\frac83-4+\frac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C2=\frac73$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$y=e^9-2$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$x=\frac23\cdot9-4+\frac{14}{3}\cdot\frac13=2+\frac{14}9=\frac{32}9$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exact derivative - no integrating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$2t\frac{dx}{dt}+x$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$s\frac{dx}{ds}+x=\frac{d}{ds}(sx)$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exact derivative - no integrating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$t=\ln(y+2)$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$2t\,x_t+x=2t-4$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$x_t=\frac{x_s}{2s}$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$2s^2\cdot\frac{x_s}{2s}+x=2s^2-4$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$s\,x_s+x=2s^2-4$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$\frac{d}{ds}(sx)=2s^2-4$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$sx=\frac23s^3-4s+C$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$2=\frac{16}{3}-8+C$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$3x=18-12+\frac{14}3=\frac{32}{3}$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is awkward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(dependent) but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dependent: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is awkward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(dependent) but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dependent: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$\frac{dx}{dy}+P(y)x=Q(y)$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t=s$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$2t\,x'+x$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$\frac{d}{ds}(sx)$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$2t\frac{d}{dt}=s\frac{d}{ds}$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$x(t)=\frac23t-4+\frac{14}{3\sqrt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$x(4)=1$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$x(9)=\frac{32}{9}$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Q21 – Q26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$(x\cos x)\,dy+(xy\sin x+y\cos x-1)\,dx=0$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$\frac\pi3y\left(\frac\pi3\right)=\sqrt3$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$\left|\frac\pi6y''\left(\frac\pi6\right)+2y'\left(\frac\pi6\right)\right|$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Higher-order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closed form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quantity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$xy''+2y'=(xy)''$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closed form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x+\sqrt3\cos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quantity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$|{-}xy|$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$\frac{dy}{dx}+\left(\frac{x\sin x+\cos x}{x\cos x}\right)y=\frac1{x\cos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$\frac{dy}{dx}+\left(\tan x+\frac1x\right)y=\frac1{x\cos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$e^{\ln\sec x+\ln x}=x\sec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 x\sec x=\int\frac{x\sec x}{x\cos x}dx=\int\sec^2x\,dx=\tan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$\frac\pi3y\left(\frac\pi3\right)=\sqrt3$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$y\left(\frac\pi3\right)=\frac{3\sqrt3}{\pi}$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$\frac{3\sqrt3}{\pi}\cdot\frac\pi3\cdot2=2\sqrt3=\tan\frac\pi3+c=\sqrt3+c$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twice: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modulus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$xy\sec x=\tan x+\sqrt3$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$xy=\sin x+\sqrt3\cos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twice: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$(xy)''=xy''+2y'=-\sin x-\sqrt3\cos x=-xy$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$xy=\frac12+\sqrt3\cdot\frac{\sqrt3}2=2$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$\frac\pi6y''\left(\frac\pi6\right)+2y'\left(\frac\pi6\right)=-2$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modulus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$|-2|=2$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equation: it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integrating factor is just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equation: it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$u'\cos x+u\sin 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$(u\sec x)'=\sec^2x$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integrating factor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x\,(xy'+y)+x\sin x\cdot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$u'=xy'+y$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x\,y=u\sin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$u'\cos x+u\sin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$\frac{d}{dx}(u\sec x)=\sec^2x$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$u\sec x=\tan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 x+c\cos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$u=\frac\pi3y=\sqrt3=\frac{\sqrt3}2+\frac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 x+\sqrt3\cos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quantity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quantity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$xy''+2y'=u''=-u$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$u=\frac12+\frac32=2$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$\left|\frac\pi6y''+2y'\right|=|-2|=2$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expressions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derivatives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quantity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general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$(xy)''=xy''+2y'$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$(xy)'=xy'+y$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expressions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$xy''+2y'$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derivatives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$u''=-u$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 x+\sqrt3\cos x=2\sin(x+\frac\pi3)$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quantity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x\,u'+\sin x\,u=1$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$(u\sec x)'=\sec^2x$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general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$u'+u\tan x=\sec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 at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given curve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$Q\left(a,\frac12\right)$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 at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$R(b,f(b))$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given curve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$S(0,c)$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of differential equations, Tangent to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of the tangent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of the tangent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$xf'-f=-\frac3x$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$\frac{d}{dx}\left(\frac fx\right)=-\frac3{x^3}$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$R(b,f(b))$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$y-f(b)=f'(b)(x-b)$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$S(0,c)$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$c-f(b)=-b\,f'(b)$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$\frac3b-f(b)=-bf'(b)$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$bf'(b)-f(b)=-\frac3b$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$\frac{bf'(b)-f(b)}{b^2}=-\frac3{b^3}$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$\frac{d}{db}\left(\frac{f(b)}b\right)=-\frac{3}{b^3}$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$\frac{f(b)}b=\frac{3}{2b^2}+\lambda$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$\frac32=\frac32+\lambda$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$f(b)=\frac{3}{2b}$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$f(x)=\frac{3}{2x}$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$\frac12=\frac{3}{2a}$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$Q=\left(3,\frac12\right)$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$PQ^2=(3-1)^2+\left(\frac12-\frac32\right)^2=4+1=5$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Geometric viewpoint: the tangent's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particular solution, and note the homogeneous solutions are lines through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Geometric viewpoint: the tangent's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$f-xf'$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 kx$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particular solution, and note the homogeneous solutions are lines through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tangent passes through the origin at every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Particular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$f-xf'$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$f-xf'=\frac3x$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$f-xf'=0$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tangent passes through the origin at every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Particular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$f-xf'=\frac kx+\frac kx=\frac{2k}x=\frac3x$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$f=\frac3{2x}+\lambda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$f=\frac{3}{2x}$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$PQ^2=2^2+1^2=5$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'intercept' expression is a derivative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conditions, hyperbolas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$(x_0,f(x_0))$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$f(x_0)-x_0f'(x_0)$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$x_0-\frac{f(x_0)}{f'(x_0)}$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$xf'-f=x^2\frac{d}{dx}\left(\frac fx\right)$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'intercept' expression is a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fx$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$=\frac{k}{x}$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conditions, hyperbolas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$f=\frac{c}{x}$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$\frac{2c}{x}$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$(y-2\log_ex)\,dx+\left(x\log_ex^2\right)dy=0$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$\left(e^4,\alpha\right)$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with integrating factor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$x\log_ex^2=2x\ln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$\sqrt{\ln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$(y-2\ln x)dx+(2x\ln x)dy=0$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$2x\ln x\frac{dy}{dx}+y=2\ln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$\frac{dy}{dx}+\frac{y}{2x\ln x}=\frac1x$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$e^{\int\frac{dx}{2x\ln x}}=e^{\frac12\ln\ln x}=\sqrt{\ln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$y\sqrt{\ln x}=\int\frac{\sqrt{\ln x}}{x}dx=\frac23(\ln x)^{3/2}+C$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e=1$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$\frac43=\frac23+C$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$(e^4,\alpha)$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e^4=4$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$\alpha\cdot2=\frac23\cdot8+\frac23=6$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side becomes the exact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side becomes the exact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$\frac{d}{ds}(sy)$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$dx=x\,dt$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$(y-2t)\,x\,dt+2xt\,dy=0$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$2t\frac{dy}{dt}+y=2t$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$2t\frac{dy}{dt}=s\frac{dy}{ds}$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$s\frac{dy}{ds}+y=2s^2$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$\frac{d}{ds}(sy)=2s^2$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$sy=\frac23s^3+C$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$2\alpha=\frac{16}3+\frac23=6$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 absolute value issues).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$\frac{dy}{dx}+\frac{y}{2x\ln x}=\frac1x$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$2t\,y_t+y=2t$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$s=\sqrt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$(sy)_s=2s^2$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$\int\frac{(\ln x)^n}{x}dx=\frac{(\ln x)^{n+1}}{n+1}+C$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$\log_ex^2=2\ln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 absolute value issues).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the differential equation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$0&lt;y&lt;\frac\pi2$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$\left(\log_e(\cos y)\right)^2\cos y\,dx-\left(1+3x\log_e(\cos y)\right)\sin y\,dy=0$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$x\left(\frac\pi3\right)=\frac1{2\log_e2}$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$x\left(\frac\pi6\right)=\frac1{\log_em-\log_en}$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equations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dependent variable), Logarithms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equations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dependent variable), Logarithms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integrating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side integrates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$L=\ln\cos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$dL=-\tan y\,dy$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side integrates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$-\frac{L^2}2$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$L=\ln\cos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$\frac{dx}{dy}=\tan y\left(\frac{3x}{L}+\frac1{L^2}\right)$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$\frac{dx}{dy}-\frac{3\tan y}{L}x=\frac{\tan y}{L^2}$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$\ln\cos 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$dt=-\tan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$\int-\frac{3\tan y}{L}dy=3\int\frac{dt}{t}=3\ln|t|$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$e^{3\ln|t|}=t^3=\ln^3\cos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$x\ln^3\cos y=\int\frac{\tan y}{L^2}\cdot L^3dy=\int\tan y\,\ln\cos y\,dy=-\int t\,dt=-\frac{\ln^2\cos y}{2}+C$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(coprime)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$x\left(\frac\pi3\right)=\frac1{2\ln2}$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$\cos\frac\pi3=\frac12$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$\frac1{2\ln2}\cdot(-\ln^32)=-\frac{\ln^22}2+C$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$-\frac{\ln^22}{2}=-\frac{\ln^22}{2}+C$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$xL^3=-\frac{L^2}{2}$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$x=-\frac{1}{2\ln\cos 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$x=-\frac1{2\ln\frac{\sqrt3}2}=-\frac{1}{\ln\frac34}=\frac1{\ln\frac43}=\frac1{\ln4-\ln3}$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$m=4,\ 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(coprime)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satisfies the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given condition, so by uniqueness it is the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 aL$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$L=\ln\cos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satisfies the equation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given condition, so by uniqueness it is the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requires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$L'=-\tan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aL$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$\frac{dx}{dy}=\frac{a\tan y}{L^2}$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$\frac{dx}{dy}=\tan y\left(\frac{3a}{L^2}+\frac1{L^2}\right)=\frac{(3a+1)\tan y}{L^2}$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By uniqueness of the initial-value problem this is the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$x\left(\frac\pi3\right)=-\frac1{2(-\ln2)}=\frac1{2\ln2}$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By uniqueness of the initial-value problem this is the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$x=-\frac1{2\ln(\sqrt3/2)}=\frac1{\ln(4/3)}$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$m=4,n=3$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independent variable is hidden inside a function, change variable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part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nonzero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particular solution that already meets the initial condition is the solution (uniqueness).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independent variable is hidden inside a function, change variable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$L=\ln\cos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$dL=-\tan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$\frac{dx}{dL}+\frac{3x}{L}=-\frac1{L^2}$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$(L^3x)'=-L$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$x=-\frac1{2L}+\frac{C}{L^3}$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C{L^3}$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nonzero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particular solution that already meets the initial condition is the solution (uniqueness).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at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curve passing through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at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curve passing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$\left(\frac1{10},100\right)$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$PA:PB=1:k$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$e^{\frac{dy}{dx}}=kx+\frac k2$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$4y(1)-5\log_e3$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897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of differential equations, Tangents and intercepts, Variable separable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intercepts,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points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$PA:PB=1:k$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intercepts,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$\frac{dy}{dx}=-\frac{ky}{x}$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$yx^k=C$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points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$Y-y=\frac{dy}{dx}(X-x)$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$A=\left(x-y\frac{dx}{dy},\,0\right)$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$\alpha=x-y\frac{dx}{dy}$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$PA:PB=1:k$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$P=\frac{k\cdot A+1\cdot B}{k+1}$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$x=\frac{k\alpha}{k+1}$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$\alpha=\frac{k+1}{k}x$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$\frac{k+1}{k}x=-y\frac{dx}{dy}+x$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 xk=-y\frac{dx}{dy}+x$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xk=-y\frac{dx}{dy}$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$x\frac{dy}{dx}+ky=0$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 kxy=0$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$yx^k=C$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$\left(\frac1{10},100\right)$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$100\cdot\left(\frac1{10}\right)^k=1$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$e^{dy/dx}=2x+1$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$\frac{dy}{dx}=\ln(2x+1)$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$y=\frac{2x+1}{2}\left(\ln(2x+1)-1\right)+c$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an integer, which is why the key lists the question as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$2=\frac12(0-1)+c$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$y(1)=\frac32(\ln3-1)+\frac52=\frac32\ln3+1$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$4y(1)=6\ln3+4$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$4y(1)-5\ln3=4+\ln3\approx5.10$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an integer, which is why the key lists the question as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(≈ 5.10, not an integer; the key says Bonus)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$4+\ln3$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(≈ 5.10, not an integer; the key says Bonus)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2072639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intercept form: the slope of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differential equation is read off directly; the integral is a definite integral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2072639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intercept form: the slope of the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$-\frac\beta\alpha$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$\beta=(k+1)y$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$\alpha=\frac{(k+1)x}{k}$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differential equation is read off directly; the integral is a definite integral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489959"/>
                <a:ext cx="10725912" cy="31851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489959"/>
                <a:ext cx="10725912" cy="31851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$P=\left(\frac{k\alpha}{k+1},\frac\beta{k+1}\right)$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$\alpha=\frac{(k+1)x}{k}$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$\beta=(k+1)y$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$-\frac\beta\alpha=-\frac{(k+1)y}{(k+1)x/k}=-\frac{ky}{x}$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$\frac{dy}{dx}=-\frac{ky}{x}$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$yx^k=C$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$\left(\frac1{10},100\right)$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$y(1)=y(0)+\int_0^1\ln(2x+1)dx=2+\frac12\int_1^3\ln u\,du=2+\frac12\left[u\ln u-u\right]_1^3$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$=2+\frac12(3\ln3-3+1)=1+\frac32\ln3$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$4y(1)-5\ln3=4+\ln3$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(≈ 5.10, not an integer; the key says Bonus)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$4+\ln3$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(≈ 5.10, not an integer; the key says Bonus)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intercept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tangent's point of contact is the midpoint of the intercepts).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intercept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$PA:PB=1:k$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$P=\left(\frac{k}{k+1}\alpha,\frac{1}{k+1}\beta\right)$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$-\frac\beta\alpha=-k\frac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$\frac{dy}{dx}=-k\frac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$yx^k=C$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tangent's point of contact is the midpoint of the intercepts).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$\int\ln(ax+b)\,dx=\frac{ax+b}{a}\left(\ln(ax+b)-1\right)+C$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$\frac{dy}{dx}+\frac{4x}{x^2-1}y=\frac{x+2}{(x^2-1)^{5/2}}$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$y(2)=\frac29\log_e(2+\sqrt3)$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$y(\sqrt2)=\alpha\log_e(\sqrt\alpha+\beta)+\beta-\sqrt\gamma$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765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Integration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integrating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right side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right side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$\frac{x+2}{\sqrt{x^2-1}}$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$e^{\int\frac{4x}{x^2-1}dx}=e^{2\ln(x^2-1)}=(x^2-1)^2$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$y(x^2-1)^2=\int\frac{x+2}{(x^2-1)^{5/2}}(x^2-1)^2dx+c=\int\frac{x+2}{\sqrt{x^2-1}}dx+c$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$\int\frac{x}{\sqrt{x^2-1}}dx=\sqrt{x^2-1}$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$\int\frac{2\,dx}{\sqrt{x^2-1}}=2\ln\left(x+\sqrt{x^2-1}\right)$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$y(x^2-1)^2=\sqrt{x^2-1}+2\ln\left(x+\sqrt{x^2-1}\right)+c$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$y(2)=\frac29\ln(2+\sqrt3)$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$9\cdot\frac29\ln(2+\sqrt3)=\sqrt3+2\ln(2+\sqrt3)+c$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$y(x^2-1)^2=\sqrt{x^2-1}+2\ln\left(x+\sqrt{x^2-1}\right)-\sqrt3$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$y(\sqrt2)=1+2\ln(\sqrt2+1)-\sqrt3$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$\alpha\ln(\sqrt\alpha+\beta)+\beta-\sqrt\gamma$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$\alpha\beta\gamma=2\cdot1\cdot3=6$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integrating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forms: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unique form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natural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this coefficient.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$\frac{4x}{x^2-1}=2\cdot\frac{(x^2-1)'}{x^2-1}$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$\frac{k\,u'}{u}$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$\int\frac{dx}{\sqrt{x^2-1}}=\ln\left(x+\sqrt{x^2-1}\right)+C$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$\int\frac{x\,dx}{\sqrt{x^2-1}}=\sqrt{x^2-1}+C$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forms: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$2\ln(\sqrt2+1)=\alpha\ln(\sqrt\alpha+\beta)$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unique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natural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this coefficient.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Q27 – Q36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Single correct option;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solutions of the differential equations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solutions of the differential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$\frac{dx}{dt}+ax=0$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$\frac{dy}{dt}+by=0$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$3y(1)=2x(1)$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$\log_{\frac23}2$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$\log_{\frac43}2$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equations, Exponential and logarithmic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are exponentials;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all that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are exponentials;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$3y(1)=2x(1)$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$e^{a-b}=\frac43$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all that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$\frac{dx}{dt}=-ax$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$\int\frac{dx}x=-\int a\,dt$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$\ln|x|=-at+c$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 e^{-at}$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$x=2e^{-at}$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$\ln|y|=-bt+c$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$y=\mu e^{-bt}$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$y=e^{-bt}$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$3y(1)=2x(1)$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$3e^{-b}=2\cdot2e^{-a}=4e^{-a}$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$e^{a-b}=\frac43$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logarithms: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$2e^{-at}=e^{-bt}$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$e^{(a-b)t}=2$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$\left(\frac43\right)^t=2$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logarithms: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$t\ln\frac43=\ln2$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$t=\log_{4/3}2$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$\log_{4/3}2$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at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obeys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never needed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at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 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obeys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$\frac{r'}r=b-a$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constant,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$r=2\,e^{(b-a)t}$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never needed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$\frac{r'}{r}=\frac{x'}{x}-\frac{y'}{y}=-a+b$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$r(t)=r(0)\,q^t$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$q=e^{b-a}$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$r(0)=\frac21=2$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$3y(1)=2x(1)$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$2q=\frac32$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$2\left(\frac34\right)^t=1$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$\left(\frac43\right)^t=2$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$t=\log_{4/3}2$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$\log_{4/3}2$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exponential with 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 in any question comparing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Meeting time: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$x'=-ax$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exponential with 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 in any question comparing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Meeting time: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$r(t)=r(0)\left(\frac{r(1)}{r(0)}\right)^t=1$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$t=\frac{\ln(1/r(0))}{\ln(r(1)/r(0))}$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$t=\frac{\ln2}{\ln(4/3)}$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$\log_{4/3}2=\frac{\ln2}{\ln4-\ln3}\approx2.41$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curve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slope of the curve is never zero,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$(x^2-4)\,dy-(y^2-3y)\,dx=0$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$y(4)=\frac32$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slope of the curve is never zero,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$\frac{3}{1+2\sqrt2}$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$\frac{3}{1+(8)^{1/4}}$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$\frac{3}{1-2\sqrt2}$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$\frac{3}{1-(8)^{1/4}}$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equations, Partial fractions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with partial fractions; the slope never being zero keeps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constant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the modulus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with partial fractions; the slope never being zero keeps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constant solutions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the modulus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integrates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$\frac{dy}{y^2-3y}=\frac{dx}{x^2-4}$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$\frac1{y(y-3)}=\frac13\left(\frac1{y-3}-\frac1y\right)$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$\frac13\left(\ln|y-3|-\ln|y|\right)$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$\frac14\ln\left|\frac{x-2}{x+2}\right|$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$\frac13\ln\left|\frac{y-3}{y}\right|=\frac14\ln\left|\frac{x-2}{x+2}\right|+C$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zero,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$\left|\frac{y-3}{y}\right|=1$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$0=\frac14\ln\frac26+C$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$C=\frac14\ln3$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$\frac13\ln\left|\frac{y-3}{y}\right|=\frac14\ln\frac{8}{12}+\frac14\ln3=\frac14\ln2$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$\ln\left|\frac{y-3}{y}\right|=\frac34\ln2=\ln2^{3/4}$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$y'=\frac{y(y-3)}{x^2-4}$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zero,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$y(4)=\frac32\in(0,3)$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$\frac{3-y}{y}=2^{3/4}=8^{1/4}$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$3-y=8^{1/4}y$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$y(10)=\frac{3}{1+8^{1/4}}$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$\frac{3}{1+(8)^{1/4}}$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Möbius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equation linear: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pure power.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Möbius variable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$w=\frac{y-3}{y}$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equation linear: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$w'=\frac{3w}{x^2-4}$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$\frac{w(10)}{w(4)}$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pure power.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$w=\frac{y-3}{y}=1-\frac3y$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$w'=\frac{3y'}{y^2}=\frac{3(y^2-3y)}{y^2(x^2-4)}=\frac{3}{x^2-4}\cdot\frac{y-3}{y}=\frac{3w}{x^2-4}$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$\frac{w'}{w}=\frac{3}{x^2-4}=\frac34\left(\frac1{x-2}-\frac1{x+2}\right)$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$\ln|w|=\frac34\ln\frac{x-2}{x+2}+C$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preserved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$\frac{w(10)}{w(4)}=\left(\frac{8/12}{2/6}\right)^{3/4}=2^{3/4}$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$w(4)=1-\frac3{3/2}=-1$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$w(10)=-2^{3/4}$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preserved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$1-\frac3y=-2^{3/4}$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$y(10)=\frac{3}{1+2^{3/4}}=\frac3{1+8^{1/4}}$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$\frac{3}{1+(8)^{1/4}}$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exponential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cross a constant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'slope never zero' means exactly this, and tells you which side the curve lives on (so the signs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$y'=f(x)\,y(y-a)$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$w=\frac{y-a}{y}$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$w'=a\,f(x)\,w$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$\frac{y-a}{y}$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exponential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$a\int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$y'=g(x)h(y)$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cross a constant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'slope never zero' means exactly this, and tells you which side the curve lives on (so the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$\int\frac{dx}{x^2-a^2}=\frac1{2a}\ln\left|\frac{x-a}{x+a}\right|+C$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$f(x)\sin2x+\sin x-(1+\cos^2x)f'(x)=0$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integrating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$\frac{d}{dx}(1+\cos^2x)=-\sin2x$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𝐼.𝐹.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$(1+\cos^2x)f'=f\sin2x+\sin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$\frac{dy}{dx}-\frac{\sin2x}{1+\cos^2x}y=\frac{\sin x}{1+\cos^2x}$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$e^{-\int\frac{\sin2x}{1+\cos^2x}dx}$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$d(1+\cos^2x)=-\sin2x\,dx$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$\int\frac{\sin2x}{1+\cos^2x}dx=-\ln(1+\cos^2x)$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$\text{I.F.}=1+\cos^2x$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$y(1+\cos^2x)=\int\frac{\sin x}{1+\cos^2x}(1+\cos^2x)dx=\int\sin x\,dx=-\cos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$y(1+\cos^2x)+\cos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$y=\frac{1-\cos x}{1+\cos^2x}$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$y\left(\frac\pi2\right)=\frac{1-0}{1+0}=1$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says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never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$\frac{d}{dx}\left[f(x)(1+\cos^2x)\right]=\sin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integrate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never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$(1+\cos^2x)f'-f\sin2x=\sin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$\frac{d}{dx}\left[f\,(1+\cos^2x)\right]=f'(1+\cos^2x)-f\sin2x$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$\frac{d}{dx}(1+\cos^2x)=-\sin2x$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$\frac{d}{dx}\left[f(x)(1+\cos^2x)\right]=\sin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$f\left(\frac\pi2\right)(1+0)-f(0)(1+1)=\int_0^{\pi/2}\sin x\,dx=1$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integrating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precisely,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says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is a logarithmic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$P=-\frac{g'}{g}$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$g\,y'-g'y\ldots$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precisely,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$\frac{d}{dx}\left(y\cdot g\right)=g\,y'+g'y$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$g=1+\cos^2x$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$g'=-\sin2x$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$\left(f\cdot g\right)'=\sin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$\sin2x=-\frac{d}{dx}(\cos^2x)=-\frac{d}{dx}(1+\cos^2x)$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is a logarithmic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$f(x)=\frac{1-\cos x}{1+\cos^2x}$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 yx\right)=\log_e|x|+\frac\alpha2$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$x\cos\left(\frac yx\right)\frac{dy}{dx}=y\cos\left(\frac yx\right)+x$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yx=t$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t\,dt=\frac{dx}{x}$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$x\cos\frac yx\frac{dy}{dx}-y\cos\frac yx=x$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yx\left(x\frac{dy}{dx}-y\right)=x$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yx\cdot\frac{x\frac{dy}{dx}-y}{x^2}=\frac1x$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 yx\right)=\frac{x\frac{dy}{dx}-y}{x^2}$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t\frac{dt}{dx}=\frac1x$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t\,dt=\frac{dx}{x}$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t=\ln|x|+c$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yx=\ln|x|+c$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$\sin\frac\pi3=0+c$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yx=\ln|x|+\frac{\sqrt3}{2}$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$\ln|x|+\frac\alpha2$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 form is given, so no integration is needed: just impose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 form is given, so no integration is needed: just impose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$y(1)=\frac\pi3$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$\sin\frac yx=\ln|x|+\frac\alpha2$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problem states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problem states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yx=\ln|x|+\frac\alpha2$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$\sin\frac\pi3=\ln1+\frac\alpha2$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$\frac{\sqrt3}2=\frac\alpha2$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form is consistent: differentiating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given equation.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form is consistent: 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yx=\ln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yx\cdot\frac{xy'-y}{x^2}=\frac1x$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given equation.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question gives the form of the solution with an unknown constant, use the initial condition directly; differentiate the form once to confirm it solves the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Homogeneous-type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question gives the form of the solution with an unknown constant, use the initial condition directly; differentiate the form once to confirm it solves the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$x\,y'-y=x^2\frac{d}{dx}\left(\frac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Homogeneous-type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yx\right)(xy'-y)=x$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$F(t)\,dt=\frac{dx}{x}$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x\,dy+\{2(1-x)\tan x+x(2-x)\}dx=0$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$2\{\sin(2)+1\}$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$2\{1-\sin(2)\}$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Exact differentials and integration by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multiplying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$2(x-1)\sin x+(x^2-2x)\cos x=\frac{d}{dx}\left[(x^2-2x)\sin x\right]$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 twice).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$dy=\frac{2(x-1)\tan x+x(x-2)}{\sec x}dx=\left[2(x-1)\sin x+(x^2-2x)\cos x\right]dx$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$\int2(x-1)\sin x\,dx=2\left[-(x-1)\cos x+\sin 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$\int(x^2-2x)\cos x\,dx=(x^2-2x)\sin x+(2x-2)\cos x-2\sin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 twice).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$y=-2(x-1)\cos x+2\sin x+(x^2-2x)\sin x+(2x-2)\cos x-2\sin x+c=(x^2-2x)\sin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$y=(x^2-2x)\sin 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$y(2)=0\cdot\sin2+2=2$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antiderivative instead of integrating by parts: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the integrand... up to the factor 2 in the first term - check carefully.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antiderivative instead of integrating by parts: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$\frac{d}{dx}\left[(x^2-2x)\sin x\right]=(2x-2)\sin x+(x^2-2x)\cos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the integrand... up to the factor 2 in the first term - check carefully.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27797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exactly the integrand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further computation.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27797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$g(x)=(x^2-2x)\sin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$g'(x)=(2x-2)\sin x+(x^2-2x)\cos x=2(x-1)\sin x+(x^2-2x)\cos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exactly the integrand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$dy=\left[2(x-1)\sin x+(x^2-2x)\cos x\right]dx$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$dy=dg$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$y=(x^2-2x)\sin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further computation.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right side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is the exact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test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integrating by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polynomials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same degree.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why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$\left[f'(x)\,g(x)+f(x)\,g'(x)\right]$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is the exact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test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$(x^2-2x)\sin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integrating by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p(x)\sin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p(x)\cos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$A(x)\sin x+B(x)\cos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polynomials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same degree.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$x^2-2x=x(x-2)$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$\frac{dy}{dx}=\frac{(\tan x)+y}{\sin x(\sec x-\sin x\tan 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$\sqrt3\left(2+\log_e\sqrt3\right)$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$\frac{\sqrt3}{2}\left(2+\log_e3\right)$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$\sqrt3\left(2+\log_e3\right)$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$\sqrt3\left(1+2\log_e3\right)$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Trigonometric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denominator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denominator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x\ldots$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$y'-2\csc2x\,y=\sec^2x$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$\frac{dy}{dx}=\frac{\sin x+y\cos x}{\sin x\left(1-\sin^2x\right)}=\frac{\sin x+y\cos x}{\sin x\cos^2x}$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𝐼.𝐹.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$\frac{dy}{dx}=\sec^2x+\frac{y}{\sin x\cos x}=\sec^2x+2y\csc2x$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$\frac{dy}{dx}-2\csc2x\cdot y=\sec^2x$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$e^{-\int2\csc2x\,dx}$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$\int2\csc2x\,dx=\int\csc t\,dt=\ln\left|\tan\frac t2\right|=\ln|\tan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$\text{I.F.}=\frac1{|\tan x|}=\cot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$y\cot x=\int\sec^2x\cot x\,dx=\int\frac{\sec^2x}{\tan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$\int\frac{dt}{t}=\ln 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$y\cot x=\ln\tan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x\left(\ln\tan x+c\right)$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$2=1\cdot(\ln1+c)$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x\left(\ln\tan x+2\right)$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$y\left(\frac\pi3\right)=\sqrt3\left(\ln\sqrt3+2\right)$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trigonometric coefficients before choosing a method: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homogeneous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 t\,dt=\ln\left|\tan\frac t2\right|+C$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$\int2\csc2x\,dx=\ln|\tan 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$2\csc2x=\frac{1}{\sin x\cos x}=\frac{\sec^2x}{\tan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trigonometric coefficients before choosing a method: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x-\sin x\tan x=\frac{1-\sin^2x}{\cos x}=\cos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x\cdot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$u'=\frac{\sec^2x}{\tan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homogeneous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$y'=2\csc2x\,y$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$y\frac{dx}{dy}=x\left(\log_ex-\log_ey+1\right)$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$x&gt;0,y&gt;0$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$\left|\log_e\frac yx\right|=y^2$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$\left|\log_e\frac yx\right|=x$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$2\left|\log_e\frac xy\right|=y+1$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$\left|\log_e\frac xy\right|=y$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separates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$x=vy$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separates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$\frac{dv}{v\ln v}=\frac{dy}{y}$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homogeneous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 xy\left(\ln\frac xy+1\right)$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homogeneous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$x=vy$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$\frac{dx}{dy}=v+y\frac{dv}{dy}$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$v+y\frac{dv}{dy}=v\ln v+v$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$y\frac{dv}{dy}=v\ln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$\int\frac{dv}{v\ln v}=\int\frac{dy}{y}$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$\ln(\ln v)=\ln y+\ln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v=cy$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xy=cy$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e=c\cdot1$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$\left|\ln\frac xy\right|=y$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options: each is a relation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it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with the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options: each is a relation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$\ln\frac xy=g(y)$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it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with the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says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option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(A), (C), (D) hold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requires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 xy\left(\ln\frac xy+1\right)$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option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(A), (C), (D) hold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$1\ne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x-\ln y=g(y)$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$\frac1x\frac{dx}{dy}=\frac1y+g'(y)$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$\frac{dx}{dy}=x\left(\frac1y+g'\right)$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$\frac1y+g'=\frac{g+1}{y}$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$g'=\frac gy$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$y\,g'=g$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curve is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$yg'=2y^2\ne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$g=\frac{y+1}2$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$yg'=\frac y2\ne\frac{y+1}2$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$yg'=y=g$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curve is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$y\,g'=g$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multiple-choice implicit relations: eliminate by the given point first, then by differentiating the survivors.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 xyF\left(\frac 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$x=vy$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$y\,v'=v\left(F(v)-1\right)$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$F=\ln v+1$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$\frac{dv}{v\ln v}=\frac{dy}{y}$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v=cy$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$\int\frac{dv}{v\ln v}=\ln|\ln v|+C$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v=u$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multiple-choice implicit relations: eliminate by the given point first, then by differentiating the survivors.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temperature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body at time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 and it decreases continuously as per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constant.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temperature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body at time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 and it decreases continuously as per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$\frac{dT}{dt}=-k(T-80)$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constant.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$T(15)=120^\circ$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$T(45)$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equations, Applications (Newton's law of cooling)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excess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decays exponentially;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half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halves every 15 units.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excess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$T-80$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decays exponentially;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$T(15)-80$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half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$T(0)-80$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halves every 15 units.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(degrees F).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$\int\frac{dT}{T-80}=\int-k\,dt$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$\ln|T-80|=-kt+c$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$T(0)=160$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$c=\ln80$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$\ln\left|\frac{T-80}{80}\right|=-kt$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$T=80+80e^{-kt}$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$T(15)=120$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$40=80e^{-15k}$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$e^{-15k}=\frac12$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$k=\frac{\ln2}{15}$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$T(45)=80+80e^{-45k}=80+80e^{-3\ln2}=80+\frac{80}{8}=90$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(degrees F).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F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F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Newton's law: the excess temperature over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shrinks by the same factor in equal time intervals, so it halves every 15 minutes.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Newton's law: the excess temperature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shrinks by the same factor in equal time intervals, so it halves every 15 minutes.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Excess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intervals give equal factors (exponential decay):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excess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Excess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$160-80=80$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$120-80=40$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intervals give equal factors (exponential decay):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excess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$T(45)=80+10=90^\circ$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F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F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multiplied by the same factor over every equal time interval - it is a geometric progression in time.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Half-life of the excess: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τ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$T'=-k(T-T_0)$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$T-T_0$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multiplied by the same factor over every equal time interval - it is a geometric progression in time.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Half-life of the excess: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$t_{1/2}=\frac{\ln2}{k}$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$T(t)=T_0+(T(0)-T_0)\left(\frac{T(\tau)-T_0}{T(0)-T_0}\right)^{t/\tau}$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$\frac{dy}{dx}=2x(x+y)^3-x(x+y)-1$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$\left(\frac1{\sqrt2}+y\left(\frac1{\sqrt2}\right)\right)^2$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$\frac4{4+\sqrt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$\frac3{3-\sqrt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$\frac1{2-\sqrt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$\frac2{1+\sqrt e}$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5008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Reducible differential equations (substitution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5008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Reducible differential equations (substitution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separates the equation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it into a standard partial fraction.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separates the equation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$\frac{dt}{t(2t^2-1)}=x\,dx$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it into a standard partial fraction.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 absorbs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$\frac{dy}{dx}=\frac{dt}{dx}-1$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$\frac{dt}{dx}-1=2xt^3-xt-1$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$\frac{dt}{dx}=x\left(2t^3-t\right)$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$\frac{dt}{2t^3-t}=x\,dx$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$\int\frac{t\,dt}{2t^4-t^2}=\int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$2t\,dt=dz$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$\frac12\int\frac{dz}{2z^2-z}=\int x\,dx=\frac{x^2}{2}+c_1$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$\frac1{2z^2-z}=\frac{2}{2z-1}-\frac1z$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$\int\frac{dz}{2z^2-z}=\ln\left|\frac{2z-1}{z}\right|$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$\ln\left|\frac{z-\frac12}{z}\right|=x^2+c$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 absorbs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$\ln\left|\frac{(x+y)^2-\frac12}{(x+y)^2}\right|=x^2+c$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$\ln\frac12=c$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$\frac{(x+y)^2-\frac12}{(x+y)^2}=e^{x^2}\cdot\frac12$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$\frac{z-\frac12}{z}=\frac{\sqrt e}{2}$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$1-\frac1{2z}=\frac{\sqrt e}2$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$\frac1{2z}=\frac{2-\sqrt e}{2}$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$z=(x+y)^2=\frac{1}{2-\sqrt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$\frac{1}{2-\sqrt 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linear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obvious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$u=\frac1{(x+y)^2}$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$t'=xt(2t^2-1)$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linear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$u'-2xu=-4x$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obvious particular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with the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complementary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$t'=x\left(2t^3-t\right)$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$u'=-2t^{-3}t'=-2x\left(2-t^{-2}\right)=-2x(2-u)$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$u'=2xu-4x$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with the particular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$0=4x-4x$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complementary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$u=2+Ce^{x^2}$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$t=1,\ 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$u=2-e^{x^2}$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$u=2-\sqrt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$(x+y)^2=\frac1u=\frac1{2-\sqrt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$\frac{1}{2-\sqrt 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dependence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(Bernoulli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exponent 3),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linear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$y'=f(x,\,x+y)$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dependence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$t'=1+f$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$t'=g(x)\left(at^3+bt\right)$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(Bernoulli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exponent 3),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$u'=-2g(x)\left(a+bu\right)$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$\int\frac{dz}{z(2z-1)}=\ln\left|\frac{2z-1}{z}\right|+C$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non-zero real number.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non-zero real number.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$f'(x)=\alpha f(x)+3$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$f(-\log_e2)$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conditions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both hold for any real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$f=-\frac3\alpha+Ce^{\alpha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conditions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both hold for any real non-zero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real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this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contradicts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$\frac{dy}{dx}=\alpha y+3$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$\int\frac{dy}{\alpha y+3}=\int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$\frac1\alpha\ln|\alpha y+3|=x+C$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y+3=ce^{\alpha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real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$f(x)=-\frac3\alpha+\frac c\alpha e^{\alpha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c\alpha=2+\frac3\alpha$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$e^{\alpha 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$\lim_{x\to-\infty}f=-\frac3\alpha$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contradicts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finite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again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both conditions true: the data contradict each other, and the key lists this as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$e^{\alpha x}\to\infty$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finite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$f\equiv-\frac3\alpha=f(0)=2$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again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both conditions true: the data contradict each other, and the key lists this as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Bonus (the data are inconsistent: no such function exists)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but then the explicit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blows up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but then the explicit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$1+e^{-3x}$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blows up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bounded function with a limiting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unbounded,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$f'(x)=\alpha f(x)+3\to\alpha+3$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bounded function with a limiting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unbounded,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$f'=-3f+3$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$f=1+Ce^{-3x}$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conditions cannot all hold: the question has no valid answer (Bonus). (The tempting answer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from ignoring the limit condition.)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$f(x)=1+e^{-3x}\to\infty$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conditions cannot all hold: the question has no valid answer (Bonus). (The tempting answer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$f(-\ln2)=1+e^{3\ln2}=9$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from ignoring the limit condition.)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Bonus (the data are inconsistent: no such function exists)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only equilibrium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approach the equilibrium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limit there, then that limit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unbounded) - this identifies the equilibrium: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all given conditions are mutually consistent before computing the asked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$f'=\alpha f+3$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only equilibrium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$f=-\frac3\alpha+Ce^{\alpha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approach the equilibrium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limit there, then that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unbounded) - this identifies the equilibrium: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L+3=0$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all given conditions are mutually consistent before computing the asked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Q37 – Q44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$(2x+3y-2)\,dx+(4x+6y-7)\,dy=0$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y+3\log_e|2x+3y-\gamma|=6$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$\alpha+2\beta+3\gamma$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Reducible differential equations (parallel lines),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(parallel-line type): the equation separates;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$t=2x+3y$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(parallel-line type): the equation separates;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$\frac{2t-7}{t-8}=2+\frac9{t-8}$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$\frac{dy}{dx}=\frac13\left(\frac{dt}{dx}-2\right)$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$\frac{dy}{dx}=-\frac{t-2}{2t-7}$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$\frac{dt}{dx}-2=-\frac{3(t-2)}{2t-7}=-\frac{3t-6}{2t-7}$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$\frac{dt}{dx}=2-\frac{3t-6}{2t-7}=\frac{4t-14-3t+6}{2t-7}=\frac{t-8}{2t-7}$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$\frac{2t-7}{t-8}dt=dx$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$\frac{2t-7}{t-8}=2+\frac{9}{t-8}$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$2t+9\ln|t-8|=x+c$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$2(2x+3y)+9\ln|2x+3y-8|=x+c$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$3x+6y+9\ln|2x+3y-8|=c$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$18+9\ln1=c$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$3x+6y+9\ln|2x+3y-8|=18$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$x+2y+3\ln|2x+3y-8|=6$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\beta=2,\ \gamma=8$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$\alpha+2\beta+3\gamma=1+4+24=29$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integrating: differentiate the claimed first integral and require it to be proportional to the given 1-form.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integrating: differentiate the claimed first integral and require it to be proportional to the given 1-form.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y+3\ln|2x+3y-\gamma|=\text{const}$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$\alpha\,dx+\beta\,dy+\frac{3(2dx+3dy)}{2x+3y-\gamma}=0$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$t=2x+3y$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$(t-\gamma)$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$\left[\alpha(t-\gamma)+6\right]dx+\left[\beta(t-\gamma)+9\right]dy=0$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$\lambda(t)\left[(t-2)\,dx+(2t-7)\,dy\right]$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t+(6-\alpha\gamma)=\lambda(t-2)$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$6-\alpha\gamma=-2\alpha$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the constant: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 t+(9-\beta\gamma)=\alpha(2t-7)$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$9-\beta\gamma=-7\alpha$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$9-2\alpha\gamma=-7\alpha$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$\alpha\gamma=6+2\alpha$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$9-12-4\alpha=-7\alpha$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\beta=2,\ \gamma=8$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the constant: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$0+6+3\ln|9-8|=6$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$\alpha+2\beta+3\gamma=1+4+24=29$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(parallel lines),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equation becomes separable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rational integrand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first,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prescribed form of the answer can be matched by differentiating it - the unknown coefficients are fixed by comparing the differential with the original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$(a_1x+b_1y+c_1)dx+(a_2x+b_2y+c_2)dy=0$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$\frac{a_1}{a_2}=\frac{b_1}{b_2}$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(parallel lines),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$t=a_1x+b_1y$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equation becomes separable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rational integrand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$\frac{pt+q}{t-r}$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$\frac{pt+q}{t-r}=p+\frac{q+pr}{t-r}$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$2+\frac{9}{t-8}$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prescribed form of the answer can be matched by differentiating it - the unknown coefficients are fixed by comparing the differential with the original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$\frac{dy}{dx}=\frac{x+y-2}{x-y}$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$\tan^{-1}\left(\frac{y-1}{x-1}\right)-\frac1\beta\log_e\left(\alpha+\left(\frac{y-1}{x-1}\right)^2\right)=\log_e|x-1|$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$5\beta+\alpha$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Reducible differential equations (non-parallel lines), Homogeneous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the intersection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homogeneous.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the intersection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$x+y-2=0$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homogeneous.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$x=X+1,\ y=Y+1$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$\frac{dY}{dX}=\frac{X+Y}{X-Y}$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$\frac{dY}{dX}=t+X\frac{dt}{dX}$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$t+X\frac{dt}{dX}=\frac{1+t}{1-t}$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$X\frac{dt}{dX}=\frac{1+t}{1-t}-t=\frac{1+t^2}{1-t}$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$\frac{dX}{X}=\frac{1-t}{1+t^2}dt$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$\ln|X|=\tan^{-1}t-\frac12\ln(1+t^2)+C$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the given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$t=\frac{y-1}{x-1}$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$\ln|x-1|=\tan^{-1}\left(\frac{y-1}{x-1}\right)-\frac12\ln\left(1+\left(\frac{y-1}{x-1}\right)^2\right)+C$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$0=0-0+C$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$\tan^{-1}\left(\frac{y-1}{x-1}\right)-\frac12\ln\left(1+\left(\frac{y-1}{x-1}\right)^2\right)=\ln|x-1|$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the given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$5\beta+\alpha=10+1=11$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polar coordinates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logarithmic spiral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polar coordinates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$X\,dY-Y\,dX=X\,dX+Y\,dY$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$r^2d\theta=r\,dr$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logarithmic spiral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$r=Ce^{\theta}$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rearranges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$X=x-1,\ Y=y-1$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$(X-Y)\,dY=(X+Y)\,dX$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rearranges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$X\,dY-Y\,dX=X\,dX+Y\,dY$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$X=r\cos\theta,\ Y=r\sin\theta$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$X\,dY-Y\,dX=r^2d\theta$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$X\,dX+Y\,dY=r\,dr$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$r\,d\theta=dr$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$\frac{dr}{r}=d\theta$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the given form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r=\theta+C$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$r=\sqrt{X^2+Y^2}=|X|\sqrt{1+t^2}$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 YX=\tan^{-1}t$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$\ln|X|+\frac12\ln(1+t^2)=\tan^{-1}t+C$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the given form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$5\beta+\alpha=11$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non-parallel lines, shift the origin to their intersection; the equation becomes homogeneous.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equations built from these two combinations are separable in polar form (spirals).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$\frac{dy}{dx}=\frac{a_1x+b_1y+c_1}{a_2x+b_2y+c_2}$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non-parallel lines, shift the origin to their intersection; the equation becomes homogeneous.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$X\,dY-Y\,dX=r^2d\theta$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$X\,dX+Y\,dY=r\,dr$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equations built from these two combinations are separable in polar form (spirals).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$\int\frac{1-t}{1+t^2}dt=\tan^{-1}t-\frac12\ln(1+t^2)+C$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$(1+y^2)(1+\log_ex)\,dx+x\,dy=0$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$y(e)=\frac{\alpha-\tan\left(\frac32\right)}{\beta+\tan\left(\frac32\right)}$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equations,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$\frac{1+\ln x}{x}dx=-\frac{dy}{1+y^2}$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$\tan\left(\frac\pi4-\theta\right)=\frac{1-\tan\theta}{1+\tan\theta}$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$\frac{1+\ln x}{x}dx=-\frac{dy}{1+y^2}$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$\tan^{-1}y=-\frac{(1+\ln x)^2}{2}+C$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$\frac\pi4=-\frac12+C$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$C=\frac\pi4+\frac12$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$y=\tan\left(\frac\pi4+\frac12-\frac{(1+\ln x)^2}{2}\right)$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$(1+\ln e)^2=4$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$y(e)=\tan\left(\frac\pi4+\frac12-2\right)=\tan\left(\frac\pi4-\frac32\right)$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$\tan\left(\frac\pi4-\frac32\right)=\frac{1-\tan\frac32}{1+\tan\frac32}$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answer's form is fixed once the angle is written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constants must be read off from the identity, not from numerical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$\tan\left(\frac\pi4-\theta\right)=\frac{1-\tan\theta}{1+\tan\theta}$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$\tan\left(\frac\pi4+\theta\right)=\frac{1+\tan\theta}{1-\tan\theta}$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$\int\frac{1+\ln x}{x}dx=\frac{(1+\ln x)^2}{2}+C$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answer's form is fixed once the angle is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constants must be read off from the identity, not from numerical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differentiable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$f(x)=\sqrt{\lim_{r\to x}\left\{\frac{2r^2\left[(f(r))^2-f(x)f(r)\right]}{r^2-x^2}-r^3e^{\frac{f(r)}{r}}\right\}}$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differentiable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$(-\infty,0)\cup(0,\infty)$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and derivatives, Homogeneous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difference quotient),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homogeneous.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$xf(x)f'(x)-x^3e^{f/x}$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difference quotient),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$f^2=xff'-x^3e^{f/x}$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homogeneous.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(L'Hospital's rule / definition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$\frac{2r^2f(r)\left(f(r)-f(x)\right)}{(r-x)(r+x)}\to\frac{2x^2f(x)f'(x)}{2x}=xf(x)f'(x)$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(L'Hospital's rule / definition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$r^3e^{f(r)/r}\to x^3e^{f(x)/x}$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$(f(x))^2=xf(x)f'(x)-x^3e^{f(x)/x}$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$y^2=xy\frac{dy}{dx}-x^3e^{y/x}$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yx=\frac{dy}{dx}-\frac{x^2}{y}e^{y/x}$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$\frac{dy}{dx}=v+x\frac{dv}{dx}$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$v=v+x\frac{dv}{dx}-\frac{x}{v}e^v$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$x\frac{dv}{dx}=\frac xve^v$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$ve^{-v}dv=dx$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ve^{-v}dv=-(v+1)e^{-v}$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$-(v+1)e^{-v}=x+c_1$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$(x+c)e^{v}+v+1=0$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$(x+c)e^{y/x}+\frac yx+1=0$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$(1+c)e+2=0$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$c=-1-\frac2e$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$x=a,\ 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$(a+c)+1=0$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$a-1-\frac2e+1=0$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of the form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factor the difference of squares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equation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root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the implicit relation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$\lim_{r\to x}\frac{g(r)-g(x)}{r-x}$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$\frac{2r^2f(r)\,(f(r)-f(x))}{(r-x)(r+x)}\to\frac{2x^2f(x)}{2x}f'(x)$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factor the difference of squares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equation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$v\,v'=e^v$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ve^{-v}dv=-(v+1)e^{-v}+C$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root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the implicit relation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curve lying in the first quadrant such that the area enclosed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co-ordinate axes,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any point on the curve, is always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curve lying in the first quadrant such that the area enclosed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$Y-y=Y'(x)(X-x)$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co-ordinate axes,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any point on the curve,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$\frac{-y^2}{2Y'(x)}+1$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of differential equations, Tangents and intercepts,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intercepts of the tangent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equating the (signed) triangle area to the given expression collapses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intercepts of the tangent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$x-\frac y{y'}$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$y-xy'$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equating the (signed) triangle area to the given expression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$x^2y'-2xy+2=0$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(as used in the problem):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$Y-y=y'(X-x)$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 y{y'},0\right)$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$(0,\,y-xy')$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(as used in the problem):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$\frac12(y-xy')\left(x-\frac{y}{y'}\right)=-\frac{y^2}{2y'}+1$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$(y-xy')(xy'-y)=-y^2+2y'$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$-y^2+2xyy'-x^2y'^2=-y^2+2y'$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$y'\left(-x^2y'+2xy-2\right)=0$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$-x^2y'+2xy=2$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$\frac{dy}{dx}-\frac2xy=-\frac2{x^2}$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y{x^2}=\int\frac{-2}{x^4}dx=\frac{2}{3x^3}+c$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$1=\frac23+c$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$\frac{y}{x^2}=\frac2{3x^3}+\frac13$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$y=4\left(\frac1{12}+\frac13\right)=\frac53$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$12Y(2)=20$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'particular solution plus homogeneous solution': the homogeneous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particular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$x^2y'-2xy+2=0$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'particular solution plus homogeneous solution': the homogeneous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$x^2y'=2xy$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solutions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 kx$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particular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reached, note the homogeneous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$x^2y'-2xy+2=0$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reached, note the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$x^2y'=2xy$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$\frac{y'}{y}=\frac2x$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$y_h=Cx^2$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$y_p=\frac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$x^2\left(-\frac k{x^2}\right)-2x\cdot\frac kx+2=-3k+2=0$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$y=\frac{2}{3x}+Cx^2$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$y(2)=\frac13+\frac43=\frac53$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$12Y(2)=20$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 of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triangle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intercepts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'signed' area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expression;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 when the right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 ym$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triangle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$\frac{(y-mx)^2}{2|m|}$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intercepts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$-\frac{(y-mx)^2}{m}$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'signed' area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$-\frac{(y-xm)^2}{2m}=$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expression;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 when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$-\frac{y^2}{2m}+\text{const}$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$x^2y'-2xy=-2$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$\left(\frac{y}{x^2}\right)'=-\frac{2}{x^4}$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$\sec^2x\,dx+\left(e^{2y}\tan^2x+\tan x\right)dy=0$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$y\left(\frac\pi6\right)=\alpha$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$e^{8\alpha}$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Bernoulli differential equations, Exponential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Bernoulli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gives a linear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Bernoulli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$t'=-t-e^{2y}t^2$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gives a linear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$dt+\left(e^{2y}t^2+t\right)dy=0$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$\frac1{t^2}\frac{dt}{dy}+\frac1t=-e^{2y}$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$-\frac{1}{t^2}\frac{dt}{dy}=\frac{du}{dy}$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$-\frac{du}{dy}+u=-e^{2y}$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$\frac{du}{dy}-u=e^{2y}$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$ue^{-y}=\int e^{-y}e^{2y}dy=e^y+c$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$u=e^{2y}+ce^y$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$\cot\frac\pi6=\sqrt3=e^{2\alpha}$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$e^{8\alpha}=\left(e^{2\alpha}\right)^4=(\sqrt3)^4=9$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has the constant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and the initial point lies on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$s=e^{2y}\tan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$ds=s(1-s)\,dy$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has the constant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and the initial point lies on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equation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$e^{2y}\sec^2x\,dx+\left(e^{4y}\tan^2x+e^{2y}\tan x\right)dy=0$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$s=e^{2y}\tan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$ds=e^{2y}\sec^2x\,dx+2s\,dy$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$e^{2y}\sec^2x\,dx=ds-2s\,dy$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$e^{4y}\tan^2x+e^{2y}\tan x=s^2+s$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$ds-2s\,dy+(s^2+s)dy=0$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$ds=s(1-s)\,dy$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solution and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uniqueness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solution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$\left(\frac\pi4,0\right)$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$s=e^0\cdot1=1$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uniqueness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$e^{2y}\tan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$e^{2\alpha}\cdot\frac1{\sqrt3}=1$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$e^{2\alpha}=\sqrt3$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$e^{8\alpha}=9$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easier as the dependent variable, treat the equation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Bernoulli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initial point makes some natural combination equal to a constant solution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solution is that constant: check this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needs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easier as the dependent variable, treat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$\frac{dt}{dy}=\ldots$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$\frac{dt}{dy}=-t-e^{2y}t^2$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Bernoulli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initial point makes some natural combination equal to a constant solution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solution is that constant: check this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$e^{8\alpha}=\left(e^{2\alpha}\right)^4$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needs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$e^{2\alpha}=\sqrt3$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$(t+1)\,dx=\left(2x+(t+1)^4\right)dt$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$\frac1{(t+1)^2}$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$\frac{dx}{dt}=\frac{2x}{t+1}+(t+1)^3$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$\frac{dx}{dt}-\frac{2x}{t+1}=(t+1)^3$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$e^{-\int\frac{2}{t+1}dt}=\frac1{(t+1)^2}$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$\frac{x}{(t+1)^2}=\int(t+1)\,dt=\frac{t^2}{2}+t+C$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$x=\left(\frac{t^2}{2}+t+2\right)(t+1)^2$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$x(1)=\left(\frac12+1+2\right)(2)^2=\frac72\cdot4=14$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quotient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natural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$\frac{dx}{dt}-\frac{n}{t+1}x=g(t)$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$(t+1)^{-n}$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$\left(\frac{x}{(t+1)^n}\right)'=\frac{g}{(t+1)^n}$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$\frac{x}{(t+1)^2}$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natural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$x(t)=\left(\frac{t^2}{2}+t+2\right)(t+1)^2$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$\frac{dx}{dy}=\frac{1+x-y^2}{y}$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$\frac{dx}{dy}-\frac xy=\frac{1-y^2}{y}$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$e^{-\int\frac1ydy}=\frac1y$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$x\cdot\frac1y=\int\frac{1-y^2}{y^2}dy=-\frac1y-y+c$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$x=-1-y^2+cy$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$1=-1-1+c$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$x=-1-y^2+3y$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$5x(2)=5(-1-4+6)=5$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$\frac{dx}{dy}-\frac xy=g(y)$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$\frac{d}{dy}\left(\frac xy\right)=\frac{g(y)}{y}$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$y\,dx-x\,dy=y^2\,d\left(\frac 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xy\right)=\frac{1-y^2}{y^2}dy$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$x=-1-y^2+3y$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Q45 – Q57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Single correct option;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$(x^4+2x^3+3x^2+2x+2)\,dy-(2x^2+2x+3)\,dx=0$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$y(-1)=-\frac\pi4$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Partial fractions,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integrand splits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$x^4+2x^3+3x^2+2x+2=(x^2+1)(x^2+2x+2)$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integrand splits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$\frac1{x^2+1}+\frac1{(x+1)^2+1}$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(add: numerator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dy=\int\frac{2x^2+2x+3}{x^4+2x^3+3x^2+2x+2}dx$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$x^4+2x^3+3x^2+2x+2=(x^2+1)(x^2+2x+2)$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$\frac{2x^2+2x+3}{(x^2+1)(x^2+2x+2)}=\frac1{x^2+2x+2}+\frac1{x^2+1}$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$x^2+1+x^2+2x+2=2x^2+2x+3$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$y=\int\frac{dx}{(x+1)^2+1}+\int\frac{dx}{x^2+1}=\tan^{-1}(x+1)+\tan^{-1}x+C$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$y(-1)=-\frac\pi4$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$-\frac\pi4=\tan^{-1}0+\tan^{-1}(-1)+C=0-\frac\pi4+C$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$y(0)=\tan^{-1}1+\tan^{-1}0=\frac\pi4$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Spotting the partial-fraction split: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precisely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tip: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Spotting the partial-fraction split: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$N=D_1+D_2$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ND=\frac1{D_1}\cdot\ldots$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precisely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$\frac{D_1+D_2}{D_1D_2}=\frac1{D_1}+\frac1{D_2}$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$D_2=x^2+2x+2$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$D_1+D_2=2x^2+2x+3$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$\int\frac{dx}{(x+a)^2+b^2}=\frac1b\tan^{-1}\frac{x+a}b+C$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tip: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$x^4+2x^3+3x^2+2x+2$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$(x^2+4)^2dy+(2x^3y+8xy-2)\,dx=0$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$2x^3y+8xy=2xy(x^2+4)$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$\frac{dy}{dx}+\frac{2x^3y+8xy}{(x^2+4)^2}=\frac{2}{(x^2+4)^2}$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$\frac{dy}{dx}+\frac{2x}{x^2+4}y=\frac2{(x^2+4)^2}$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$e^{\int\frac{2x}{x^2+4}dx}=e^{\ln(x^2+4)}=x^2+4$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$y(x^2+4)=\int\frac2{(x^2+4)^2}(x^2+4)\,dx=\int\frac{2}{x^2+4}dx=\tan^{-1}\frac x2+C$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$y(x^2+4)=\tan^{-1}\frac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$8y=\tan^{-1}1=\frac\pi4$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$y(2)=\frac\pi{32}$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$\frac\pi{32}$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says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coefficient before choosing a method: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$P=\frac{f'}{f}$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$P=\frac{2x}{x^2+4}$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$\left((x^2+4)y\right)'=\frac{2}{x^2+4}$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$\int\frac{dx}{x^2+a^2}=\frac1a\tan^{-1}\frac xa+C$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$\int\frac2{x^2+4}dx=\tan^{-1}\frac x2+C$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coefficient before choosing a method: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$2x^3y+8xy=2xy(x^2+4)$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$\frac{dy}{dx}+2y=\sin(2x)$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$e^{-\pi/8}$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$e^{\pi/8}$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$e^{\pi/4}$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sine and cosine are equal.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e^{2x}\sin2x\,dx=\frac{e^{2x}}8(2\sin2x-2\cos2x)$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sine and cosine are equal.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$e^{\int2dx}=e^{2x}$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$y\,e^{2x}=\int e^{2x}\sin2x\,dx+c$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e^{ax}\sin bx\,dx=\frac{e^{ax}(a\sin bx-b\cos bx)}{a^2+b^2}$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e^{2x}\sin2x\,dx=\frac{e^{2x}}{8}(2\sin2x-2\cos2x)$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$y\,e^{2x}=\frac{e^{2x}}{4}(\sin2x-\cos2x)+c$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vanishes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$\frac34=\frac14(0-1)+c$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$y=\frac14(\sin2x-\cos2x)+e^{-2x}$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$\sin\frac\pi4=\cos\frac\pi4$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vanishes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$y\left(\frac\pi8\right)=e^{-\pi/4}$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$e^{-\pi/4}$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a trigonometric particular solution plus the decaying complementary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integration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a trigonometric particular solution plus the decaying complementary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$Ce^{-2x}$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integration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complementary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$y_p=A\sin2x+B\cos2x$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$y_p'=2A\cos2x-2B\sin2x$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$y_p'+2y_p=(2A-2B)\sin2x+(2A+2B)\cos2x$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$2A-2B=1$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$2A+2B=0$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$A=\frac14,\ B=-\frac14$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$y_p=\frac14(\sin2x-\cos2x)$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complementary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$Ce^{-2x}$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$y=\frac14(\sin2x-\cos2x)+Ce^{-2x}$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$-\frac14+C=\frac34$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$y_p=\frac14\left(\sin\frac\pi4-\cos\frac\pi4\right)=0$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$y=e^{-2\cdot\pi/8}=e^{-\pi/4}$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$e^{-\pi/4}$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transient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$y'+ky=\sin\omega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$y_p=\frac{k\sin\omega x-\omega\cos\omega x}{k^2+\omega^2}$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$y=y_p+Ce^{-kx}$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transient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$Ce^{-kx}$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$y_p=\frac14(\sin2x-\cos2x)=\frac{\sqrt2}4\sin\left(2x-\frac\pi4\right)$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$y\left(\frac\pi8\right)=C\,e^{-\pi/4}$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e^{ax}\sin bx\,dx=\frac{e^{ax}(a\sin bx-b\cos bx)}{a^2+b^2}+C$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e^{ax}\cos bx\,dx=\frac{e^{ax}(a\cos bx+b\sin bx)}{a^2+b^2}+C$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differential equation of the family of circles passing through the origin and having centre at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differential equation of the family of circles passing through the origin and having centre at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$(x^2-y^2+2xy)\,dx=(x^2-y^2-2xy)\,dy$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$(x^2+y^2+2xy)\,dx=(x^2-y^2+2xy)\,dy$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$(x^2+y^2-2xy)\,dx=(x^2+y^2+2xy)\,dy$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$(x^2+y^2+2xy)\,dx=(x^2+y^2-2xy)\,dy$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of differential equations, Circles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family has one parameter,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differentiating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family has one parameter,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$x^2+y^2+gx+gy=0$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differentiating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passes through the origin,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 g2,-\frac g2\right)$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passes through the origin,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x^2+y^2+gx+gy=0$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$2x+2yy'+g+gy'=0$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$g=-\frac{2x+2yy'}{1+y'}$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$x^2+y^2-\frac{2x+2yy'}{1+y'}(x+y)=0$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$(x^2+y^2)(1+y')=(2x+2yy')(x+y)$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$x^2+y^2+(x^2+y^2)y'=2x^2+2xy+(2xy+2y^2)y'$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$\left(x^2+y^2-2xy-2y^2\right)y'=2x^2+2xy-x^2-y^2$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$\left(x^2-y^2-2xy\right)y'=x^2-y^2+2xy$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$(x^2-y^2+2xy)\,dx=(x^2-y^2-2xy)\,dy$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family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constant. Differentiate the quotient and set it to zero -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has to be solved for.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family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$\frac{x^2+y^2}{x+y}=-g$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constant. Differentiate the quotient and set it to zero -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has to be solved for.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$x^2+y^2+g(x+y)=0$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$\frac{x^2+y^2}{x+y}=-g=\text{constant}$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$\frac{(2x+2yy')(x+y)-(x^2+y^2)(1+y')}{(x+y)^2}=0$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$2x^2+2xy+2xyy'+2y^2y'-x^2-y^2-(x^2+y^2)y'=0$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$(x^2+2xy-y^2)+(2xy+y^2-x^2)y'=0$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$(x^2-y^2+2xy)\,dx=(x^2-y^2-2xy)\,dy$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Elimination of the arbitrary constant: if the family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differential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constant appears as a ratio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differentiate the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arbitrary constants = order of the equation: circles through the origin with centre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one parameter, so a first-order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the origin: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Elimination of the arbitrary constant: if the family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differential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constant appears as a ratio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$\frac{x^2+y^2}{x+y}=-g$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differentiate the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arbitrary constants = order of the equation: circles through the origin with centre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one parameter, so a first-order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$(2x\log_ex)\frac{dy}{dx}+2y=\frac3x\log_ex$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$y(e^{-1})=0$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$-\frac3{2e}$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$-\frac2{3e}$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left side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integrates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left side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$\frac{d}{dx}(y\ln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integrates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equation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the integrating factor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x\,\frac{dy}{dx}+\frac yx=\frac{3\ln x}{2x^2}$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$\frac{d}{dx}\left(y\ln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the integrating factor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$\frac{dy}{dx}+\frac{y}{x\ln x}=\frac3{2x^2}$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$y\ln x=\frac32\int\frac{\ln x}{x^2}dx=\frac32\left(-\frac{\ln x}{x}-\frac1x\right)+C=-\frac{3(\ln x+1)}{2x}+C$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$y(e^{-1})=0$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e^{-1}=-1$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$-\frac{3(-1+1)}{2/e}+C=0$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this solution blows up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question takes the same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the key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$y=-\frac{3(\ln x+1)}{2x\ln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$y(e)=-\frac{3\cdot2}{2e\cdot1}=-\frac3e$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this solution blows up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question takes the same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the key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$-\frac3e$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of that form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 or differentiate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singular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vanishes): a solution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only; extending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a convention.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$P=\frac{f'}{f}$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of that form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x\,y'+\frac{y}{x}=(y\ln x)'$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$\int\frac{\ln x}{x^2}dx=-\frac{\ln x+1}{x}+C$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 or 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$-\frac{\ln x+1}x$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singular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vanishes): a solution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$(e^{-1},0)$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only; extending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a convention.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$(1+x^2)\frac{dy}{dx}+y=e^{\tan^{-1}x}$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$\frac12\left(1-e^{\pi/2}\right)$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$\frac14\left(e^{\pi/2}-1\right)$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$\frac14\left(1-e^{\pi/2}\right)$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$\frac12\left(e^{\pi/2}-1\right)$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$(1+x^2)\frac{d}{dx}=\frac{d}{dt}$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$\frac{dy}{dt}+y=e^t$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$\frac{dt}{dx}=\frac1{1+x^2}$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$(1+x^2)\frac{dy}{dx}=\frac{dy}{dt}$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$\frac{dy}{dt}+y=e^t$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with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 dt}=e^t$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$y\,e^t=\int e^{2t}dt=\frac{e^{2t}}{2}+C$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$y\,e^{\tan^{-1}x}=\frac{e^{2\tan^{-1}x}}{2}+C$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$0=\frac{e^{\pi/2}}{2}+C$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$C=-\frac{e^{\pi/2}}{2}$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$y(0)\cdot1=\frac12-\frac{e^{\pi/2}}{2}$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$y(0)=\frac12\left(1-e^{\pi/2}\right)$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obvious particular solution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variable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$y'+y=e^t$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obvious particular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$\frac12e^t$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$\frac12e^t+\frac12e^t=e^t$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Complementary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$\frac{dy}{dt}+y=e^t$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$y_p=ke^t$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$2ke^t=e^t$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Complementary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$y=\frac12e^t+Ce^{-t}$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$0=\frac12e^{\pi/4}+Ce^{-\pi/4}$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$C=-\frac12e^{\pi/2}$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$y(0)=\frac12+C=\frac12\left(1-e^{\pi/2}\right)$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coefficient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becomes constant-coefficient.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$(1+x^2)\frac{d}{dx}=\frac d{dt}$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becomes constant-coefficient.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$y'+y=e^{kt}$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$y=\frac{e^{kt}}{k+1}+Ce^{-t}$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$y(0)=\frac12\left(1-e^{\pi/2}\right)&lt;0$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circle passing through origin. Then the radius of this circle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$\frac{dy}{dx}=\frac{(2+\alpha)x-\beta y+2}{\beta x-2\alpha y-(\beta\gamma-4\alpha)}$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circle passing through origin. Then the radius of this circle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Circles, Exact differentials and formation of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term, so a circle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equal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$\beta(x\,dy+y\,dx)=\beta\,d(xy)$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term, so a circle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$x^2,y^2$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has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$\left(\beta x-2\alpha y-(\beta\gamma-4\alpha)\right)dy=\left((2+\alpha)x-\beta y+2\right)dx$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$\beta(x\,dy+y\,dx)-2\alpha y\,dy+(4\alpha-\beta\gamma)\,dy=(2+\alpha)x\,dx+2\,dx$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 xy-\alpha y^2+(4\alpha-\beta\gamma)y=\frac{(2+\alpha)x^2}{2}+2x+c$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has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$\frac{(2+\alpha)}{2}x^2+\alpha y^2+2x-4\alpha 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the origin,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$\frac{2+\alpha}{2}=\alpha$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$2x^2+2y^2+2x-8y+c=0$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the origin,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$x^2+y^2+x-4y=0$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$=\sqrt{\left(\frac12\right)^2+(2)^2}=\sqrt{\frac{17}{4}}=\frac{\sqrt{17}}{2}$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$\frac{\sqrt{17}}{2}$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slopes: a circle through the origin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match it with the given quotient coefficient by coefficient - no integration.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slopes: a circle through the origin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$x^2+y^2+px+qy=0$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$\frac{dy}{dx}=-\frac{2x+p}{2y+q}$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match it with the given quotient coefficient by coefficient - no integration.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function (constant)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of the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of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$x^2+y^2+px+qy=0$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$2x+p+(2y+q)y'=0$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$y'=-\frac{2x+p}{2y+q}$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$-(2x+p)=\lambda\left((2+\alpha)x-\beta y+2\right)$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$2y+q=\lambda\left(\beta x-2\alpha y-\beta\gamma+4\alpha\right)$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function (constant)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of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$0=-\lambda\beta$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of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$2=-2\alpha\lambda$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of the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the origin) with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of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$-2=\lambda(2+\alpha)=-\frac{2+\alpha}{\alpha}$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$-p=2\lambda=-1$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$q=\lambda(4\alpha)=-4$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$x^2+y^2+x-4y=0$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the origin)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$\sqrt{\frac14+4}=\frac{\sqrt{17}}2$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$\frac{\sqrt{17}}{2}$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source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when integrating a first-order equation: a circle (no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term) therefore needs the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this term to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term;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comparing coefficients is a quick way to identify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$y\,dx+x\,dy=d(xy)$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source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when integrating a first-order equation: a circle (no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term) therefore needs the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this term to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term;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$\sqrt{g^2+f^2-c}$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$x^2+y^2+px+qy=0$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$-\frac{2x+p}{2y+q}$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comparing coefficients is a quick way to identify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$(1+y^2)e^{\tan x}dx+\cos^2x\,(1+e^{2\tan x})\,dy=0$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equations,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$t=e^{\tan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$dt=e^{\tan x}\sec^2x\,dx$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$\tan^{-1}y+\tan^{-1}\left(e^{\tan x}\right)=C$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$\frac{dy}{1+y^2}=-\frac{e^{\tan x}\,dx}{\cos^2x\left(1+e^{2\tan x}\right)}$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$e^{\tan x}=t$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$e^{\tan x}\sec^2x\,dx=dt$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$\tan^{-1}y=-\tan^{-1}t+C$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$\tan^{-1}y+\tan^{-1}\left(e^{\tan x}\right)=C$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tangent: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infinite,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$\tan^{-1}1+\tan^{-1}e^{0}=\frac\pi4+\frac\pi4=\frac\pi2=C$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$\tan^{-1}y+\tan^{-1}e=\frac\pi2$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$\frac{y+e}{1-ye}=\tan\frac\pi2$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infinite,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$1-ye=0$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$\tan^{-1}y+\tan^{-1}e=\frac\pi2$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$f(y)\,dy=g(x)\,dx$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$g=h'(x)\,k(h(x))$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$h=e^{\tan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$\frac{d}{dx}e^{\tan x}=e^{\tan x}\sec^2x$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function such that the area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differential equation, whose general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arbitrary constants,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function such that the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$e^{-a}+4a^2+a-1$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differential equation, whose general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$y=c_1f(x)+c_2$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arbitrary constants,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$\left(8e^x-1\right)\frac{d^2y}{dx^2}-\frac{dy}{dx}=0$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$\left(8e^x+1\right)\frac{d^2y}{dx^2}-\frac{dy}{dx}=0$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$\left(8e^x+1\right)\frac{d^2y}{dx^2}+\frac{dy}{dx}=0$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$\left(8e^x-1\right)\frac{d^2y}{dx^2}+\frac{dy}{dx}=0$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of differential equations, Area as an integral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area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eliminate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two derivatives.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area w.r.t.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two derivatives.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$\int_0^af(x)\,dx=e^{-a}+4a^2+a-1$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$f(a)=-e^{-a}+8a+1$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$f(x)=8x+1-e^{-x}$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$y=c_1\left(1+8x-\frac1{e^x}\right)+c_2$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(eliminating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$\frac{dy}{dx}=c_1\left(8+\frac1{e^x}\right)$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$\frac{y'}{8+e^{-x}}=c_1$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$y''=-c_1e^{-x}$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$y''\left(8+e^{-x}\right)+e^{-x}y'=0$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$\left(8e^x+1\right)\frac{d^2y}{dx^2}+\frac{dy}{dx}=0$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(Fundamental Theorem): areas under a curve given as a function of the upper limit determine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two constants has the second-order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$\int_0^af=F(a)$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(Fundamental Theorem): areas under a curve given as a function of the upper limit determine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$y=c_1f(x)+c_2$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two constants has the second-order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$\frac{y''}{y'}=\frac{f''}{f'}$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$f(x)=8x+1-e^{-x}&gt;0$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$f'=8+e^{-x}&gt;0$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y\frac{dy}{dx}+2x\sin y=x^3\cos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Reducible differential equations,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$\sec^2y\,y'+2x\tan y=x^3$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$z=\tan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$\sec^2y\frac{dy}{dx}+2x\tan 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$\frac{dz}{dx}=\sec^2y\frac{dy}{dx}$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$\frac{dz}{dx}+2xz=x^3$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$e^{\int2x\,dx}=e^{x^2}$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$ze^{x^2}=\int x^3e^{x^2}dx=\frac12\left(x^2e^{x^2}-e^{x^2}\right)+c$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$0=\frac12(e-e)+c$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y=\frac{x^2-1}{2}$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$y=\tan^{-1}\frac{x^2-1}{2}$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$y\left(\sqrt3\right)=\frac\pi4$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a polynomial particular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works, and the complementary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killed by the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a polynomial particular solution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$z'+2xz=x^3$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$z=\frac{x^2-1}{2}$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works, and the complementary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$Ce^{-x^2}$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killed by the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$z=ax^2+b$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$z'+2xz=2ax+2ax^3+2bx=x^3$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$2a+2b=0$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$a=\frac12,\ b=-\frac12$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$z_p=\frac{x^2-1}{2}$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$z=\frac{x^2-1}{2}+Ce^{-x^2}$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$z(1)=\tan0=0$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$0+Ce^{-1}=0$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y=\frac{x^2-1}2$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term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signals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the equation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expose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the equation has a polynomial particular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$\sec^2y\,y'$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y\,y'$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signals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expose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x^3e^{x^2}dx=\frac{(x^2-1)e^{x^2}}{2}+C$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$z'+2xz=x^n$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the equation has a polynomial particular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curve,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conic, whose vertex lies on the line: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curve,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$2y\frac{dy}{dx}+3=5\frac{dy}{dx}$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conic, whose vertex lies on the line: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$2x+3y=-9$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equations,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directly: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parabola with horizontal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$y^2+3x=5y+c$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parabola with horizontal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integrating: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$2y\,dy+3\,dx=5\,dy$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$y^2+3x=5y+c$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$1+0=5+c$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$y^2-5y=-3x-4$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$y^2-5y+\frac{25}4=-3x-4+\frac{25}4=-3x+\frac94$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vertex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$\left(y-\frac52\right)^2=-3\left(x-\frac34\right)$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$\left(\frac34,\frac52\right)$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$2x+3y=\frac32+\frac{15}2=9$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vertex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$2x+3y=9$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vertex is where the tangent is vertical,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read it off the equation without completing the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vertex is where the tangent is vertical,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$\frac{dx}{dy}=0$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read it off the equation without completing the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has a horizontal axis and its vertex is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$\frac{dx}{dy}=\frac{5-2y}{3}$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has a horizontal axis and its vertex 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$x=\frac{5y-y^2}{3}+k$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$0=\frac{4}{3}+k$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$x=\frac{\frac{25}2-\frac{25}4}{3}-\frac43=\frac{25}{12}-\frac{16}{12}=\frac34$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$\left(\frac34,\frac52\right)$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$2x+3y=9$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vertex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contains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it is exact: integrate term by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$x=ay^2+by+c$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vertex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$y=-\frac{b}{2a}$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contains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it is exact: integrate term by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$(y-k)^2=4a'(x-h)$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$4a'=-3$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$(x^2+y^2)\,dx-5xy\,dy=0$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$|x^2-4y^2|^5=x^2$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$|x^2-2y^2|^5=x^2$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$|x^2-4y^2|^6=x$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$|x^2-2y^2|^6=x$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Homogeneous: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logarithm.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Homogeneous: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$\frac{5v\,dv}{1-4v^2}=\frac{dx}{x}$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logarithm.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$\frac{dy}{dx}=\frac{x^2+y^2}{5xy}$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$\frac{dy}{dx}=v+x\frac{dv}{dx}$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$\frac{1+v^2}{5v}=v+x\frac{dv}{dx}$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$x\frac{dv}{dx}=\frac{1+v^2}{5v}-v=\frac{1-4v^2}{5v}$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$\frac{5v}{1-4v^2}dv=\frac{dx}{x}$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$\int\frac{dx}x=-\frac58\int\frac{-8v}{1-4v^2}dv$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x=-\frac58\ln\left|1-4v^2\right|+\ln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x+\frac58\ln\left|1-\frac{4y^2}{x^2}\right|=\ln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$8\ln x+5\ln\left|\frac{x^2-4y^2}{x^2}\right|=0$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$8\ln x+5\ln|x^2-4y^2|-10\ln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$\ln|x^2-4y^2|^5=\ln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$|x^2-4y^2|^5=x^2$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and it gives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$x^{-2/5}$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and it gives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$x^2-4y^2$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$2y\frac{dy}{dx}=\frac{2(x^2+y^2)}{5x}$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$\frac{dt}{dx}-\frac2{5x}t=\frac25x$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$x^{-2/5}$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$\frac{d}{dx}\left(tx^{-2/5}\right)=\frac25x^{3/5}$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$tx^{-2/5}=\frac14x^{8/5}+C$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Raise to the fifth power: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$4y^2=x^2-x^{2/5}$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$x^2-4y^2=x^{2/5}&gt;0$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Raise to the fifth power: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$(x^2-4y^2)^5=x^2$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$|x^2-4y^2|^5=x^2$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linear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integrating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numerator is a multiple of 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$y\,y'=\frac{x^2+y^2}{kx}$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$t'-\frac{2}{kx}t=\frac2k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$x^{-2/k}$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$\int\frac{5v}{1-4v^2}dv=-\frac58\ln|1-4v^2|+C$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numerator is a multiple of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$1-4v^2$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$(1)^5=1=x^2$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$\int_0^x\sqrt{1-(y'(t))^2}\,dt=\int_0^xy(t)\,dt$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an integral, Variable separable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both sides to get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both sides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$\sqrt{1-y'^2}=y$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$y'^2+y^2=1$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$y(0)=0,\ y\ge0$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solution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branch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$\sqrt{1-(y'(x))^2}=y(x)$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$1-\left(\frac{dy}{dx}\right)^2=y^2$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$\left(\frac{dy}{dx}\right)^2=1-y^2$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$\frac{dy}{\sqrt{1-y^2}}=dx$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$\frac{dy}{\sqrt{1-y^2}}=-dx$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$\sin^{-1}y=-x+c$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branch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$y=-\sin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the constant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gluing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another solution (it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key uses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$y''+y+1=-\sin2+\sin2+1=1$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$y'^2=1-y^2$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the constant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gluing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$[0,\frac\pi2]$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another solution (it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key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Don't solve at all: differentiating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Don't solve at all: differentiating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$y'^2+y^2=1$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$y'(y''+y)=0$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$y''+y=0$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quantity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$\sqrt{1-y'^2}=y$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$2y'y''+2yy'=0$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$y'\left(y''+y\right)=0$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$y'(2)=\cos2\ne0$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quantity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integral equation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(differentiate), the starting value being automatic.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the sine curve: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differentiating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envelope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places where uniqueness fails;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integral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$\int_0^xg=\int_0^xh$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(differentiate), the starting value being automatic.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the sine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$y=\sin(x+\phi)$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envelope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$y'^2=1-y^2$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places where uniqueness fails;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Q58 – Q65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$\frac{dy}{dx}-y=1+4\sin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$y(\pi)=1$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$y\left(\frac\pi2\right)+10$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$y(\pi)=1$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$e^{\int-dx}=e^{-x}$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$ye^{-x}=\int e^{-x}(1+4\sin 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$ye^{-x}=-e^{-x}+4\int e^{-x}\sin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e^{-x}\sin x\,dx=\frac{e^{-x}}{2}\left(-\sin x-\cos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$ye^{-x}=-e^{-x}+4\cdot\frac{e^{-x}}{2}\left(-\sin x-\cos x\right)+c$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$y=-1-2(\sin x+\cos x)+ce^x$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$y(\pi)=1$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$1=-1-2(0-1)+ce^{\pi}=1+ce^\pi$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$y=-1-2(\sin 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$y\left(\frac\pi2\right)+10=-1-2(1+0)+10=7$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$y_p=A\sin x+B\cos x+C$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$y_p=A\sin x+B\cos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$y_p'-y_p=(A-B)\cos x-(A+B)\sin x-C$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$1+4\sin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$-(A+B)=4$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$y_p=-1-2(\sin 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$y=y_p+ce^x$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$y(\pi)=1$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$-1-2(0-1)+ce^\pi=1$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$y\left(\frac\pi2\right)=-1-2=-3$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trigonometric/polynomial: the particular solution has the same type (undetermined coefficients); the complementary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blows up, so a bounded-type condition or a point condition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trigonometric/polynomial: the particular solution has the same type (undetermined coefficients); the complementary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blows up, so a bounded-type condition or a point condition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e^{ax}\sin bx\,dx=\frac{e^{ax}(a\sin bx-b\cos bx)}{a^2+b^2}$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$a=-1,\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$y=-1-2(\sin 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$y'-y=-2(\cos x-\sin x)+1+2(\sin x+\cos x)=1+4\sin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maximum and minimum values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$(x+y+2)^2dx=dy$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maximum and minimum values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$(3\alpha+\pi)^2+\beta^2=\gamma+\delta\sqrt3$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$\gamma,\delta\in\mathbb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$\gamma+\delta$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Reducible differential equations, Application of derivatives (maxima/minima)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increasing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$t=x+y+2$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$\frac{dt}{dx}=1+t^2$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$y=\tan x-x-2$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increasing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$y'=\tan^2x\ge0$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$\frac{dy}{dx}=(x+y+2)^2$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$\frac{dt}{dx}-1=t^2$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$\tan^{-1}(x+y+2)=x+c$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x-x-2$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$\frac{dy}{dx}=\tan^2x\ge0$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$y_{\min}=y(0)=-2=\beta$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$y_{\max}=y\left(\frac\pi3\right)=\sqrt3-\frac\pi3-2=\alpha$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$3\alpha+\pi=3\sqrt3-\pi-6+\pi=3\sqrt3-6$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$(3\alpha+\pi)^2=27+36-36\sqrt3=63-36\sqrt3$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$(3\alpha+\pi)^2+\beta^2=63-36\sqrt3+4=67-36\sqrt3$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$\gamma=67,\ \delta=-36$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$\gamma+\delta=31$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becomes separable: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Extrema of a monotone function on a closed interval are at the endpoints: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$y'=f(ax+by+c)$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$t=ax+by+c$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becomes separable: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$t'=a+bf(t)$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$\int\frac{dt}{1+t^2}=\tan^{-1}t$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$t=\tan(x+c)$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$y=\tan(x+c)-x-2$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Extrema of a monotone function on a closed interval are at the endpoints: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$y'=\tan^2x\ge0$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 x}\frac{t^2f(x)-x^2f(t)}{t-x}=1$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$2f(2)+3f(3)$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and derivatives,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a derivative: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a linear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a derivative: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$\frac{t^2f(x)-x^2f(t)}{t-x}\to2xf(x)-x^2f'(x)$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a linear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apply L'Hospital's rule (differentiate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apply L'Hospital's rule (differentiate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 x}\frac{2tf(x)-x^2f'(t)}{1}=2xf(x)-x^2f'(x)$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$2xy-x^2\frac{dy}{dx}=1$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$\frac{dy}{dx}-\frac{2y}{x}=-\frac1{x^2}$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with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$e^{-\int\frac2xdx}=\frac1{x^2}$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y{x^2}=\int-\frac1{x^4}dx=\frac1{3x^3}+C$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$1=\frac13+C$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$y=\frac1{3x}+\frac23x^2$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$f(2)=\frac16+\frac83=\frac{17}6$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$f(3)=\frac19+6=\frac{55}9$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$2f(2)+3f(3)=\frac{17}3+\frac{55}3=\frac{72}3=24$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numerator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an exact derivative, no L'Hospital.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numerator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$x^2t^2\left[g(x)-g(t)\right]$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$g=\frac{f}{x^2}$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$-x^4g'(x)$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an exact derivative, no L'Hospital.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$t^2f(x)-x^2f(t)=x^2t^2\left(\frac{f(x)}{x^2}-\frac{f(t)}{t^2}\right)=x^2t^2\left(g(x)-g(t)\right)$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$g(u)=\frac{f(u)}{u^2}$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$\frac{t^2f(x)-x^2f(t)}{t-x}=-x^2t^2\cdot\frac{g(t)-g(x)}{t-x}\to-x^4g'(x)$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$-x^4g'(x)=1$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$g'(x)=-\frac1{x^4}$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$g(x)=\frac1{3x^3}+C$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$f(x)=\frac{1}{3x}+\frac23x^2$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$2f(2)+3f(3)=\frac{17}{3}+\frac{55}{3}=24$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a difference quotient before using L'Hospital.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quotient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natural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 x}\frac{A(t,x)}{t-x}$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$A(x,x)=0$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 A}{\partial t}\big|_{t=x}$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a difference quotient before using L'Hospital.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 x}\frac{t^kf(x)-x^kf(t)}{t-x}=x^{k+2}\cdot\left(-\frac{d}{dx}\frac{f(x)}{x^k}\right)$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f{x^k}$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natural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$f(x)=\frac1{3x}+\frac23x^2$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$2xf-x^2f'=\frac23+\frac43x^3-x^2\left(-\frac1{3x^2}+\frac43x\right)=1$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$\frac{dy}{dx}+\frac{2x}{(1+x^2)^2}y=xe^{\frac1{1+x^2}}$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$f(x)=y(x)e^{-\frac1{1+x^2}}$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Area under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 directly: a parabola and a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$e^{-1/(1+x^2)}$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$f(x)=ye^{-1/(1+x^2)}=\frac{x^2}2$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 directly: a parabola and a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$e^{\int\frac{2x}{(1+x^2)^2}dx}=e^{-\frac1{1+x^2}}$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$y\,e^{-\frac1{1+x^2}}=\int xe^{\frac1{1+x^2}}\cdot e^{-\frac1{1+x^2}}dx=\int x\,dx=\frac{x^2}{2}+c$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$f(x)=ye^{-\frac1{1+x^2}}=\frac{x^2}2$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$\frac{x^2}2=x+4$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$x=-2,\ 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$=\int_{-2}^4\left(x+4-\frac{x^2}2\right)dx=\left[\frac{x^2}{2}+4x-\frac{x^3}{6}\right]_{-2}^{4}$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$=\left(8+16-\frac{64}6\right)-\left(2-8+\frac86\right)=30-12=18$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parabola-chord area formula: the area between 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parabola-chord area formula: the area between a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$y=ax^2+\ldots$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chord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$\frac{|a|\,(x_2-x_1)^3}{6}$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intersections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found, the region is the segment cut from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parabolic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intersections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$x=-2,\ 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found, the region is the segment cut from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parabolic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$=\frac{|a|(x_2-x_1)^3}{6}$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$x_2-x_1=6$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$=\frac{\frac12\cdot216}{6}=18$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meeting it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(Archimedes).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(something) the integrating factor often cancels the right side: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asked about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re-read what is being plotted.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meeting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$\frac{|a|(x_2-x_1)^3}{6}$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(Archimedes).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$P=\frac{g'}{g}\cdot$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(something) the integrating factor often cancels the right side: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$e^{-1/(1+x^2)}$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$e^{1/(1+x^2)}$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asked about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$f=ye^{-1/(1+x^2)}$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re-read what is being plotted.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any point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slope of the line touching the conic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a single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half the slope of the line joining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focal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any 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slope of the line touching the conic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a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half the slope of the line joining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focal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of differential equations,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 condition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separating gives the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$\frac{dy}{dx}=\frac{y+5}{2(x-3)}$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separating gives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$(y+5)^2=9(x-3)$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$\frac{dy}{dx}=\frac12\cdot\frac{y+5}{x-3}$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$\frac{2\,dy}{y+5}=\frac{dx}{x-3}$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$2\ln|y+5|=\ln|x-3|+C$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$2\ln3=\ln1+C$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$2\ln(y+5)=\ln(x-3)+2\ln3$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$2\ln\frac{y+5}{3}=\ln(x-3)$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$\left(\frac{y+5}{3}\right)^2=x-3$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$(y+5)^2=9(x-3)$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Focal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$S=\left(3+\frac94,-5\right)=\left(\frac{21}{4},-5\right)$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$(1+5)^2=36=9(7-3)$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Focal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$d=\sqrt{\left(7-\frac{21}4\right)^2+(1+5)^2}=\sqrt{\frac{49}{16}+36}=\sqrt{\frac{625}{16}}=\frac{25}4$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$12d=75$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Focal distance equals the distance from the directrix: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parabola with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distance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Focal distance equals the distance from the directrix: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$x_P+a'$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parabola with vertex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$a'=\frac94$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distance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parabola opening to the right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$(y+5)^2=9(x-3)$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parabola opening to the right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$x=3-a=\frac34$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its distance from the directrix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its distance from the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$=7-\frac34=\frac{25}4$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$(x-3)+a=4+\frac94$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$12d=75$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focal distance of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from the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parabola with horizontal axis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branch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half; the whole curve is the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focal distance of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$x_0-h+a$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from the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$\frac{dy}{dx}=\frac{y-k}{m(x-h)}$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$|y-k|^{m}=C|x-h|$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parabola with horizontal axis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branch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$(y+5)^2=9(x-3)$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half; the whole curve is the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given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given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$(e^y+1)\cos x\,dx+e^y\sin x\,dy=0$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$e^{y\left(\frac\pi6\right)}$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Exact differential equations, Variable separable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$(e^y+1)\sin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x\,dx+\frac{e^y}{e^y+1}dy=0$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x\,(e^y+1)=c$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$(e^y+1)\sin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x\,dx+\frac{e^y}{e^y+1}dy=0$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$\ln|\sin x|+\ln(e^y+1)=\ln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x\,(e^y+1)|=c$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$1\cdot(1+1)=c$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x\,(e^y+1)=2$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$e^y+1=2\csc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$e^y=2\csc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$e^{y}=2\csc\frac\pi6-1=2\cdot2-1=3$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exact: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potential.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exact: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$M=(e^y+1)\cos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$N=e^y\sin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$M_y=N_x=e^y\cos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x\,(e^y+1)$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potential.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exact.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$M=(e^y+1)\cos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$N=e^y\sin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 M}{\partial y}=e^y\cos x=\frac{\partial N}{\partial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exact.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$\varphi_x=M$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$\varphi=(e^y+1)\sin x+h(y)$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$\varphi_y=e^y\sin x+h'(y)=N$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$(e^y+1)\sin 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$e^y+1=\frac{2}{1/2}=4$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side of the equation is an exact differential.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Exactness test: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question asking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hint that the solution is naturally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$d\left[(e^y+1)\sin x\right]=(e^y+1)\cos x\,dx+e^y\sin x\,dy$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side of the equation is an exact differential.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Exactness test: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$M_y=N_x$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$\varphi=\int M\,dx+h(y)$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question asking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hint that the solution is naturally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$e^y=\ldots$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$\alpha|x|=|y|e^{xy-\beta}$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$x\,dy-y\,dx+xy(x\,dy+y\,dx)=0$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Exact differentials, Variable separable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$\frac{dy}{y}-\frac{dx}{x}+d(xy)=0$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(note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$x\,dy-y\,dx+xy\left(x\,dy+y\,dx\right)=0$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$\frac{dy}{y}-\frac{dx}{x}+(x\,dy+y\,dx)=0$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(note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$x\,dy+y\,dx=d(xy)$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$\ln|y|-\ln|x|+xy=c$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$\ln2-0+2=c$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$c=2+\ln2$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$\ln|y|-\ln|x|+xy=2+\ln2$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$\ln|x|=\ln\frac{|y|}{2}-2+xy$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$|x|=\frac{|y|}{2}e^{xy-2}$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$2|x|=|y|e^{xy-2}$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$\alpha|x|=|y|e^{xy-\beta}$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 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separates the equation into exact differentials.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integral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Natural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 by matching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given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$x\,dy+y\,dx=d(xy)$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$\frac{dy}{y}-\frac{dx}{x}=d\ln\left|\frac yx\right|$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separates the equation into exact differentials.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 yx\right|+xy=c$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$|y|e^{xy}=C|x|$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Natural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 by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$2|x|=|y|e^{xy-2}$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given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differentiable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suppose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differentiable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$f'(x)=3f(x)+\alpha$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$9f(-\log_e3)$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equations,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must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$f=\frac{(3+\alpha)e^{3x}-\alpha}{3}$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tends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$-\frac\alpha3$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must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$\frac{dy}{3y+\alpha}=dx$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$\frac13\ln(3y+\alpha)=x+C$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$C=\frac13\ln(3+\alpha)$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$\frac13\ln\frac{3y+\alpha}{3+\alpha}=x$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$3y+\alpha=(3+\alpha)e^{3x}$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$y=f(x)=\frac13\left((3+\alpha)e^{3x}-\alpha\right)$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f=-\frac\alpha3=7$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$f(x)=\frac13\left(-18e^{3x}+21\right)=7-6e^{3x}$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$f(-\ln3)=7-6e^{-3\ln3}=7-\frac6{27}=7-\frac29=\frac{61}9$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$9f(-\ln3)=61$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$f\to7$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$3\cdot7+\alpha=0$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$f-7$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$g'=3g$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limits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$f'=3f+\alpha$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limits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$3(7)+\alpha=0$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$f'=3f-21=3(f-7)$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$g'=3g$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$g=g(0)e^{3x}=(1-7)e^{3x}=-6e^{3x}$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$f=7-6e^{3x}$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$e^{3x}=\frac1{27}$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$f=7-\frac29=\frac{61}9$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every solution tends to the equilibrium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limit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therefore identifies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a finite limit and whose derivative has a limit has derivative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Contrast with the Jan-2024 paper (Q36 here): there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was inconsistent with the sign of the exponent;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data are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$f'=kf+\alpha$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every solution tends to the equilibrium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$-\frac\alpha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therefore identifies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a finite limit and whose derivative has a limit has derivative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Contrast with the Jan-2024 paper (Q36 here): there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was inconsistent with the sign of the exponent;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data are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(9/13)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(10/13)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(11/13)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(12/13)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(13/13)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2.14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36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65 questions, 260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DE Sheet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