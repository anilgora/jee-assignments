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3.0</c:v>
                </c:pt>
                <c:pt idx="5">
                  <c:v>2.0</c:v>
                </c:pt>
                <c:pt idx="6">
                  <c:v>3.0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2.0</c:v>
                </c:pt>
                <c:pt idx="11">
                  <c:v>2.0</c:v>
                </c:pt>
                <c:pt idx="12">
                  <c:v>3.0</c:v>
                </c:pt>
                <c:pt idx="13">
                  <c:v>2.0</c:v>
                </c:pt>
                <c:pt idx="14">
                  <c:v>3.0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line after $\tan x=t$ as $I=\int_0^\infty\frac{dt}{t^2+2^2}$, dropping the constant $8\pi$, and then continues with $4\pi\tan^{-1}(t/2)$ (which silently uses it) and a stray 'U ='. Restored the factor $8\pi$ in that line. The final value $2\pi^2$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labels the first line after the substitution ($\int t\,f(t(1-t))\frac{dt}2$, marked (i)) as $I_2$; it is $I_1$. The later line '$4I_1=\int f(t(1-t))dt=I_2$' is correct, so the answer 4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substitution as $x=\sin2\theta$; it must be $x=\sin^2\theta$ (with $dx=2\sin\theta\cos\theta\,d\theta$, as the PDF itself uses). The rest of the working and the answer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prints a half-finished line '$f(4)=\frac{256}{4}-3(64)$' before the full evaluation, and takes $\alpha=f(1)$ without comparing with $f(5)$. Added the comparison $f(5)=\frac{125}{4}&gt;f(1)=\frac{29}{4}$ that justifies $\alpha=f(1)$. The answer 157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goes from the first L'Hopital line straight to a third-derivative expression over $6$; the middle step $\frac{1-e^x\cos(1-e^x)}{6x}$ (still $\frac00$) is missing. Also its sine term has the wrong sign: the numerator's derivative is $-e^x\cos(1-e^x)-e^{2x}\sin(1-e^x)$, not $-\left[\sin(1-e^x)(-e^x)e^x+\cos(1-e^x)e^x\right]$. The value at $x=0$ is unaffected, so $-\frac16$ 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Integral Calculus 02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Definite Integration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of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 quadrant. Then the integral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of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$y-2x-6=0$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 quadrant. Then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$I=\int_a^b\frac{9x^2}{1+5^x}\,dx$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a parabola and a line, King property with 1/(1+a^x) and even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limits are symmetric, 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its reflected copy removes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$\frac{1}{1+5^x}+\frac{1}{1+5^{-x}}=1$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limits are symmetric, adding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its reflected copy removes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points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one in the second quadrant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$y-2x-6=0$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$\frac{x^2}{2}-2x-6=0$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$x^2-6x+2x-12=0\Rightarrow(x-6)(x+2)=0$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$(6,18)$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one in the second quadrant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$I=\int_{-2}^{2}\frac{9x^2}{1+5^x}dx$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(2),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$\int_a^bf(x)dx=\int_a^bf(a+b-x)dx$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$I=\int_{-2}^{2}\frac{9x^2}{1+5^{-x}}dx$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(2),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$\frac{1}{1+5^{-x}}=\frac{5^x}{5^x+1}$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$2I=\int_{-2}^{2}9x^2\left(\frac{1}{1+5^x}+\frac{5^x}{5^x+1}\right)dx=\int_{-2}^{2}9x^2dx$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$I=9\int_0^2x^2dx$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$I=9\left[\frac{x^3}{3}\right]_0^2=9\cdot\frac83=24$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part is odd and integrates to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$\frac{1}{1+5^x}=\frac12-\frac12\cdot\frac{5^x-1}{5^x+1}$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part is odd and integrates to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$\frac{1}{1+5^x}=\frac12-\frac12\cdot\frac{5^x-1}{5^x+1}$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$\frac{(5^x+1)-(5^x-1)}{2(5^x+1)}=\frac{1}{5^x+1}$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$\phi(x)=\frac{5^x-1}{5^x+1}$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$\phi(-x)=\frac{5^{-x}-1}{5^{-x}+1}=\frac{1-5^x}{1+5^x}=-\phi(x)$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$9x^2\phi(x)$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$\int_{-2}^{2}9x^2\phi(x)dx=0$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$I=\frac12\int_{-2}^{2}9x^2dx=\frac12\cdot48=24$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symmetric limits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even factor in the numerator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the denominator;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a parabola and a line: substitute and solve the quadratic, then check the quadrant of each point before assigning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here: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$\int_{-a}^{a}\frac{g(x)}{1+k^x}dx=\int_0^ag(x)dx$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$\frac1{1+k^x}+\frac1{1+k^{-x}}=1$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symmetric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even factor in the numerator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$1+k^x$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the denominator;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a parabola and a line: substitute and solve the quadratic, then check the quadrant of each point before assigning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$\int_{-2}^{2}\frac{9x^2}{1+5^x}dx=\int_0^29x^2dx=24$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43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43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$4\int_0^1\frac{1}{\sqrt{3+x^2}+\sqrt{1+x^2}}dx-3\log_e\left(\sqrt3\right)$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$2+\sqrt2-\log_e\left(1+\sqrt2\right)$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$2+\sqrt2+\log_e\left(1+\sqrt2\right)$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$2-\sqrt2+\log_e\left(1+\sqrt2\right)$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$2-\sqrt2-\log_e\left(1+\sqrt2\right)$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524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Rationalisation of surds and standard integral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524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Rationalisation of surds and standard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$\sqrt{x^2+a^2}$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rationalising leaves two standard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$3+x^2$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rationalising leaves two standard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$\sqrt{x^2+a^2}$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the conjugate,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$I=4\int_0^1\frac{dx}{\sqrt{3+x^2}+\sqrt{1+x^2}}$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the conjugate,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$(3+x^2)-(1+x^2)=2$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$I=2\int_0^1\left(\sqrt{3+x^2}-\sqrt{1+x^2}\right)dx=2\left[\int_0^1\sqrt{x^2+3}\,dx-\int_0^1\sqrt{x^2+1}\,dx\right]$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$\int\sqrt{x^2+a^2}\,dx=\frac x2\sqrt{x^2+a^2}+\frac{a^2}{2}\ln\left|x+\sqrt{x^2+a^2}\right|$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$I=2\left[\left(\frac12x\sqrt{x^2+3}+\frac32\ln\left|\sqrt{3+x^2}+x\right|\right)-\left(\frac12x\sqrt{1+x^2}+\frac12\ln\left|\sqrt{1+x^2}+x\right|\right)\right]_0^1$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the 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the 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$I=2\left[\left(1+\frac32\ln3-\frac32\ln\sqrt3\right)-\left(\frac{\sqrt2}{2}+\frac12\ln\left(\sqrt2+1\right)\right)\right]$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$\frac32\ln\sqrt3=\frac34\ln3$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$I=2\left(1+\frac34\ln3-\frac1{\sqrt2}-\frac12\ln\left(\sqrt2+1\right)\right)$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$I=2+\frac32\ln3-\sqrt2-\ln\left(\sqrt2+1\right)=3\ln\sqrt3+2-\sqrt2-\ln\left(\sqrt2+1\right)$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$3\ln\sqrt3$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$I-3\ln\sqrt3=2-\sqrt2-\ln\left(1+\sqrt2\right)$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$2-\sqrt2-\log_e\left(1+\sqrt2\right)$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parts, so no memorised formula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$J_a=\int_0^1\sqrt{x^2+a^2}\,dx$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parts, so no memorised formula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$u=\sqrt{x^2+a^2}$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$dv=dx$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$J_a=\left[x\sqrt{x^2+a^2}\right]_0^1-\int_0^1\frac{x^2}{\sqrt{x^2+a^2}}dx$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$x^2=(x^2+a^2)-a^2$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$\int_0^1\frac{x^2}{\sqrt{x^2+a^2}}dx=J_a-a^2\int_0^1\frac{dx}{\sqrt{x^2+a^2}}$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$\int_0^1\frac{dx}{\sqrt{x^2+a^2}}=\ln\frac{1+\sqrt{1+a^2}}{a}$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$2J_a=\sqrt{1+a^2}+a^2\ln\frac{1+\sqrt{1+a^2}}{a}$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$2J_{\sqrt3}=2+3\ln\frac{3}{\sqrt3}=2+3\ln\sqrt3$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$2J_1=\sqrt2+\ln\left(1+\sqrt2\right)$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$I=2\left(J_{\sqrt3}-J_1\right)=2+3\ln\sqrt3-\sqrt2-\ln\left(1+\sqrt2\right)$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$I-3\ln\sqrt3=2-\sqrt2-\ln\left(1+\sqrt2\right)$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$2-\sqrt2-\log_e\left(1+\sqrt2\right)$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constant: rationalise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question cancels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left after evaluation; a subtracted constant like this is a hint of the expected log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the whole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0.2956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$\frac{1}{\sqrt{p}+\sqrt{q}}$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constant: rationalise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 p-\sqrt q}{c}$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$\int\sqrt{x^2+a^2}\,dx=\frac x2\sqrt{x^2+a^2}+\frac{a^2}2\ln\left(x+\sqrt{x^2+a^2}\right)+C$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$\int\sqrt{x^2-a^2}\,dx=\frac x2\sqrt{x^2-a^2}-\frac{a^2}2\ln\left|x+\sqrt{x^2-a^2}\right|+C$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$-3\log_e\sqrt3$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question cancels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left after evaluation; a subtracted constant like this is a hint of the expected log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the whole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$2-\sqrt2-\ln(1+\sqrt2)\approx-0.2956$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$f(x)=\log_2\log_4\log_6\left(3+4x-x^2\right)$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$\int_0^{b-a}\left[x^2\right]dx=p-\sqrt q-\sqrt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$\gcd(p,q,r)=1$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nested logarithmic functions, Integral of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domain needs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argument must exceed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domain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$\log_6(\cdot)&gt;1$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argument must exceed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$[x^2]$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$\sqrt1,\sqrt2,\sqrt3$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outer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a positive argument).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also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$\log_4\log_6\left(3+4x-x^2\right)&gt;0$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outer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a positive argument).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$\log_4y&gt;0\Rightarrow y&gt;1$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$\log_6\left(3+4x-x^2\right)&gt;1$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$\log_6z&gt;1\Rightarrow z&gt;6$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$3+4x-x^2&gt;6\Rightarrow x^2-4x+3&lt;0\Rightarrow x\in(1,3)$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also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$3+4x-x^2&gt;0$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these intervals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$\int_0^2\left[x^2\right]dx=\int_0^1\left[x^2\right]dx+\int_1^{\sqrt2}\left[x^2\right]dx+\int_{\sqrt2}^{\sqrt3}\left[x^2\right]dx+\int_{\sqrt3}^{2}\left[x^2\right]dx$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these intervals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$[x^2]=0,1,2,3$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$=0+\left(\sqrt2-1\right)+2\left(\sqrt3-\sqrt2\right)+3\left(2-\sqrt3\right)$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$=5-\sqrt2-\sqrt3$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$p+q+r=10$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Layer-cake count: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adds up, for each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length of the set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Layer-cake count: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$\int_0^2[x^2]dx$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adds up, for each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length of the set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$x^2\ge 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𝑙𝑒𝑛𝑔𝑡ℎ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at most the single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domain step is unchanged).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$\int_0^2[x^2]dx=\sum_{k\ge1}\text{length}\{x\in[0,2]:x^2\ge k\}$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k,2]$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at most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$(2-1)+\left(2-\sqrt2\right)+\left(2-\sqrt3\right)=5-\sqrt2-\sqrt3$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$p+q+r=10$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domain step is unchanged).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Layer-cake: for increasing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logs: work from the outside in. For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linearly independent over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Greatest-integer integrals: break the interval at the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an integer;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Layer-cake: for increasing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$\int_0^c[g(x)]dx=\sum_{k=1}^{[g(c)]}\left(c-g^{-1}(k)\right)$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logs: work from the outside in. For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$\log_by&gt;0\iff y&gt;1$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$\log_2\log_4\log_6u$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$1,\sqrt2,\sqrt3$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linearly independent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$p-\sqrt q-\sqrt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Greatest-integer integrals: break the interval at the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an integer;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$x=1,\sqrt2,\sqrt3,2$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$\int_0^\pi\frac{8x\,dx}{4\cos^2x+\sin^2x}$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King property and integrals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King property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denominator is unchanged),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King property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denominator is unchanged),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$[0,\frac\pi2]$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 is unchanged):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$I=\int_0^\pi\frac{8x}{4\cos^2x+\sin^2x}dx$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 is unchanged):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$I=\int_0^\pi\frac{8(\pi-x)}{4\cos^2x+\sin^2x}dx$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$2I=\int_0^\pi\frac{8\pi}{4\cos^2x+\sin^2x}dx$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$4\cos^2x+\sin^2x=1+3\cos^2x$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$I=4\pi\int_0^\pi\frac{dx}{1+3\cos^2x}$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$I=8\pi\int_0^{\pi/2}\frac{dx}{1+3\cos^2x}$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$I=8\pi\int_0^{\pi/2}\frac{\sec^2x}{\sec^2x+3}dx=8\pi\int_0^{\pi/2}\frac{\sec^2x}{4+\tan^2x}dx$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$x:0\to\frac\pi2$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$t:0\to\infty$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$I=8\pi\int_0^\infty\frac{dt}{t^2+2^2}$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$I=8\pi\cdot\frac12\left[\tan^{-1}\frac t2\right]_0^\infty=4\pi\cdot\frac\pi2=2\pi^2$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$2\pi^2$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standard periodic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$1+3\cos^2x=\frac{5+3\cos2x}{2}$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standard periodic integral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$\int_0^{2\pi}\frac{du}{a+b\cos u}=\frac{2\pi}{\sqrt{a^2-b^2}}$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king step,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king step,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$I=4\pi\int_0^\pi\frac{dx}{1+3\cos^2x}$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$1+3\cos^2x=\frac{5+3\cos2x}{2}$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$\int_0^\pi\frac{dx}{1+3\cos^2x}=\int_0^\pi\frac{2\,dx}{5+3\cos2x}$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$\int_0^{2\pi}\frac{du}{5+3\cos 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$\int_0^{2\pi}\frac{du}{a+b\cos u}=\frac{2\pi}{\sqrt{a^2-b^2}}$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$\frac{2\pi}{\sqrt{25-9}}=\frac\pi2$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$I=4\pi\cdot\frac\pi2=2\pi^2$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$2\pi^2$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$g(\pi-x)=g(x)$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 x\,g(x)dx=\frac\pi2\int_0^\pi 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$\int_0^{\pi}\frac{dx}{a^2\cos^2x+b^2\sin^2x}=\frac{\pi}{ab}$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$\int_0^\pi\frac{x\,dx}{a^2\cos^2x+b^2\sin^2x}=\frac{\pi^2}{2ab}$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$\int_0^{2\pi}\frac{du}{a+b\cos u}=\frac{2\pi}{\sqrt{a^2-b^2}}$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$8\cdot\frac{\pi^2}{4}=2\pi^2$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e>
                            </m:d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e>
                            </m:d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$\int_{-1}^{1}\frac{\left(1+\sqrt{|x|-x}\right)e^x+\left(\sqrt{|x|-x}\right)e^{-x}}{e^x+e^{-x}}dx$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$1+\frac{2\sqrt2}{3}$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King property with absolute value and even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is unchanged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adding the two copies makes the numerator a multiple of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is unchanged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$\sqrt{|x|-x}$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$\sqrt{|x|+x}$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adding the two copies makes the numerator a multiple of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e>
                            </m:d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 property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e>
                            </m:d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d>
                              <m:dPr>
                                <m:begChr m:val="{"/>
                                <m:sepChr m:val=""/>
                                <m:endChr m:val="}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d>
                              <m:dPr>
                                <m:begChr m:val="{"/>
                                <m:sepChr m:val=""/>
                                <m:endChr m:val="}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braces are equal,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$I=\int_{-1}^{1}\frac{\left(1+\sqrt{|x|-x}\right)e^x+\sqrt{|x|-x}\,e^{-x}}{e^x+e^{-x}}dx$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 property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$I=\int_{-1}^{1}\frac{\left(1+\sqrt{|x|+x}\right)e^{-x}+\sqrt{|x|+x}\,e^{x}}{e^{-x}+e^{x}}dx$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$2I=\int_{-1}^{1}\frac{e^x\left\{1+\sqrt{|x|-x}+\sqrt{|x|+x}\right\}+e^{-x}\left\{\sqrt{|x|-x}+1+\sqrt{|x|+x}\right\}}{e^x+e^{-x}}dx$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braces are equal,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$e^x+e^{-x}$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$2I=\int_{-1}^{1}\left(1+\sqrt{|x|-x}+\sqrt{|x|+x}\right)dx$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even (replacing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the two radicals),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even (replacing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the two radicals),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$I=\int_0^1\left(1+\sqrt{|x|-x}+\sqrt{|x|+x}\right)dx$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$\sqrt{|x|-x}=0$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$\sqrt{|x|+x}=\sqrt{2x}$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$I=\int_0^1\left(1+\sqrt{2x}\right)dx$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$I=1+\sqrt2\cdot\left[\frac{2x^{3/2}}{3}\right]_0^1=1+\frac{2\sqrt2}{3}$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$1+\frac{2\sqrt2}{3}$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numerator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then separates with no king property.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numerator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$e^x+\sqrt{|x|-x}\,(e^x+e^{-x})$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then separates with no king property.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$\left(1+\sqrt{|x|-x}\right)e^x+\sqrt{|x|-x}\,e^{-x}=e^x+\sqrt{|x|-x}\left(e^x+e^{-x}\right)$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$\frac{e^x}{e^x+e^{-x}}+\sqrt{|x|-x}$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$\int_{-1}^{1}\frac{e^x}{e^x+e^{-x}}dx=\int_{-1}^{1}\frac{e^{2x}}{e^{2x}+1}dx=\left[\frac12\ln\left(e^{2x}+1\right)\right]_{-1}^{1}=\frac12\ln\frac{e^2+1}{e^{-2}+1}=\frac12\ln e^2=1$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$\sqrt{|x|-x}=0$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$=\sqrt{-2x}$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$\int_{-1}^{1}\sqrt{|x|-x}\,dx=\int_{-1}^{0}\sqrt{-2x}\,dx=\sqrt2\cdot\frac23=\frac{2\sqrt2}{3}$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$1+\frac{2\sqrt2}{3}$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using a symmetry trick, try writing the numerator as (denominator)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(simple) + remainder;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lives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king property replaces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keeps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swaps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using a symmetry trick, try writing the numerator as (denominator)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(simple) + remainder;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$N=e^x+\sqrt{|x|-x}\,D$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$\int_{-a}^{a}\frac{e^x}{e^x+e^{-x}}dx=a$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$\frac{e^x}{e^x+e^{-x}}+\frac{e^{-x}}{e^x+e^{-x}}=1$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$\sqrt{|x|-x}$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lives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$\sqrt{2|x|}$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$\sqrt{|x|+x}$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king property replaces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keeps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$e^x+e^{-x}$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swaps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$e^x\leftrightarrow 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$f(x)+2f\left(\frac1x\right)=x^2+5$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$2g(x)-3g\left(\frac12\right)=x$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$\alpha=\int_1^2f(x)dx$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$\beta=\int_1^2g(x)dx$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Definite integration of algebraic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$f(x)+2f(1/x)$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Definite integration of algebraic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second equation and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find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second equation and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find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$g(\frac12)$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from (1):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$f(x)+2f\left(\frac1x\right)=x^2+5$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$f\left(\frac1x\right)+2f(x)=\frac1{x^2}+5$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$-3f(x)=x^2+5-\frac2{x^2}-10$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$f(x)=-\frac13\left(x^2-\frac2{x^2}-5\right)$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$\alpha=-\frac13\left[\frac{x^3}{3}+\frac2x-5x\right]_1^2$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$\alpha=-\frac13\left[\left(\frac83+1-10\right)-\left(\frac13+2-5\right)\right]=-\frac13\left(\frac73-6\right)=-\frac13\left(-\frac{11}3\right)=\frac{11}9$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$2g(x)-3g\left(\frac12\right)=x$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$2g\left(\frac12\right)-3g\left(\frac12\right)=\frac12$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$g\left(\frac12\right)=-\frac12$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$2g(x)=x-\frac32$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$g(x)=\frac12\left(x-\frac32\right)$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$\beta=\frac12\left[\frac{x^2}2-\frac32x\right]_1^2=\frac12\left[(2-3)-\left(\frac12-\frac32\right)\right]=\frac12(-1+1)=0$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$9\alpha+\beta=9\cdot\frac{11}9+0=11$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the equation is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the equation is symmetric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$f(x)=Ax^2+\frac{B}{x^2}+C$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functional equation is unique (elimination shows it),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$f(x)+2f\left(\frac1x\right)=(A+2B)x^2+\frac{B+2A}{x^2}+3C$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the functional equation is unique (elimination shows it),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$f(x)=\frac{-x^2+2x^{-2}+5}{3}$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$\alpha=\frac13\int_1^2\left(-x^2+2x^{-2}+5\right)dx=\frac13\left(-\frac73+1+5\right)=\frac{11}9$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$g(x)=\frac{x+c}2$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$c=3g\left(\frac12\right)$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$g\left(\frac12\right)=\frac{\frac12+3g(1/2)}{2}$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$g\left(\frac12\right)=-\frac12$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$\beta=\frac12\int_1^2\left(x-\frac32\right)dx=\frac12\left(\frac32-\frac32\right)=0$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$9\alpha+\beta=11$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functional equation under an involution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substitute the involution to get a second equation and solve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system.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known; evaluate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You cannot integrate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by term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$f(x)+kf\left(\frac1x\right)=\phi(x)$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$f(x)=\frac{\phi(x)-k\,\phi(1/x)}{1-k^2}$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$\frac{x^2+5-2(x^{-2}+5)}{-3}$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functional equation under an involution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a-x$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substitute the involution to get a second equation and solve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system.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$ag(x)+bg(c)=h(x)$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once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known; evaluate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You cannot integrate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$f(x)+2f(1/x)$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by term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f(1/x)dx\ne\int 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$\int_0^\pi\frac{(x+3)\sin x}{1+3\cos^2x}dx$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$\frac{\pi}{\sqrt3}(\pi+2)$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$\frac{\pi}{\sqrt3}(\pi+1)$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$\frac{\pi}{3\sqrt3}(\pi+6)$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$\frac{\pi}{2\sqrt3}(\pi+4)$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506323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King property with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King property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ready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King property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$\pi-x+3$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$\pi+6$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x}{1+3\cos^2x}$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ready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unchanged):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$I=\int_0^\pi\frac{(x+3)\sin x}{1+3\cos^2x}dx$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unchanged):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$I=\int_0^\pi\frac{(\pi-x+3)\sin x}{1+3\cos^2x}dx$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$2I=\int_0^\pi\frac{(\pi+6)\sin x}{1+3\cos^2x}dx$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$2I=2(\pi+6)\int_0^{\pi/2}\frac{\sin x}{1+3\cos^2x}dx$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$I=(\pi+6)\int_0^{\pi/2}\frac{\sin x\,dx}{1+3\cos^2x}$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$\sqrt3\cos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 x\,dx=-dt$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$x:0\to\frac\pi2$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$t:\sqrt3\to0$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$\int_0^{\pi/2}\frac{\sin x\,dx}{1+3\cos^2x}=\frac1{\sqrt3}\int_0^{\sqrt3}\frac{dt}{1+t^2}=\frac1{\sqrt3}\tan^{-1}\sqrt3=\frac{\pi}{3\sqrt3}$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$I=\frac{\pi}{3\sqrt3}(\pi+6)$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$\frac{\pi}{3\sqrt3}(\pi+6)$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centre: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linear factor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odd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centre: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$x=\frac\pi2+t$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linear factor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$\frac\pi2+3+t$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odd 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its integral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x=-\sin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$I=\int_{-\pi/2}^{\pi/2}\frac{\left(\frac\pi2+3+t\right)\cos t}{1+3\sin^2t}dt$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$\frac{t\cos t}{1+3\sin^2t}$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its integral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$I=\left(\frac\pi2+3\right)\cdot2\int_0^{\pi/2}\frac{\cos t\,dt}{1+3\sin^2t}$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$u=\sqrt3\sin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$\int_0^{\pi/2}\frac{\cos t\,dt}{1+3\sin^2t}=\frac1{\sqrt3}\tan^{-1}\sqrt3=\frac{\pi}{3\sqrt3}$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$I=\frac{\pi+6}{2}\cdot2\cdot\frac{\pi}{3\sqrt3}=\frac{\pi(\pi+6)}{3\sqrt3}$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$\frac{\pi}{3\sqrt3}(\pi+6)$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linear factor is replaced by its value at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generally,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with an even power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 signals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right after the king step.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$g(\pi-x)=g(x)$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$\int_0^\pi(x+c)\,g(x)dx=\left(\frac\pi2+c\right)\int_0^\pi 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linear factor is replaced by its value at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generally,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$m=\frac{a+b}2$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$\int_a^bx\,g(x)dx=m\int_a^bg(x)dx$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$\int_0^\pi\frac{\sin x}{1+k^2\cos^2x}dx=\frac2k\tan^{-1}k$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with an even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 signals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right after the king step.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function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$I_1=\int_{-1/2}^{1}2xf\left(2x(1-2x)\right)dx$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$I_2=\int_{-1}^{2}f\left(x(1-x)\right)dx$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$\frac{I_2}{I_1}$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King property with a quadratic argument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King property with a quadratic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$f(t(1-t))$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pairing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$\frac12\int_{-1}^2t\,f(t(1-t))dt$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$t\to1-t$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$t(1-t)$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interval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pairing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$dx=\frac{dt}2$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$x:-\frac12\to1$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$t:-1\to2$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$I_1=\int_{-1}^{2}t\,f\left(t(1-t)\right)\frac{dt}2$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$\int_a^bF(t)dt=\int_a^bF(a+b-t)dt$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$I_1=\int_{-1}^{2}(1-t)f\left(t(1-t)\right)\frac{dt}2$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$2I_1=\int_{-1}^{2}f\left(t(1-t)\right)\frac{dt}2$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$\int_{-1}^{2}f\left(t(1-t)\right)dt=I_2$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$2I_1=\frac{I_2}2$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$4I_1=I_2$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$\frac{I_2}{I_1}=4$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must be one number for every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check with one more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must be one number for every positive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$f\equiv1$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check with one more positive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options are fixed numbers,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for every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options are fixed numbers,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$\frac{I_2}{I_1}$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for every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$I_1=\int_{-1/2}^{1}2x\,dx=\left[x^2\right]_{-1/2}^{1}=1-\frac14=\frac34$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$I_2=\int_{-1}^2dx=3$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$\frac{I_2}{I_1}=\frac{3}{3/4}=4$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$f(u)=u+10$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$t(1-t)\in\left[-2,\frac14\right]$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$I_1=\frac{57}8$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$I_2=\frac{57}2$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answer to a question about an arbitrary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single number, a test function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it quickly and also checks a long derivation.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argument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its vertex: a cue for the king property on any interval whose midpoint is that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is what makes the argument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 up.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answer to a question about an arbitrary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single number, a test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$f=u+c$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it quickly and also checks a long derivation.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$F(a+b-t)=F(t)$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$\int_a^bt\,F(t)dt=\frac{a+b}2\int_a^bF(t)dt$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$\int_{-1}^{2}t\,f(t(1-t))dt=\frac12I_2$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$I_1=\frac{I_2}4$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$x(a-x)$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its vertex: a cue for the king property on any interval whose midpoint is that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is what makes the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 up.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$\int_{-1}^{3/2}\left|\pi^2x\sin(\pi x)\right|dx$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Integral of a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 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$\int_{-\pi}^{3\pi/2}|t\sin t|dt$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$t\sin t\ge0$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$(-\pi,\pi)$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$\left(\pi,\frac{3\pi}2\right)$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nary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$I=\int_{-1}^{3/2}\left|\pi^2x\sin\pi x\right|dx=\int_{-1}^{3/2}\pi\left|\pi x\sin\pi x\right|dx$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$I=\int_{-\pi}^{3\pi/2}|t\sin t|\,dt$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$\int_{-\pi}^{0}=\int_0^\pi$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$\left(\pi,\frac{3\pi}2\right)$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$I=2\int_0^\pi t\sin t\,dt-\int_\pi^{3\pi/2}t\sin 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t\sin t\,dt=-t\cos t+\sin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$I=2\left[-t\cos t+\sin t\right]_0^\pi-\left[-t\cos t+\sin t\right]_\pi^{3\pi/2}$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$\left[-t\cos t+\sin t\right]_0^\pi=\pi$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$\left[-t\cos t+\sin t\right]_\pi^{3\pi/2}=(0-1)-(\pi+0)=-1-\pi$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$I=2\pi-(-1-\pi)=2\pi+\pi+1=1+3\pi$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$1+3\pi$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directly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so the part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part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fix the sign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directly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$x\sin\pi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so the part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$[-1,0]$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part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fix the sign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$\left(1,\frac32\right)$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antiderivative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$I=2\int_0^1\pi^2x\sin\pi x\,dx+\int_1^{3/2}\left|\pi^2x\sin\pi x\right|dx$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antiderivative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$G(x)=-\frac{x\cos\pi x}{\pi}+\frac{\sin\pi x}{\pi^2}$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$\int_0^1\pi^2x\sin\pi x\,dx=\pi^2\left(G(1)-G(0)\right)=\pi^2\cdot\frac1\pi=\pi$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$\int_1^{3/2}\left|\cdot\right|dx=-\pi^2\left(G\left(\tfrac32\right)-G(1)\right)=-\pi^2\left(-\frac1{\pi^2}-\frac1\pi\right)=1+\pi$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$I=2\pi+1+\pi=1+3\pi$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$1+3\pi$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parity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 is even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at integers,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(tabular integration by parts).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parity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$|\cdot|$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 is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$\int_{-a}^{0}=\int_0^a$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at integers,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x\sin ax\,dx=\frac{\sin ax}{a^2}-\frac{x\cos ax}{a}+C$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(tabular integration by parts).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$\pi^2x\sin\pi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$\pi\,t\sin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$f(x)=7\tan^8x+7\tan^6x-3\tan^4x-3\tan^2x$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$I_1=\int_0^{\pi/4}f(x)dx$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$I_2=\int_0^{\pi/4}x\,f(x)dx$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$7I_1+12I_2$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parts with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by parts with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trivial and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by-parts integral against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$f(x)=\left(7\tan^6x-3\tan^2x\right)\sec^2x$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trivial and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by-parts integral against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$f(x)=7\tan^6x\left(\tan^2x+1\right)-3\tan^2x\left(\tan^2x+1\right)=\left(7\tan^6x-3\tan^2x\right)\sec^2x$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$x:0\to\frac\pi4$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$t:0\to1$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$I_1=\int_0^1\left(7t^6-3t^2\right)dt=\left[t^7-t^3\right]_0^1=0$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$I_2=\int_0^{\pi/4}x\,f(x)dx=\int_0^1\tan^{-1}t\,\left(7t^6-3t^2\right)dt$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(first function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limits,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(first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$I_2=\left[\tan^{-1}t\left(t^7-t^3\right)\right]_0^1-\int_0^1\left(t^7-t^3\right)\frac1{1+t^2}dt$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limits,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$-\frac{t^7-t^3}{1+t^2}=\frac{t^3\left(1-t^4\right)}{1+t^2}=t^3\left(1-t^2\right)$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$1-t^4=\left(1-t^2\right)\left(1+t^2\right)$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$I_2=\int_0^1t^3\left(1-t^2\right)dt=\frac14-\frac16=\frac1{12}$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$7I_1+12I_2=0+12\cdot\frac1{12}=1$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 the by-parts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$f=G'$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$G(x)=\tan^7x-\tan^3x$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 the by-parts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$G(0)=G(\frac\pi4)=0$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$G(x)=\tan^7x-\tan^3x$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$G'(x)=\left(7\tan^6x-3\tan^2x\right)\sec^2x=f(x)$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$I_1=G\left(\frac\pi4\right)-G(0)=(1-1)-0=0$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$I_2=\int_0^{\pi/4}x\,G'(x)dx=\left[xG(x)\right]_0^{\pi/4}-\int_0^{\pi/4}G(x)dx=-\int_0^{\pi/4}\left(\tan^7x-\tan^3x\right)dx$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$\tan^3x-\tan^7x=\tan^3x\left(1-\tan^2x\right)\sec^2x$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$I_2=\int_0^1t^3\left(1-t^2\right)dt=\frac1{12}$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$7I_1+12I_2=1$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cleanest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$\tan^nx\left(1+\tan^2x\right)=\tan^nx\sec^2x=\frac{d}{dx}\frac{\tan^{n+1}x}{n+1}$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$\frac{d}{dx}\left(\tan^7x-\tan^3x\right)$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$G(0)=G(b)=0$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$\int_0^bx\,f(x)dx=-\int_0^bG(x)dx$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$\int\tan^{-1}t\,P'(t)dt=\tan^{-1}t\,P(t)-\int\frac{P(t)}{1+t^2}dt$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cleanest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$P=t^3(t^2-1)(t^2+1)$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$I_1=\int_0^1(7t^6-3t^2)dt=1-1=0$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/>
                                                <m:ctrlPr>
                                                  <a:rPr lang="en-IN" sz="2400" i="1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IN" sz="2400">
                                                        <a:solidFill>
                                                          <a:srgbClr val="11182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log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2400" i="1">
                                                        <a:solidFill>
                                                          <a:srgbClr val="11182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𝑒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IN" sz="2400" i="1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/>
                                                <m:ctrlPr>
                                                  <a:rPr lang="en-IN" sz="2400" i="1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IN" sz="2400">
                                                        <a:solidFill>
                                                          <a:srgbClr val="11182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log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2400" i="1">
                                                        <a:solidFill>
                                                          <a:srgbClr val="11182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𝑒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IN" sz="2400" i="1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/>
                                                <m:ctrlPr>
                                                  <a:rPr lang="en-IN" sz="2400" i="1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IN" sz="2400" i="1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6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IN" sz="2400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IN" sz="2400">
                                                        <a:solidFill>
                                                          <a:srgbClr val="11182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log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2400" i="1">
                                                        <a:solidFill>
                                                          <a:srgbClr val="111827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𝑒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IN" sz="2400" i="1">
                                                    <a:solidFill>
                                                      <a:srgbClr val="11182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$\int_{e^2}^{e^4}\frac1x\left(\frac{e^{\left(\left(\log_ex\right)^2+1\right)^{-1}}}{e^{\left(\left(\log_ex\right)^2+1\right)^{-1}}+e^{\left(\left(6-\log_ex\right)^2+1\right)^{-1}}}\right)dx$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King property with logarithmic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the two exponentials in the fraction.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limits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$t\to6-t$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the two exponentials in the fraction.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sSup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 property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swaps the two exponentials: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sSup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sSup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$x:e^2\to e^4$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$t:2\to4$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$I=\int_2^4\frac{e^{\left(t^2+1\right)^{-1}}}{e^{\left(t^2+1\right)^{-1}}+e^{\left((6-t)^2+1\right)^{-1}}}dt$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 property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swaps the two exponentials: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$I=\int_2^4\frac{e^{\left((6-t)^2+1\right)^{-1}}}{e^{\left((6-t)^2+1\right)^{-1}}+e^{\left(t^2+1\right)^{-1}}}dt$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$2I=\int_2^41\,dt=2$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Disguises: logarithms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substitutions. First reduce to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up as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 exponent.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complicated exponents are irrelevant: once the two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integral is half the interval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$\int_a^b\frac{\phi(x)}{\phi(x)+\phi(a+b-x)}dx=\frac{b-a}2$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Disguises: logarithms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substitutions. First reduce to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$\frac{\phi(t)}{\phi(t)+\phi(a+b-t)}$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up as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 exponent.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complicated exponents are irrelevant: once the two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$\phi(6-t)$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integral is half the interval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$\frac{b-a}2$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$I(m,n)=\int_0^1x^{m-1}(1-x)^{n-1}dx$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$I(9,14)+I(10,13)$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$I(9,13)$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$I(1,13)$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$I(19,27)$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$I(9,1)$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Beta function integrals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Beta integral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two terms combine through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Beta integral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$2\int_0^{\pi/2}\sin^{2m-1}\theta\cos^{2n-1}\theta\,d\theta$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two terms combine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$\sin^2\theta+\cos^2\theta=1$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$dx=2\sin\theta\cos\theta\,d\theta$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$x:0\to1$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$\theta:0\to\frac\pi2$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$I(m,n)=2\int_0^{\pi/2}(\sin\theta)^{2m-1}(\cos\theta)^{2n-1}d\theta$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$I(9,14)=2\int_0^{\pi/2}\sin^{17}\theta\cos^{27}\theta\,d\theta$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$I(10,13)=2\int_0^{\pi/2}\sin^{19}\theta\cos^{25}\theta\,d\theta$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and factor out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and factor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$\sin^{17}\theta\cos^{25}\theta$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$2\int_0^{\pi/2}\sin^{17}\theta\cos^{25}\theta\left(\cos^2\theta+\sin^2\theta\right)d\theta$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$=2\int_0^{\pi/2}\sin^{17}\theta\cos^{25}\theta\,d\theta=I(9,13)$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$2m-1=17$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$2n-1=25$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$I(9,13)$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Pascal-type identity with no substitution: multiply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Pascal-type identity with no substitution: multiply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$x^8(1-x)^{12}$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$(1-x)+x=1$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$I(9,14)=\int_0^1x^{8}(1-x)^{13}dx=\int_0^1x^8(1-x)^{12}(1-x)\,dx$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$I(10,13)=\int_0^1x^{9}(1-x)^{12}dx=\int_0^1x^8(1-x)^{12}\,x\,dx$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$\int_0^1x^8(1-x)^{12}\left[(1-x)+x\right]dx=\int_0^1x^8(1-x)^{12}dx$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$I(9,13)$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$I(9,13)$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Pascal-type identity for the Beta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Gamma functions: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$I(m,n+1)+I(m+1,n)=I(m,n)$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Pascal-type identity for the Beta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$I(m,n)=\frac{\Gamma(m)\Gamma(n)}{\Gamma(m+n)}=B(m,n)$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$I(m,n)=I(n,m)$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$\int_0^{\pi/2}\sin^p\theta\cos^q\theta\,d\theta=\frac12B\left(\frac{p+1}{2},\frac{q+1}{2}\right)$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Gamma functions: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$I(9,14)+I(10,13)=\frac{\Gamma(9)\Gamma(13)(13+9)}{\Gamma(23)}=\frac{\Gamma(9)\Gamma(13)}{\Gamma(22)}=I(9,13)$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96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$\int_{-\pi/2}^{\pi/2}\frac{96x^2\cos^2x}{1+e^x}dx=\pi\left(\alpha\pi^2+\beta\right)$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King property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integration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King property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$1/(1+e^x)$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integration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96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so the integral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$\frac1{1+e^x}+\frac1{1+e^{-x}}=1$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$96x^2\cos^2x$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so the integral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$\int_0^{\pi/2}96x^2\cos^2x\,dx$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 property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the even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reflection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 property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the even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$g(x)=96x^2\cos^2x$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reflection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$2I=\int_{-\pi/2}^{\pi/2}g(x)dx$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$I=\int_0^{\pi/2}96x^2\cos^2x\,dx$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$I=48\int_0^{\pi/2}x^2\left(1+\cos2x\right)dx$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$I=48\left[\left[\frac{x^3}{3}\right]_0^{\pi/2}+\int_0^{\pi/2}x^2\cos2x\,dx\right]=48\left[\frac{\pi^3}{24}+\int_0^{\pi/2}x^2\cos2x\,dx\right]$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$\int_0^{\pi/2}x^2\cos2x\,dx=\left[\frac{x^2\sin2x}{2}\right]_0^{\pi/2}-\int_0^{\pi/2}x\sin2x\,dx=0-\int_0^{\pi/2}x\sin2x\,dx$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$\int_0^{\pi/2}x\sin2x\,dx=\left[-\frac{x\cos2x}{2}\right]_0^{\pi/2}+\int_0^{\pi/2}\frac{\cos2x}{2}dx=\frac\pi4+0$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$\int_0^{\pi/2}x^2\cos2x\,dx=-\frac\pi4$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$I=48\left(\frac{\pi^3}{24}-\frac\pi4\right)=2\pi^3-12\pi=\pi\left(2\pi^2-12\right)$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 is odd and drops out. Then use tabular integration.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$\frac1{1+e^x}=\frac12-\frac12\tanh\frac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 is odd and drops out. Then use tabular integration.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integrates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Tabular (DI) integration: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$\frac1{1+e^x}=\frac12-\frac12\tanh\frac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$\tanh\frac x2=\frac{e^x-1}{e^x+1}$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$96x^2\cos^2x$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integrates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$I=48\int_{-\pi/2}^{\pi/2}x^2\cos^2x\,dx=96\int_0^{\pi/2}x^2\cos^2x\,dx=48\int_0^{\pi/2}x^2(1+\cos2x)dx$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Tabular (DI) integration: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x^2\cos2x\,dx=\frac{x^2\sin2x}{2}+\frac{x\cos2x}{2}-\frac{\sin2x}{4}$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$0+\frac{\pi}{2}\cdot\frac{-1}{2}-0=-\frac\pi4$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$I=48\left(\frac{\pi^3}{24}-\frac\pi4\right)=\pi\left(2\pi^2-12\right)$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down, integrate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compare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$\int_{-a}^{a}\frac{g(x)}{1+k^x}dx=\int_0^ag(x)dx$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x^2\cos2x\,dx=\frac{x^2\sin2x}2+\frac{x\cos2x}2-\frac{\sin2x}4+C$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down, integrate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$\int_0^{\pi/2}x^2\cos^2x\,dx=\frac{\pi^3}{48}-\frac\pi8$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$\frac{I}{96}$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$\pi\left(\alpha\pi^2+\beta\right)$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compare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valued continuous function defined on the positive real axis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valued continuous function defined on the positive real axis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$g(x)=\int_0^xt\,f(t)\,dt$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$g\left(x^3\right)=x^6+x^7$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$\sum_{r=1}^{15}f\left(r^3\right)$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Newton-Leibniz differentiation of an integral function, Summation of arithmetic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ways: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$g(x^3)$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ways: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$g'(x^3)\cdot3x^2$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$g'(x^3)=x^3f(x^3)$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$f(x^3)$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$g(x)=\int_0^xt\,f(t)dt\Rightarrow g'(x)=x\,f(x)$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$g'\left(x^3\right)=x^3f\left(x^3\right)$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$g\left(x^3\right)=x^6+x^7$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$g'\left(x^3\right)\cdot3x^2=6x^5+7x^6$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$x^3f\left(x^3\right)\cdot3x^2=6x^5+7x^6$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$3x^5f\left(x^3\right)=x^5(6+7x)$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$f\left(x^3\right)=\frac{6+7x}{3}$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$\sum_{r=1}^{15}f\left(r^3\right)=\sum_{r=1}^{15}\frac{6+7r}{3}=2\sum_{r=1}^{15}1+\frac73\sum_{r=1}^{15}r$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$=2(15)+\frac73\cdot\frac{15\cdot16}{2}=30+\frac73\cdot120=30+280$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differentiate once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$g(u)=u^2+u^{7/3}$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differentiate once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$x^6=u^2$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$x^7=u^{7/3}$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$g(u)=u^2+u^{7/3}$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$g'(u)=2u+\frac73u^{4/3}$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$g'(u)=u\,f(u)$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$f(u)=2+\frac73u^{1/3}$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$f\left(r^3\right)=2+\frac{7r}{3}$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$\sum_{r=1}^{15}\left(2+\frac{7r}3\right)=30+\frac73\cdot120=310$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(Fundamental Theorem); for a composite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either use the chain rule or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weight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stripped by division.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an arithmetic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$g(x)=\int_0^xh(t)dt$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(Fundamental Theorem); for a composite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$g(\phi(x))$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either use the chain rule or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$g(x)=\int_0^xt\,f(t)dt\Rightarrow f(x)=\frac{g'(x)}{x}$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weight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stripped by division.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$\sum_{r=1}^nr=\frac{n(n+1)}2$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an arithmetic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$u^2+u^{7/3}\to0$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$F(x)=x\,f(x)$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$\int_0^2xF'(x)dx=6$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$\int_0^2x^2F''(x)dx=40$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$F'(2)+\int_0^2F(x)dx$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Repeated integration by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to bring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integrate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to bring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xF'$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to bring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x^2F''$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to bring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xF'$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on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function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$F(x)=x\,f(x)$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$F(2)=2f(2)=2$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$\int_0^2x\,F'(x)dx=6$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$\left[F'(x)\frac{x^2}2\right]_0^2-\int_0^2F''(x)\frac{x^2}2dx=6$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$2F'(2)-\frac12\int_0^2x^2F''(x)dx=6$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$2F'(2)-\frac{40}{2}=6$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$2F'(2)=26\Rightarrow F'(2)=13$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$\int_0^2F(x)dx=\left[x\,F(x)\right]_0^2-\int_0^2x\,F'(x)dx=2F(2)-6$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$2F(2)=2\cdot2\cdot f(2)=4$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$\int_0^2F(x)dx=4-6=-2$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$F'(2)+\int_0^2F(x)dx=13-2=11$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listed data matter, so test with a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(which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that meets all conditions.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listed data matter, so test with a cubic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$F(x)=ax+bx^2+cx^3$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(which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$F=xf$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that meets all conditions.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answer is the same for every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reveals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$F=ax+bx^2+cx^3$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$f=a+bx+cx^2$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answer is the same for every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reveals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$a+2b+4c=1$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$\int_0^2xF'dx=2a+\frac{16}3b+12c=6$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$\int_0^2x^2F''dx=\frac{16}3b+24c=40$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the three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the three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$F(x)=x-6x^2+3x^3$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$f(2)=1-12+12=1$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$F'(2)=1-24+36=13$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$\int_0^2F\,dx=2-16+12=-2$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$F'(2)+\int_0^2F\,dx=13-2=11$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Ladder of integrals: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two equations for the two unknowns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removes every lower-limit boundary term in these parts integrals.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data determine the answer, any admissible polynomial test function (here a cubic) gives it and checks the by-parts algebra.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Ladder of integrals: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$\int_0^bxF'dx=bF(b)-\int_0^bF\,dx$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$\int_0^bx^2F''dx=b^2F'(b)-2bF(b)+2\int_0^bF\,dx$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$6=4-\int_0^2F$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$40=4F'(2)-8+2\int_0^2F$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two equations for the two unknowns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$F=x\,f$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removes every lower-limit boundary term in these parts integrals.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data determine the answer, any admissible polynomial test function (here a cubic) gives it and checks the by-parts algebra.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$f(x)=\int_0^xt\left(t^2-9t+20\right)dt$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as a function of the upper limit, Monotonicity and range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rises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falls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minimum is the smaller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$f'(x)=x(x-4)(x-5)$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rises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falls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$[4,5]$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maximum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minimum is the smaller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changes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$f'(x)=x^3-9x^2+20x=x(x-4)(x-5)$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changes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$[4,5]$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$f(x)=\frac{x^4}4-3x^3+10x^2$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$f(1)=\frac14-3+10=\frac{29}4$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exceeds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$f(4)=\frac{256}4-3(64)+10(16)=64-192+160=32$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$f(5)=\frac{625}4-375+250=\frac{125}4$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$f(1)=\frac{29}4$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$\left[\frac{29}4,32\right]$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$\alpha=\frac{29}4$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$4(\alpha+\beta)=29+128=157$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157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study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extrema occur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and at the endpoints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compare all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that rises then falls has its minimum at whichever endpoint is lower;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Factored form helps evaluation: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and the extreme values are plain evaluations at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$f(x)=\int_a^xh(t)dt$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study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extrema occur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and at the endpoints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compare all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that rises then falls has its minimum at whichever endpoint is lower;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$f(1)=7.25&lt;f(5)=31.25$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Factored form helps evaluation: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$f(x)=x^2\left(\frac{x^2}4-3x+10\right)$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$f(4)=16\cdot2=32$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$f(1)=\frac{29}4$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$\int_0^xt^ndt=\frac{x^{n+1}}{n+1}$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and the extreme values are plain evaluations at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$h(x)=f(|x|)+|f(x)|$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$\int_{-2}^{2}h(x)dx$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of piecewise and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piecewise: they cancel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$f(|x|)$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$|f(x)|$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piecewise: they cancel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$[-2,0]$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mirror image);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$f(-x)=-x-2$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mirror image);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$|x-2|=2-x$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$x\in[-2,0]$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$h(x)=(-x-2)+2=-x$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$h(x)=(x-2)+(2-x)=0$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$\int_{-2}^{2}h(x)dx=\int_{-2}^{0}(-x)dx=\left[-\frac{x^2}2\right]_{-2}^{0}=0-(-2)=2$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each part with no casework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$|f|=-f$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$h=f(|x|)-f(x)$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each part with no casework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$h(x)=f(|x|)-f(x)$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$\int_{-2}^{2}f(|x|)dx=2\int_0^2f(x)dx=2\int_0^2(x-2)dx=2(-2)=-4$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$\int_{-2}^{2}f(x)dx=\int_{-2}^{0}(-2)dx+\int_0^2(x-2)dx=-4-2=-6$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$\int_{-2}^{2}h(x)dx=-4-(-6)=2$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integrable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view: the region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Piecewise or modulus integrands: split at the points where each piece changes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sketch before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$|f|=-f$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$f(|x|)+|f(x)|=f(|x|)-f(x)$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$\int_{-a}^{a}f(|x|)dx=2\int_0^af(x)dx$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integrable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view: the region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Piecewise or modulus integrands: split at the points where each piece changes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sketch before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$\int_{-1}^{1}\frac{\cos\alpha x}{1+3^x}dx$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King property and integral of an even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so the integral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$\frac1{1+3^x}+\frac1{1+3^{-x}}=1$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$\cos\alpha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so the integral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$\int_0^1\cos\alpha x\,dx=\frac{\sin\alpha}{\alpha}$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$I=\int_{-1}^{1}\frac{\cos\alpha x}{1+3^x}dx$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$\int_a^bf(x)dx=\int_a^bf(a+b-x)dx$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$I=\int_{-1}^{1}\frac{\cos\alpha x}{1+3^{-x}}dx$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$2I=\int_{-1}^{1}\cos\alpha x\left(\frac1{1+3^x}+\frac{3^x}{3^x+1}\right)dx=\int_{-1}^{1}\cos\alpha x\,dx=2\int_0^1\cos\alpha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$I=\int_0^1\cos\alpha x\,dx=\frac{\sin\alpha}{\alpha}$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$\frac{\sin\alpha}{\alpha}=\frac2\pi$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$\frac{\sin(\pi/2)}{\pi/2}=\frac2\pi$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$\frac{\sin\alpha}{\alpha}=\frac3\pi,\ \frac{2\sqrt2}{\pi},\ \frac{3\sqrt3}{2\pi}$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$\frac\pi6,\frac\pi4,\frac\pi3$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second part is odd), then use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monotonic.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$\frac1{1+3^x}=\frac12-\frac12\cdot\frac{3^x-1}{3^x+1}$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second part is odd), then use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$\frac{\sin\alpha}\alpha$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monotonic.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it integrates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$\frac1{1+3^x}=\frac12-\frac12\cdot\frac{3^x-1}{3^x+1}$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$\frac{3^x-1}{3^x+1}$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 x\cdot\frac{3^x-1}{3^x+1}$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it integrates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 there,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$I=\frac12\int_{-1}^{1}\cos\alpha x\,dx=\int_0^1\cos\alpha x\,dx=\frac{\sin\alpha}\alpha$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$\frac{\sin\alpha}{\alpha}$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$\frac{\alpha\cos\alpha-\sin\alpha}{\alpha^2}&lt;0$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$\frac{\sin\alpha}\alpha=\frac2\pi$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 there,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sinc function),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options, test them: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most easily satisfied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method gives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$\int_{-a}^{a}\frac{g(x)}{1+k^x}dx=\int_0^ag(x)dx$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$\int_0^1\cos\alpha x\,dx=\frac{\sin\alpha}{\alpha}$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sinc function),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options, test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$\frac{\sin\alpha}{\alpha}=\frac2\pi$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most easily satisfied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method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$\int_{-1}^{1}\frac{\cos\alpha x}{1+k^x}dx=\frac{\sin\alpha}{\alpha}$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$f(x)=\int_0^x\left(t+\sin\left(1-e^t\right)\right)dt$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$\lim_{x\to0}\frac{f(x)}{x^3}$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as a function of the upper limit, Limits and L'Hopital's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differentiating the numerator removes the integral, and the repeated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forms need three applications in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differentiating the numerator removes the integral, and the repeated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forms need three applications in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L'Hopital: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again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L'Hopital: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L'Hopital: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$\lim_{x\to0}\frac{f'(x)}{3x^2}=\lim_{x\to0}\frac{x+\sin\left(1-e^x\right)}{3x^2}$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$\sin\left(1-e^0\right)=0$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L'Hopital: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$\lim_{x\to0}\frac{1-e^x\cos\left(1-e^x\right)}{6x}$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Still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L'Hopital once more: the numerator's derivative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denominator's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Still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$1-1\cdot\cos0=0$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L'Hopital once more: the numerator's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$-e^x\cos\left(1-e^x\right)-e^{2x}\sin\left(1-e^x\right)$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denominator's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$\frac{-1\cdot1-1\cdot0}{6}=-\frac16$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$\lim_{x\to0}\frac{f(x)}{x^3}=-\frac16$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Maclaurin series of the integrand: cancel the linear term, read off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integrate.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Maclaurin series of the integrand: cancel the linear term,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$-\frac{t^2}2$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integrate.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$u=1-e^t=-t-\frac{t^2}2-\frac{t^3}6-\cdots$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u=u-\frac{u^3}6+\cdots$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$u^3=-t^3+O\left(t^4\right)$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$\sin\left(1-e^t\right)=\left(-t-\frac{t^2}2-\frac{t^3}6\right)+\frac{t^3}6+O\left(t^4\right)=-t-\frac{t^2}2+O\left(t^4\right)$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$t+\sin\left(1-e^t\right)=-\frac{t^2}2+O\left(t^4\right)$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$f(x)=\int_0^x\left(-\frac{t^2}2+O\left(t^4\right)\right)dt=-\frac{x^3}6+O\left(x^5\right)$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$\lim_{x\to0}\frac{f(x)}{x^3}=-\frac16$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cancel low-order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leading behaviour starts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L'Hopital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nary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applying while the form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 the derivatives used (three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Expansions: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$f(x)=\int_0^xh(t)dt$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$h(t)\sim c\,t^k$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$f(x)\sim\frac{c}{k+1}x^{k+1}$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$\lim\frac{f(x)}{x^{k+1}}=\frac c{k+1}$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cancel low-order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$t+\sin\left(1-e^t\right)=-\frac{t^2}2+O\left(t^4\right)$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leading behaviour starts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L'Hopital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$\frac{\int_0^xh}{x^n}$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$\frac{h(x)}{n\,x^{n-1}}$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applying while the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 the derivatives used (three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Expansions: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$e^t-1=t+\frac{t^2}2+\frac{t^3}6+\cdots$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u=u-\frac{u^3}6+\cdots$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$\int_0^{\pi/4}\frac{136\sin x}{3\sin x+5\cos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$3\pi-30\log_e2+20\log_e5$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$3\pi-50\log_e2+20\log_e5$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$3\pi-10\log_e\left(2\sqrt2\right)+10\log_e5$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$3\pi-25\log_e2+10\log_e5$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Integrals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Integrals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$(a\sin x+b\cos x)/(c\sin x+d\cos x)$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numerator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(denominator)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(derivative of the denominator).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numerator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(denominator)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$+\,\mu\times$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(derivative of the denominator).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(2)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$136\sin x=\lambda(3\sin x+5\cos x)+\mu(3\cos x-5\sin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$3\cos x-5\sin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$136=3\lambda-5\mu$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$0=5\lambda+3\mu$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(2)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$408=34\lambda$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$\mu=-\frac{5\lambda}3=-20$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$\int_0^{\pi/4}\frac{136\sin x}{3\sin x+5\cos x}dx=12\int_0^{\pi/4}dx-20\int_0^{\pi/4}\frac{3\cos x-5\sin x}{3\sin x+5\cos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$=12\cdot\frac\pi4-20\left[\ln\left(3\sin x+5\cos x\right)\right]_0^{\pi/4}$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 x+5\cos x=\frac8{\sqrt2}=4\sqrt2$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$3\pi-20\left[\ln\left(4\sqrt2\right)-\ln5\right]$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$\ln\left(4\sqrt2\right)=\frac52\ln2$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$3\pi-50\ln2+20\ln5$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$3\pi-50\log_e2+20\log_e5$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of integrals: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two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of integrals: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$S=\int\frac{\sin x}{D}$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$C=\int\frac{\cos x}{D}$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two linear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$D=3\sin x+5\cos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$S=\int_0^{\pi/4}\frac{\sin x}{D}dx$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$C=\int_0^{\pi/4}\frac{\cos x}{D}dx$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$3S+5C=\int_0^{\pi/4}dx=\frac\pi4$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$3C-5S=\int_0^{\pi/4}\frac{D'}{D}dx=\ln\frac{D(\pi/4)}{D(0)}=\ln\frac{4\sqrt2}{5}=:L$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first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first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$34S=\frac{3\pi}4-5L$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$136S=4\left(\frac{3\pi}4-5L\right)=3\pi-20\ln\frac{4\sqrt2}5=3\pi-50\ln2+20\ln5$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$3\pi-50\log_e2+20\log_e5$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numerator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every logarithm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matching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6.956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$\int\frac{a\sin x+b\cos x}{c\sin x+d\cos x}dx=\lambda x+\mu\ln|D|+C$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$D=c\sin x+d\cos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numerator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D+\mu D'$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$\lambda=\frac{ac+bd}{c^2+d^2}$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$\mu=\frac{bc-ad}{c^2+d^2}$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every logarithm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$\ln4\sqrt2=\frac52\ln2$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matching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$3\pi-50\ln2+20\ln5\approx6.956$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2.40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Definite Integration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2.40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