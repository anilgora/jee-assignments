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Sheet1!$A$2:$A$26</c:f>
              <c:strCache>
                <c:ptCount val="25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3.0</c:v>
                </c:pt>
                <c:pt idx="9">
                  <c:v>1.0</c:v>
                </c:pt>
                <c:pt idx="10">
                  <c:v>1.0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1.0</c:v>
                </c:pt>
                <c:pt idx="16">
                  <c:v>2.0</c:v>
                </c:pt>
                <c:pt idx="17">
                  <c:v>1.0</c:v>
                </c:pt>
                <c:pt idx="18">
                  <c:v>3.0</c:v>
                </c:pt>
                <c:pt idx="19">
                  <c:v>1.0</c:v>
                </c:pt>
                <c:pt idx="20">
                  <c:v>2.0</c:v>
                </c:pt>
                <c:pt idx="21">
                  <c:v>3.0</c:v>
                </c:pt>
                <c:pt idx="22">
                  <c:v>2.0</c:v>
                </c:pt>
                <c:pt idx="23">
                  <c:v>2.0</c:v>
                </c:pt>
                <c:pt idx="24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labels the two matching options 'Option 3' and 'Option 1' (numbering of the original JEE paper); in this paper's printed order they are (A) and (B). Working unchanged; answer (A, B)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jumps to 'x = 3' without saying why; the reason (the argument $(x-3)^2+1\ge1$ must equal $1$ for the inverse functions to exist) was added.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own working ends with 'sum over an empty set is 0', i.e. option (A) $0$, but its answer key prints (C). Option (C) $-\frac{2\pi}3$ is wrong: numerically the left side never exceeds $\frac{2\pi}3&lt;\pi$ on $\left[-\frac12,\frac12\right]$, so $S$ is empty. Correct answer: (A) $0$.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parabola as 'x²+x+y = f(x)' (a slip); expanding gives $y=x^2+x$, so $f(x)=x^2+x$. Everything after that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solution gives only the final roots of each case; the intermediate quadratics were written out and the roots checked.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$x=\frac{-3\pm\sqrt{9+8}}{8}$; the denominator should be $2a=4$, so $x=\frac{-3\pm\sqrt{17}}4$. The count of positive roots (one)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Justification added for the step 'the expression equals $\cos C$' (the PDF states it without saying that $\sin A,\sin B,\sin C$ are proportional to the sides of a triangle with angles $A,B,C$).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'cos⁻¹(xy − √(1−x²)√(1−y²)) = π/2 + α', which is true only when $\frac\pi2+\alpha\le\pi$ (for $\alpha\in(\frac\pi2,\pi]$ the sum $\cos^{-1}x+\cos^{-1}y$ exceeds $\pi$). Taking the cosine of both sides avoids this and gives the same relation; attainment of the minimum (x = y = 0) was added.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ITF (JM)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(Inverse Trigonometric Functions)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Complete solution; alternate method and result where one exists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$\tan^{-1}\left(\frac{1+\sqrt3}{3+\sqrt3}\right)+\sec^{-1}\left(\sqrt{\frac{8+4\sqrt3}{6+3\sqrt3}}\right)$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Evaluation of inverse trigonometric expressions (tan⁻¹ and sec⁻¹)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surds collapse: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radicand is a perfect square ratio, so each term is a standard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surds collapse: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$\frac{1+\sqrt3}{3+\sqrt3}=\frac1{\sqrt3}$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radicand is a perfect square ratio, so each term is a standard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the numerator and denominator under the root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$3+\sqrt3=\sqrt3(\sqrt3+1)$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the numerator and denominator under the root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$E=\tan^{-1}\left(\frac{1+\sqrt3}{\sqrt3(\sqrt3+1)}\right)+\sec^{-1}\left(\frac{16+8\sqrt3}{12+6\sqrt3}\right)^{1/2}$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$(\sqrt3+1)^2=4+2\sqrt3$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$(3+\sqrt3)^2=12+6\sqrt3$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$\frac{16+8\sqrt3}{12+6\sqrt3}=\frac{4(\sqrt3+1)^2}{(3+\sqrt3)^2}$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$\left(\frac{16+8\sqrt3}{12+6\sqrt3}\right)^{1/2}=\frac{2(\sqrt3+1)}{3+\sqrt3}=\frac{2(\sqrt3+1)}{\sqrt3(\sqrt3+1)}=\frac{2}{\sqrt3}$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$E=\tan^{-1}\frac1{\sqrt3}+\sec^{-1}\frac2{\sqrt3}=\tan^{-1}\frac1{\sqrt3}+\cos^{-1}\frac{\sqrt3}{2}$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$\tan^{-1}\frac1{\sqrt3}=\frac\pi6$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$\cos^{-1}\frac{\sqrt3}2=\frac\pi6$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$E=\frac\pi6+\frac\pi6=\frac\pi3$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Cancel the common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squaring: the radicand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Cancel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$2+\sqrt3$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squaring: the radicand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$\frac{4(2+\sqrt3)}{3(2+\sqrt3)}=\frac43$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$\sec\theta=\frac2{\sqrt3}$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$\tan\theta=\frac1{\sqrt3}$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radicand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$8+4\sqrt3=4(2+\sqrt3)$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$6+3\sqrt3=3(2+\sqrt3)$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radicand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$\sec^{-1}\sqrt{\frac43}=\sec^{-1}\frac2{\sqrt3}$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$\theta=\sec^{-1}\frac2{\sqrt3}\in\left[0,\frac\pi2\right)$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$\tan\theta=\sqrt{\sec^2\theta-1}=\sqrt{\frac43-1}=\frac1{\sqrt3}$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$\frac{1+\sqrt3}{3+\sqrt3}=\frac{1+\sqrt3}{\sqrt3(\sqrt3+1)}=\frac1{\sqrt3}$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$\tan^{-1}\frac1{\sqrt3}=\frac\pi6$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$\frac\pi6+\frac\pi6=\frac\pi3$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common factor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before rationalising or squaring: surd ratios in JEE usually collapse to a simple number.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$\sec^{-1}y=\cos^{-1}\frac1y$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$\mathrm{cosec}^{-1}y=\sin^{-1}\frac1y$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(principal values).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$\sec\theta=s\Rightarrow\tan\theta=\sqrt{s^2-1}$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$s=\frac2{\sqrt3}\Rightarrow\tan\theta=\frac1{\sqrt3}$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a common factor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before rationalising or squaring: surd ratios in JEE usually collapse to a simple number.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$\sin^{-1}\frac{\alpha}{17}+\cos^{-1}\frac45-\tan^{-1}\frac{77}{36}=0$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$0&lt;\alpha&lt;13$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$\sin^{-1}(\sin\alpha)+\cos^{-1}(\cos\alpha)$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$16-5\pi$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Addition and subtraction formulas for tan⁻¹, Principal value of sin⁻¹(sin x) and cos⁻¹(cos x)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 into the principal ranges by subtracting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reflecting.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$\sin^{-1}\frac\alpha{17}=\sin^{-1}\frac8{17}$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 into the principal ranges by subtracting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reflecting.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(3-4-5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36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fraction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(8-15-17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$\cos^{-1}\frac45=\tan^{-1}\frac34$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(3-4-5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$\sin^{-1}\frac\alpha{17}=\tan^{-1}\frac{77}{36}-\tan^{-1}\frac34=\tan^{-1}\left(\frac{\frac{77}{36}-\frac34}{1+\frac{77}{36}\cdot\frac34}\right)$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fraction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$\frac{50/36}{125/48}=\frac{8}{15}$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$\sin^{-1}\frac\alpha{17}=\tan^{-1}\frac8{15}=\sin^{-1}\frac8{17}$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(8-15-17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$\Rightarrow\frac\alpha{17}=\frac8{17}\Rightarrow\alpha=8$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$8\in\left(\frac{5\pi}2,3\pi\right)$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$\sin^{-1}(\sin8)=3\pi-8$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$3\pi-8\in\left[-\frac\pi2,\frac\pi2\right]$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$\sin(3\pi-8)=\sin8$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$\cos^{-1}(\cos8)=8-2\pi$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$8-2\pi\in[0,\pi]$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$=(3\pi-8)+(8-2\pi)=\pi$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sine of both sides as a right-triangle subtraction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triangles) instead of using the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difference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the sine of both sides as a right-triangle subtraction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triangles) instead of using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difference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$\theta=\sin^{-1}\frac\alpha{17}=A-B$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A=\frac{77}{36}$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B=\frac45$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$36,77,85$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A=\frac{77}{85},\cos A=\frac{36}{85}$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B=\frac35$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$\sin\theta=\sin A\cos B-\cos A\sin B=\frac{77}{85}\cdot\frac45-\frac{36}{85}\cdot\frac35=\frac{308-108}{425}=\frac{8}{17}$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$\frac\alpha{17}=\frac8{17}$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$\theta=A-B\in\left[-\frac\pi2,\frac\pi2\right]$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consistent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$8-2\pi\approx1.72\in\left(\frac\pi2,\pi\right)$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$\cos^{-1}(\cos8)=8-2\pi$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$\sin^{-1}(\sin8)=\pi-(8-2\pi)=3\pi-8$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Pythagorean triples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angles can be read as triangles.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-periodic triangular wave equal to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nearest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terms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$\tan^{-1}a-\tan^{-1}b=\tan^{-1}\frac{a-b}{1+ab}$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Pythagorean triples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$8,15,17$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$36,77,85$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angles can be read as triangles.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 x)=x-2k\pi$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$x-2k\pi\in\left[-\frac\pi2,\frac\pi2\right]$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$=(2k+1)\pi-x$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$x\in\left[2k\pi+\frac\pi2,2k\pi+\frac{3\pi}2\right]$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-periodic triangular wave equal to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nearest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$x\in\left[\frac{5\pi}{2},3\pi\right]$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two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 x)+\cos^{-1}(\cos x)=(3\pi-x)+(x-2\pi)=\pi$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Complete solution; alternate method and result where one exists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consecutive natural numbers.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4578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$a_1=1,a_2,a_3,a_4,\dots$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consecutive natural numbers.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$\tan^{-1}\left(\frac1{1+a_1a_2}\right)+\tan^{-1}\left(\frac1{1+a_2a_3}\right)+\dots+\tan^{-1}\left(\frac1{1+a_{2021}a_{2022}}\right)$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$\tan^{-1}(2022)-\frac\pi4$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$\frac\pi4-\cot^{-1}(2022)$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$\frac\pi4-\tan^{-1}(2022)$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$\cot^{-1}(2022)-\frac\pi4$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sum of tan⁻¹ terms, Arithmetic progression of natural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consecutive terms differ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Because consecutive terms differ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$\frac1{1+a_ka_{k+1}}$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$\frac{a_{k+1}-a_k}{1+a_ka_{k+1}}$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$\tan^{-1}a_{k+1}-\tan^{-1}a_k$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(consecutive natural numbers),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495544"/>
                <a:ext cx="10725912" cy="117957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$a_2-a_1=a_3-a_2=\dots=a_{2022}-a_{2021}=1$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(consecutive natural numbers),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$a_{2022}=2022$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term equals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2021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$\tan^{-1}\left(\frac{a_2-a_1}{1+a_1a_2}\right)+\tan^{-1}\left(\frac{a_3-a_2}{1+a_2a_3}\right)+\dots+\tan^{-1}\left(\frac{a_{2022}-a_{2021}}{1+a_{2021}a_{2022}}\right)$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term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$\tan^{-1}a_{k+1}-\tan^{-1}a_k$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$a_ka_{k+1}&gt;-1$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$\left[\tan^{-1}a_2-\tan^{-1}a_1\right]+\left[\tan^{-1}a_3-\tan^{-1}a_2\right]+\dots+\left[\tan^{-1}a_{2022}-\tan^{-1}a_{2021}\right]$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$\tan^{-1}a_{2022}-\tan^{-1}a_1=\tan^{-1}2022-\tan^{-1}1=\tan^{-1}2022-\frac\pi4$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$\tan^{-1}2022=\frac\pi2-\cot^{-1}2022$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$=\frac\pi2-\cot^{-1}2022-\frac\pi4=\frac\pi4-\cot^{-1}2022$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Options (C) and (D) have the opposite sign and are wrong. Answer: (A) and (B).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Complex numbers: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angle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product of the complex numbers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Complex numbers: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$1+k(k+1)+i=(1-ik)(1+i(k+1))$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angle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$\arg(1+i(k+1))-\arg(1+ik)$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product of the complex numbers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real part). Arguments add under multiplication,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$(1-ik)(1+i(k+1))=1+i(k+1)-ik+k(k+1)=1+k(k+1)+i$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$1+k(k+1)+i$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$\tan^{-1}\frac1{1+k(k+1)}$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real part). Arguments add under multiplication,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$\tan^{-1}\frac1{1+k(k+1)}=\arg(1+i(k+1))-\arg(1+ik)=\tan^{-1}(k+1)-\tan^{-1}k$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(A) and, 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$k=1,\dots,2021$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$\sum=\arg\prod_{k=1}^{2021}\frac{1+i(k+1)}{1+ik}=\arg\frac{1+2022i}{1+i}$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$\arg(1+2022i)=\tan^{-1}2022$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$\arg(1+i)=\frac\pi4$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$\tan^{-1}2022-\frac\pi4$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(A) and,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$\tan^{-1}2022=\frac\pi2-\cot^{-1}2022$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also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telescoper for an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Typical forms: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of a product of complex numbers is the sum of the arguments,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sums can be seen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$\tan^{-1}\frac{d}{1+a(a+d)}=\tan^{-1}(a+d)-\tan^{-1}a$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$a(a+d)&gt;-1$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standard telescoper for an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Typical forms: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$\tan^{-1}\frac1{1+k(k+1)}$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$\tan^{-1}\frac{1}{2k^2}$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$=\tan^{-1}(2k+1)-\tan^{-1}(2k-1)$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$\cot^{-1}(k^2+k+1)$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$\sum_{k=1}^{n}\tan^{-1}\frac1{1+k(k+1)}=\tan^{-1}\frac{n}{n+2}$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$\tan^{-1}\frac13=\tan^{-1}2-\tan^{-1}1$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of a product of complex numbers is the sum of the arguments,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sums can be seen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$\arg\prod(1+ia_k)$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Q04 – 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Complete solution; alternate method and result where one exists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largest interval for which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holds.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$(a,b)\subset(0,2\pi)$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largest interval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$\sin^{-1}(\sin\theta)-\cos^{-1}(\sin\theta)&gt;0$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holds.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x^2+\beta x+\sin^{-1}(x^2-6x+10)+\cos^{-1}(x^2-6x+10)=0$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$\frac{\pi}{12}$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 of sin⁻¹(sin θ) and inequalities, Range of sin⁻¹ and cos⁻¹ (sin⁻¹t+cos⁻¹t=π/2)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 the argument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 and the sum of the two inverse functions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$x^2-6x+10=(x-3)^2+1\ge1$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 the argument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forced and the sum of the two inverse functions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inequality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$\cos^{-1}(\sin\theta)=\frac\pi2-\sin^{-1}(\sin\theta)$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inequality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$\sin^{-1}\sin\theta-\left(\frac\pi2-\sin^{-1}\sin\theta\right)&gt;0$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$\Rightarrow\sin^{-1}(\sin\theta)&gt;\frac\pi4\Rightarrow\sin\theta&gt;\frac1{\sqrt2}$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$\theta\in\left(\frac\pi4,\frac{3\pi}4\right)=(a,b)$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$\alpha-\beta=\frac\pi2$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inverse functions are defined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each argument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$x^2-6x+10=(x-3)^2+1$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x^2+\beta x+\sin^{-1}\left[(x-3)^2+1\right]+\cos^{-1}\left[(x-3)^2+1\right]=0$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inverse functions are defined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$(x-3)^2+1\le1$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each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$\sin^{-1}1+\cos^{-1}1=\frac\pi2+0=\frac\pi2$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$9\alpha+3\beta+\frac\pi2=0\Rightarrow9\alpha+3\left(\alpha-\frac\pi2\right)+\frac\pi2=0$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$\Rightarrow12\alpha-\pi=0\Rightarrow\alpha=\frac\pi{12}$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off its zig-zag graph piece by piece, instead of passing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$\sin^{-1}(\sin\theta)$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off its zig-zag graph piece by piece, instead of passing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$\sin\theta&gt;\frac1{\sqrt2}$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real condition (after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$\sin^{-1}(\sin\theta)&gt;\frac\pi4$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real condition (after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$\cos^{-1}\sin\theta=\frac\pi2-\sin^{-1}\sin\theta$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$\sin^{-1}(\sin\theta)=\theta$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$\theta\in\left[\frac\pi2,\frac{3\pi}2\right]$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$=\theta-2\pi$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$\theta\in\left[\frac{3\pi}2,2\pi\right)$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Piece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Piece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Piece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$\theta&gt;\frac\pi4$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$\left(\frac\pi4,\frac\pi2\right]$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Piece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$\pi-\theta&gt;\frac\pi4$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$\theta&lt;\frac{3\pi}4$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$\left[\frac\pi2,\frac{3\pi}4\right)$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Piece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$\theta-2\pi\le0&lt;\frac\pi4$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$\left(\frac\pi4,\frac{3\pi}4\right)$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$\frac{\pi}{12}$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fed into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its minimum point: the domain is the single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collapses to a point, substitute that point to turn an apparently hard equation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linear relation between the parameters.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$\sin^{-1}t+\cos^{-1}t=\frac\pi2$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$\cos^{-1}(\sin\theta)=\frac\pi2-\sin^{-1}(\sin\theta)$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$(x-h)^2+1$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fed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its minimum point: the domain is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$\sin^{-1}(\sin\theta)&gt;c$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$\theta\in(c,\pi-c)$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collapses to a point, substitute that point to turn an apparently hard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a linear relation between the parameters.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solutions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$\cos^{-1}(2x)-2\cos^{-1}\left(\sqrt{1-x^2}\right)=\pi$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$x\in\left[-\frac12,\frac12\right]$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$\sum_{x\in S}2\sin^{-1}\left(x^2-1\right)$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$\pi-\sin^{-1}\left(\frac{\sqrt3}4\right)$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$\frac{-2\pi}{3}$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$\pi-2\sin^{-1}\left(\frac{\sqrt3}4\right)$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inverse trigonometric functions (empty solution set)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can reach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same time, which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can reach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$\cos^{-1}(2x)=\pi$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$\cos^{-1}\sqrt{1-x^2}=0$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same time, which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$S=\varnothing$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therefore needs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simultaneously.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$\cos^{-1}(2x)=\pi+2\cos^{-1}\left(\sqrt{1-x^2}\right)$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$2\cos^{-1}\left(\sqrt{1-x^2}\right)\ge0$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Equality therefore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$\cos^{-1}\left(\sqrt{1-x^2}\right)=0$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simultaneously.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possible together.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over the empty set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$\cos^{-1}(2x)=\pi$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$\cos^{-1}\left(\sqrt{1-x^2}\right)=0$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possible together.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over the empty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$\sum_{x\in S}2\sin^{-1}(x^2-1)=0$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bound the left side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$x=\sin\varphi$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$\cos^{-1}\sqrt{1-x^2}=|\varphi|$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bound the left side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$\pi-2|\varphi|$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$\varphi=\sin^{-1}x\in\left[-\frac\pi6,\frac\pi6\right]$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$\sqrt{1-x^2}=\cos\varphi$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$\cos^{-1}(\cos\varphi)=|\varphi|$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$\cos^{-1}(2\sin\varphi)-2|\varphi|=\pi$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there is no solution,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$\cos^{-1}(2\sin\varphi)\le\pi$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$\le\pi-2|\varphi|\le\pi$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$\cos^{-1}(0)=\pi$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$\cos^{-1}(0)=\frac\pi2\ne\pi$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there is no solution,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one side is bounded above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bounded below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only when both attain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whether they do at the same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(or product) over an empty solution set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never skip the check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which one side is bounded above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bounded below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only when both attain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check whether they do at the same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$\cos^{-1}\sqrt{1-x^2}=\sin^{-1}|x|$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(or product) over an empty solution 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never skip the check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non-empty.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𝑎𝑛𝑑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only one element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more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$S=\left\{x\in\mathbb R:0&lt;x&lt;1\text{ and }2\tan^{-1}\left(\frac{1-x}{1+x}\right)=\cos^{-1}\left(\frac{1-x^2}{1+x^2}\right)\right\}$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only one element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more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Identities for 2tan⁻¹ and cos⁻¹ of (1−x²)/(1+x²), Substitution x = tan θ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both inside the principal ranges.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$\frac{1-x}{1+x}=\tan\left(\frac\pi4-\theta\right)$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$\frac{1-x^2}{1+x^2}=\cos2\theta$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both inside the principal ranges.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$\tan^{-1}x=\theta\in\left(0,\frac\pi4\right)$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$\frac{1-x}{1+x}=\tan\left(\frac\pi4-\theta\right)$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$\frac\pi4-\theta\in\left(0,\frac\pi4\right)$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$2\tan^{-1}\left(\frac{1-x}{1+x}\right)=2\left(\frac\pi4-\theta\right)$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$\frac{1-x^2}{1+x^2}=\cos2\theta$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$2\theta\in\left(0,\frac\pi2\right)\subset[0,\pi]$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$\cos^{-1}\left(\frac{1-x^2}{1+x^2}\right)=2\theta$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$2\left(\frac\pi4-\theta\right)=2\theta\Rightarrow4\theta=\frac\pi2\Rightarrow\theta=\frac\pi8$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$x=\tan\frac\pi8=\sqrt2-1\approx0.414$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$n(S)=1$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element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so the equation reduces to equal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$\cos^{-1}\frac{1-x^2}{1+x^2}=2\tan^{-1}x$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so the equation reduces to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 identity).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qualifies,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$\cos^{-1}\frac{1-x^2}{1+x^2}=2\tan^{-1}x$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(standard identity).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$2\tan^{-1}\frac{1-x}{1+x}=2\tan^{-1}x$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$\tan^{-1}\frac{1-x}{1+x}=\tan^{-1}x$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$\frac{1-x}{1+x}=x\Rightarrow x^2+2x-1=0\Rightarrow x=-1\pm\sqrt2$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$x=\sqrt2-1\in(0,1)$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qualifies,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$0.414&lt;\frac12$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trig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every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the resulting angle against the principal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$\cos^{-1}\frac{1-x^2}{1+x^2}=2\tan^{-1}x$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$\sin^{-1}\frac{2x}{1+x^2}=2\tan^{-1}x$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$\tan^{-1}\frac{1-x}{1+x}=\frac\pi4-\tan^{-1}x$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trig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$\frac{1\pm x}{1\mp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$\tan(\frac\pi4\mp\theta),\tan2\theta,\cos2\theta$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check the resulting angle against the principal range.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a parabola with focus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an infinite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an empty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contains exactly two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contains exactly one element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068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 a parabola with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$S=\left\{x\in\mathbb R:\tan^{-1}\left(\sqrt{f(x)}\right)+\sin^{-1}\left(\sqrt{f(x)+1}\right)=\frac\pi2\right\}$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an infinite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an empty set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contains exactly two elements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contains exactly one element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Parabola: focus and directrix, Domain restrictions of sin⁻¹ and tan⁻¹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$\sin^{-1}\sqrt{f+1}$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$f\le0$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$\tan^{-1}\sqrt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$\tan^{-1}\sqrt f=\cos^{-1}\frac1{\sqrt{1+f}}$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$f+1=1$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parabola, distance from the focus equals distance from the directrix: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parabola, distance from the focus equals distance from the directrix: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$\sqrt{\left(x+\frac12\right)^2+y^2}=\left|y+\frac12\right|$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with legs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check: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elements: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$x^2+x+\frac14+y^2=y^2+y+\frac14\Rightarrow x^2+x=y$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$\tan^{-1}\sqrt{f(x)}=\cos^{-1}\frac1{\sqrt{1+f(x)}}$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$\cos^{-1}\frac1{\sqrt{1+f}}+\sin^{-1}\sqrt{f+1}=\frac\pi2$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$\cos^{-1}t+\sin^{-1}t=\frac\pi2$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$\sqrt{f+1}=\frac1{\sqrt{1+f}}$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$f+1=1\Rightarrow f(x)=0\Rightarrow x^2+x=0\Rightarrow x=0,-1$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values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$\tan^{-1}0+\sin^{-1}1=\frac\pi2$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two elements: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contains exactly two elements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domains first: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with no identity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domains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$\sqrt{f}$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$\sin^{-1}\sqrt{f+1}$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$f+1\le1$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once, with no identity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reads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$\sin^{-1}\sqrt{f(x)+1}$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f(x)+1\le1$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$\tan^{-1}\sqrt{f(x)}$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$\tan^{-1}0+\sin^{-1}1=0+\frac\pi2=\frac\pi2$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$S=\{x:x^2+x=0\}=\{0,-1\}$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contains exactly two elements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a parabola from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horizontal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expand and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domain argument can decide an equation before any algebra: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Locus of a parabola from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horizontal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$(x-p)^2+(y-q)^2=(y-k)^2$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expand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domain argument can decide an equation before any algebra: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$\sin^{-1}\sqrt{u+1}$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$\tan^{-1}a=\cos^{-1}\frac1{\sqrt{1+a^2}}$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Complete solution; alternate method and result where one exists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all the solutions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all the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$\tan^{-1}\left(\frac{2x}{1-x^2}\right)+\cot^{-1}\left(\frac{1-x^2}{2x}\right)=\frac\pi3$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$\alpha-\frac4{\sqrt3}$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tan⁻¹ and cot⁻¹ identities with branch (x&gt;0 and x&lt;0), Sum of roots of an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treated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$\pi+\tan^{-1}\frac1y$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cases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treated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$\frac{1-x^2}{2x}&gt;0$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$\cot^{-1}\frac{1-x^2}{2x}=\tan^{-1}\frac{2x}{1-x^2}$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$2\tan^{-1}\frac{2x}{1-x^2}=\frac\pi3$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$\frac{2x}{1-x^2}=\tan\frac\pi6=\frac1{\sqrt3}$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$x^2+2\sqrt3x-1=0\Rightarrow x=-\sqrt3\pm2$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$\frac{1-x^2}{2x}&lt;0$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$\cot^{-1}\frac{1-x^2}{2x}=\pi+\tan^{-1}\frac{2x}{1-x^2}$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$2\tan^{-1}\frac{2x}{1-x^2}+\pi=\frac\pi3$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$\tan^{-1}\frac{2x}{1-x^2}=-\frac\pi3$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$\frac{2x}{1-x^2}=-\sqrt3$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$\sqrt3x^2-2x-\sqrt3=0\Rightarrow x=\sqrt3$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$=2-\sqrt3-\frac1{\sqrt3}=2-\frac4{\sqrt3}$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$\alpha-\frac4{\sqrt3}=2-\frac4{\sqrt3}$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arguments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$\theta\in\left(-\frac\pi4,\frac\pi4\right)$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two arguments become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$\theta\in\left(-\frac\pi4,0\right)\cup\left(0,\frac\pi4\right)$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$\frac{2x}{1-x^2}=\tan2\theta$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$\frac{1-x^2}{2x}=\cot2\theta$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$\tan^{-1}(\tan2\theta)=2\theta$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$\cot^{-1}(\cot2\theta)=2\theta$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$2\theta\in(0,\frac\pi2)$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$2\theta+\pi$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$2\theta\in\left(-\frac\pi2,0\right)$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$4\theta=\frac\pi3\Rightarrow\theta=\frac\pi{12}\Rightarrow x=\tan15^\circ=2-\sqrt3$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$4\theta+\pi=\frac\pi3\Rightarrow\theta=-\frac\pi6\in\left(-\frac\pi4,0\right)\Rightarrow x=\tan(-30^\circ)=-\frac1{\sqrt3}$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$=2-\sqrt3-\frac1{\sqrt3}=2-\frac4{\sqrt3}$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(range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them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found in each branch must be checked against that branch's own interval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rejected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$\cot^{-1}y=\tan^{-1}\frac1y$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$\pi+\tan^{-1}\frac1y$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$\tan^{-1}\frac{2x}{1-x^2}=2\tan^{-1}x$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$2\tan^{-1}x\pm\pi$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$\frac{1-x^2}{2x}$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them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$\tan2\theta,\cot2\theta$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 found in each branch must be checked against that branch's own interval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rejected here).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Q11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Complete solution; alternate method and result where one exists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function),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$f(x)=\sin^{-1}\left(\log_{3x}\left(\frac{6+2\log_3x}{-5x}\right)\right)$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$g:D\to\mathbb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function),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$\alpha^2+\frac5\beta$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sin⁻¹(log base) with logarithm and exponential inequalities, Fractional part function and its range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positive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quotient positive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positive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$\ne1$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quotient positive (so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$x&lt;\frac1{27}$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$-1\le\log_{3x}(\cdot)\le1$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base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$3x\le(\cdot)\le\frac1{3x}$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$D\subset(0,1)$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conditions: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of the logarithm must be positive: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Base conditions: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of the logarithm must be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$\frac{6+2\log_3x}{-5x}&gt;0$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$6+2\log_3x&lt;0\Rightarrow\log_3x&lt;-3\Rightarrow x&lt;\frac1{27}$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$3x\in\left(0,\frac19\right)$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base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the inequalities: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$-1\le\log_{3x}\left(\frac{6+2\log_3x}{-5x}\right)\le1$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base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$3x\le\frac{6+2\log_3x}{-5x}\le\frac1{3x}$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reverses the inequalities: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$-\frac53\le6+2\log_3x\le-15x^2$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$-\frac{23}6\le\log_3x\le\frac{-15x^2-6}{2}$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$3^{-23/6}\le x\le3^{-(15x^2+6)/2}$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domain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right end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right end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bound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being negligible)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$D=[3^{-23/6},x_0]$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$0&lt;3^{-23/6}&lt;x_0&lt;\frac1{27}$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$D\subset(0,1)$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$\alpha=3^{-23/6}$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right end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right end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bound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$x&lt;\frac1{27}$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being negligible)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$\alpha^2+\frac5\beta\approx3^{-23/3}+135\approx135$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135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(no key in the PDF; see the note: the exact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136.5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matches no option)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$135$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(no key in the PDF; see the note: the exact value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$\approx136.5$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matches no option)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an inequality by a negative quantity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reverses it - the commonest slip in such domain problems.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simply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subset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subset.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a stated answer is consistent with the exact domain: here the closed interval and the approximate 135 signal a flawed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 t\in[-1,1]$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$\frac1b\le t\le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 t\le\frac1b$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an inequality by a negative quantity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reverses it - the commonest slip in such domain problems.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simply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that subset.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that a stated answer is consistent with the exact domain: here the closed interval and the approximate 135 signal a flawed question.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$f(x)=4\sin^{-1}\left(\frac{x^2}{x^2+1}\right)$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sin⁻¹ composite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$\frac{x^2}{x^2+1}=1-\frac1{x^2+1}$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but never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$[0,\frac\pi2)$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Range: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0419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$f(x)=4\sin^{-1}\left(\frac{x^2}{1+x^2}\right)$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$0\le\frac{x^2}{1+x^2}&lt;1$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$0\le\sin^{-1}\left(\frac{x^2}{1+x^2}\right)&lt;\frac\pi2$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f(x)&lt;2\pi$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Range: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$[0,2\pi)$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Compose monotone pieces: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(never reaching it),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Compose monotone pieces: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$t=x^2\in[0,\infty)$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t{1+t}$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(never reaching it),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$4\sin^{-1}$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increasing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upper end excluded.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$h(t)=\frac t{1+t}$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strictly increasing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never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$[4\sin^{-1}0,\ 4\sin^{-1}1)=[0,2\pi)$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upper end excluded.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$[0,2\pi)$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a composite of continuous increasing functions is the image of the end points; check whether each end is attained (closed or open).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range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$\frac{x^2}{1+x^2}=1-\frac1{1+x^2}\in[0,1)$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$\frac1{1+x^2}\in(0,1]$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$\frac{2x}{1+x^2}\in[-1,1]$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a composite of continuous increasing functions is the image of the end points; check whether each end is attained (closed or open).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Related: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$\tan^{-1}\frac{x^2}{1+x^2}$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$\cos^{-1}\frac{1}{1+x^2}$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$f(x)=\log_e\left(4x^2+11x+6\right)+\sin^{-1}(4x+3)+\cos^{-1}\left(\frac{10x+6}3\right)$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$36|\alpha+\beta|$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logarithmic and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three conditions: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strict inequality gives the open left end.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three conditions: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$4x^2+11x+6&gt;0$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$|4x+3|\le1$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$\left|\frac{10x+6}3\right|\le1$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strict inequality gives the open left end.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$4x^2+11x+6&gt;0\Rightarrow(4x+3)(x+2)&gt;0\Rightarrow x\in(-\infty,-2)\cup\left(-\frac34,\infty\right)$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$-1\le4x+3\le1\Rightarrow-4\le4x\le-2\Rightarrow-1\le x\le-\frac12$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$-1\le\frac{10x+6}3\le1\Rightarrow-3\le10x+6\le3\Rightarrow-9\le10x\le-3\Rightarrow-\frac9{10}\le x\le-\frac3{10}$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(iii)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(iii)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$-\frac34&lt;x\le-\frac12$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$36|\alpha+\beta|=36\times\frac54=45$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every condition becomes a condition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logarithm's quadratic factors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automatic.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$t=4x+3$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every condition becomes a condition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logarithm's quadratic factors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$t(x+2)$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$x+2&gt;0$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automatic.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$x=\frac{t-3}4$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$x+2=\frac{t+5}4$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$4x^2+11x+6=(4x+3)(x+2)=\frac{t(t+5)}4$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$\frac{10x+6}3=\frac{5t-3}{6}$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$-1\le\frac{5t-3}6\le1\Leftrightarrow-\frac35\le t\le\frac95$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holds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$-\frac34&lt;x\le-\frac12$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$36\cdot\frac54=45$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problems: write each function's requirement as an inequality, solve each on a number line and intersect; strict inequalities (logs, denominators) give open ends, inverse-trig bounds give closed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matching the inverse-trig argument often decouples the conditions.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𝑞𝑢𝑎𝑑𝑟𝑎𝑡𝑖𝑐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 the quadratic and test the sign of each factor on the interval left by the inverse-trig conditions.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problems: write each function's requirement as an inequality, solve each on a number line and intersect; strict inequalities (logs, denominators) give open ends, inverse-trig bounds give closed ends.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linear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matching the inverse-trig argument often decouples the conditions.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$\log_e(\text{quadratic})$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factor the quadratic and test the sign of each factor on the interval left by the inverse-trig conditions.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Q12 – Q15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Complete solution; alternate method and result where one exists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$\log_e\left(\frac{6x^2+5x+1}{2x-1}\right)+\cos^{-1}\left(\frac{2x^2-3x+4}{3x-5}\right)$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$(\alpha,\beta)\cup(\gamma,\delta]$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$18\left(\alpha^2+\beta^2+\gamma^2+\delta^2\right)$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logarithmic and cos⁻¹ functions, Rational inequalities (wavy curve method)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(split as two inequalities) and intersect on a number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$\frac{(3x+1)(2x+1)}{2x-1}&gt;0$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$\left|\frac{2x^2-3x+4}{3x-5}\right|\le1$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(split as two inequalities) and intersect on a number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sign scheme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...(A)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splits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$\frac{6x^2+5x+1}{2x-1}&gt;0\Rightarrow\frac{(3x+1)(2x+1)}{2x-1}&gt;0$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$-\frac12,-\frac13,\frac12$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sign scheme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$-,+,-,+$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$x\in\left(-\frac12,-\frac13\right)\cup\left(\frac12,\infty\right)$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...(A)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$-1\le\frac{2x^2-3x+4}{3x-5}\le1$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splits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$\frac{2x^2-1}{3x-5}\ge0$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$\frac{2x^2-6x+9}{3x-5}\le0$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...(B)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...(C)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$\frac{2x^2-1}{3x-5}\ge0$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$x\in\left[-\frac1{\sqrt2},\frac1{\sqrt2}\right]\cup\left(\frac53,\infty\right)$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...(B)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$2x^2-6x+9&gt;0$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$36-72&lt;0$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$3x-5&lt;0$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...(C)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$=\left(-\frac12,-\frac13\right)\cup\left(\frac12,\frac1{\sqrt2}\right]$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$\alpha=-\frac12,\beta=-\frac13,\gamma=\frac12,\delta=\frac1{\sqrt2}$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$18\left(\frac14+\frac19+\frac14+\frac12\right)=18\left(1+\frac19\right)=18+2=20$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difference of squares: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factors and avoids sign charts with a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$\left|\frac{2x^2-3x+4}{3x-5}\right|\le1$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difference of squares: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$(2x^2-3x+4)^2\le(3x-5)^2$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factors and avoids sign charts with a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(discriminant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automatically).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$\left|\frac{2x^2-3x+4}{3x-5}\right|\le1\iff(2x^2-3x+4)^2\le(3x-5)^2,\ x\ne\frac53$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$\iff(2x^2-3x+4-3x+5)(2x^2-3x+4+3x-5)\le0\iff(2x^2-6x+9)(2x^2-1)\le0$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$2x^2-6x+9&gt;0$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(discriminant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$2x^2-1\le0$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$-\frac1{\sqrt2}\le x\le\frac1{\sqrt2}$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automatically).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logarithm: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$\left(-\frac12,-\frac13\right)\cup\left(\frac12,\infty\right)$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logarithm: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$\left(-\frac12,-\frac13\right)\cup\left(\frac12,\frac1{\sqrt2}\right]$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$18\left(\frac14+\frac19+\frac14+\frac12\right)=20$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it is a denominator): turns an absolute-value bound on a fraction into a polynomial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two inequalities that are best combined by squaring.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negative discriminant and positive leading coefficient is always positive: drop it from sign charts.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$|P|\le|Q|\iff(P-Q)(P+Q)\le0$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it is a denominator): turns an absolute-value bound on a fraction into a polynomial inequality.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two inequalities that are best combined by squaring.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with negative discriminant and positive leading coefficient is always positive: drop it from sign charts.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$f(x)=\sec^{-1}\left(\frac{2x}{5x+3}\right)$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$[\alpha,\beta)\cup(\gamma,\delta]$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$|3\alpha+10(\beta+\gamma)+21\delta|$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sec⁻¹ (|y| ≥ 1), Rational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solve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and read the end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$\sec^{-1}y$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$|y|\ge1$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$\frac{2x}{5x+3}\ge1$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$\frac{2x}{5x+3}\le-1$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and read the end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$\frac{2x}{5x+3}\ge1$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$\frac{2x}{5x+3}\ge1\Rightarrow\frac{-3x-3}{5x+3}\ge0\Rightarrow\frac{x+1}{5x+3}\le0\Rightarrow x\in\left[-1,-\frac35\right)$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$\frac{2x}{5x+3}\le-1\Rightarrow\frac{7x+3}{5x+3}\le0\Rightarrow x\in\left(-\frac35,-\frac37\right]$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domain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$\left[-1,-\frac35\right)\cup\left(-\frac35,-\frac37\right]$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$\delta=-\frac37$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$10(\beta+\gamma)=10\left(-\frac65\right)=-12$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$21\delta=-9$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$|3\alpha+10(\beta+\gamma)+21\delta|=|-3-12-9|=24$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square, factor as a difference of squares and get a single quadratic inequality (no case split).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$|y|\ge1\iff y^2\ge1$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square, factor as a difference of squares and get a single quadratic inequality (no case split).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$\left|\frac{2x}{5x+3}\right|\ge1\iff4x^2\ge(5x+3)^2$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$\iff(2x-5x-3)(2x+5x+3)\ge0\iff(-3x-3)(7x+3)\ge0\iff(x+1)(7x+3)\le0$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absolute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x\le-\frac37$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$\left[-1,-\frac35\right)\cup\left(-\frac35,-\frac37\right]$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$3(-1)+10\left(-\frac35-\frac35\right)+21\left(-\frac37\right)=-3-12-9=-24$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absolute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domain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squaring removes the case split and the denominator sign problem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separately).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explains why the answer is written as a union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$\mathrm{cosec}^{-1}y$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$(-\infty,-1]\cup[1,\infty)$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$|y|\ge1\iff y^2\ge1$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squaring removes the case split and the denominator sign problem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 separately).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hole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explains why the answer is written as a union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88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$S=\left\{x\in\mathbb R:\sin^{-1}\left(\frac{x+1}{\sqrt{x^2+2x+2}}\right)-\sin^{-1}\left(\frac{x}{\sqrt{x^2+1}}\right)=\frac\pi4\right\}$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$\sum_{x\in S}\left(\sin\left((x^2+x+5)\frac\pi2\right)-\cos\left((x^2+x+5)\pi\right)\right)$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76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tan⁻¹ difference formula and sin⁻¹ of a right-triangle ratio, Evaluating trigonometric values at multiples of π/2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sine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$\frac{x+1}{\sqrt{(x+1)^2+1}}$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sine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$\tan^{-1}(x+1)$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equation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$\tan^{-1}(x+1)-\tan^{-1}x=\frac\pi4$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arguments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equation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$\sin^{-1}\frac{x+1}{\sqrt{x^2+2x+2}}=\tan^{-1}(x+1)$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 x{\sqrt{x^2+1}}=\tan^{-1}x$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arguments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$\tan^{-1}(x+1)-\tan^{-1}x=\frac\pi4$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$\tan^{-1}\frac{(x+1)-x}{1+(x+1)x}=\frac\pi4\Rightarrow\tan^{-1}\frac1{1+x^2+x}=\frac\pi4\Rightarrow\frac1{1+x^2+x}=1$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$x^2+x+1=1\Rightarrow x^2+x=0\Rightarrow x=0,-1$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$S=\{0,-1\}$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both values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both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$x^2+x+5=5$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$\sin\frac{5\pi}2-\cos5\pi=1-(-1)=1+1=2$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Complex numbers: 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argument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real part equals imaginary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Complex numbers: the left side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$\arg(1+i(x+1))-\arg(1+ix)=\arg\frac{1+i(x+1)}{1+ix}$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argument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real part equals imaginary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difference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$\sin^{-1}\frac{x+1}{\sqrt{(x+1)^2+1}}=\arg(1+i(x+1))$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 x{\sqrt{x^2+1}}=\arg(1+ix)$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difference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$\arg\frac{1+i(x+1)}{1+ix}=\arg\left[(1+i(x+1))(1-ix)\right]=\arg\left[(1+x^2+x)+i\right]$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argument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imaginary part (both positive):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each,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over the two elements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imaginary part (both positive):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$1+x+x^2=1\Rightarrow x=0,-1$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each,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$x^2+x+5=5$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$\sin\frac{5\pi}2-\cos5\pi=2$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sum over the two elements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lines or arguments: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$\frac{u}{\sqrt{1+u^2}}=\sin(\tan^{-1}u)$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$\frac1{\sqrt{1+u^2}}=\cos(\tan^{-1}u)$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 u{\sqrt{1+u^2}}=\tan^{-1}u$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lines or arguments: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$\tan^{-1}a-\tan^{-1}b=\tan^{-1}\frac{a-b}{1+ab}$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$\sin\left(n\frac\pi2\right)$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$\cos(n\pi)$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$\sin\frac{5\pi}2=1$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$\cos5\pi=-1$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solutions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number of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solutions of an inverse trigonometric equation, Double-angle formula for sin and tan⁻¹ substitution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both sides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check each candidate in the original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both sides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$x=\frac{2x}{1+x^2}$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check each candidate in the original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satisfy the original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$\sin(\sin^{-1}x)=\sin(2\tan^{-1}x)$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$x(1+x^2-2)=0\Rightarrow x(x^2-1)=0$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$\sin^{-1}1=\frac\pi2=2\tan^{-1}1$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satisfy the original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in the principal range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$\theta=\tan^{-1}x\in\left(-\frac\pi4,\frac\pi4\right]$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in the principal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$\tan\theta=\sin2\theta$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(no extra branch).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$\theta=\tan^{-1}x\in\left(-\frac\pi4,\frac\pi4\right]$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$2\theta\in\left(-\frac\pi2,\frac\pi2\right]$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(no extra branch).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$x=\tan\theta$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$\tan\theta=2\sin\theta\cos\theta\Rightarrow\sin\theta\left(1-2\cos^2\theta\right)=0$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$\theta=\pm\frac\pi4$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excluded).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true exactly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you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both sides, you can create extra roots: always test candidates in the original equation and against the stated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visible immediately.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$\sin^{-1}\frac{2x}{1+x^2}=2\tan^{-1}x$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$x=\frac{2x}{1+x^2}$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true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you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both sides, you can create extra roots: always test candidates in the original equation and against the stated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visible immediately.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Q16 – Q23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Complete solution; alternate method and result where one exists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Considering only the principal values of inverse trigonometric functions, the number of positive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more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Considering only the principal values of inverse trigonometric functions, the number of positive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$\tan^{-1}(x)+\tan^{-1}(2x)=\frac\pi4$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more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tan⁻¹ addition formula and quadratic equation, Principal values and positivity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move one term across,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solve the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one root is positive.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move one term across, take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solve the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$2x^2+3x-1=0$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one root is positive.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$\tan^{-1}x+\tan^{-1}2x=\frac\pi4,\ x&gt;0\Rightarrow\tan^{-1}2x=\frac\pi4-\tan^{-1}x$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$2x=\frac{1-x}{1+x}$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$2x(1+x)=1-x\Rightarrow2x^2+3x-1=0$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formula is valid). Hence exactly one positive value: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$x=\frac{-3\pm\sqrt{9+8}}{4}=\frac{-3\pm\sqrt{17}}{4}$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$x=\frac{-3+\sqrt{17}}4\approx0.28&gt;0$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$2x\cdot 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formula is valid). Hence exactly one positive value: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Monotonicity: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left side is continuous and strictly increasing, starting below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ending above it, so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once - no solving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Monotonicity: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left side is continuous and strictly increasing, starting below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ending above it, so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once - no solving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$h(x)=\tan^{-1}x+\tan^{-1}2x$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$h'(x)=\frac1{1+x^2}+\frac2{1+4x^2}&gt;0$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$h(0^+)=0&lt;\frac\pi4$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$h(x)\to\frac\pi2+\frac\pi2=\pi&gt;\frac\pi4$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and strict monotonicity,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positive solution: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intermediate value theorem and strict monotonicity,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exactly one positive solution: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solutions of an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often faster by monotonicity (sum of increasing functions) than by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0.2808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0.2737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0.5117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0.7854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$\tan^{-1}a+\tan^{-1}b=\tan^{-1}\frac{a+b}{1-ab}$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solutions of 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often faster by monotonicity (sum of increasing functions) than by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$x=0.2808$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$\tan^{-1}x=0.2737$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$\tan^{-1}2x=0.5117$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$=0.7854=\frac\pi4$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 natural numbers) be a solution of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 natural numbers) be a solution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$\cos\left(2\sin^{-1}x\right)=\frac19$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$mx^2-nx-m+n=0$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$5x+8y=9$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$5x-8y=-9$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$3x+2y=2$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$3x-2y=-2$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Double-angle identity cos(2 sin⁻¹x), Quadratic equation: roots and the line through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quadratic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$\cos(2\sin^{-1}x)=1-2x^2$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$m=2,n=3$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quadratic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$2x^2-3x+1=0$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quadrant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$\sin^{-1}x=\theta\in$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quadrant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mn&gt;0$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$1-2\sin^2\theta=\frac19\Rightarrow\sin^2\theta=\frac49$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$x^2=\frac49\Rightarrow x=\frac23=\frac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$m=2,n=3$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quadratic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$mx^2-nx-m+n=0$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$2x^2-3x+1=0$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$\alpha=1,\beta=\frac12$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$(1,\frac12)$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$5x+8y=5+4=9$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$5x+8y=9$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a root and the other root is found from the product of roots, with no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$mx^2-nx-m+n$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add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a root and the other root is found from the product of roots, with no formula.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root; the product of roots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$\cos(2\sin^{-1}x)=1-2x^2=\frac19$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$m=2,n=3$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$mx^2-nx-m+n$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$m-n-m+n=0$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root; the product of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$\frac{-m+n}{m}=\frac12$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$\alpha=1,\beta=\frac12$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$5x+8y=9$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$5x+8y=9$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zero,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and the other root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use the sign information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natural numbers) to pick the right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$\cos(2\sin^{-1}x)=1-2x^2$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$\sin(2\sin^{-1}x)=2x\sqrt{1-x^2}$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$\cos(2\cos^{-1}x)=2x^2-1$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$\tan(2\tan^{-1}x)=\frac{2x}{1-x^2}$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to zero,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and the other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use the sign information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natural numbers) to pick the right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{"/>
                            <m:sepChr m:val=""/>
                            <m:endChr m:val="}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$f(x)=\cos^{-1}\left(\frac{2-|x|}4\right)+\left\{\log_e(3-x)\right\}^{-1}$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$[-\alpha,\beta)-\{\gamma\}$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cos⁻¹ with modulus and of a reciprocal logarithm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reciprocal logarithm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$|2-|x||\le4$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$|x|\le6$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reciprocal logarithm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$3-x&gt;0$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$\ln(3-x)\ne0$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$x\ne2$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true,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$-1\le\frac{2-|x|}4\le1\Rightarrow-4\le2-|x|\le4\Rightarrow-6\le-|x|\le2\Rightarrow-2\le|x|\le6$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$x\in[-6,6]$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$\{\log_e(3-x)\}^{-1}$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$\log_e(3-x)\ne0$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(2),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$\log_e(3-x)$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...(3)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(1), (2),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$x\in[-6,3)-\{2\}$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$[-\alpha,\beta)-\{\gamma\}$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$\alpha=6,\beta=3,\gamma=2$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vacuous).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reciprocal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the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logarithm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braces are plain brackets, not a fractional part: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$\cos^{-1}\frac{a-|x|}{b}$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$|a-|x||\le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 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vacuous).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reciprocal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$\frac1{g(x)}$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removes the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logarithm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braces are plain brackets, not a fractional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$\{\log_e(3-x)\}^{-1}=\frac1{\log_e(3-x)}$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$\sin^{-1}\alpha+\sin^{-1}\beta+\sin^{-1}\gamma=\pi$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$(\alpha+\beta+\gamma)(\alpha-\gamma+\beta)=3\alpha\beta$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$\frac{\sqrt3-1}{2\sqrt2}$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inverse sines equal to π (triangle and sine/cosine rule)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etc. form a triangle whose sides are proportional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given relation is the cosine rule for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Angles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A=\alpha$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etc. form a triangle whose sides are proportional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given relation is the cosine rule for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$\sin^{-1}\alpha=A$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$\sin^{-1}\beta=B$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$\sin^{-1}\gamma=C$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$(\alpha+\beta+\gamma)(\alpha+\beta-\gamma)=3\alpha\beta\Rightarrow(\alpha+\beta)^2-\gamma^2=3\alpha\beta$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$\alpha^2+\beta^2+2\alpha\beta-\gamma^2=3\alpha\beta\Rightarrow\alpha^2+\beta^2-\gamma^2=\alpha\beta$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angles of a triangle (each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proportional to its sides (sine rule), 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$\frac{\alpha^2+\beta^2-\gamma^2}{2\alpha\beta}=\frac12$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angles of a triangle (each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$\alpha=\sin A,\beta=\sin B,\gamma=\sin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proportional to its sides (sine rule), 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C=\frac12\Rightarrow 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$\gamma=\sin C=\frac{\sqrt3}2$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$\frac{\sqrt3}2$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valid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triangle needs to be drawn.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$\sin^2A+\sin^2B-\sin^2C=2\sin A\sin B\cos 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valid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triangle needs to be drawn.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$\sin^2A-\sin^2C=\sin(A+C)\sin(A-C)=\sin B\sin(A-C)$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$\sin^2B=\sin B\sin(A+C)$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$\sin^2A+\sin^2B-\sin^2C=\sin B\left[\sin(A-C)+\sin(A+C)\right]=2\sin A\sin B\cos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$\alpha^2+\beta^2-\gamma^2=2\alpha\beta\cos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condition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$\alpha^2+\beta^2-\gamma^2=\alpha\beta$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$\gamma=\sin C=\frac{\sqrt3}2$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$\frac{\sqrt3}2$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cosine rule in sine form).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a triangle with circumdiameter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sides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signature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$\sin^2A+\sin^2B-\sin^2C=2\sin A\sin B\cos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cosine rule in sine form).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$\sin^{-1}x_1+\sin^{-1}x_2+\sin^{-1}x_3=\pi$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describes a triangle with circumdiameter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$x_1,x_2,x_3$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$(a+b)^2-c^2=3ab$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signature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$c^2=a^2+b^2-ab$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$(a+b)^2-c^2=ab$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$C=120^\circ$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$a=\sin^{-1}(\sin5)$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$b=\cos^{-1}(\cos5)$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$4\pi^2+25$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$4\pi^2-20\pi+50$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$8\pi^2-40\pi+50$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values: sin⁻¹(sin x) and cos⁻¹(cos x) for x outside the principal range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radians into the principal ranges: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radians into the principal ranges: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$\sin^{-1}(\sin5)=5-2\pi$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$\cos^{-1}(\cos5)=2\pi-5$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$5\in\left(\frac{3\pi}2,2\pi\right)$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$5-2\pi\in\left(-\frac\pi2,0\right)\subset\left[-\frac\pi2,\frac\pi2\right]$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$\sin(5-2\pi)=\sin5$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$a=\sin^{-1}(\sin5)=5-2\pi$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$2\pi-5\in\left(0,\frac\pi2\right)\subset[0,\pi]$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$\cos(2\pi-5)=\cos5$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$b=\cos^{-1}(\cos5)=2\pi-5$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$a^2+b^2=(5-2\pi)^2+(2\pi-5)^2=2(2\pi-5)^2=8\pi^2-40\pi+50$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$8\pi^2-40\pi+50$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odd,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-periodic zig-zag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-periodic zig-zag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-periodic zig-zag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$\left(\frac{3\pi}2,-\frac\pi2\right)$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-periodic zig-zag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$x\in\left[\frac{3\pi}2,2\pi\right]$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$\sin^{-1}\sin x=-\cos^{-1}\cos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$\sin^{-1}\left(\frac{3x-22}{2x-19}\right)+\log_e\left(\frac{3x^2-8x+5}{x^2-3x-10}\right)$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$3\alpha+10\beta$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sin⁻¹ of a rational function and of a logarithm, Rational inequalities (wavy curve method)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conditions: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(two inequalities)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on a number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conditions: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$\left|\frac{3x-22}{2x-19}\right|\le1$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(two inequalities)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$\frac{(x-1)(3x-5)}{(x-5)(x+2)}&gt;0$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intersect on a number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these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$-1\le\frac{3x-22}{2x-19}\le1$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$\frac{3x^2-8x+5}{x^2-3x-10}&gt;0$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$\frac{(x-1)(3x-5)}{(x-5)(x+2)}&gt;0$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$\frac{3x-22}{2x-19}\ge-1\Rightarrow\frac{5x-41}{2x-19}\ge0\Rightarrow x\le\frac{41}5$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$x&gt;\frac{19}2$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$\frac{3x-22}{2x-19}\le1\Rightarrow\frac{x-3}{2x-19}\le0\Rightarrow3\le x&lt;\frac{19}2$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these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$3\le x\le\frac{41}5$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$\frac{(x-1)(3x-5)}{(x-5)(x+2)}&gt;0$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$x\in(-\infty,-2)\cup\left(1,\frac53\right)\cup(5,\infty)$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$x\in\left(5,\frac{41}5\right]$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$\beta=\frac{41}5$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$3\alpha+10\beta=15+82=97$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2072639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inequality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single factorised quadratic), then use sign knowledge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logarithm condition reduces to one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2072639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the inequality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$\left|\frac{3x-22}{2x-19}\right|\le1$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$(3x-22)^2\le(2x-19)^2$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(a single factorised quadratic), then use sign knowledge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$[3,\frac{41}5]$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logarithm condition reduces to one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489959"/>
                <a:ext cx="10725912" cy="31851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automatically).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489959"/>
                <a:ext cx="10725912" cy="31851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$\left|\frac{3x-22}{2x-19}\right|\le1\iff(3x-22)^2\le(2x-19)^2,\ x\ne\frac{19}2$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$\iff(3x-22-2x+19)(3x-22+2x-19)\le0\iff(x-3)(5x-41)\le0\iff3\le x\le\frac{41}5$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automatically).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$\left[3,\frac{41}5\right]$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$\frac{(x-1)(3x-5)}{(x-5)(x+2)}&gt;0\iff x-5&gt;0$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$x\in\left(5,\frac{41}5\right]$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$\alpha=5,\beta=\frac{41}5$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$3\alpha+10\beta=97$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inequality instead of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a first restriction, many factors have a known sign: use it to cut the second inequality to its decisive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a sum of functions = intersection of the domains; open/closed ends come from log/denominator (open) and inverse trig (closed).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$\left|\frac{P}{Q}\right|\le1\iff(P-Q)(P+Q)\le0$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one inequality instead of two.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a first restriction, many factors have a known sign: use it to cut the second inequality to its decisive factor.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of a sum of functions = intersection of the domains; open/closed ends come from log/denominator (open) and inverse trig (closed).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inverse trigonometric functions take principal values only,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two real numbers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the inverse trigonometric functions take principal values only,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any two real numbers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$\cos^{-1}x-\sin^{-1}y=\alpha$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$-\frac\pi2\le\alpha\le\pi$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$x^2+y^2+2xy\sin\alpha$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cos⁻¹x and sin⁻¹y (range and complementary identity), Trigonometric identity and minimum of an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expression is exactly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 A,\ y=\sin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$\alpha=A-B$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expression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minimum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$\cos^{-1}x-\left(\frac\pi2-\cos^{-1}y\right)=\alpha\Rightarrow\cos^{-1}x+\cos^{-1}y=\frac\pi2+\alpha$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$\frac\pi2+\alpha\in\left[0,\frac{3\pi}2\right]$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$xy-\sqrt{1-x^2}\sqrt{1-y^2}=\cos\left(\frac\pi2+\alpha\right)=-\sin\alpha$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$xy+\sin\alpha=\sqrt{1-x^2}\sqrt{1-y^2}$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$(xy+\sin\alpha)^2=(1-x^2)(1-y^2)$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$x^2y^2+2xy\sin\alpha+\sin^2\alpha=1-x^2-y^2+x^2y^2$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$x^2+y^2+2xy\sin\alpha=1-\sin^2\alpha=\cos^2\alpha$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$\cos^{-1}0-\sin^{-1}0=\frac\pi2$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Trigonometric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expression collapses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identity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Trigonometric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$x=\cos A,\ y=\sin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expression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$\cos^2(A-B)$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$\cos^2A\cos^2B+\sin^2A\sin^2B+2\sin A\cos A\sin B\cos B=(\cos A\cos B+\sin A\sin B)^2$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$A=\cos^{-1}x\in[0,\pi]$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$B=\sin^{-1}y\in\left[-\frac\pi2,\frac\pi2\right]$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$x^2+y^2+2xy\sin\alpha=\cos^2A+\sin^2B+2\cos A\sin B\left(\sin A\cos B-\cos A\sin 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$=\cos^2A\left(1-\sin^2B\right)+\sin^2B\left(1-\cos^2A\right)+2\sin A\cos A\sin B\cos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$\cos^2A+\sin^2B-2\cos^2A\sin^2B=\cos^2A\cos^2B+\sin^2A\sin^2B$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$=\cos^2A\cos^2B+\sin^2A\sin^2B+2\sin A\cos A\sin B\cos B=(\cos A\cos B+\sin A\sin B)^2=\cos^2(A-B)=\cos^2\alpha$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both sides to avoid range issues - the sum of two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can exceed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the square roots by squaring gives a relation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ellipse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plane): the standard result for two inverse cosines.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$\cos^{-1}x+\cos^{-1}y=\frac\pi2+\alpha$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 both sides to avoid range issues - the sum of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can exceed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$\cos^{-1}x-\sin^{-1}y=\alpha$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$x^2+y^2+2xy\sin\alpha=\cos^2\alpha$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$\cos^{-1}x+\cos^{-1}y=\theta\Rightarrow x^2+y^2-2xy\cos\theta=\sin^2\theta$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Eliminating the square roots by squaring gives a relation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$x^2+y^2-2xy\cos\theta=\sin^2\theta$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 ellipse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plane): the standard result for two inverse cosines.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$f(x)=\sin^{-1}\left(\frac{x-1}{2x+3}\right)$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sin⁻¹ of a rational function (|f| ≤ 1)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two rational inequalities and intersect; the gap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$-1\le\frac{x-1}{2x+3}\le1$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two rational inequalities and intersect; the gap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$(\alpha,\beta)=\left(-4,-\frac23\right)$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$-1\le\frac{x-1}{2x+3}\le1$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$\frac{x-1}{2x+3}\ge-1\Rightarrow\frac{3x+2}{2x+3}\ge0\Rightarrow x\in\left(-\infty,-\frac32\right)\cup\left[-\frac23,\infty\right)$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$\frac{x-1}{2x+3}\le1\Rightarrow\frac{-x-4}{2x+3}\le0\Rightarrow\frac{x+4}{2x+3}\ge0\Rightarrow x\in(-\infty,-4]\cup\left(-\frac32,\infty\right)$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$=(-\infty,-4]\cup\left[-\frac23,\infty\right)$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R-\left(-4,-\frac23\right)$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$\alpha=-4,\ \beta=-\frac23$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$12\alpha\beta=12\times(-4)\times\left(-\frac23\right)=32$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 the difference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$\left|\frac{x-1}{2x+3}\right|\le1$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$(x-1)^2\le(2x+3)^2$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 the difference of squares.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excluded gap anyway).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$\left|\frac{x-1}{2x+3}\right|\le1\iff(x-1)^2\le(2x+3)^2,\ x\ne-\frac32$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$\iff(2x+3)^2-(x-1)^2\ge0\iff(2x+3-x+1)(2x+3+x-1)\ge0\iff(x+4)(3x+2)\ge0$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excluded gap anyway).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$=\mathbb R-\left(-4,-\frac23\right)$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$12\alpha\beta=12\cdot\frac83=32$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'complement of an interval' form of the answer comes from the squared inequality having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denominator's zero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inside the excluded interval here, so no extra puncture appears.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$\left|\frac{ax+b}{cx+d}\right|\le1\iff(ax+b)^2\le(cx+d)^2\iff(ax+b-cx-d)(ax+b+cx+d)\le0$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'complement of an interval' form of the answer comes from the squared inequality having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$(x-p)(x-q)\ge0$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denominator's zero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inside the excluded interval here, so no extra puncture appears.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Q24 – Q25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Complete solution; alternate method and result where one exists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$\cot^{-1}3+\cot^{-1}4+\cot^{-1}5+\cot^{-1}n=\frac\pi4$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Addition of tan⁻¹ terms (cot⁻¹ to tan⁻¹ conversion), tan(π/4 − θ) formula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to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add the three known terms by the tangent-sum formula, and compare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$\tan^{-1}\frac1k$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add the three known terms by the tangent-sum formula, and compare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$\tan\left(\frac\pi4-\tan^{-1}\frac1n\right)=\frac{n-1}{n+1}$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55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$\tan^{-1}\frac13+\tan^{-1}\frac14+\tan^{-1}\frac15=\frac\pi4-\tan^{-1}\frac1n$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$\tan^{-1}\frac{\frac13+\frac14}{1-\frac1{12}}+\tan^{-1}\frac15=\frac\pi4-\tan^{-1}\frac1n$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$\tan^{-1}\frac7{11}+\tan^{-1}\frac15=\frac\pi4-\tan^{-1}\frac1n$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$\tan^{-1}\frac{\frac7{11}+\frac15}{1-\frac7{55}}=\tan^{-1}\frac{46/55}{48/55}=\tan^{-1}\frac{46}{48}$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$\frac{46}{48}=\tan\left(\frac\pi4-\tan^{-1}\frac1n\right)$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$\tan\left(\frac\pi4-\tan^{-1}\frac1n\right)=\frac{1-\frac1n}{1+\frac1n}=\frac{n-1}{n+1}$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$\frac{n-1}{n+1}=\frac{46}{48}$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$48n-48=46n+46\Rightarrow2n=94\Rightarrow n=47$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complex numbers: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of angles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an argument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imaginary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complex numbers: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$\cot^{-1}k=\arg(k+i)$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of angles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$\arg\left[(3+i)(4+i)(5+i)(n+i)\right]$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an argument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real part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imaginary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arguments add under multiplication.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$\cot^{-1}k=\arg(k+i)$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arguments add under multiplication.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$(3+i)(4+i)=11+7i$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$(11+7i)(5+i)=48+46i$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$(48+46i)(n+i)=(48n-46)+(46n+48)i$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argument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sum of four angles is less than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extra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imaginary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total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the sum of four angles is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extra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iff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imaginary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$48n-46=46n+48$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$2n=94\Rightarrow n=47$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sum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is the argument of a product, and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real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imaginary part of the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$\cot^{-1}k=\arg(k+i)$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is the argument of a product,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real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imaginary part of the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$\tan^{-1}a+\tan^{-1}b=\tan^{-1}\frac{a+b}{1-ab}$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$\tan^{-1}\frac13+\tan^{-1}\frac14=\tan^{-1}\frac7{11}$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$\tan^{-1}\frac7{11}+\tan^{-1}\frac15=\tan^{-1}\frac{23}{24}$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$\tan\left(\frac\pi4-\theta\right)=\frac{1-\tan\theta}{1+\tan\theta}$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inverse trigonometric functions take principal values. The number of real solutions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inverse trigonometric functions take principal values. The number of real solutions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$2\sin^{-1}x+3\cos^{-1}x=\frac{2\pi}5$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sin⁻¹x + cos⁻¹x = π/2 and number of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$2\sin^{-1}x+3\cos^{-1}x=2\left(\sin^{-1}x+\cos^{-1}x\right)+\cos^{-1}x=\pi+\cos^{-1}x\ge\pi&gt;\frac{2\pi}5$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real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$2\sin^{-1}x+3\cos^{-1}x=2\sin^{-1}x+2\cos^{-1}x+\cos^{-1}x$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$2\left(\frac\pi2\right)+\cos^{-1}x=\frac{2\pi}5\Rightarrow\pi+\cos^{-1}x=\frac{2\pi}5$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$\cos^{-1}x=\frac{2\pi}5-\pi=-\frac{3\pi}5$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no real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linear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left side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compare the right-hand side with the range of the left side before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$\sin^{-1}x+\cos^{-1}x=\frac\pi2$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linear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$p\sin^{-1}x+q\cos^{-1}x$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$\frac{p\pi}2+(q-p)\cos^{-1}x$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left side ranges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$c\in[\pi,2\pi]$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compare the right-hand side with the range of the left side before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1.96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6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25 questions, 100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ITF Sheet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1.96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