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Sheet1!$A$2:$A$25</c:f>
              <c:strCache>
                <c:ptCount val="2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2.0</c:v>
                </c:pt>
                <c:pt idx="1">
                  <c:v>2.0</c:v>
                </c:pt>
                <c:pt idx="2">
                  <c:v>2.0</c:v>
                </c:pt>
                <c:pt idx="3">
                  <c:v>3.0</c:v>
                </c:pt>
                <c:pt idx="4">
                  <c:v>2.0</c:v>
                </c:pt>
                <c:pt idx="5">
                  <c:v>2.0</c:v>
                </c:pt>
                <c:pt idx="6">
                  <c:v>2.0</c:v>
                </c:pt>
                <c:pt idx="7">
                  <c:v>2.0</c:v>
                </c:pt>
                <c:pt idx="8">
                  <c:v>1.0</c:v>
                </c:pt>
                <c:pt idx="9">
                  <c:v>3.0</c:v>
                </c:pt>
                <c:pt idx="10">
                  <c:v>2.0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3.0</c:v>
                </c:pt>
                <c:pt idx="15">
                  <c:v>2.0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2.0</c:v>
                </c:pt>
                <c:pt idx="20">
                  <c:v>2.0</c:v>
                </c:pt>
                <c:pt idx="21">
                  <c:v>2.0</c:v>
                </c:pt>
                <c:pt idx="22">
                  <c:v>3.0</c:v>
                </c:pt>
                <c:pt idx="23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second and third lines print the surds as $\sqrt{2n^4+3n+1}-\sqrt{n^4+n+3}$ (and $2n^4+3n-1$, $n^4+n+3$), which are not the polynomials of the question ($2n^4+4n+3$ and $n^4+5n+4$). The limit is unaffected (only leading terms matter) but the working was rewritten with the correct polynomials and conjugate difference $n^4-n-1$.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working (i) misprints the constant as $q^2+82+16$ (should be $q^2+8q+16$), (ii) never uses $4+2p+q=0$ to show that the cosine's argument is exactly $(x-2p)^2$, and (iii) stops at $f\to\frac12$ and writes $[f]=0$ after 'Using L'Hospital's' without showing that $f$ stays below $\frac12$ (the sign of $f-\frac12$ is what decides the greatest integer). Steps (ii) and (iii) were added; the answer 0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right-limit step (L'Hospital) is printed as $\frac{-1(-2x)\frac\pi2}{2\sqrt{1-(1-x^2)^2}}$ and then $\frac{\sqrt{2-x^2}}{1}\cdot\frac\pi2$: the factor 2 in the denominator and the inverted radical are wrong. The correct derivative of $\cos^{-1}(1-x^2)$ is $\frac{2}{\sqrt{2-x^2}}$ (for $x&gt;0$), which tends to $\sqrt2$ - the same value that the PDF reaches, so $R=\frac{\pi}{\sqrt2}$ and the answer $18$ are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numerator as $\sum_{r=1}^{n-1}\left((r-1)^2-(r-1)\right)(n-r)$, which shifts the index in the first factor only: the actual terms are $(k^2-k)(n-k)$ (e.g. the second term is $(2^2-2)(n-2)$, but the PDF's $r=2$ term is $0\cdot(n-2)$). The polynomial it then lists, $-r^3+(n+3)r^2-(2+3n)r+2n$, does not come from the question's terms. Its leading coefficient $\frac{1}{12}n^4$ happens to coincide, so the answer $\frac13$ is right; the working was rewritten with the correct general term.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working has the right setup but its constants go wrong: it writes the limit as $2\left(\frac1a+\frac4{\sqrt{17}+1}\right)^2\left(\frac4{\sqrt{17}-1}\right)^2$ (the factor should be $32$, not $2$: $16\cdot2\sin^2\frac u2$ gives $32$), then evaluates it as $\frac{68}{9-\sqrt{17}}$, which actually equals $\frac{17(9+\sqrt{17})}{16}$, and finally states $17\left(9+\sqrt{17}\right)$. The final value $17(9+\sqrt{17})$ and the answer $170$ are right (confirmed numerically: $223.0928$).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SHEET Limit (JM)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Exercise J-M (Limits, JEE Main PYQs 2023-24)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Q16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correct option; JEE Main Jan 2023, Apr 2023 and Jan 2024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289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289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$\lim_{t\to0}\left(1^{\frac{1}{\sin^2t}}+2^{\frac{1}{\sin^2t}}+\cdots+n^{\frac{1}{\sin^2t}}\right)^{\sin^2t}$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$\frac{n+1}{2}$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5377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 of a sum of powers raised to a power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exponent)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537711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 of a sum of powers raised to a power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$\infty\cdot0$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exponent)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the largest term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out: every other ratio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csc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the largest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$n^{1/\sin^2t}$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out: every other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 kn\right)^{\csc^2t}$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tends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the bracket: the sum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csc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csc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csc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Raising to the power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prefactor becomes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sin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csc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csc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</m:e>
                        </m:d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$n^{\frac{1}{\sin^2t}}$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the bracket: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$n^{\frac{1}{\sin^2t}}\left[1+\left(\frac1n\right)^{\csc^2t}+\left(\frac2n\right)^{\csc^2t}+\cdots+\left(\frac{n-1}{n}\right)^{\csc^2t}\right]$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Raising to the power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prefactor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$\left(n^{\frac{1}{\sin^2t}}\right)^{\sin^2t}=n$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$n\cdot\lim_{t\to0}\left[1+\left(\frac1n\right)^{\csc^2t}+\cdots+\left(\frac{n-1}{n}\right)^{\csc^2t}\right]^{\sin^2t}$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csc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bracket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its exponent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bracket factor tends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$k=1,\dots,n-1$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$0&lt;\frac kn&lt;1$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$\csc^2t\to\infty$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 kn\right)^{\csc^2t}\to0$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bracket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$1+0+\cdots+0=1$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its exponent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$\sin^2t\to0$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bracket factor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$n\cdot1=n$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Squeeze the sum between its largest term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its largest term; no factoring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Squeeze the sum between its largest term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times its largest term; no factoring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largest term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there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Raise to the positive power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(order is preserved):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$s=\sin^2t&gt;0$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$S=1^{1/s}+2^{1/s}+\cdots+n^{1/s}$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largest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$n^{1/s}$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$n^{1/s}\le S\le n\cdot n^{1/s}$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Raise to the positive power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(order is preserved):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$n\le S^{s}\le n^{s}\cdot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right side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squeeze theorem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$n^{s}\to n^0=1$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right side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squeeze theorem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$S^{s}\to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$n$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max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Sandwich a sum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positive terms between its largest term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its largest term: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3.000000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$\lim_{p\to\infty}\left(a_1^p+a_2^p+\cdots+a_n^p\right)^{1/p}=\max(a_1,\dots,a_n)$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$p=\frac1{\sin^2t}\to\infty$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Sandwich a 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positive terms between its largest term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its largest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$M^p\le S\le nM^p$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$n^{1/p}\to1$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$(1+2^{50}+3^{50})^{1/50}=3\left(1+(2/3)^{50}+3^{-50}\right)^{1/50}\approx3.000000$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a}\left([x-5]-[2x+2]\right)=0$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$[\cdot]$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$\cdot$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$(-7.5,-6.5)$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$(-7.5,-6.5]$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$[-7.5,-6.5]$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$[-7.5,-6.5)$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Existence of the limit of a greatest-integer-function expression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step function; a limit exists only at points where it is locally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$[x]-[2x]=7$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step function; a limit exists only at points where it is locally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 is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6.5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7.5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$[x-5]=[x]-5$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$[2x+2]=[2x]+2$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a}\left([x]-[2x]\right)=7$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$x\in\left[n,n+\frac12\right)$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$[2x]=2n$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$[x]-[2x]=-n$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$x\in\left[-7,-6.5\right)$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$x\in\left[n+\frac12,n+1\right)$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$[2x]=2n+1$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$[x]-[2x]=-n-1$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$x\in\left[-7.5,-7\right)$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7.5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6.5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function is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 of every point strictly inside this interval (including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left-hand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limit does not exist.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right-hand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limit does not exist.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$[x]-[2x]=7$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$\left[-7.5,-6.5\right)$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function is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both sides of every point strictly inside this interval (including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$a=-7.5$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left-hand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$x\in[-8,-7.5)$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$-n=8$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limit does not exist.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$a=-6.5$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right-hand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$x\in[-6.5,-6)$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$-n-1=6$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limit does not exist.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$a\in(-7.5,-6.5)$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7.5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6.5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$(-7.5,-6.5)$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identity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whole expression is just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$[2x]=[x]+\left[x+\frac12\right]$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whole expression is just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$-\left[x+\frac12\right]-7$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sides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otherwise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li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$[2x]=[x]+\left[x+\tfrac12\right]$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sides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otherwise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$2[x]+1$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$[x-5]-[2x+2]=[x]-5-[x]-\left[x+\tfrac12\right]-2=-\left[x+\tfrac12\right]-7$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$-\left[x+\frac12\right]-7=0$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$\left[x+\frac12\right]=-7$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$-7\le x+\frac12&lt;-6$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$x\in[-7.5,-6.5)$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step function; its limit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jump point,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required.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6.5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$\left[x+\frac12\right]$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step function; its limit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jump point,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$a\neq-7.5$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$a\neq-6.5$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(jump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required.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$a\in(-7.5,-6.5)$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7.5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6.5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$(-7.5,-6.5)$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more generally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(Hermite's identity).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integers can be pulled out of a greatest integer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only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locally constant: at a jump point the one-sided limits differ, so the limit does not exist (unless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approaches the integer value from the side that keeps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$[2x]=[x]+\left[x+\frac12\right]$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more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$[nx]=\sum_{k=0}^{n-1}\left[x+\frac kn\right]$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(Hermite's identity).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$[x+m]=[x]+m$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integers can be pulled out of a greatest integer function.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a}[g(x)]$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only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$[g]$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locally constant: at a jump point the one-sided limits differ, so the limit does not exist (unless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approaches the integer value from the side that keeps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$[g]$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constant).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008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$\lim_{n\to\infty}\frac{1+2-3+4+5-6+\cdots+(3n-2)+(3n-1)-3n}{\sqrt{2n^4+4n+3}-\sqrt{n^4+5n+4}}$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$3(\sqrt2+1)$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$\frac32(\sqrt2+1)$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$\frac{\sqrt2+1}{2}$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$\frac{3}{2\sqrt2}$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09567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at infinity of series sums and surds (rationalisation)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Group the numerator in threes: each group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rationalise the surd difference.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Group the numerator in threes: each group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$(3r-2)+(3r-1)-3r=3(r-1)$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rationalise the surd difference.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group of three terms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numerator and denominator by the conjugate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new denominator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group of three terms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$(3r-2)+(3r-1)-3r=3r-3=3(r-1)$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$r=1,\dots,n$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$=\sum_{r=1}^{n}3(r-1)=3\cdot\frac{n(n-1)}{2}=\frac{3n(n-1)}{2}$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numerator and denominator by the conjugate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$\sqrt{2n^4+4n+3}+\sqrt{n^4+5n+4}$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new denominator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$(2n^4+4n+3)-(n^4+5n+4)=n^4-n-1$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limit is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</m:rad>
                          </m:e>
                        </m: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$\lim_{n\to\infty}\frac{\frac{3n(n-1)}{2}\left(\sqrt{2n^4+4n+3}+\sqrt{n^4+5n+4}\right)}{n^4-n-1}$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$\sqrt{2n^4+4n+3}/n^2\to\sqrt2$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$\sqrt{n^4+5n+4}/n^2\to1$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$\frac{n(n-1)}{n^2}\to1$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$\frac{n^4-n-1}{n^4}\to1$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$=\frac32\left(\sqrt2+1\right)$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$\frac32(\sqrt2+1)$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 not rationalise: a surd difference of two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-sized roots behaves like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divide everything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 not rationalise: a surd difference of two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-sized roots behaves like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$(\sqrt2-1)n^2$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divide everything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𝑛𝑢𝑚𝑒𝑟𝑎𝑡𝑜𝑟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$=\frac{3n(n-1)}{2}$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$\frac{\text{numerator}}{n^2}\to\frac32$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$\frac{\sqrt{2n^4+4n+3}}{n^2}=\sqrt{2+\frac4{n^3}+\frac3{n^4}}\to\sqrt2$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$\frac{\sqrt{n^4+5n+4}}{n^2}=\sqrt{1+\frac5{n^3}+\frac4{n^4}}\to1$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𝑑𝑒𝑛𝑜𝑚𝑖𝑛𝑎𝑡𝑜𝑟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non-zero, so no conjugate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rationalising the constant.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$\frac{\text{denominator}}{n^2}\to\sqrt2-1$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non-zero, so no conjugate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$\frac{3/2}{\sqrt2-1}=\frac32(\sqrt2+1)$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rationalising the constant.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$\frac32(\sqrt2+1)$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surd difference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different orders of magnitude, or leading coefficients that differ,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conjugate required; use the conjugate only when the leading terms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group pattern like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collapses to a linear term; always find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group before summing.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standard conjugate for nested constants in these answers.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surd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$\sqrt{A}-\sqrt{B}$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different orders of magnitude, or leading coefficients that differ,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$\sim(\sqrt{a}-\sqrt{b})n^{k}$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no conjugate required; use the conjugate only when the leading terms cancel.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group pattern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$(3r-2)+(3r-1)-3r$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collapses to a linear term; always find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-th group before summing.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$\frac{1}{\sqrt2-1}=\sqrt2+1$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the standard conjugate for nested constants in these answers.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root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d>
                                    <m:dPr>
                                      <m:begChr m:val="("/>
                                      <m:sepChr m:val=""/>
                                      <m:endChr m:val=")"/>
                                      <m:grow/>
                                      <m:ctrlP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e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e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IN" sz="2400" i="1">
                                              <a:solidFill>
                                                <a:srgbClr val="11182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16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sSup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root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$x^2+px+q=0$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$f(x)=\begin{cases}\frac{1-\cos\left(x^2-4px+q^2+8q+16\right)}{(x-2p)^4}, &amp; x\neq2p\\ 0, &amp; x=2p\end{cases}$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$\lim_{x\to2p^+}[f(x)]$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$[\cdot]$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061968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Standard limit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one-sided limits, Greatest integer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061968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Standard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 u}{u^2}$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one-sided limits, Greatest integer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cosine's argument into the perfect square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approaches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below.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$q=-4-2p$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cosine's argument into the perfect square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$(x-2p)^2$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approaches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below.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argument of the cosine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$4+2p+q=0$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$q+4=-2p$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$q^2+8q+16=(q+4)^2=4p^2$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argument of the cosine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$x^2-4px+4p^2=(x-2p)^2$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$u=(x-2p)^2$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$f(x)=\frac{1-\cos u}{u^2}$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$(x-2p)^4=u^2$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value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approached from below.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$x\to2p^+$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 u}{u^2}\to\frac12$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u=2\sin^2\frac u2&lt;2\cdot\frac{u^2}{4}=\frac{u^2}{2}$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approached from below.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u&gt;0$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$0&lt;f(x)&lt;\frac12$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$[f(x)]=0$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$\lim_{x\to2p^+}[f(x)]=0$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value of the limit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never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$x\neq2p$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 u&gt;1-\frac{u^2}{2}$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value of the limit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never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argument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inequality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$q=-4-2p$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argument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$u=(x-2p)^2&gt;0$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$f(x)=\frac{1-\cos u}{u^2}$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inequality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u&gt;1-\frac{u^2}{2}$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u&lt;\frac{u^2}{2}$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u\ge0$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unless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$0&lt;u&lt;2\pi$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identically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that is identically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the point has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$0&lt;f(x)&lt;\frac12&lt;1$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$[f(x)]=0$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identically there.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that is identically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the point has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strict inequality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 increases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a limit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asked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decide whether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above (floor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from below (floor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worry;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floor would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expression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parameter condition (root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often collapses to a perfect square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𝑐𝑜𝑛𝑠𝑡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test this before expanding.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0.01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0.0001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0.49999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u\ge1-\frac{u^2}{2}$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strict inequality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 u}{u^2}&lt;\frac12$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 increases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Whenever a limit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$[g(x)]$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asked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decide whether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$g\to 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above (floor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or from below (floor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$g\to\frac12$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 worry;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$g\to1^-$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floor would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expression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parameter condition (root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often collapses to a perfect square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$(x-\text{const})^2$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test this before expanding.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$u=0.01$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$\frac{1-\cos0.01}{0.0001}=0.49999\ldots&lt;\frac12$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real functions defined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real functions defined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$f(x)=\begin{cases}\frac{x}{|x|}, &amp; x\neq0\\ 1, &amp; x=0\end{cases}$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$g(x)=\begin{cases}\frac{\sin(x+1)}{x+1}, &amp; x\neq-1\\ 1, &amp; x=-1\end{cases}$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$h(x)=2[x]-f(x)$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greatest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$\lim_{x\to1}g\left(h(x-1)\right)$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 of a composite function with signum and greatest integer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the inner function on each side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out the same,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the inner function on each side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$h(x-1)$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comes out the same,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$g(-1)=1$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we need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Left-hand limit: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left-hand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definition).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$\lim_{t\to0}g\left(h(t)\right)$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Left-hand limit: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$[-k]=-1$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$f(-k)=\frac{-k}{k}=-1$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$h(-k)=2(-1)-(-1)=-1$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left-hand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definition).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Right-hand limit: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right-hand limit is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one-sided limits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Right-hand limit: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$[k]=0$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$f(k)=1$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$h(k)=0-1=-1$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right-hand limit is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one-sided limits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$\lim_{x\to1}g\left(h(x-1)\right)=1$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 on the whole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constant function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no one-sided limits are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constant on the whole interval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$g\circ 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constant function near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no one-sided limits are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that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 a neighbourhood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limit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$t\in(-1,0)$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$h(t)=-2+1=-1$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$h(0)=-1$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$h(t)=-1$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$h(t)=-1$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$t\in(-1,1)$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$g(h(t))=g(-1)=1$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that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 a neighbourhood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composite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first look at what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near the point: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locally constant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composite is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whatever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elsewhere (even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only defined specially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of a composite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the point;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exactly, evaluate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both agree.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sgn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composite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$g(h(x))$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first look at what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near the point: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locally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composite is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whatever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elsewhere (even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only defined specially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of a composite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g(h(x))=\lim_{y\to L}g(y)$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$h(x)\neq 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the point;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exactly, evaluate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$g(L)$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$\lim_{y\to L}g(y)$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$\lim_{y\to-1}g=\sin(0)/0\to1=g(-1)$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both agree.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$x\in[-1,0)$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$\frac{x}{|x|}=\operatorname{sgn}x$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25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does not exist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is equal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225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$\lim_{x\to\infty}\frac{\left(\sqrt{3x+1}+\sqrt{3x-1}\right)^6+\left(\sqrt{3x+1}-\sqrt{3x-1}\right)^6}{\left(x+\sqrt{x^2-1}\right)^6+\left(x-\sqrt{x^2-1}\right)^6}\,x^3$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does not exist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$\frac{27}{2}$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at infinity of rational-surd expressions, Binomial expansion (even-power sum)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keeps only the even-power terms, which turn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polynomials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$(a+b)^6+(a-b)^6$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keeps only the even-power terms, which turn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$\sqrt{3x\pm1}$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$\sqrt{x^2-1}$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polynomials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$(a+b)^6+(a-b)^6=2\left({}^6C_0a^6+{}^6C_2a^4b^2+{}^6C_4a^2b^4+{}^6C_6b^6\right)=2\left(a^6+15a^4b^2+15a^2b^4+b^6\right)$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Numerator,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each cube in the numerator,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the extra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has the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denominator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$a^2=3x+1$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$b^2=3x-1$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$2(3x+1)^3+30(3x+1)^2(3x-1)+30(3x+1)(3x-1)^2+2(3x-1)^3$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$b^2=x^2-1$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$2x^6+30x^4(x^2-1)+30x^2(x^2-1)^2+2(x^2-1)^3$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 of each cube in the numerator,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$x^3\left[2\left(3+\frac1x\right)^3+30\left(3+\frac1x\right)^2\left(3-\frac1x\right)+30\left(3+\frac1x\right)\left(3-\frac1x\right)^2+2\left(3-\frac1x\right)^3\right]$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the extra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has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the denominator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$x^6\left[2+30\left(1-\frac1{x^2}\right)+30\left(1-\frac1{x^2}\right)^2+2\left(1-\frac1{x^2}\right)^3\right]$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$\frac{2(3)^3+30(3)^3+30(3)^3+2(3)^3}{2+30+30+2}=\frac{64\cdot27}{64}=27$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is equal to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is equal to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similarly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'minus' terms vanish and only the 'plus' terms matter.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$a=\sqrt{3x+1}$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$b=\sqrt{3x-1}$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$a-b=\frac{2}{a+b}\to0$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similarly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$x-\sqrt{x^2-1}=\frac1{x+\sqrt{x^2-1}}\to0$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'minus' terms vanish and only the 'plus' terms matter.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sixth power is negligible.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$(\sqrt{3x+1})^2-(\sqrt{3x-1})^2=2$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$\sqrt{3x+1}-\sqrt{3x-1}=\frac{2}{\sqrt{3x+1}+\sqrt{3x-1}}\to0$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sixth power is negligible.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$\sqrt{3x+1}+\sqrt{3x-1}\sim2\sqrt{3x}$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$\sim(2\sqrt{3x})^6=64\cdot27x^3$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Likewise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denominator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$x-\sqrt{x^2-1}=\frac{1}{x+\sqrt{x^2-1}}\to0$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$x+\sqrt{x^2-1}\sim2x$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denominator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$\sim(2x)^6=64x^6$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$\sim\frac{64\cdot27x^3}{64x^6}\cdot x^3=27$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is equal to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is equal to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only the even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(twice the even-indexed terms): a quick way to remove odd surds.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𝑐𝑜𝑛𝑠𝑡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𝑐𝑜𝑛𝑠𝑡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conjugate-pair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reciprocals, so one is large and one tiny.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Dominant-term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$(a+b)^n+(a-b)^n$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only the even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(twice the even-indexed terms): a quick way to remove odd surds.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$a^2-b^2=\text{const}$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$a-b=\frac{\text{const}}{a+b}\to0$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conjugate-pair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$x\pm\sqrt{x^2-1}$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reciprocals, so one is large and one tiny.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Dominant-term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$x+\sqrt{x^2-1}\sim2x$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$\sqrt{3x+1}+\sqrt{3x-1}\sim2\sqrt{3x}$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positive consecutive terms of an arithmetic progression.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common difference,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921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$a_1,a_2,a_3,\dots,a_n$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positive consecutive terms of an arithmetic progression.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 common difference,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$\lim_{n\to\infty}\sqrt{\frac dn}\left(\frac1{\sqrt{a_1}+\sqrt{a_2}}+\frac1{\sqrt{a_2}+\sqrt{a_3}}+\cdots+\frac1{\sqrt{a_{n-1}}+\sqrt{a_n}}\right)$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 d}$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 of a sum by rationalisation (telescoping), Arithmetic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Rationalise each term: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Rationalise each term: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$\frac{1}{\sqrt{a_k}+\sqrt{a_{k+1}}}=\frac{\sqrt{a_{k+1}}-\sqrt{a_k}}{d}$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and divide each term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123688"/>
                <a:ext cx="10725912" cy="15514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and divide each term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$\sqrt{a_{k+1}}-\sqrt{a_k}$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$\frac1{\sqrt{a_k}+\sqrt{a_{k+1}}}=\frac{\sqrt{a_{k+1}}-\sqrt{a_k}}{a_{k+1}-a_k}=\frac{\sqrt{a_{k+1}}-\sqrt{a_k}}{d}$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equals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$\frac1d\left[(\sqrt{a_2}-\sqrt{a_1})+(\sqrt{a_3}-\sqrt{a_2})+\cdots+(\sqrt{a_n}-\sqrt{a_{n-1}})\right]=\frac1d\left(\sqrt{a_n}-\sqrt{a_1}\right)$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 dn}\cdot\frac{\sqrt{a_n}-\sqrt{a_1}}{d}=\frac{\sqrt{a_n}-\sqrt{a_1}}{\sqrt n\sqrt 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$a_n=a_1+(n-1)d$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$\sqrt{\frac{a_1+(n-1)d}{nd}}-\sqrt{\frac{a_1}{nd}}=\sqrt{\frac{a_1}{nd}+1-\frac1n}-\sqrt{\frac{a_1}{nd}}$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$\frac{a_1}{nd}$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$\sqrt{0+1-0}-0=1$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expression as a Riemann sum: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expression as a Riemann sum: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$\frac1n\sum f\left(\frac kn\right)$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$f(x)=\frac{1}{2\sqrt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each term as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$a_k=a_1+(k-1)d$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$\frac{a_k}{n}=\frac{a_1-d}{n}+d\cdot\frac kn$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each term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 dn}\cdot\frac{1}{\sqrt{a_k}+\sqrt{a_{k+1}}}=\frac1n\cdot\frac{\sqrt d}{\sqrt{a_k/n}+\sqrt{a_{k+1}/n}}$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becomes the Riemann sum for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(convergent improper integral).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kn$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$\frac{a_k}{n}\to 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$\frac{a_{k+1}}{n}\to 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each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$\frac1n\cdot\frac{\sqrt d}{2\sqrt{dx}}=\frac1n\cdot\frac1{2\sqrt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becomes the Riemann sum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$\int_0^1\frac{dx}{2\sqrt x}=\left[\sqrt x\right]_0^1=1$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(convergent improper integral).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(AP) the sum of such terms telescopes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idea: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of the form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terms behaving like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order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expect a finite non-zero limit.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 a+\sqrt b}=\frac{\sqrt b-\sqrt a}{b-a}$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$b-a=d$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(AP) the sum of such terms telescopes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$\frac{\sqrt{a_n}-\sqrt{a_1}}{d}$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idea: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$\sum_{k=1}^{n}\frac1{\sqrt{k}+\sqrt{k+1}}=\sqrt{n+1}-1$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$\sqrt{\frac dn}\sum\ldots$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terms behaving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$\frac1{\sqrt{k}}$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 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expect a finite non-zero limit.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105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$\lim_{n\to\infty}\left\{\left(2^{\frac12}-2^{\frac13}\right)\left(2^{\frac12}-2^{\frac15}\right)\cdots\left(2^{\frac12}-2^{\frac1{2n+1}}\right)\right\}$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0192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Sandwich (squeeze) theorem for a product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0192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Sandwich (squeeze) theorem for a product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Every factor lies strictly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smallest and largest factors are fixed, so the product is trapped between two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-th powers tending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Every factor lies strictly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smallest and largest factors are fixed, so the product is trapped between two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-th powers tending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product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exponent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and each factor increases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smallest factor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largest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product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$2^{\frac12}-2^{\frac1{2k+1}}$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$k=1,\dots,n$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exponent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$2^{\frac1{2k+1}}$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decreases and each factor increases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smallest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$2^{\frac12}-2^{\frac13}$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the largest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$2^{\frac12}-2^{\frac1{2n+1}}$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sandwich argument: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factors are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0.154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latter is below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squeeze theorem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sandwich argument: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$\left(2^{\frac12}-2^{\frac13}\right)^n\le P\le\left(2^{\frac12}-2^{\frac1{2n+1}}\right)^n$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factors are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$0&lt;2^{\frac12}-2^{\frac13}\approx0.154$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$2^{\frac12}-2^{\frac1{2n+1}}&lt;2^{\frac12}-1\approx0.414&lt;1$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$\lim\left(2^{\frac12}-2^{\frac13}\right)^n=0$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$\lim\left(2^{\frac12}-2^{\frac1{2n+1}}\right)^n=0$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latter is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$(0.42)^n$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squeeze theorem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product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positive factors, each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at most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every factor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 careful when the factors tend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then the bound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and the product can converge to a non-zero limit.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Compare: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product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positive factors, each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$r^n\to0$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every factor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$\ge r'&gt;1$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 careful when the factors tend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$1-\frac1{k^2}$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then the bound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and the product can converge to a non-zero limit.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$\prod_{k=2}^{n}\left(1-\frac1{k^2}\right)\to\frac12$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$\prod\left(\frac12\right)=2^{-n}\to0$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𝑒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$\lim_{x\to0}\left(\frac{1-\cos^2(3x)}{\cos^3(4x)}\cdot\frac{\sin^3(4x)}{\left(\log_e(2x+1)\right)^5}\right)$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Standard limits of trigonometric and logarithmic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Convert each factor to a standard limit by multiplying and dividing by the matching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Convert each factor to a standard limit by multiplying and dividing by the matching power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and divide to build standard limits: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ln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$1-\cos^2(3x)=\sin^2(3x)$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and divide to build standard limits: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$\frac{\sin^2 3x}{9x^2}\cdot\frac{9x^2}{\cos^34x}\cdot\frac{\left(\frac{\sin4x}{4x}\right)^3\cdot64x^3}{\left(\frac{\ln(1+2x)}{2x}\right)^5\cdot32x^5}$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$\frac{\sin3x}{3x}\to1$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$\frac{\sin4x}{4x}\to1$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$\frac{\ln(1+2x)}{2x}\to1$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$\cos4x\to1$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leftover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constants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leftover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$\frac{x^2\cdot x^3}{x^5}=1$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constants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$\frac{9\cdot64}{32}$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$\frac{9}{1}\cdot\frac{1\cdot64}{1\cdot32}=18$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infinitesimals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use these inside products and quotients (not inside sums where leading terms may cancel).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total powers: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numerator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denominator, so the limit is the ratio of the leading coefficients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infinitesimals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kx\sim 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kx\sim 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kx\sim\frac{k^2x^2}{2}$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$\ln(1+kx)\sim 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$e^{kx}-1\sim kx$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use these inside products and quotients (not inside sums where leading terms may cancel).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total powers: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$x^2\cdot 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numerator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denominator, so the limit is the ratio of the leading coefficients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$\frac{9\cdot64}{32}=18$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$\alpha&gt;\beta&gt;0$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$\lim_{x\to\frac1\alpha}\left(\frac{1-\cos\left(x^2+bx+a\right)}{2(1-\alpha x)^2}\right)^{\frac12}=\frac1k\left(\frac1\beta-\frac1\alpha\right)$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$2\beta$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Standard limit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type, Relations between the roots and coefficients of a quadratic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39115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Standard limit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type, Relations between the roots and coefficients of a quadratic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cosine's argument vanish exactly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gives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$x^2+bx+a=a(1-\alpha x)(1-\beta 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cosine's argument vanish exactly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gives the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$\frac{1-\cos u}{u^2}$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constant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$ax^2+bx+1=a(x-\alpha)(x-\beta)$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$x^2+bx+a=a(1-\alpha x)(1-\beta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$a\alpha\beta=1$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constant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$u=a(1-\alpha x)(1-\beta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$x\to\frac1\alpha$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 u}{2(1-\alpha x)^2}=\frac{1-\cos u}{2u^2}\cdot a^2(1-\beta x)^2$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tends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the square root (all quantities are positive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$x\to\frac1\alpha$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 u}{u^2}\to\frac12$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$(1-\beta x)\to1-\frac\beta\alpha$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$\frac12\cdot\frac12a^2\left(1-\frac\beta\alpha\right)^2$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the square root (all quantities are positive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$\alpha&gt;\beta&gt;0$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 a\left(1-\frac\beta\alpha\right)=\frac12\cdot\frac1{\alpha\beta}\left(1-\frac\beta\alpha\right)$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$=\frac12\left(\frac1{\alpha\beta}-\frac1{\alpha^2}\right)=\frac1{2\alpha}\left(\frac1\beta-\frac1\alpha\right)$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$\frac1k\left(\frac1\beta-\frac1\alpha\right)$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$2\alpha$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​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roots are the reciprocals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 equals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leading coefficient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$x^2+bx+a=x^2\,P\!\left(\frac1x\right)$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$P(y)=ay^2+by+1$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roots are the reciprocals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$\frac1\alpha,\frac1\beta$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$\left(x-\frac1\alpha\right)\left(x-\frac1\beta\right)$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leading coefficient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β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$x^2P\left(\frac1x\right)=x^2\left(\frac a{x^2}+\frac bx+1\right)=a+bx+x^2$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$x^2+bx+a$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$x^2+bx+a=\left(x-\frac1\alpha\right)\left(x-\frac1\beta\right)=\left(-\frac{1-\alpha x}{\alpha}\right)\left(x-\frac1\beta\right)$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$u=x^2+bx+a$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$(1-\alpha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 u}{2(1-\alpha x)^2}\sim\frac{u^2}{4(1-\alpha x)^2}=\frac14\cdot\frac{\left(x-\frac1\beta\right)^2}{\alpha^2}$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 of this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 of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$\frac{\left|\frac1\alpha-\frac1\beta\right|}{2\alpha}=\frac{1}{2\alpha}\left(\frac1\beta-\frac1\alpha\right)$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$\frac1\beta&gt;\frac1\alpha$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$2\alpha$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quadratic with reciprocal roots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(reverse the coefficients).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and the argument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not be linear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what makes it vanish and factorise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explains the 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left after taking the square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quadratic with reciprocal roots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$cx^2+bx+a=0$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(reverse the coefficients).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 u}{u^2}\to\frac12$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and the argument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 not be linear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what makes it vanish and factorise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u=2\sin^2\frac u2$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$\left(\frac{1-\cos u}{2u^2}\right)^{1/2}\to\frac12$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explains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left after taking the square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$\lim_{x\to0}\frac{e^{ax}-\cos(bx)-\frac{cxe^{-cx}}{2}}{1-\cos(2x)}=17$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$5a^2+b^2$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$68$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279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by series expansion (exponential and cosine)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denominator is of order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numerator's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coefficients must vanish and its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 is fixed by the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denominator is of order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numerator's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coefficients must vanish and its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 is fixed by the 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(write it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$1-\cos2x\sim2x^2$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(write it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$\frac{1-\cos2x}{4x^2}\times4x^2$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$\frac{1-\cos2x}{4x^2}\to\frac12$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$e^{ax}=1+ax+\frac{a^2x^2}{2}+\cdots$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bx=1-\frac{b^2x^2}{2}+\cdots$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$\frac{cx}{2}e^{-cx}=\frac{cx}{2}(1-cx+\cdots)=\frac{cx}{2}-\frac{c^2x^2}{2}+\cdots$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$=\left(1+ax+\frac{a^2x^2}{2}\right)-\left(1-\frac{b^2x^2}{2}\right)-\left(\frac{cx}{2}-\frac{c^2x^2}{2}\right)+\cdots=\left(a-\frac c2\right)x+\left(\frac{a^2}{2}+\frac{b^2}{2}+\frac{c^2}{2}\right)x^2+\cdots$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finite limit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$\frac{\left(a-\frac c2\right)x+\frac{a^2+b^2+c^2}{2}x^2+\cdots}{2x^2}$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finite limit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$a-\frac c2=0$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 c2$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$\frac{a^2+b^2+c^2}{2\cdot2}=\frac{a^2+b^2+c^2}{4}=17$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$a^2+b^2+c^2=68$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$c^2=4a^2$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$a^2+b^2+4a^2=68$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$5a^2+b^2=68$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Differentiate: for a numerator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denominator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(L'Hospital twice).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Differentiate: for a numerator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$N(0)=0$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 denominator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$D\sim\frac{D''(0)}{2}x^2$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limit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$\frac{N''(0)}{D''(0)}$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$N'(0)=0$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(L'Hospital twice).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the limit to be finite we need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$N(x)=e^{ax}-\cos bx-\frac c2xe^{-cx}$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$D(x)=1-\cos2x$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$D(0)=D'(0)=0$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$D''(0)=4$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$N'(x)=ae^{ax}+b\sin bx-\frac c2(1-cx)e^{-cx}$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$N'(0)=a-\frac c2$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the limit to be finite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$N''(x)=a^2e^{ax}+b^2\cos bx-\frac c2\left(-c-c+c^2x\right)e^{-cx}$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$N''(0)=a^2+b^2+c^2$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L'Hospital applied twice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L'Hospital applied twice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$\frac{N''(0)}{D''(0)}=\frac{a^2+b^2+c^2}{4}=17$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$a^2+b^2+c^2=68$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$5a^2+b^2=68$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68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$68$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finite and non-zero, all Maclaurin 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below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vanish; the limit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Maclaurin series: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leading term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$\lim\frac{N(x)}{x^k}$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finite and non-zero, all Maclaurin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below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vanish; the limit is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$\frac{d}{dx}\left[xe^{-cx}\right]=(1-cx)e^{-cx}$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Maclaurin series: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$xe^{-cx}=x-cx^2+\frac{c^2x^3}{2}-\cdots$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kx=\frac{k^2x^2}{2}-\frac{k^4x^4}{24}+\cdots$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leading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e>
                            </m:rad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$a=\lim_{x\to0}\frac{\sqrt{1+\sqrt{1+x^4}}-\sqrt2}{x^4}$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$b=\lim_{x\to0}\frac{\sin^2x}{\sqrt2-\sqrt{1+\cos 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by rationalisation of nested surds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Rationalise twice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(outer surd, then inner surd) and once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each step cancels exactly the vanishing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Rationalise twice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(outer surd, then inner surd) and once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each step cancels exactly the vanishing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multiply by the conjugate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rad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numerator becomes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e>
                                </m:rad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e>
                                </m:rad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multiply by the conjugate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$\sqrt{1+\sqrt{1+x^4}}+\sqrt2$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numerator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$\left(1+\sqrt{1+x^4}\right)-2=\sqrt{1+x^4}-1$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$a=\lim\frac{\sqrt{1+x^4}-1}{x^4\left(\sqrt{1+\sqrt{1+x^4}}+\sqrt2\right)}$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$\sqrt{1+x^4}+1$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$\left(\sqrt{1+x^4}-1\right)\left(\sqrt{1+x^4}+1\right)=x^4$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$a=\lim\frac{x^4}{x^4\left(\sqrt{1+\sqrt{1+x^4}}+\sqrt2\right)\left(\sqrt{1+x^4}+1\right)}$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$a=\frac1{(\sqrt2+\sqrt2)(1+1)}=\frac1{4\sqrt2}$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write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multiply by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denominator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$\sin^2x=(1-\cos x)(1+\cos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$\sqrt2+\sqrt{1+\cos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denominator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$2-(1+\cos x)=1-\cos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$b=\lim(1+\cos x)\left(\sqrt2+\sqrt{1+\cos x}\right)=2\left(\sqrt2+\sqrt2\right)=4\sqrt2$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$ab^3=\frac1{4\sqrt2}\cdot\left(4\sqrt2\right)^3=\left(4\sqrt2\right)^2=32$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Binomial approximation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applied from the inside out.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Binomial approximation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$\sqrt{1+t}\approx1+\frac 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applied from the inside out.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rad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$\sqrt{1+x^4}\approx1+\frac{x^4}{2}$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$1+\sqrt{1+x^4}\approx2+\frac{x^4}{2}=2\left(1+\frac{x^4}{4}\right)$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$\sqrt{1+\sqrt{1+x^4}}\approx\sqrt2\left(1+\frac{x^4}{8}\right)$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numerator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$\approx\frac{\sqrt2x^4}{8}$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$a=\frac{\sqrt2}{8}=\frac1{4\sqrt2}$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$1+\cos x\approx2-\frac{x^2}{2}=2\left(1-\frac{x^2}{4}\right)$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$\sqrt{1+\cos x}\approx\sqrt2\left(1-\frac{x^2}{8}\right)$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$\approx\frac{\sqrt2x^2}{8}$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$\sin^2x\approx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$b=\frac{8}{\sqrt2}=4\sqrt2$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$ab^3=\frac{\sqrt2}{8}\cdot(4\sqrt2)^3=\frac{\sqrt2}{8}\cdot128\sqrt2=32$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it repeatedly for nested surds - each application strips one layer.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(first-order binomial).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by calculator: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0.001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31.99997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$\sqrt{A}-\sqrt{B}=\frac{A-B}{\sqrt A+\sqrt 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use it repeatedly for nested surds - each application strips one layer.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$\sqrt{k+t}\approx\sqrt k\left(1+\frac{t}{2k}\right)$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small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(first-order binomial).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by calculator: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$x=0.001$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$ab^3\approx31.99997$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192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$\lim_{x\to0}\frac{3+\alpha\sin x+\beta\cos x+\log_e(1-x)}{3\tan^2x}=\frac13$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$2\alpha-\beta$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4279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Limits using the series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4279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Limits using the series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$\ln(1-x)$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denominator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constant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coefficients of the numerator must vanish and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 is fixed.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denominator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$\sim3x^2$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constant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coefficients of the numerator must vanish and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 is fixed.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expression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$\alpha\sin x=\alpha\left(x-\frac{x^3}{6}+\cdots\right)$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$\beta\cos x=\beta\left(1-\frac{x^2}{2}+\cdots\right)$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$\log_e(1-x)=-x-\frac{x^2}{2}-\frac{x^3}{3}-\cdots$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$=(3+\beta)+(\alpha-1)x+\left(-\frac12-\frac\beta2\right)x^2+\cdots$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expression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$\frac{(3+\beta)+(\alpha-1)x+\left(-\frac12-\frac\beta2\right)x^2+\cdots}{3x^2}\cdot\frac{x^2}{\tan^2x}$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$\frac{x^2}{\tan^2x}\to1$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limit to be finite: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agrees with the given value (consistency check).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limit to be finite: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$\frac{-\frac12-\frac\beta2}{3}=\frac{-\frac12+\frac32}{3}=\frac13$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agrees with the given value (consistency check).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$2\alpha-\beta=2+3=5$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the numerator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function: it must vanish with its first derivative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the numerator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function: it must vanish with its first derivative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$\frac{N''(0)}{2}\Big/3=\frac13$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Finiteness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$N(x)=3+\alpha\sin x+\beta\cos x+\ln(1-x)$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$N(0)=3+\beta$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Finiteness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$N'(x)=\alpha\cos x-\beta\sin x-\frac1{1-x}$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$N'(0)=\alpha-1=0$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$N''(x)=-\alpha\sin x-\beta\cos x-\frac1{(1-x)^2}$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$N''(0)=-\beta-1=2$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″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consistent with the given value,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$\frac{N''(0)/2}{3}=\frac{1}{3}$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- consistent with the given value,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$2\alpha-\beta=5$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plays the role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numerator needs an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leading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'find constants' problems with a given finite limit, the number of equations equals the order of vanishing; extra data (the given value) either fixes a constant or serves as a consistency check.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$\tan^2x\sim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$3\tan^2x$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plays the role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numerator needs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leading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$\ln(1-x)=-x-\frac{x^2}{2}-\frac{x^3}{3}-\cdots$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$\ln(1+x)=x-\frac{x^2}{2}+\frac{x^3}{3}-\cdots$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'find constants' problems with a given finite limit, the number of equations equals the order of vanishing; extra data (the given value) either fixes a constant or serves as a consistency check.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does not exist   (B) is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is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is equal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$\lim_{x\to0}\frac{e^{2|\sin x|}-2|\sin x|-1}{x^2}$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does not exist   (B)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 of an even function involving modulus and exponentials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expression is even, so the left-hand and right-hand limits agree; on the right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expression is even, so the left-hand and right-hand limits agree; on the right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$|\sin x|=\sin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(replacing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nothing), so LHL = RHL.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RHL: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L'Hospital's rule: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$\frac{e^{2|\sin x|}-2|\sin x|-1}{x^2}$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(replacing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nothing), so LHL = RHL.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RHL: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 x|=\sin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$\lim_{x\to0^+}\frac{e^{2\sin x}-2\sin x-1}{x^2}$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L'Hospital's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$\lim\frac{e^{2\sin x}\cdot2\cos x-2\cos x}{2x}$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factor has a standard limit: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$\lim\frac{e^{2\sin x}-1}{2\sin x}\cdot\frac{2\sin x}{x}\cdot\cos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factor has a standard limit: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$\frac{e^{y}-1}{y}\to1$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$y=2\sin 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$\frac{2\sin x}{x}\to2$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$1\times2\times1=2$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is equal to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is equal to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numerator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$s=|\sin x|\to0$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numerator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$e^{2s}-2s-1\sim\frac{(2s)^2}{2}=2s^2$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$s^2=\sin^2x\sim 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numerator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numerator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modulus disappears because it only appears squared).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$y=2|\sin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$e^{y}-y-1=\frac{y^2}{2}+\frac{y^3}{6}+\cdots\sim\frac{y^2}{2}$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$\sim\frac{4\sin^2x}{2}=2\sin^2x$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modulus disappears because it only appears squared).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sides.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$\sim\frac{2\sin^2x}{x^2}\to2$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sides.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is equal to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is equal to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(second-order Maclaurin remainder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modulus inside an even expression is harmless: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agrees from both sides.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general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$\frac{e^y-y-1}{y^2}\to\frac12$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(second-order Maclaurin remainder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modulus inside an even expression is harmless: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 x|^2=\sin^2x$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agrees from both sides.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$\lim_{x\to0}\frac{e^{kx}-1-kx}{x^2}=\frac{k^2}{2}$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strictly increasing function such that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strictly increasing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$\lim_{x\to\infty}\frac{f(7x)}{f(x)}=1$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$\lim_{x\to\infty}\left[\frac{f(5x)}{f(x)}-1\right]$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 of a ratio for a strictly increasing function (squeeze theorem), Greatest integer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Monotonicity traps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tiny positive number.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Monotonicity traps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$\frac{f(5x)}{f(x)}$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$\frac{f(7x)}{f(x)}\to1$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$\frac{f(5x)}{f(x)}-1$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tiny positive number.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the squeeze theorem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stays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it tends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$x&lt;5x&lt;7x$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$f(x)&lt;f(5x)&lt;f(7x)$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$1&lt;\frac{f(5x)}{f(x)}&lt;\frac{f(7x)}{f(x)}$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$\frac{f(7x)}{f(x)}\to1$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by the squeeze theorem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$\frac{f(5x)}{f(x)}\to1$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stays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it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large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quantity is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large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$0&lt;\frac{f(5x)}{f(x)}-1&lt;\frac{f(7x)}{f(x)}-1\to0$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for large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quantity is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$\left[\frac{f(5x)}{f(x)}-1\right]=0$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large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answer must be the same for every admissible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test one concrete function,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answer must be the same for every admissible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test one concrete function, e.g.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$f(x)=2+\tan^{-1}x$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strictly increasing.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hypothesis.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positive and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$f(x)=2+\tan^{-1}x$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$\left(2-\frac\pi2,\,2+\frac\pi2\right)\subset(0,\infty)$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strictly increasing.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$\frac{f(7x)}{f(x)}\to\frac{2+\frac\pi2}{2+\frac\pi2}=1$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hypothesis.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$\frac{f(5x)}{f(x)}-1=\frac{\tan^{-1}5x-\tan^{-1}x}{2+\tan^{-1}x}$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positive and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$\to\frac\pi2-\frac\pi2=0$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bracket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large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the question has one answer for every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answer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(This is a legitimate shortcut for a single-correct question; the proof in the main solution shows the result holds for all such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large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the question has one answer for every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answer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(This is a legitimate shortcut for a single-correct question; the proof in the main solution shows the result holds for all such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it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(squeeze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monotonicity).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asked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from which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approaches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had it approached from below,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Testing a model function (e.g. slowly varying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quick consistency check for single-answer questions.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$\frac{f(ax)}{f(x)}\to1$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it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(squeeze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$\frac{f(ax)}{f(x)}$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monotonicity).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asked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$\lim[g(x)]$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$g\to 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find from which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approaches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$[g]=0$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had it approached from below,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$[g]=-1$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Testing a model function (e.g. slowly varying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quick consistency check for single-answer questions.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 𝑖𝑠 𝑒𝑣𝑒𝑛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 𝑖𝑠 𝑜𝑑𝑑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169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$f(x)=\begin{cases}x-1, &amp; x\text{ is even}\\ 2x, &amp; x\text{ is odd}\end{cases}$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$f(f(f(a)))=21$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a^-}\left\{\frac{|x|^3}{a}-\left[\frac xa\right]\right\}$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$169$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1716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Composition of a piecewise-defined function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Limit with the greatest integer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1716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Composition of a piecewise-defined function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Limit with the greatest integer function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Undo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three times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checking the parity each time to pick the right branch.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Undo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three times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checking the parity each time to pick the right branch.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were odd,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were even,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(odd), a contradiction;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were odd,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$z=f(f(a))$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$f(z)=21$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were odd,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$f(z)=2z=21$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$z-1=21$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$f(f(a))=22$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$f(w)=22$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were even,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$w-1=22$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(odd), a contradiction;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$2w=22$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were odd,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$a-1=11$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$f(12)=11$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$f(11)=22$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$f(22)=21$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evaluate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slightly less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slightly less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evaluate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$\lim_{x\to12^-}\left\{\frac{|x|^3}{12}-\left[\frac x{12}\right]\right\}$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$x\to12^-$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$\frac{|x|^3}{12}\to\frac{1728}{12}=144$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slightly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slightly less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 x{12}\right]=0$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$144-0=144$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$144$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Parity alternates 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𝑜𝑑𝑑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𝑒𝑣𝑒𝑛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odd, so the parity pattern of the chain is forced.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Parity alternates under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$f(\text{odd})=2x$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even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$f(\text{even})=x-1$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odd, so the parity pattern of the chain is forced.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 Only an even input gives an odd output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𝑜𝑑𝑑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requires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odd;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requires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$f(f(f(a)))=21$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 Only an even input gives an odd output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$f(\text{odd})=2x$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$f(f(a))$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$f(f(a))$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requires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$f(a)=a-1$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$f(a-1)=2(a-1)$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$f(2a-2)=2a-3$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(even, consistent).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$2a-3=21$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(even, consistent).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$\frac{12^3}{12}-0=144$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144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$144$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piecewise rule on parity, track the parity of each iterate: here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𝑒𝑣𝑒𝑛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𝑜𝑑𝑑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𝑒𝑣𝑒𝑛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𝑜𝑑𝑑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pins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parity immediately.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pre-image chain must be checked at every step for consistency with the branch used (e.g.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so it cannot come from the even branch).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positive integer,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whereas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piecewise rule on parity, track the parity of each iterate: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$\text{even}\to\text{odd}\to\text{even}\to\text{odd}$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pins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 parity immediately.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pre-image chain must be checked at every step for consistency with the branch used (e.g.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so it cannot come from the even branch).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 a^-$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positive integer,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 xa\right]=0$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xa\to1^-$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whereas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 a^+$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Q17 – Q18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answer; JEE Main Jan 2024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$\lim_{x\to0}\frac{ax^2e^x-b\log_e(1+x)+cxe^{-x}}{x^2\sin x}=1$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$16\left(a^2+b^2+c^2\right)$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by series expansion: finding constants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denominator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numerator's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coefficients must vanish and its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denominator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$\sim 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numerator's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coefficients must vanish and its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coefficient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finite limit the 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numerator must vanish: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$ax^2e^x=a\left(x^2+x^3+\cdots\right)$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$-b\log_e(1+x)=-b\left(x-\frac{x^2}{2}+\frac{x^3}{3}-\cdots\right)$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$cxe^{-x}=c\left(x-x^2+\frac{x^3}{2}-\cdots\right)$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$=(-b+c)x+\left(a+\frac b2-c\right)x^2+\left(a-\frac b3+\frac c2\right)x^3+\cdots$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$x^2\sin x=x^3\left(1-\frac{x^2}{6}+\cdots\right)$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finite limit the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numerator must vanish: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$-b+c=0$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$a+\frac b2-c=0$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 b2$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equals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equals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$a-\frac b3+\frac c2=1$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 b2$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b2-\frac b3+\frac b2=\frac{3b-2b+3b}{6}=\frac{4b}{6}=1$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$16\left(a^2+b^2+c^2\right)=16\left(\frac9{16}+\frac94+\frac94\right)=9+36+36=81$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Derivative form: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(L'Hospital three times), computed term by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Derivative form: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$N(0)=N'(0)=N''(0)=0$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$\frac{N'''(0)}{6}=1$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(L'Hospital three times), computed term by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denominator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‴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derivative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that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$N(x)=ax^2e^x-b\ln(1+x)+cxe^{-x}$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$x^2\sin x\sim 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$N'(0)=N''(0)=0$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$\frac{N'''(0)}{6}=1$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$N'(0)=-b+c=0$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that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$cxe^{-x}$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$N''(0)=2a+b-2c=0$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$\left(x^2e^x\right)''=\left(x^2+4x+2\right)e^x$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$\left(-\ln(1+x)\right)''=\frac1{(1+x)^2}$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$\left(xe^{-x}\right)''=(x-2)e^{-x}$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‴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$N'''(0)=6a-2b+3c=6$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$\left(x^2e^x\right)'''=\left(x^2+6x+6\right)e^x$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$\left(-\ln(1+x)\right)'''=-\frac2{(1+x)^3}$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$\left(xe^{-x}\right)'''=(3-x)e^{-x}$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$2a+b-2c=0$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 b2$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$3b-2b+3b=4b=6$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$b=c=\frac32$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$16\left(a^2+b^2+c^2\right)=81$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Maclaurin series to remember: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Order of vanishing: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finite limit iff coefficients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limit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evaluates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1.0000005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Maclaurin series to remember: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$e^{\pm x}=1\pm x+\frac{x^2}{2}\pm\frac{x^3}{6}$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$\ln(1+x)=x-\frac{x^2}{2}+\frac{x^3}{3}$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x=x-\frac{x^3}{6}$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x=1-\frac{x^2}{2}+\frac{x^4}{24}$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Order of vanishing: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$\frac{N(x)}{x^k}$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finite limit iff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$x^0,\dots,x^{k-1}$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limit is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$b=c=\frac32$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$x=10^{-6}$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evaluates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$1.0000005$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fractional part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}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denote the left-hand limit and the right-hand limit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fractional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$f(x)=\frac{\cos^{-1}\left(1-\{x\}^2\right)\sin^{-1}\left(1-\{x\}\right)}{\{x\}-\{x\}^3}$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denote the left-hand limit and the right-hand limit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$\frac{32}{\pi^2}\left(L^2+R^2\right)$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081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One-sided limits with fractional part and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Just left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fractional part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just right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handle the two sides with different local forms.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Just left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fractional part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$x+1\to1^-$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just right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handle the two sides with different local forms.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limit: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limit: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$1-\{x\}^2=-x^2-2x$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$1-\{x\}=-x$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$\{x\}-\{x\}^3=(x+1)\left(1-(x+1)^2\right)=(x+1)\left(-x^2-2x\right)$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$L=\lim_{x\to0^-}\frac{\cos^{-1}\left(-x^2-2x\right)\sin^{-1}(-x)}{(x+1)\left(-x^2-2x\right)}$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$\cos^{-1}\left(-x^2-2x\right)\to\cos^{-1}0=\frac\pi2$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$x+1\to1$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limit: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$\frac{\sin^{-1}(-x)}{-x^2-2x}=\frac{\sin^{-1}(-x)}{-x}\cdot\frac{-x}{-x(x+2)}\to1\cdot\frac12$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$L=\frac\pi2\cdot\frac12=\frac\pi4$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limit: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$R=\lim_{x\to0^+}\frac{\cos^{-1}\left(1-x^2\right)\sin^{-1}(1-x)}{x\left(1-x^2\right)}$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$\sin^{-1}(1-x)\to\frac\pi2$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$1-x^2\to1$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$R=\frac\pi2\lim_{x\to0^+}\frac{\cos^{-1}\left(1-x^2\right)}{x}$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L'Hospital: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L'Hospital: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$\frac{d}{dx}\cos^{-1}\left(1-x^2\right)=\frac{2x}{\sqrt{1-\left(1-x^2\right)^2}}=\frac{2x}{x\sqrt{2-x^2}}=\frac2{\sqrt{2-x^2}}\to\sqrt2$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$R=\frac\pi2\cdot\sqrt2=\frac\pi{\sqrt2}$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$\frac{32}{\pi^2}\left(L^2+R^2\right)=\frac{32}{\pi^2}\left(\frac{\pi^2}{16}+\frac{\pi^2}{2}\right)=2+16=18$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Half-angle identity: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derivative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Half-angle identity: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$\cos^{-1}\left(1-2u^2\right)=2\sin^{-1}u$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$u\in[0,1]$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$\cos^{-1}\left(1-t^2\right)=2\sin^{-1}\frac{t}{\sqrt2}$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- no derivative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limit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limit: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Right limit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$t=\{x\}=x\to0^+$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$\cos^{-1}\left(1-t^2\right)=2\sin^{-1}\frac t{\sqrt2}$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$\cos\left(2\theta\right)=1-2\sin^2\theta$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 t{\sqrt2}$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$R=\lim\frac{2\sin^{-1}\frac t{\sqrt2}\cdot\sin^{-1}(1-t)}{t(1-t^2)}=2\cdot\frac1{\sqrt2}\cdot\frac\pi2=\frac\pi{\sqrt2}$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$\frac{\sin^{-1}u}{u}\to1$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 t{\sqrt2}$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Left limit: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$t=\{x\}=1-s$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$s=-x\to0^+$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$1-t^2=2s-s^2\to0$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$1-t=s$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$t-t^3=(1-s)\,s\,(2-s)$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$L=\lim\cos^{-1}\left(2s-s^2\right)\cdot\frac{\sin^{-1}s}{s}\cdot\frac1{(1-s)(2-s)}=\frac\pi2\cdot1\cdot\frac12=\frac\pi4$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$\frac{32}{\pi^2}\left(\frac{\pi^2}{16}+\frac{\pi^2}2\right)=2+16=18$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⌊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just left of an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just right,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inverse-trig functions near their endpoints need a local form, not a direct substitution.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$\{x\}=x-\lfloor x\rfloor$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just left of an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$\{x\}\to1^-$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just right,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$\{x\}\to0^+$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$\cos^{-1}(1-2u^2)=2\sin^{-1}u$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u\le1$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$\cos^{-1}(1-t^2)\sim\sqrt2\,t$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$\sin^{-1}(1-t)\to\frac\pi2$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$\sin^{-1}s\sim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inverse-trig functions near their endpoints need a local form, not a direct substitution.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Q19 – Q21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correct option; JEE Main Apr 2024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910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$\lim_{n\to\infty}\frac{\left(1^2-1\right)(n-1)+\left(2^2-2\right)(n-2)+\cdots+\left((n-1)^2-(n-1)\right)\cdot1}{\left(1^3+2^3+\cdots+n^3\right)-\left(1^2+2^2+\cdots+n^2\right)}$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998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 of a ratio of sums (summation of series)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-th numerator term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the leading power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each sum matters.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-th numerator term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$(k^2-k)(n-k)$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only the leading power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each sum matters.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terms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Leading behaviours: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(lower order).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numerator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$(k^2-k)(n-k)$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$k=1,2,\dots,n-1$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$N=\sum_{k=1}^{n-1}(k^2-k)(n-k)$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$(k^2-k)(n-k)=-k^3+(n+1)k^2-nk$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$N=-\sum_{k=1}^{n-1}k^3+(n+1)\sum_{k=1}^{n-1}k^2-n\sum_{k=1}^{n-1}k$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Leading behaviours: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$\sum_{k=1}^{n-1}k^3\sim\frac{n^4}{4}$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$\sum_{k=1}^{n-1}k^2\sim\frac{n^3}{3}$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$n\sum_{k=1}^{n-1}k\sim\frac{n^3}{2}$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(lower order).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leading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$N\sim-\frac{n^4}{4}+\frac{n\cdot n^3}{3}=n^4\left(\frac13-\frac14\right)=\frac{n^4}{12}$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$D=\sum_{r=1}^nr^3-\sum_{r=1}^nr^2=\frac{n^2(n+1)^2}{4}-\frac{n(n+1)(2n+1)}{6}$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leading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$\frac{n^4}{4}$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$\frac{n^4/12}{n^4/4}=\frac13$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Leading-order Riemann sum: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Leading-order Riemann sum: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$k=nx$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$N\approx n^4\int_0^1x^2(1-x)\,dx$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$D\approx n^4\int_0^1x^3\,dx$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large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large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$k=nx$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$(k^2-k)(n-k)\approx k^2(n-k)=n^3x^2(1-x)$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$N=\sum_{k}(\cdots)\approx n\cdot n^3\int_0^1x^2(1-x)\,dx=n^4\left(\frac13-\frac14\right)=\frac{n^4}{12}$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$D=\sum_{r=1}^n\left(r^3-r^2\right)\approx n^4\int_0^1x^3\,dx=\frac{n^4}{4}$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ratio tends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(Exact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ratio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$\frac{1/12}{1/4}=\frac13$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(Exact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$N=2\binom{n+1}{4}=\frac{(n+1)n(n-1)(n-2)}{12}$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$D=\frac{n(n+1)(n-1)(3n+2)}{12}$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ND=\frac{n-2}{3n+2}\to\frac13$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(choose 4 elements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the 3rd smallest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hence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polynomial terms, only the highest-degree parts matter: use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Riemann integral).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numerator of the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convolution; the exact value often follows from a binomial identity.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$\sum_{k=1}^{n-1}\binom k2(n-k)=\binom{n+1}{4}$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(choose 4 elements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the 3rd smallest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$\sum_{k=1}^{n-1}k(k-1)(n-k)=2\binom{n+1}4$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$\sum_{r=1}^nr^2(r-1)=\frac{n(n+1)(n-1)(3n+2)}{12}$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$4(1)=4$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$\frac{2\cdot3\cdot1\cdot8}{12}=4$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$\lim\frac{\sum f(k)}{\sum g(k)}$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polynomial terms, only the highest-degree parts matter: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$\sum_{k\le n}k^p\sim\frac{n^{p+1}}{p+1}$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Riemann integral).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numerator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$\sum(\ldots)(n-k)$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convolution; the exact value often follows from a binomial identity.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circle passing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its centre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of intersection of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equation of the circle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circle passing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its centre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$(x_c,y_c)$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of intersection of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$3x+5y=1$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$(2+c)x+5c^2y=1$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$h=\lim_{c\to1}x_c$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$k=\lim_{c\to1}y_c$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equation of the circle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$25x^2+25y^2-2x+2y-60=0$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$5x^2+5y^2-4x+2y-12=0$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$25x^2+25y^2-20x+2y-60=0$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$5x^2+5y^2-4x-2y-12=0$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 of the intersection point of two varying lines, Equation of a circle with given centre and a point on it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functions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common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and the limits are finite.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functions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common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$(c-1)$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cancels and the limits are finite.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$3x+5y=1$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$5y=1-3x$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$5c^2y=c^2(1-3x)$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$(2+c)x+5c^2y=1$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$(2+c)x+c^2-3c^2x=1$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$\left(3c^2-c-2\right)x=c^2-1$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circle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$x_c=\frac{c^2-1}{3c^2-c-2}$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$y_c=\frac15\left(1-\frac{3(c^2-1)}{3c^2-c-2}\right)=\frac{1-c}{5\left(3c^2-c-2\right)}$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$3c^2-c-2=(c-1)(3c+2)$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$h=\lim_{c\to1}\frac{(c-1)(c+1)}{(c-1)(3c+2)}=\frac{2}{5}$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$k=\lim_{c\to1}\frac{1-c}{5(c-1)(3c+2)}=\lim\frac{-1}{5(3c+2)}=-\frac1{25}$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$\left(\frac25,-\frac1{25}\right)$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circle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$r^2=\left(2-\frac25\right)^2+\left(\frac1{25}\right)^2=\frac{64}{25}+\frac1{625}$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$\left(x-\frac25\right)^2+\left(y+\frac1{25}\right)^2=\frac{64}{25}+\frac1{625}$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$x^2+y^2-\frac45x+\frac2{25}y+\frac4{25}+\frac1{625}=\frac{64}{25}+\frac1{625}$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$25x^2+25y^2-20x+2y+4=64$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$25x^2+25y^2-20x+2y-60=0$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$25x^2+25y^2-20x+2y-60=0$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second line coincides with the first, so the limiting intersection is where the line meets the 'velocity' line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family.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second line coincides with the first, so the limiting intersection is where the line meets the 'velocity'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$\frac{\partial}{\partial c}=0$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family.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first line itself.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intersection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tends,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 the point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(subtract: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$F(x,y,c)=(2+c)x+5c^2y-1$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$F=3x+5y-1$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first line itself.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$F(\cdot,c)=0$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$F(\cdot,1)=0$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tends,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 the point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$F(\cdot,1)=0$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$\frac{\partial F}{\partial c}\Big|_{c=1}=0$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(subtract: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$\frac{F(c)-F(1)}{c-1}\to F_c(1)$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$F_c=x+10cy$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$x+10y=0$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this 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$3x+5y=1$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$x=-10y$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$-30y+5y=1$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$y=-\frac1{25}$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$(h,k)=\left(\frac25,-\frac1{25}\right)$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this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$25x^2+25y^2-20x+2y-60=0$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$25x^2+25y^2-20x+2y-60=0$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families: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a fixed line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intersection of nearby members with it tends to the point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(envelope idea).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follows by expansion.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limit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arises from a rational function, factorise and cancel the common factor,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$L_1+c\,L_2$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families: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$F(x,y,c)=0$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a fixed line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$c=c_0$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intersection of nearby members with it tends to the point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$\frac{\partial F}{\partial c}=0$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(envelope idea).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$(x-h)^2+(y-k)^2=(p-h)^2+(q-k)^2$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follows by expansion.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 limit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$\frac{0}{0}$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arises from a rational function, factorise and cancel the common factor,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$3c^2-c-2=(c-1)(3c+2)$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$\lim_{x\to0}\frac{e-(1+2x)^{\frac1{2x}}}{x}$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$-\frac2e$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$e-e^2$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 of 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difference expression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Single Correct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 of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difference expression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out, leaving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$(1+2x)^{\frac1{2x}}=e^{\frac{\ln(1+2x)}{2x}}$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out, leaving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$\frac{e^u-1}{x}$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ln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$(1+2x)^{\frac1{2x}}=e^{\frac{\ln(1+2x)}{2x}}$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$\frac{e-e^{\frac{\ln(1+2x)}{2x}}}{x}$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$\frac{e-e^{\frac{\ln(1+2x)}{2x}}}{x}=(-e)\cdot\frac{e^{\frac{\ln(1+2x)}{2x}-1}-1}{x}$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$u=\frac{\ln(1+2x)}{2x}-1=\frac{\ln(1+2x)-2x}{2x}\to0$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$\frac{e^u-1}{x}=\frac{e^u-1}{u}\cdot\frac ux$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$\frac{e^u-1}{u}\to1$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ux=\frac{\ln(1+2x)-2x}{2x^2}$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$\ln(1+2x)=2x-2x^2+\cdots$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numerator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$\sim-2x^2$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ux\to\frac{-2x^2}{2x^2}=-1$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$(-e)\times(-1)=e$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Derivative definition: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(continuous extension), the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Derivative definition: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$g(x)=(1+2x)^{1/2x}$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$g(0)=e$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(continuous extension), the limit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$-g'(0)$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(series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$g(x)=(1+2x)^{\frac1{2x}}\to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$\lim\frac{e-g(x)}{x}=-\lim\frac{g(x)-g(0)}{x}=-g'(0)$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g=\frac{\ln(1+2x)}{2x}=1-x+\frac{4x^2}{3}-\cdots$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(series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$\ln(1+u)=u-\frac{u^2}{2}+\frac{u^3}{3}$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$\frac{g'}{g}=(\ln g)'=-1+\cdots$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$g'(0)=g(0)\cdot(-1)=-e$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$-g'(0)=e$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$e$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1.35914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quantity to expand for any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correction term.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$(1+t)^{1/t}=e\left(1-\frac t2+\frac{11t^2}{24}-\cdots\right)$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$\lim_{t\to0}\frac{e-(1+t)^{1/t}}{t}=\frac 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$t=10^{-6}$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$1.35914$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$\frac{e-(1+2x)^{1/2x}}{x}=2\cdot\frac{e-(1+t)^{1/t}}{t}\to2\cdot\frac e2=e$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$\ln\left[(1+t)^{1/t}\right]=\frac{\ln(1+t)}{t}=1-\frac t2+\frac{t^2}{3}-\cdots$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quantity to expand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correction term.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Q22 – Q24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answer; JEE Main Apr 2024 questions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$\lim_{x\to1}\frac{(5x+1)^{\frac13}-(x+5)^{\frac13}}{(2x+3)^{\frac12}-(x+4)^{\frac12}}=\frac{m\sqrt5}{n(2n)^{\frac23}}$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$\gcd(m,n)=1$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$8m+12n$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Limits by L'Hospital's rule with fractional powers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both numerator and denominator vanish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): differentiate top and bottom.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both numerator and denominator vanish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$6^{1/3}-6^{1/3}$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$\sqrt5-\sqrt5$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): differentiate top and bottom.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L'Hospital's rule: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$=6^{\frac13}-6^{\frac13}=0$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$=\sqrt5-\sqrt5=0$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Apply L'Hospital's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$\lim\frac{\frac13\cdot5(5x+1)^{-\frac23}-\frac13(x+5)^{-\frac23}}{\frac12\cdot2(2x+3)^{-\frac12}-\frac12(x+4)^{-\frac12}}$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$=\left(\frac53-\frac13\right)6^{-\frac23}=\frac43\,6^{-\frac23}$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$=5^{-\frac12}-\frac12\,5^{-\frac12}=\frac12\,5^{-\frac12}$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$\frac{\frac43\,6^{-\frac23}}{\frac12\,5^{-\frac12}}=\frac83\cdot\frac{\sqrt5}{6^{\frac23}}$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$\frac{m\sqrt5}{n(2n)^{\frac23}}$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$n(2n)^{\frac23}=3\cdot6^{\frac23}$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$\gcd(8,3)=1$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$8m+12n=64+36=100$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Algebraic identities instead of derivatives: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Algebraic identities instead of derivatives: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$a^3-b^3=(a-b)\left(a^2+ab+b^2\right)$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$p^2-q^2=(p-q)(p+q)$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$a=(5x+1)^{\frac13}$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$b=(x+5)^{\frac13}$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$a^3-b^3=4(x-1)$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$a-b=\frac{4(x-1)}{a^2+ab+b^2}$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$p=(2x+3)^{\frac12}$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$q=(x+4)^{\frac12}$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$p^2-q^2=x-1$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$p-q=\frac{x-1}{p+q}$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$\frac{a-b}{p-q}=\frac{4(p+q)}{a^2+ab+b^2}$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$a=b=6^{\frac13}$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ratio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$\frac{4\cdot2\sqrt5}{3\cdot6^{\frac23}}=\frac{8\sqrt5}{3\cdot6^{\frac23}}$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$n(2n)^{\frac23}=3\cdot6^{\frac23}$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$8m+12n=100$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100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rationalises </a:t>
                </a:r>
                <a14:m>
                  <m:oMath xmlns:m="http://schemas.openxmlformats.org/officeDocument/2006/math">
                    <m:rad>
                      <m:deg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g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differences, a derivative-free route to such limits.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deg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g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deg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g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num>
                      <m:den>
                        <m:rad>
                          <m:deg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g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deg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g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a ratio of derivatives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matching an answer of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identify the cube-root factor first: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$a^n-b^n=(a-b)\left(a^{n-1}+a^{n-2}b+\cdots+b^{n-1}\right)$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rationalises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$\sqrt[n]{\ 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differences, a derivative-free route to such limits.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c}\frac{\sqrt[m]{u(x)}-\sqrt[m]{v(x)}}{\sqrt[k]{p(x)}-\sqrt[k]{q(x)}}$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$u(c)=v(c)$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$p(c)=q(c)$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a ratio of derivatives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$\frac{\frac1m u_0^{\frac1m-1}(u'-v')}{\frac1kp_0^{\frac1k-1}(p'-q')}$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matching an answer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$\frac{m\sqrt5}{n(2n)^{2/3}}$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identify the cube-root factor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$(2n)^{2/3}=6^{2/3}$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root of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root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$\lim_{x\to\frac1a}\frac{16\left(1-\cos\left(2+x-2x^2\right)\right)}{(1-ax)^2}=\alpha+\beta\sqrt{17}$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36339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Limits using the standard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of a quadratic, Quadratic equation with surd roots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36339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Limits using the standard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 u}{u^2}$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roots of a quadratic, Quadratic equation with surd roots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cosine's argument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the form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root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$2+x-2x^2$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cosine's argument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$-2\left(x-\frac1a\right)(x+a)$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giving the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$\frac{1-\cos u}{u^2}$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$\frac{-1\pm\sqrt{17}}{4}$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$a=\frac{\sqrt{17}-1}{4}&gt;0$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$2a^2+a-2=0$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$2+\frac1a-\frac2{a^2}=0$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$2+x-2x^2=0$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$\frac1a=\frac{\sqrt{17}+1}{4}$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$2+x-2x^2=0$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$2+x-2x^2=-2\left(x-\frac1a\right)(x+a)$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expression.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$u=2+x-2x^2\to0$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u=2\sin^2\frac u2$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$\frac{16\cdot2\sin^2\frac u2}{a^2\left(\frac1a-x\right)^2}$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expression.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$\frac{\sin\frac u2}{\frac u2}\to1$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 u2\sim\frac u2=-\left(x-\frac1a\right)(x+a)$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$\to\frac{32\left(x+a\right)^2}{a^2}$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$\frac{32\left(\frac1a+a\right)^2}{a^2}$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$\frac1a+a=\frac{\sqrt{17}+1}{4}+\frac{\sqrt{17}-1}{4}=\frac{\sqrt{17}}{2}$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$\left(\frac1a+a\right)^2=\frac{17}{4}$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$\frac1{a^2}=\left(\frac{\sqrt{17}+1}{4}\right)^2=\frac{18+2\sqrt{17}}{16}=\frac{9+\sqrt{17}}{8}$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$32\cdot\frac{17}{4}\cdot\frac{9+\sqrt{17}}{8}=17\left(9+\sqrt{17}\right)=153+17\sqrt{17}$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$\alpha+\beta=170$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170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near the simple root: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$1-\cos u\sim\frac{u^2}{2}$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$u\approx u'\left(\frac1a\right)\left(x-\frac1a\right)$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near the simple root: the limit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$8\,u'(x_0)^2x_0^2$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$x_0=\frac1a$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$u(x)=2+x-2x^2$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$x_0=\frac1a$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$u(x_0)=0$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$u(x)\approx u'(x_0)\left(x-x_0\right)$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u\approx\frac{u^2}{2}\approx\frac{u'(x_0)^2\left(x-x_0\right)^2}{2}$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$(1-ax)^2=a^2\left(x_0-x\right)^2$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$\frac{16\cdot\frac12u'(x_0)^2}{a^2}=8\,u'(x_0)^2\,x_0^2$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$u'(x)=1-4x$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solves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$x_0=\frac{1+\sqrt{17}}{4}$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$u'(x_0)=1-\left(1+\sqrt{17}\right)=-\sqrt{17}$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$u'(x_0)^2=17$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$x_0^2=\frac{18+2\sqrt{17}}{16}=\frac{9+\sqrt{17}}{8}$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$=8\cdot17\cdot\frac{9+\sqrt{17}}{8}=17\left(9+\sqrt{17}\right)$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$\alpha+\beta=153+17=170$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170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sign depends on the root) - the discriminant appears directly; here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Reciprocal of a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(reverse coefficients).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0.78078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expression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223.0928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$u(x_0)=0$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$u'(x_0)\neq0$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x_0}\frac{1-\cos u(x)}{(x-x_0)^2}=\frac{u'(x_0)^2}{2}$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$px^2+qx+r$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$u'(x_0)=2px_0+q=\pm\sqrt{q^2-4pr}$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sign depends on the root) - the discriminant appears directly;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$\sqrt{1+16}=\sqrt{17}$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Reciprocal of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$2x^2-x-2=0$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(reverse coefficients).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$a=0.78078$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$x=\frac1a+10^{-12}$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expression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$223.0928=17(9+\sqrt{17})$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tan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rad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quadratic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$\alpha=\lim_{x\to0^+}\left(\frac{e^{\sqrt{\tan x}}-e^{\sqrt x}}{\sqrt{\tan x}-\sqrt x}\right)$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$\beta=\lim_{x\to0}(1+\sin x)^{\frac12\cot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quadratic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$ax^2+bx-\sqrt e=0$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$12\log_e(a+b)$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36339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Standard limits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form, Relations between the roots and coefficients of a quadratic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36339"/>
                <a:ext cx="10725912" cy="2084831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Standard limits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$\frac{e^u-1}{u}$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-type form, Relations between the roots and coefficients of a quadratic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the two limits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then use sum and product of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Evaluate the two limits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$\beta=\sqrt 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then use sum and product of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$ax^2+bx-\sqrt e=0$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$\alpha=\lim_{x\to0^+}\frac{e^{\sqrt{\tan x}}-e^{\sqrt x}}{\sqrt{\tan x}-\sqrt x}=\lim e^{\sqrt x}\cdot\frac{e^{\sqrt{\tan x}-\sqrt x}-1}{\sqrt{\tan x}-\sqrt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$e^{\sqrt x}\to1$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$v=\sqrt{\tan x}-\sqrt 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$\frac{e^v-1}{v}\to1$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$\beta=\lim(1+\sin x)^{\frac12\cot x}=\lim e^{\frac12\cot x\cdot\ln(1+\sin x)}=\lim e^{\frac12\cos x\cdot\frac{\ln(1+\sin x)}{\sin x}}$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$\frac{\ln(1+\sin x)}{\sin x}\to1$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$\beta=e^{\frac12}=\sqrt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roots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Product of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$ax^2+bx-\sqrt e=0$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$\alpha\beta=-\frac{\sqrt e}{a}$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e=-\frac{\sqrt e}{a}$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$1+\sqrt e=b$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$a+b=-1+1+\sqrt e=\sqrt e=e^{\frac12}$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$12\log_e(a+b)=12\cdot\frac12=6$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Mean value theorem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logarithm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direct substitution of the two roots (no Vieta).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Mean value theorem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logarithm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direct substitution of the two roots (no Vieta).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mean value theorem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rad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ξ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them;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equation: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the mean value theorem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$\left[\sqrt x,\sqrt{\tan x}\right]$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$\frac{e^{\sqrt{\tan x}}-e^{\sqrt x}}{\sqrt{\tan x}-\sqrt x}=e^{\xi}$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$\xi$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them;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$\xi\to0$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$\alpha=e^0=1$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$\ln\beta=\lim\frac{\cot x}{2}\ln(1+\sin x)=\frac12\lim\cos x\cdot\frac{\ln(1+\sin x)}{\sin x}=\frac12$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$\beta=\sqrt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$a+b-\sqrt e=0$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$b=\sqrt e-a$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it: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$x=\sqrt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$ae+b\sqrt e-\sqrt e=0$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$ae+e-a\sqrt e-\sqrt e=0$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$a\sqrt e(\sqrt e-1)=-\sqrt e(\sqrt e-1)$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$b=\sqrt e+1$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$a+b=\sqrt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$12\ln(a+b)=6$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(mean value theorem / derivative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limit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Vieta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roots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product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$\lim\frac{e^{f}-e^{g}}{f-g}=e^{c}$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$f,g\to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(mean value theorem / derivative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$(1+u)^{v}$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$e^{\lim uv}$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$v=\frac12\cot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$uv=\frac12\cos x\to\frac12$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Vieta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$ax^2+bx+c=0$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$=-\frac ba$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 ca$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$c=-\sqrt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$1,\sqrt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product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fixes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(5/5)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2.29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15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24 questions, 96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Limit Sheet JM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2.29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