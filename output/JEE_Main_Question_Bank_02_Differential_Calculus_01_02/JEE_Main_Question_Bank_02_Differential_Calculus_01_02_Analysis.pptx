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Sheet1!$A$2:$A$21</c:f>
              <c:strCache>
                <c:ptCount val="20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2.0</c:v>
                </c:pt>
                <c:pt idx="1">
                  <c:v>1.0</c:v>
                </c:pt>
                <c:pt idx="2">
                  <c:v>2.0</c:v>
                </c:pt>
                <c:pt idx="3">
                  <c:v>2.0</c:v>
                </c:pt>
                <c:pt idx="4">
                  <c:v>2.0</c:v>
                </c:pt>
                <c:pt idx="5">
                  <c:v>2.0</c:v>
                </c:pt>
                <c:pt idx="6">
                  <c:v>1.0</c:v>
                </c:pt>
                <c:pt idx="7">
                  <c:v>1.0</c:v>
                </c:pt>
                <c:pt idx="8">
                  <c:v>2.0</c:v>
                </c:pt>
                <c:pt idx="9">
                  <c:v>3.0</c:v>
                </c:pt>
                <c:pt idx="10">
                  <c:v>1.0</c:v>
                </c:pt>
                <c:pt idx="11">
                  <c:v>2.0</c:v>
                </c:pt>
                <c:pt idx="12">
                  <c:v>3.0</c:v>
                </c:pt>
                <c:pt idx="13">
                  <c:v>2.5</c:v>
                </c:pt>
                <c:pt idx="14">
                  <c:v>1.0</c:v>
                </c:pt>
                <c:pt idx="15">
                  <c:v>1.0</c:v>
                </c:pt>
                <c:pt idx="16">
                  <c:v>3.0</c:v>
                </c:pt>
                <c:pt idx="17">
                  <c:v>3.5</c:v>
                </c:pt>
                <c:pt idx="18">
                  <c:v>2.0</c:v>
                </c:pt>
                <c:pt idx="19">
                  <c:v>2.0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only says 'from graph, number of ND points = 3' with a sketch. No error; the algebra locating the crossing points and the slope comparison at each of the three corners was added so the count is justified.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lists the four branch formulas and a sketch but never computes the range of each branch or the union; the endpoint values, overlap check and union were added. The answer key (C) is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the factor condition as 'a = 1 or x^2 + (a+1)x - a ≠ 0'; the second part is a typo/incorrect statement - the identity must hold for all x, so the quadratic factor cannot vanish identically and a = 1 is forced. The working and the key (A) are otherwise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finds the interval [-7.5,-7) and then asserts 'limit does not exist at -7.5' with no reason, and its final set (-7.5,-6.5) silently drops -6.5 without any check. Added the two end-point checks (left value 8 at -7.5, right value 6 at -6.5) and the point -7. Key (A) is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'3√(25-16x^2)+4√(25-9x^2)=25, x^2=1' with no argument that x^2=1 is the only root. Added the monotonicity argument and spelled out the checks at 0, 1, -1 (needed because taking sine can introduce extra roots). Key (C) is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'a^2+c^2 = ... = 9 + 2√36 ∉ Q' for R1 (2√36 = 12 would be rational - the correct value is 9 + 2√3), and labels the second step of R1 and every step of R2 as 'aR1b/aR1c/bR2b' (should be bR1c, and aR2b, bR2c, aR2c with a R2 b: a^2+b^2 = 9+√3). Corrected the value and the labels; key (C) is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JEE Main Question Bank 02 (Differential Calculus 01_02)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Question bank · detailed solutions (printed Q21–Q40, numbered 1–20 here)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Q20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paper: JEE Advanced default of 4 marks assumed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negative marking assumed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in the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not differentiable at two points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differentiable at all points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not continuous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not differentiable at one point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$f(x)=\begin{cases}-1, &amp; -2\le x&lt;0\\ x^2-1, &amp; 0\le x\le 2\end{cases}$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$g(x)=|f(x)|+f(|x|)$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in 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not differentiable at two points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differentiable at all points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not continuous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not differentiable at one point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Differentiability of piecewise and modulus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piecewise; a kink can only occur where a branch changes, so compare one-sided slopes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piecewise; a kink can only occur where a branch changes, so compare one-sided slopes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$-2\le 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$|f(x)|=1$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$-2\le 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$|f(x)|=1-x^2$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$|f(x)|=x^2-1$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$1\le x\le2$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everywhere.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left derivative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right derivative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$f(|x|)=x^2-1$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$-2\le x\le 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$-2\le 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$g=1+x^2-1=x^2$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$g=(1-x^2)+(x^2-1)=0$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$1\le x\le2$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$g=(x^2-1)+(x^2-1)=2x^2-2$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everywhere.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left derivative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right derivative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left derivative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right derivative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not equal,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only such point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left derivative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right derivative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not equal,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only such point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not differentiable at one point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always,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does the rest.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$|x|\ge0$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$f(|x|)=x^2-1$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always,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$g=|f|+x^2-1$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$|t|+t=2\max(t,0)$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does the rest.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smooth.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$f(|x|)=|x|^2-1=x^2-1$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$|f(x)|=1$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smooth.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$|f(x)|=|x^2-1|$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$g=|x^2-1|+(x^2-1)=2\max(x^2-1,0)$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corner only 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sign with non-zero slope, i.e.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smooth branch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left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right side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smooth. Exactly one point of non-differentiability,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$\max(x^2-1,0)$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corner only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sign with non-zero slope, i.e.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smooth branch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left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right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smooth. Exactly one point of non-differentiability,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not differentiable at one point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use this to simplify sums like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given piecewise: replace the argument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only use the branch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arguments.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piecewise function is differentiable at a join point iff both branches meet in value and in slope; check continuity first, then slopes.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zero function on an interval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smooth there; kinks appear only at the ends of such pieces if slopes differ.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$|t|+t=2t^+=2\max(t,0)$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$|t|-t=2\max(-t,0)$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use this to simplify sums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$|h|+h$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$h(|x|)$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given piecewise: replace the argument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only use the branch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arguments.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piecewise function is differentiable at a join point iff both branches meet in value and in slope; check continuity first, then slopes.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zero function on an interval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smooth there; kinks appear only at the ends of such pieces if slopes differ.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971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composition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neither one-one nor onto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both one-one and onto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onto but not one-one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one-one but not onto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971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 R\to\mathbb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$g:\mathbb R-\{1\}\to\mathbb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$g(x)=\frac{x-\frac12}{x-1}$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composition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$f(g(x))$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neither one-one nor onto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both one-one and onto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onto but not one-one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one-one but not onto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Composition of functions: one-one and onto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066288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never takes the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is one-one.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066288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$f(g(x))=\frac{x}{x-1}=1+\frac1{x-1}$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never takes the value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is one-one.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532376"/>
                <a:ext cx="10725912" cy="214274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domain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defined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values in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532376"/>
                <a:ext cx="10725912" cy="214274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$g(x)=\frac{x-\frac12}{x-1}$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domain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R-\{1\}$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$f(g(x))$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defined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R-\{1\}$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values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$f(g(x))=2\cdot\frac{x-\frac12}{x-1}-1=\frac{2x-1-x+1}{x-1}=\frac{x}{x-1}$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decreasing on each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below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while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above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it is always one-one.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range is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Range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codomain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onto: it is one-one but not onto.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$\frac{x}{x-1}=1+\frac{1}{x-1}$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decreasing on each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below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while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above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it is always one-one.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range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R-\{1\}$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$\frac{x}{x-1}=1$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$\neq$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codomain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$f(g(x))$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onto: it is one-one but not onto.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one-one but not onto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Chase ranges through the two maps: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one-one and misses one value,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misses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that value.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Chase ranges through the two maps: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one-one and misses one value,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$f\circ 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misses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that value.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Mobius map: one-one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range is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never reached).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bijection of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 (composition of one-one maps).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$g(x)=1+\frac{1/2}{x-1}$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Mobius map: one-one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R-\{1\}$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range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R-\{1\}$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never reached).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bijection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 (composition of one-one maps).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a proper subset of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 but not onto.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g=f(\mathbb R-\{1\})=\mathbb R-\{f(1)\}=\mathbb R-\{1\}$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a proper subset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 but not onto.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one-one but not onto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 on its domain and its range omits exactly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horizontal asymptote).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Composition: one-one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one-one is one-one;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𝑟𝑎𝑛𝑔𝑒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𝑟𝑎𝑛𝑔𝑒 𝑜𝑓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onto needs the range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mapped onto the whole codomain.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test of a rational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solve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terms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it fails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missing from the range.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$\frac{ax+b}{cx+d}$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$ad-bc\ne0$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 on its domain and its range omits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horizontal asymptote).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Composition: one-one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one-one is one-one;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$\text{range}(f\circ g)=f(\text{range of }g)$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onto needs the 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mapped onto the whole codomain.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test of a rational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$y=\frac{x}{x-1}$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solve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terms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it fails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missing from the range.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all points at which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five elements   (B) two elements   (C) one element   (D) three elements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$f:(-1,1)\to\mathbb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$f(x)=\max\{-|x|,-\sqrt{1-x^2}\}$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all points at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five elements   (B) two elements   (C) one element   (D) three elements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Differentiability of the maximum of two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maximum of two curves has corners where the curves cross, plus any corner of the active branch;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maximum of two curves has corners where the curves cross, plus any corner of the active branch; 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$x=\pm\frac1{\sqrt2}$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curves meet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smooth.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$f:(-1,1)\to\mathbb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$f(x)=\max\{-|x|,\,-\sqrt{1-x^2}\}$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curves meet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$|x|=\sqrt{1-x^2}$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$|x|&lt;\frac1{\sqrt2}$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$|x|&lt;\sqrt{1-x^2}$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$-|x|&gt;-\sqrt{1-x^2}$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$f(x)=-|x|$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$\frac1{\sqrt2}&lt;|x|&lt;1$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$f(x)=-\sqrt{1-x^2}$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smooth.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graph: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corner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active branch changes: left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right slope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by symmetry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also has slopes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these are corners too.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points of non-differentiability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graph: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corner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active branch changes: left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$-|x|=-x$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right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$\frac{x}{\sqrt{1-x^2}}=+1$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by symmetry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also has slopes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these are corners too.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points of non-differentiability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$K=\{-\frac1{\sqrt2},0,\frac1{\sqrt2}\}$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three elements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non-differentiable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wherever the active branch itself has a corner.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smooth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(its slope blows up only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corners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come only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from crossings.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$\max(u,v)$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non-differentiable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$u'\neq v'$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wherever the active branch itself has a corner.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$\max(u,v)=\frac{u+v+|u-v|}{2}$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$\min(u,v)=\frac{u+v-|u-v|}{2}$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smooth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(its slope blows up only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corners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come only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from crossings.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a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satisfying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8000   (B) 8400   (C) 8100   (D) 8200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a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 N\to\mathbb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satisfying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$f(1)+2f(2)+3f(3)+\dots+xf(x)=x(x+1)f(x)$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$\frac1{f(2022)}+\frac1{f(2028)}$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8000   (B) 8400   (C) 8100   (D) 8200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998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Recurrence relation for a function on natural numbers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Subtract the relation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that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constant.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Subtract the relation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that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$(n+1)f(n+1)=nf(n)$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$nf(n)$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constant.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Replace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 (1) from (2):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(3).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(3):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$f(1)+2f(2)+\dots+nf(n)=n(n+1)f(n)$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Replace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$f(1)+2f(2)+\dots+nf(n)+(n+1)f(n+1)=(n+1)(n+2)f(n+1)$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 (1) from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$(n+1)f(n+1)=(n+1)(n+2)f(n+1)-n(n+1)f(n)$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$n(n+1)f(n)=(n+1)(n+1)f(n+1)$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$(n+1)f(n+1)=nf(n)$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(3).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$n=2,3,4,\dots,n$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(3):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$3f(3)=2f(2)$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$4f(4)=3f(3)$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$(n+1)f(n+1)=nf(n)$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(telescoping):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(4).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(1):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(4):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4056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(telescoping):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$(n+1)f(n+1)=2f(2)$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$f(n+1)=\frac{2f(2)}{n+1}$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(4).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$f(1)+2f(2)=6f(2)$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$1=4f(2)$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(4):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$f(n)=\frac{1}{2n}$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$\frac1{f(2022)}+\frac1{f(2028)}=4044+4056=8100$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8100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Guess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first values, verify it satisfies the equation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note the equation determines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uniquely.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Guess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$f(n)=\frac1{2n}$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first values, verify it satisfies the equation for all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$x\ge2$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note the equation determines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uniquely.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Pattern: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LHS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RHS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 guess satisfies the equation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$1+2f(2)=6f(2)$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$1+\frac12+3f(3)=12f(3)$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$f(3)=\frac16$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Pattern: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$f(n)=\frac1{2n}$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LHS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$=1+\sum_{k=2}^{x}k\cdot\frac1{2k}=1+\frac{x-1}{2}=\frac{x+1}{2}$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RHS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$=x(x+1)\cdot\frac1{2x}=\frac{x+1}{2}$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 guess satisfies the equation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Uniqueness: the equation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fixed by the earlier values;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only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Uniqueness: the equation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$f(x)\,[x(x+1)-x]=f(1)+\dots+(x-1)f(x-1)$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fixed by the earlier values;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$f(n)=\frac1{2n}$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only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$\frac1{f(2022)}+\frac1{f(2028)}=2\cdot2022+2\cdot2028=8100$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8100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relations of the form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subtract consecutive instances;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a sum relation into a recurrence.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first available equation.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which indices the relation is valid for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may not fit the final formula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$S_x=\sum_{k\le x}kf(k)$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relations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$S_x=c(x)f(x)$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subtract consecutive instances;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$S_x-S_{x-1}=xf(x)$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a sum relation into a recurrence.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$(n+1)f(n+1)=nf(n)$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$nf(n)$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$f(n)=\frac{C}{n}$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first available equation.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which indices the relation is valid for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may not fit the final formula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$f(1)=1\ne\frac12$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544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domain of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greatest integer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its range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29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109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89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53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37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37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29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109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89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53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544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domain of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$f(x)=\frac{[x]}{1+x^2}$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greatest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$[2,6)$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its range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$\left(\frac5{26},\frac25\right]-\left\{\frac9{29},\frac{27}{109},\frac{18}{89},\frac9{53}\right\}$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$\left(\frac5{26},\frac25\right]$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$\left(\frac5{37},\frac25\right]$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$\left(\frac5{37},\frac25\right]-\left\{\frac9{29},\frac{27}{109},\frac{18}{89},\frac9{53}\right\}$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Range of a function involving the greatest integer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 each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decreasing, giving four half-open intervals whose union has no gaps.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 each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$[k,k+1)$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$f=\frac{k}{1+x^2}$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decreasing, giving four half-open intervals whose union has no gaps.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013960"/>
                <a:ext cx="10725912" cy="16611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decreasing from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(attained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towards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attained); range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013960"/>
                <a:ext cx="10725912" cy="16611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$f(x)=\frac{2}{1+x^2}$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decreasing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(attained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towards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attained); range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$\left(\frac15,\frac25\right]$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range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range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range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37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26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Numerically: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0.176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0.154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0.235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0.135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0.192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each overlaps the next, so there are no gaps.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Union: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37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largest value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attained, the smallest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$x\in[3,4)$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$f(x)=\frac{3}{1+x^2}$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range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$\left(\frac3{17},\frac3{10}\right]$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$x\in[4,5)$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$f(x)=\frac{4}{1+x^2}$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range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$\left(\frac4{26},\frac4{17}\right]=\left(\frac2{13},\frac4{17}\right]$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$x\in[5,6)$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$f(x)=\frac{5}{1+x^2}$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range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$\left(\frac5{37},\frac5{26}\right]$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Numerically: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$(0.2,0.4]$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$(0.176,0.3]$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$(0.154,0.235]$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$(0.135,0.192]$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each overlaps the next, so there are no gaps.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$\left(\frac5{37},\frac25\right]$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largest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attained, the smallest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$\frac5{37}$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37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$\left(\frac5{37},\frac25\right]$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481328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Find the supremum and infimum, then test one of the 'removed' values in options (A) and (D): if it is attained, the gaps are false.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Maximum: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attained. Every branch value is below this since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Infimum: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attained). So the range lies in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37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options (A),(B) are excluded since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Maximum: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$f=\frac25$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attained. Every branch value is below this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$\frac{k}{1+x^2}\le\frac{k}{1+k^2}\le\frac25$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Infimum: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$x\to6^-$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$f\to\frac5{37}$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attained). So the range lies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$\left(\frac5{37},\frac25\right]$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options (A),(B) are excluded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$\frac5{26}&gt;\frac5{37}$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Test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0.3103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option (D): it lies in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0.2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0.4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branch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so it is attained.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no value is removed: (D) is false and the range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37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$\frac9{29}\approx0.3103$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option (D): it lies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$\left(0.2,0.4\right]$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branch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$\frac{2}{1+x^2}=\frac9{29}$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$x^2=\frac{58}{9}-1=\frac{49}{9}$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$x=\frac73\in[2,3)$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so it is attained.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no value is removed: (D) is false and the range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$\left(\frac5{37},\frac25\right]$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37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$\left(\frac5{37},\frac25\right]$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fixed integer,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function reduces to an ordinary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range is a half-open interval (closed at the left end if the function is decreasing there).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range of such a piecewise function is the union of the branch ranges; check overlaps of consecutive intervals to see whether gaps arise.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Sup/inf check: a sup is attained only if it occurs at a closed (included) endpoint of its piece.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$[k,k+1)$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fixed integer,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function reduces to an ordinary function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range is a half-open interval (closed at the left end if the function is decreasing there).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range of such a piecewise function is the union of the branch ranges; check overlaps of consecutive intervals to see whether gaps arise.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Sup/inf check: a sup is attained only if it occurs at a closed (included) endpoint of its piece.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544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 𝑎𝑛𝑑 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number of elements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only one element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less than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element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less than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element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more than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544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$S=\left\{x\in\mathbb R:0&lt;x&lt;1\text{ and }2\tan^{-1}\left(\frac{1-x}{1+x}\right)=\cos^{-1}\left(\frac{1-x^2}{1+x^2}\right)\right\}$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$n(S)$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number of elements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$n(S)=2$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only one element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less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$n(S)=0$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$n(S)=1$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element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less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$n(S)=1$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element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more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Inverse trigonometric equations (identities for tan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cos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Inverse trigonometric equations (identities for tan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cos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left side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right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$x=\tan\theta$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$\theta\in(0,\frac\pi4)$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left side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$2\left(\frac\pi4-\theta\right)$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right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$\tan^{-1}x=\theta\in\left(0,\frac\pi4\right)$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$0&lt;x&lt;1$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both inside the principal ranges, so the inverse functions cancel.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$\frac{1-x}{1+x}=\frac{1-\tan\theta}{1+\tan\theta}=\tan\left(\frac\pi4-\theta\right)$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$\frac{1-x^2}{1+x^2}=\cos2\theta$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$2\tan^{-1}\left(\tan\left(\frac\pi4-\theta\right)\right)=\cos^{-1}(\cos2\theta)$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$\frac\pi4-\theta\in\left(0,\frac\pi4\right)$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$2\theta\in\left(0,\frac\pi2\right)$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both inside the principal ranges, so the inverse functions cancel.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0.414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it lies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element is less than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$2\left(\frac\pi4-\theta\right)=2\theta$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$4\theta=\frac\pi2$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$x=\tan\frac\pi8=\sqrt2-1\approx0.414&lt;\frac12$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it lies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$n(S)=1$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element is less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the element in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is less than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$n(S)=1$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the element in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is less than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standard identity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compare the two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's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standard identity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$\cos^{-1}\frac{1-x^2}{1+x^2}=2\tan^{-1}x$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compare the two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$\tan^{-1}$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's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$\cos^{-1}\frac{1-x^2}{1+x^2}=2\tan^{-1}x$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$2\tan^{-1}\frac{1-x}{1+x}=2\tan^{-1}x$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$\tan^{-1}\frac{1-x}{1+x}=\tan^{-1}x$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0.414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$\frac{1-x}{1+x}=x$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$x^2+2x-1=0$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$x=-1\pm\sqrt2$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$x=\sqrt2-1\in(0,1)$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$\sqrt2-1\approx0.414&lt;\frac12$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the element in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is less than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$n(S)=1$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the element in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is less than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expansions.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that the angle sits inside the principal range before cancelling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$\cos^{-1}\frac{1-t^2}{1+t^2}=2\tan^{-1}t$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$=-2\tan^{-1}t$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$\frac{1-\tan\theta}{1+\tan\theta}=\tan\left(\frac\pi4-\theta\right)$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$\tan(\frac\pi4\mp\theta)$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expansions.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$\tan\frac\pi8=\sqrt2-1$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$\tan\frac{3\pi}8=\sqrt2+1$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that the angle sits inside the principal range before cancelling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$\tan^{-1}\tan$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$\cos^{-1}\cos$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155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function,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 but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exist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 but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exist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Both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 but are not equal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155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$f(x)=[x]-\left[\frac x4\right]$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function,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$\lim_{x\to4^+}f(x)$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$\lim_{x\to4^-}f(x)$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exist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$\lim_{x\to4^-}f(x)$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$\lim_{x\to4^+}f(x)$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exist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$\lim_{x\to4^-}f(x)$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$\lim_{x\to4^+}f(x)$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 but are not equal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62432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Continuity of functions with the greatest integer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jump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jumps cancel in the difference.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$[x/4]$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jump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jumps cancel in the difference.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 limit: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 limit: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 limit: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x4&lt;1$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 x4\right]=0$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$\lim_{x\to4^-}f(x)=3-0=3$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 limit: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x4&gt;1$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 x4\right]=1$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$\lim_{x\to4^+}f(x)=4-1=3$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LHL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RHL,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$f(4)=[4]-\left[\frac44\right]=4-1=3$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LHL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$=f(4)=$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RHL,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is continuous at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$x=4$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greatest-integer term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jumps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each point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an integer; count the jumps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greatest-integer term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$[kx]$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jumps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each point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an integer; count the jumps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$[x/4]$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jumps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every integer, in particular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jumps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every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 particular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jumps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every integer, in particular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 x4\right]$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jumps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every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 particular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jump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right-continuous,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jumps,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special.)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jump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$f=[x]-\left[\frac x4\right]$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right-continuous,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jumps,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special.)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is continuous at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$x=4$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right-continuous with a jump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each integer;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jumps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jumps can cancel exactly where both terms jump together (at a common point of the two jump sets).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Discontinuities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all integers except multiples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right-continuous with a jump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each integer;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$[kx]$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jumps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 nk$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$f=[ax]-[bx]$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jumps can cancel exactly where both terms jump together (at a common point of the two jump sets).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Discontinuities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$[x]-[x/4]$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all integers except multiples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functions are defined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what is the common domain of the following functions: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functions are defined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$f(x)=\sqrt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$g(x)=\sqrt{1-x}$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what is the common domain of the following functions: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$f+g$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$f-g$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$f/g$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$g/f$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$g-f$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$(f\pm g)(x)=f(x)\pm 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$(f/g)(x)=\frac{f(x)}{g(x)}$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$0&lt;x\le1$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$0&lt;x&lt;1$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x&lt;1$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61968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Domain of sum, difference and quotient of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sum and difference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each quotient additionally needs a non-zero denominator, removing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sum and difference need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$x\in[0,1]$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each quotient additionally needs a non-zero denominator, removing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domain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domain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domain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quotients need a subset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$f(x)=\sqrt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domain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$D_1=[0,\infty)$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$g(x)=\sqrt{1-x}$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domain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$D_2=(-\infty,1]$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$f+g,\ f-g,\ g-f$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domain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$D_1\cap D_2=[0,1]$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quotients need a subset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Common domain of all five: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gf$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fg$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Common domain of all five: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$0&lt;x&lt;1$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𝑑𝑜𝑚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𝑑𝑜𝑚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𝑑𝑜𝑚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𝑑𝑜𝑚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𝑑𝑜𝑚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𝑑𝑜𝑚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common domain of several such combinations is the intersection of all of them: keep every exclusion.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Zeros of the denominator function are excluded even when the numerator also vanishes there (no cancellation in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it is just undefined).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$\text{dom}(f\pm g)=\text{dom}f\cap\text{dom}g$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$\text{dom}\frac fg=\text{dom}f\cap\text{dom}g\cap\{g\ne0\}$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common domain of several such combinations is the intersection of all of them: keep every exclusion.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Zeros of the denominator function are excluded even when the numerator also vanishes there (no cancellation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 x}{\sqrt{1-x}}$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it is just undefined).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4452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suitably chosen real constant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a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Further suppose that for any real number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3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4452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suitably chosen real constant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a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 R-\{-a\}\to\mathbb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$f(x)=\frac{a-x}{a+x}$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Further suppose that for any real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$x\neq-a$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$f(x)\neq-a$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$(f\circ f)(x)=x$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$f\left(-\frac12\right)$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3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65328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Self-inverse function: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65328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Self-inverse function: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f=I$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all admissible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identically,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$f(f(x))=x$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all admissible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$(a-1)\left[x^2+(a+1)x-a\right]=0$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identically,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$f(x)=\frac{a-x}{a+x}$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$f(f(x))=\frac{a-f(x)}{a+f(x)}$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$f(f(x))=\frac{a-\frac{a-x}{a+x}}{a+\frac{a-x}{a+x}}=\frac{a^2+ax-a+x}{a^2+ax+a-x}=\frac{(a+1)x+a^2-a}{(a-1)x+a^2+a}$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$f(f(x))=x$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$(a+1)x+a^2-a=(a-1)x^2+a^2x+ax$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$(a-1)x^2+(a^2+a-a-1)x-a^2+a=0$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$(a-1)x^2+(a-1)(a+1)x-a(a-1)=0$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must hold for all admissible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quadratic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cannot vanish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$(a-1)\left[x^2+(a+1)x-a\right]=0$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must hold for all admissible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quadratic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$x^2+(a+1)x-a$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cannot vanish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$f(x)=\frac{1-x}{1+x}$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$f\left(-\frac12\right)=\frac{1+\frac12}{1-\frac12}=\frac{3/2}{1/2}=3$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Mobius map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an involution iff its matrix has trace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here trace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Mobius map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$x\mapsto\frac{px+q}{rx+s}$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an involution iff its matrix has trace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here trace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$=a-1$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corresponds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Cayley-Hamilton.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scalar (off-diagonal entries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not both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scalar (giving the identity map)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$f(x)=\frac{-x+a}{x+a}$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$M=\begin{pmatrix}-1&amp;a\\1&amp;a\end{pmatrix}$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corresponds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$M^2=(\operatorname{tr}M)M-(\det M)I$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Cayley-Hamilton.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scalar (off-diagonal entries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not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scalar (giving the identity map)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$\operatorname{tr}M=0$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$\operatorname{tr}M=a-1=0$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$f(x)=\frac{1-x}{1+x}$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$f\left(-\frac12\right)=\frac{3/2}{1/2}=3$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identity.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involution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function identity such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equate coefficients of powers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after clearing denominators, since it must hold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$f(x)=\frac{px+q}{rx+s}$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f=\text{id}$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$p+s=0$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$ps-qr\ne0$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identity.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involution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$f(x)=\frac{1-x}{1+x}$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$f(\tan\theta)=\tan\left(\frac\pi4-\theta\right)$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function identity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$f(f(x))=x$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equate coefficients of powers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after clearing denominators, since it must hold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set of all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less than or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set of all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 a}\left([x-5]-[2x+2]\right)=0$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$[\lambda]$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less than or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$(-7.5,-6.5)$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$(-7.5,-6.5]$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$[-7.5,-6.5]$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$[-7.5,-6.5)$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Limit of greatest integer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Reduce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solve it on the two halves of each unit interval, and drop the end points where the one-sided values differ.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Reduce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$[x]-[2x]=7$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near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solve it on the two halves of each unit interval, and drop the end points where the one-sided values differ.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limit of an integer-valued function exists only if the function is constant 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we need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sides).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 a}\left([x-5]-[2x+2]\right)=0$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$[x-5]=[x]-5$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$[2x+2]=[2x]+2$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 a}\left([x]-[2x]\right)=7$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limit of an integer-valued function exists only if the function is constant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$[x]-[2x]=7$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sides).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$a\in\left[n,n+\frac12\right)$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$[x]=n,\ [2x]=2n$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$n-2n=7$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$a\in[-7,-6.5)$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7.5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left side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7.5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does not exist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7.5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6.5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right side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does not exist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6.5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sides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$a\in\left[n+\frac12,n+1\right)$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$[x]=n,\ [2x]=2n+1$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$n-(2n+1)=7$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$-n=8$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$a\in[-7.5,-7)$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$[x]-[2x]=7$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$x\in[-7.5,-6.5)$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$a=-7.5$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left side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$x&lt;-7.5$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$[-8,-7.5)$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$[x]-[2x]=8\ne7$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does not exist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$-7.5$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$a=-6.5$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right side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$x\in[-6.5,-6)$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$-n-1=6\ne7$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does not exist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$-6.5$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sides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$a\in(-7.5,-6.5)$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7.5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6.5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$(-7.5,-6.5)$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Hermite's identity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Hermite's identity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$[2x]=[x]+\left[x+\frac12\right]$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$[x]-[2x]$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$-\left[x+\frac12\right]$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limit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$[2x]=[x]+\left[x+\frac12\right]$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$[x-5]-[2x+2]=[x]-5-[x]-\left[x+\frac12\right]-2=-\left[x+\frac12\right]-7$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 a}\left[x+\frac12\right]=-7$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limit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an integer, and then the limit is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6.5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$\left[x+\frac12\right]$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limit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an integer, and then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$\left[a+\frac12\right]$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$\left[a+\frac12\right]=-7$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$a+\frac12\notin\mathbb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$-7&lt;a+\frac12&lt;-6$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$-7.5&lt;a&lt;-6.5$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7.5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6.5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$(-7.5,-6.5)$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Hermite: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particular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integers inside the bracket can be taken out.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an integer approached from the wrong side; check one-sided limits at breakpoints.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Hermite: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$[x]+\left[x+\frac1n\right]+\dots+\left[x+\frac{n-1}n\right]=[nx]$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particular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$[2x]=[x]+\left[x+\frac12\right]$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$[x+m]=[x]+m$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integers inside the bracket can be taken out.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 a}[g(x)]$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an integer approached from the wrong side; check one-sided limits at breakpoints.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survey shows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persons working in an office like coffee, whereas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like tea.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percentage of them who like both coffee and tea,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cannot be: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38   (B) 63   (C) 36   (D) 54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survey shows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$73\%$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persons working in an office like coffee, whereas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$65\%$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like tea.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percentage of them who like both coffee and tea,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cannot be: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38   (B) 63   (C) 36   (D) 54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Set theory: inclusion-exclusion (bounds on the intersection)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$x=n(C)+n(T)-n(C\cup 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$n(C\cup T)\le100$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$x\ge38$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$x\le\min(73,65)=65$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Maximum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(when the 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completely inside the 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Maximum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$n(C)=73\%$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$n(T)=65\%$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$n(T\cap 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$65\%$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(when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completely inside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$n(T\cup 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$100\%$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%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%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%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Among the options,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cannot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$n(T\cap C)=n(C)+n(T)-n(C\cup T)\ge73\%+65\%-100\%=38\%$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$38\le x\le65$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Among the options,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$38,54,63$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$[38,65]$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$36&lt;38$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cannot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36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Pigeonhole on the complement: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do not like coffee, so at most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tea lovers can be outside coffee.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Pigeonhole on the complement: only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$27\%$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do not like coffee, so at most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$27\%$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tea lovers can be outside coffee.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%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%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people do not like coffee.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most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people can be tea-lovers without liking coffee, so at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%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%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like both.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(tea-lovers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below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cannot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$100\%-73\%=27\%$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people do not like coffee.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most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$27\%$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people can be tea-lovers without liking coffee, so at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$65\%-27\%=38\%$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like both.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$x\le65\%$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(tea-lovers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$65\%$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$38\le x\le65$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below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cannot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36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three sets the lower bound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$\max(0,\,n(A)+n(B)-n(U))\le n(A\cap B)\le\min(n(A),n(B))$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$\max(n(A),n(B))\le n(A\cup B)\le\min(n(U),\,n(A)+n(B))$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three sets the lower bound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$n(A\cap B\cap C)\ge n(A)+n(B)+n(C)-2n(U)$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77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written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even function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odd function.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77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$f(x)=a^x$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$(a&gt;0)$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written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$f(x)=f_1(x)+f_2(x)$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$f_1(x)$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even function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$f_2(x)$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odd function.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$f_1(x+y)+f_1(x-y)$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$2f_1(x)f_1(y)$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$2f_1(x+y)f_1(x-y)$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$2f_1(x+y)f_2(x-y)$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$2f_1(x)f_2(y)$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Even and odd parts of a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even part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expanding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factorises into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even part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$\frac{a^x+a^{-x}}2$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expanding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$f_1(x+y)+f_1(x-y)$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factorises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$\left(a^x+a^{-x}\right)\left(a^y+a^{-y}\right)/2$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$f(x)=a^x=\frac{a^x+a^{-x}}2+\frac{a^x-a^{-x}}2$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$f_1(x)=\frac{a^x+a^{-x}}2$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$f_2(x)=\frac{a^x-a^{-x}}2$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p>
                            </m:sSup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e>
                        </m:d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p>
                            </m:sSup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$f_1(x+y)+f_1(x-y)=\frac{a^{x+y}+a^{-x-y}}2+\frac{a^{x-y}+a^{-x+y}}2$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$=\frac12\left[a^x\left(a^y+a^{-y}\right)+a^{-x}\left(a^y+a^{-y}\right)\right]$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$=\frac{\left(a^x+a^{-x}\right)\left(a^y+a^{-y}\right)}2$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$=2\cdot\frac{a^x+a^{-x}}2\cdot\frac{a^y+a^{-y}}2=2f_1(x)f_1(y)$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$2f_1(x)f_1(y)$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Test the options with the special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Test the options with the special value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$f_1(0)=1$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$f_2(0)=0$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left side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matches. (B)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general (e.g.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and (D)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both wrong. So (A) is the only possible option.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$f_1(0)=\frac{1+1}2=1$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$f_2(0)=0$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left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$f_1(x)+f_1(x)=2f_1(x)$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$2f_1(x)f_1(0)=2f_1(x)$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matches. (B)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$2f_1(x)^2$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$2f_1(x)$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general (e.g.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$a=2,x=1$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$f_1(1)=1.25$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and (D)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$2f_1(x)f_2(x)$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$2f_1(x)f_2(0)=0$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both wrong. So (A) is the only possible option.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$2f_1(x)f_1(y)$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splits uniquely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(even part plus odd part).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hyperbolic analogue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Option-elimination with special values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fast for identity questions.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splits uniquely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$f=\frac{f(x)+f(-x)}2+\frac{f(x)-f(-x)}2$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(even part plus odd part).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$\frac{a^x+a^{-x}}2=\cosh(x\ln 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$\cosh(u+v)+\cosh(u-v)=2\cosh u\cosh 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hyperbolic analogue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$\cos(A+B)+\cos(A-B)=2\cos A\cos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Option-elimination with special values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fast for identity questions.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differentiable function from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   (B) 0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2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differentiable function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$|f(x)-f(y)|\le2|x-y|^{3/2}$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$\int_0^1f^2(x)\,dx$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   (B) 0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2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Differentiability and the derivative as a limit, Definite integral of a constant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Dividing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letting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since the exponent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constant.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Dividing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$|x-y|$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letting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$x\to 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$f'(y)=0$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since the exponent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$\frac32&gt;1$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constant.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right side tends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constant).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$\left|\frac{f(x)-f(y)}{x-y}\right|\le2|x-y|^{3/2-1}=2|x-y|^{1/2}$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right side tends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$|f'(y)|\le0$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$f'(y)=0$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$f(y)=c$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constant).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$\int_0^1f^2(x)\,dx=\int_0^11\,dx=1$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Without derivatives: chop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equal parts and use the bound on each part; the total variation tends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Without derivatives: chop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$[0,x]$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equal parts and use the bound on each part; the total variation tends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split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 parts of length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li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li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d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li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(similarly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split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 parts of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xn$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$|f(x)-f(0)|\le\sum_{k=1}^n\left|f\left(\tfrac{kx}n\right)-f\left(\tfrac{(k-1)x}n\right)\right|\le n\cdot2\left(\tfrac xn\right)^{3/2}=\frac{2x^{3/2}}{\sqrt 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$|f(x)-f(0)|\le0$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$f(x)=f(0)=1$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(similarly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$\int_0^1f^2=\int_0^11\,dx=1$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Holder condition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constant;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only Lipschitz (e.g.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same idea: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also implies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constant - a very common exam setup.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partition argument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pieces each of size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shows why the exponent must exceed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bound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Holder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$|f(x)-f(y)|\le M|x-y|^{\alpha}$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constant;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only Lipschitz (e.g.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same idea: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$|f(x)-f(y)|\le(x-y)^2$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also implies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constant - a very common exam setup.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partition argument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pieces each of size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xn$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shows why the exponent must exceed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bound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$n\left(\frac xn\right)^{\alpha}\to0$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2.5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relation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given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rad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𝑖𝑠 𝑎𝑛 𝑖𝑟𝑟𝑎𝑡𝑖𝑜𝑛𝑎𝑙 𝑛𝑢𝑚𝑏𝑒𝑟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reflexive and symmetric but not transitive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reflexive but neither symmetric nor transitive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an equivalence relation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reflexive and transitive but not symmetric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relation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given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$R=\{(a,b):3a-3b+\sqrt7\text{ is an irrational number}\}$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reflexive and symmetric but not transitive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reflexive but neither symmetric nor transitive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an equivalence relation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reflexive and transitive but not symmetric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2.5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Relations: reflexive, symmetric and transitive properties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2.5(A little easier than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irrational (reflexive); a pair that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breaks symmetry, and a chain whose composite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breaks transitivity.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$3(a-a)+\sqrt7=\sqrt7$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irrational (reflexive); a pair that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$3(b-a)+\sqrt7=0$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breaks symmetry, and a chain whose composite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breaks transitivity.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Reflexive: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irrational,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reflexive.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Reflexive: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$3(a-a)+\sqrt7=\sqrt7$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irrational,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$(a,a)\in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reflexive.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2.5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Symmetric: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irrational,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rational,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symmetric.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Transitive: take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irrational,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irrational,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rational,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transitive.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Symmetric: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$a=\frac{\sqrt7}3,\ 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$3a-3b+\sqrt7=2\sqrt7$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irrational,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$(a,b)\in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$3(b-a)+\sqrt7=-\sqrt7+\sqrt7=0$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rational,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$(b,a)\notin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symmetric.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Transitive: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$(a,b)=\left(\frac{\sqrt7}3,1\right)$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$3\left(\frac{\sqrt7}3-1\right)+\sqrt7=2\sqrt7-3$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irrational,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$(a,b)\in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$(b,c)=\left(1,\frac{2\sqrt7}3\right)$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$3\left(1-\frac{2\sqrt7}3\right)+\sqrt7=3-\sqrt7$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irrational,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$(b,c)\in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$3\left(\frac{\sqrt7}3-\frac{2\sqrt7}3\right)+\sqrt7=0$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rational,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$(a,c)\notin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transitive.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2.5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reflexive but neither symmetric nor transitive.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reflexive but neither symmetric nor transitive.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reflexive but neither symmetric nor transitive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2.5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disprove a property of a relation, one explicit counterexample is enough; to disprove symmetry, find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relation defined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reflexivity tests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symmetry tests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transitivity tests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relation defined by '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is likely to fail symmetry/transitivity because the complement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the 'nice' set.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disprove a property of a relation, one explicit counterexample is enough; to disprove symmetry, find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$(a,b)\in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$(b,a)\notin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relation defined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$d=a-b$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reflexivity tests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symmetry tests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$d\to-d$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transitivity tests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$d_1,d_2\to d_1+d_2$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relation defined by '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$h(a,b)\notin\mathbb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is likely to fail symmetry/transitivity because the complement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$h\in\mathbb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the 'nice' set.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192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192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$f(x)=\log_e\left(\frac{1-x}{1+x}\right)$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$f\left(\frac{2x}{1+x^2}\right)$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$2f(x^2)$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$(f(x))^2$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427984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Logarithmic functions and functional identities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∓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∓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ratio becomes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$1\mp\frac{2x}{1+x^2}=\frac{(1\mp x)^2}{1+x^2}$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ratio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$\left(\frac{1-x}{1+x}\right)^2$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$f\left(\frac{2x}{1+x^2}\right)=\ln\left(\frac{1-\frac{2x}{1+x^2}}{1+\frac{2x}{1+x^2}}\right)$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$=\ln\left(\frac{1+x^2-2x}{1+x^2+2x}\right)$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$=\ln\left(\frac{(1-x)^2}{(1+x)^2}\right)=\ln\left(\frac{1-x}{1+x}\right)^2$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$=2\ln\left(\frac{1-x}{1+x}\right)=2f(x)$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$2f(x)$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tanh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tanh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argument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tanh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$f(x)=-2\tanh^{-1}x$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$x=\tanh 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argument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$\frac{2x}{1+x^2}$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$\tanh2u$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tanh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tanh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tanh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$\ln\frac{1-x}{1+x}=-2\tanh^{-1}x$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$f(x)=-2u$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$x=\tanh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$\tanh2u=\frac{2\tanh u}{1+\tanh^2u}=\frac{2x}{1+x^2}$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$f\left(\frac{2x}{1+x^2}\right)=f(\tanh2u)=-2(2u)=-4u=2(-2u)=2f(x)$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$2f(x)$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tanh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tanh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tangent-double-angle shape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tanh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one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tanh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recognising it gives the identity at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(addition formula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tanh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$\tanh^{-1}x=\frac12\ln\frac{1+x}{1-x}$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$\ln\frac{1-x}{1+x}=-2\tanh^{-1}x$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$\frac{2x}{1+x^2}$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tangent-double-angle shape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$\frac{2t}{1-t^2}$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$\frac{2t}{1+t^2}$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recognising it gives the identity at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$f\left(\frac{x+y}{1+xy}\right)=f(x)+f(y)$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$f(x)=\ln\frac{1-x}{1+x}$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(addition formula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each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greatest integer less than or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each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greatest integer less than or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$\lim_{x\to0^-}\frac{x([x]+|x|)\sin[x]}{|x|}$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$-\sin1$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Limit involving the greatest integer and modulus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everything reduces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times a limit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$x\to0^-$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$[x]=-1$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$|x|=-x$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everything reduces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$\sin(-1)$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times a limit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$-(-1+h)$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small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Cancel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limit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small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$[x]=[-h]=-1$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$|x|=h$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$x([x]+|x|)=(-h)(-1+h)$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$\sin[x]=\sin(-1)$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$\frac{(-h)(-1+h)\sin(-1)}{h}$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Cancel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$(-1)(-1+h)\sin(-1)=(-1+h)\sin1$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$-\sin1$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$-\sin1$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Near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near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Always 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left limits and replace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 common sign factor in such limits.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Because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evaluated at a fixed integer, it is just a constant factor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$0^-$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Always 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left limits and replace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$\frac{x}{|x|}=-1$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 common sign factor in such limits.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evaluated at a fixed integer, it is just a constant factor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$\sin(-1)=-\sin1$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that the inverse trigonometric functions take principal values only, the number of real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which satisfy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0   (B) 1   (C) 3   (D) 2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that the inverse trigonometric functions take principal values only, the number of real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which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$\sin^{-1}\left(\frac{3x}5\right)+\sin^{-1}\left(\frac{4x}5\right)=\sin^{-1}x$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0   (B) 1   (C) 3   (D) 2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171695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Inverse trigonometric equations (sum of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171695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Inverse trigonometric equations (sum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sine of both sides, reduce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note the left side is decreasing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verify each root, since taking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may add roots.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sine of both sides, reduce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$3\sqrt{25-16x^2}+4\sqrt{25-9x^2}=25$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note the left side is decreasing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verify each root, since taking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may add roots.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(needs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sine of both sides: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root; otherwise divide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multiply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$\sin^{-1}\frac{3x}5+\sin^{-1}\frac{4x}5=\sin^{-1}x$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sine of both sides: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$\sin\left(\sin^{-1}\frac{3x}5+\sin^{-1}\frac{4x}5\right)=x$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$\frac{3x}5\sqrt{1-\left(\frac{4x}5\right)^2}+\frac{4x}5\sqrt{1-\left(\frac{3x}5\right)^2}=x$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root; otherwise 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$3\sqrt{\frac{25-16x^2}{25}}+4\sqrt{\frac{25-9x^2}{25}}=5$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$3\sqrt{25-16x^2}+4\sqrt{25-9x^2}=25$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holds. The left side strictly decreases 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only solution,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Cross-check: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both sides change sign, so it also holds.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solutions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three values.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$3\cdot3+4\cdot4=25$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holds. The left side strictly decreases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only solution,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Cross-check: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$0+0=0$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$\sin^{-1}\frac35+\sin^{-1}\frac45=\frac\pi2=\sin^{-1}1$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both sides change sign, so it also holds.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solutions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$x=0,\ 1,\ 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three values.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$A=\sin^{-1}\frac{3x}5,\ B=\sin^{-1}\frac{4x}5$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$\sin^2A+\sin^2B=x^2$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$\sin^2(A+B)=x^2$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 A\sin B=0$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$\cos(A+B)=0$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3-4-5 triple).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etc.: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$\sin^2A+\sin^2B=\frac{9x^2+16x^2}{25}=x^2$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3-4-5 triple).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$A+B=\sin^{-1}x$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$\sin^2(A+B)=x^2=\sin^2A+\sin^2B$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$\sin^2A\cos^2B+\cos^2A\sin^2B+2\sin A\sin B\cos A\cos B=\sin^2A+\sin^2B$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$1-\cos^2B=\sin^2B$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etc.: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 A\sin B\cos A\cos B=2\sin^2A\sin^2B$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A\sin B\,(\cos A\cos B-\sin A\sin B)=0$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sign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three real values.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A\sin 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$\cos(A+B)=0$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$\cos(A+B)=0$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$A+B=\pm\frac\pi2$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$\sin^{-1}x=\pm\frac\pi2$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$\sin^{-1}\frac35+\sin^{-1}\frac45=\frac\pi2$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$0,1,-1$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three real values.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Equations of the form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take sine, but verify the roots because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one-one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range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useful for sums with a Pythagorean pair.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domain restrictions come from every inverse trigonometric term; list them first.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Equations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$\sin^{-1}u+\sin^{-1}v=\sin^{-1}w$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take sine, but verify the roots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one-one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range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$\left[-\frac\pi2,\frac\pi2\right]$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$\sin^{-1}p+\sin^{-1}q=\frac\pi2$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$p^2+q^2=1$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$\frac35,\frac45$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$\sin^2A+\sin^2B=\sin^2(A+B)$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A\sin 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$\cos(A+B)=0$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useful for sums with a Pythagorean pair.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domain restrictions come from every inverse trigonometric term; list them first.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3.5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77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relations defined as follows: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e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Q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e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Q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set of all rational numbers.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both transitive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transitive but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transitive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Neither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transitive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transitive but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transitive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77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relations defined as follows: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$R_1=\{(a,b)\in\mathbb R^2:a^2+b^2\in\mathbb Q\}$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$R_2=\{(a,b)\in\mathbb R^2:a^2+b^2\notin\mathbb Q\}$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set of all rational numbers.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both transitive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transitive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transitive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Neither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transitive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transitive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transitive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886452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Transitivity of relations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3.5(Average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3.5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each relation choose irrational squares like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of the required kind but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not.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each relation choose irrational squares like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$5\pm\sqrt3$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$a^2+b^2$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$b^2+c^2$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of the required kind but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$a^2+c^2$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not.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transitive.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$a=\sqrt{5+\sqrt3},\ b=\sqrt{5-\sqrt3},\ c=\sqrt{4+\sqrt3}$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$aR_1b$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$a^2+b^2=(5+\sqrt3)+(5-\sqrt3)=10\in\mathbb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$bR_1c$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$b^2+c^2=(5-\sqrt3)+(4+\sqrt3)=9\in\mathbb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$a^2+c^2=(5+\sqrt3)+(4+\sqrt3)=9+2\sqrt3\notin\mathbb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$(a,c)\notin 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transitive.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$a=\sqrt{5+\sqrt3},\ b=2,\ c=\sqrt{5-\sqrt3}$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3.5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transitive.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Neither relation is transitive: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$aR_2b$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$a^2+b^2=(5+\sqrt3)+4=9+\sqrt3\notin\mathbb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$bR_2c$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$b^2+c^2=4+(5-\sqrt3)=9-\sqrt3\notin\mathbb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$a^2+c^2=(5+\sqrt3)+(5-\sqrt3)=10\in\mathbb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$(a,c)\notin 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transitive.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Neither relation is transitive: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Neither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nor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is transitive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Neither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$R_1$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nor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$R_2$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is transitive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3.5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symmetric; a symmetric relation that is transitive must be reflexive at every point that is related to something - so find a point where reflexivity fails.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symmetric; a symmetric relation that is transitive must be reflexive at every point that is related to something - so find a point where reflexivity fails.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relations are symmetric because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symmetric relation is transitive,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implies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relations are symmetric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$a^2+b^2=b^2+a^2$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symmetric relation is transitive,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$(a,b)\in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implies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$(b,a)\in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$(a,a)\in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$a=2^{1/4}$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$b=\sqrt{2-\sqrt2}$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$a^2+b^2=2\in\mathbb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$(a,b),(b,a)\in 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3.5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Transitivity would give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transitive.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Transitivity would give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transitive. Hence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Transitivity would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$(a,a)\in 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$a^2+a^2=2\sqrt2\notin\mathbb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transitive.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$b=2^{1/4}$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$a^2+b^2=1+\sqrt2\notin\mathbb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$(a,b),(b,a)\in 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Transitivity would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$(1,1)\in 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$1+1=2\in\mathbb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transitive. Hence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Neither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nor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is transitive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Neither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$R_1$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nor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$R_2$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is transitive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3.5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symmetric relation that is transitive and has every element related to something is automatically reflexive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So 'symmetric but not reflexive'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not transitive when some element is related to another.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Irrational building blocks: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sum to a rational,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add to an irrational; use conjugate pairs to control rationality.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relations on irrational/rational structure, do not forget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closed under addition: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Q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Q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symmetric relation that is transitive and has every element related to something is automatically reflexive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$aRb,bRa\Rightarrow aRa$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So 'symmetric but not reflexive'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$\Rightarrow$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not transitive when some element is related to another.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Irrational building blocks: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$5\pm\sqrt3$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sum to a rational,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$5+\sqrt3$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add to an irrational; use conjugate pairs to control rationality.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relations on irrational/rational structure, do not forget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closed under addition: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 Q,\ y\notin\mathbb Q\Rightarrow x+y\notin\mathbb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$0&lt;a,b&lt;1$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$\tan^{-1}a+\tan^{-1}b=\frac\pi4$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$(a+b)-\left(\frac{a^2+b^2}2\right)+\left(\frac{a^3+b^3}3\right)-\left(\frac{a^4+b^4}4\right)+\dots$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$\log_e\left(\frac e2\right)$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391151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Inverse trigonometric functions (sum of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Logarithmic series expansion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391151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Inverse trigonometric functions (sum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Logarithmic series expansion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series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$\tan^{-1}a+\tan^{-1}b=\frac\pi4\iff a+b+ab=1$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series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$\ln(1+a)+\ln(1+b)=\ln\left[(1+a)(1+b)\right]$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 the series: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$\tan^{-1}a+\tan^{-1}b=\frac\pi4\Rightarrow\tan^{-1}a=\frac\pi4-\tan^{-1}b$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$a=\tan\left(\frac\pi4-\tan^{-1}b\right)=\frac{1-b}{1+b}$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$a+ab=1-b$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$a+b+ab=1$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 the series: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$\left(a-\frac{a^2}2+\frac{a^3}3-\frac{a^4}4+\dots\right)+\left(b-\frac{b^2}2+\frac{b^3}3-\frac{b^4}4+\dots\right)$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(i):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$|t|&lt;1$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$t-\frac{t^2}2+\frac{t^3}3-\dots=\ln(1+t)$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$\ln(1+a)+\ln(1+b)$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$=\ln\left[(1+a)(1+b)\right]=\ln(1+a+b+ab)$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(i):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$=\ln(1+1)=\ln2$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$\log_e2$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answer is the same for every admissible pair, so take the symmetric pair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answer is the same for every admissible pair, so take the symmetric pair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$a=b=\tan\frac\pi8=\sqrt2-1$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series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does not depend on the pair (by the general solution), so the answer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$a=b=\tan\frac\pi8=\sqrt2-1$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$\tan^{-1}a+\tan^{-1}b=\frac\pi4$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$0&lt;a&lt;1$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series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$2\left(a-\frac{a^2}2+\frac{a^3}3-\dots\right)=2\ln(1+a)$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$1+a=\sqrt2$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$2\ln\sqrt2=\ln2$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does not depend on the pair (by the general solution), so the answer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$\log_e2$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classical product identity.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series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Questions that say 'then the value of ... is' can be solved with a convenient special case when the result is constant.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$\tan^{-1}a+\tan^{-1}b=\frac\pi4$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$0&lt;a,b&lt;1$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 a+b+ab=1\iff(1+a)(1+b)=2$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$A+B=45^\circ\Rightarrow(1+\tan A)(1+\tan B)=2$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classical product identity.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$\ln(1+t)=t-\frac{t^2}2+\frac{t^3}3-\dots$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$-1&lt;t\le1$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series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$\sum(-1)^{n+1}\frac{a^n+b^n}n$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$\ln[(1+a)(1+b)]$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Questions that say 'then the value of ... is' can be solved with a convenient special case when the result is constant.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set of all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which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$f(x)=15-|x-10|$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set of all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which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$g(x)=f(f(x))$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$\{10,15\}$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$\{5,10,15,20\}$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$\{5,10,15\}$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Differentiability of composite functions with modulus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corners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$f(f(x))=15-\left||x-10|-5\right|$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corners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$|x-10|=0$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$|x-10|=5$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Non-differentiable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(inner modulus) and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(outer modulus).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$f(x)=15-|10-x|$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$f(f(x))=15-|f(x)-10|=15-\left|5-|10-x|\right|=15-\left||10-x|-5\right|$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Non-differentiable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$10-x=0$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(inner modulus) and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$|10-x|=5$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(outer modulus).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(Check: 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slopes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slope changes sign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$10-x=0\Rightarrow x=10$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$|x-10|=5\Rightarrow x=15$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(Check: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$g=10+|x-10|$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slopes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$\mp1$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slope changes sign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$\mp1$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$\{5,10,15\}$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$\{5,10,15\}$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corners are at the zeros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plus corners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itself (unless cancelled).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compositions of piecewise-linear 'tent' maps, count kinks as: kinks of the inner map, plus preimages of the kinks of the outer map.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tent with peak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second iterate has kinks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at the two points mapped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$h(x)=|u(x)|$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corners are at the zeros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$u'\neq0$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plus corners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itself (unless cancelled).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compositions of piecewise-linear 'tent' maps, count kinks as: kinks of the inner map, plus preimages of the kinks of the outer map.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$15-|x-10|$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tent with peak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$(10,15)$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second iterate has kinks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at the two points mapped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$x=5,15$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2.5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little easier than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3.5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1.95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6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10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4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20 questions, 80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JEE Main Question Bank 02 (Differential Calculus 01_02) Question bank · detailed solutions (printed Q21–Q40, numbered 1–20 here)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1.95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