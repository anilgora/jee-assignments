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CC4125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Sheet1!$A$2:$A$34</c:f>
              <c:strCache>
                <c:ptCount val="3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2.5</c:v>
                </c:pt>
                <c:pt idx="4">
                  <c:v>3.0</c:v>
                </c:pt>
                <c:pt idx="5">
                  <c:v>2.5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4.0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2.0</c:v>
                </c:pt>
                <c:pt idx="20">
                  <c:v>2.0</c:v>
                </c:pt>
                <c:pt idx="21">
                  <c:v>2.5</c:v>
                </c:pt>
                <c:pt idx="22">
                  <c:v>3.0</c:v>
                </c:pt>
                <c:pt idx="23">
                  <c:v>3.0</c:v>
                </c:pt>
                <c:pt idx="24">
                  <c:v>2.0</c:v>
                </c:pt>
                <c:pt idx="25">
                  <c:v>3.0</c:v>
                </c:pt>
                <c:pt idx="26">
                  <c:v>5.0</c:v>
                </c:pt>
                <c:pt idx="27">
                  <c:v>4.0</c:v>
                </c:pt>
                <c:pt idx="28">
                  <c:v>2.0</c:v>
                </c:pt>
                <c:pt idx="29">
                  <c:v>4.0</c:v>
                </c:pt>
                <c:pt idx="30">
                  <c:v>4.0</c:v>
                </c:pt>
                <c:pt idx="31">
                  <c:v>1.0</c:v>
                </c:pt>
                <c:pt idx="32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works out only options (C) and (D). Options (A) and (B) were not examined; they are added (A: $Y^3Z^4-Z^4Y^3$ is symmetric; B: $X^{44}+Y^{44}$ is symmetric), with a counterexample showing neither is skew in general. Answer (C, 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Cofactor typo: the PDF writes $(P^{-1})_{23}=-(3\alpha+24)/(12\alpha+20)$; the cofactor is $C_{32}=-(3\alpha+4)$. With 24 the equation would not give $\alpha=-1$; with 4 it does. The PDF also did not state verdicts for (A) and (B), and (D) was left as $2^9$ without saying it contradicts $2^{13}$; all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after the statement $|A^2|=|A|^2\ge0$ and says only 'Now check option'. It never checks the options and never shows that (C) is a square (needs an explicit root). Steps for all four options were added. Answer (B, 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writes $\Delta=0\Rightarrow\alpha=\pm1$ and then states, without any working, that $\alpha=1$ gives no solution and $\alpha=-1$ infinitely many. The expansion $\Delta=(1-\alpha^2)^2$ and the substitution of both values into the equations were added. Answer $1$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PDF: (1) it says 'option (D) ... option (B) is correct' where it means (D); (2) for option (B) it obtains the condition $-b_1-b_2+3b_3=0$ (from a mis-copied determinant); the correct condition is $b_1+b_2+3b_3=0$ (left null vector $(1,1,3)$ of the coefficient matrix). The conclusion (B incorrect) is unchanged. Answer (A, 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Typo: the PDF writes the second determinant as $40-x^2$ (and so $40-x^2+8$); it is $40-4x^2$ (then $+8$ gives $48-4x^2$). Option (D) is dismissed in the PDF with 'PQ = QP not possible' and no reason; the $(1,2)$ entry of $PQ-QP$ equal to $2$ is added. Answer (B, 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straight from the determinant to the polynomial $n(n+1)2^{n-2}\dots$ without evaluating any of the four sums or expanding the determinant, and does not say why $\sum\binom nk/(k+1)=(2^{n+1}-1)/(n+1)$. These steps were added. Answer $6.2$ unchanged (checked: $n=4$ is the only positive integer root).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does not address option (A) at all (needs a counterexample $M\neq I$) and quotes $\operatorname{adj}(\operatorname{adj}M)=|M|M$ without justification. Both added. Answer (B, C, 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Sign slip in the PDF's working for (D): it expands $(I-FE)(I-FGE)$ as $I-FGE-FE-FEFGE$ (last term with the wrong sign) and then writes $+F(G-I)E$; the expansion has $+FE\,FGE$, which is what gives $I-2FE$. The final result $I-2FE$ and the verdict (D false) are right; the working above has the sign fixed and a counterexample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gaps in the PDF: (1) for (R) it says '$|M|=0$, so the system has infinite solutions'; $|M|=0$ alone does not give solutions (the system could be inconsistent). Consistency was added (explicit one-parameter family). (2) For (P), (Q), (S) it takes for granted that a zero-sum row is a permutation of $(1,\alpha,\beta)$; the short argument (rational and $\sqrt5$ parts) was added.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Reasoning gap for (A): the PDF says that a repeated eigenvalue $\lambda=1$ with algebraic multiplicity $2$ gives, 'by definition of similarity', $N^{-1}MN=\begin{pmatrix}1&amp;1\\0&amp;1\end{pmatrix}$. A repeated eigenvalue alone does not give this ($M=I$ has it too but is not similar to the Jordan block). What is needed is $M\neq I$ together with $(M-I)^2=O$; an explicit $N$ was added. The PDF's signs were also lost in the text layer ($b=-351$, $d=-325$, $q=-26$, $s=-25$); they are restored from $M^k=\begin{pmatrix}1+k&amp;-k\\k&amp;1-k\end{pmatrix}$. Answer (A, C, 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Matrices (JA)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J-A (Matrices, JEE Advanced previous years)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2012–2013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$Q=[b_{ij}]$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$b_{ij}=2^{i+j}a_{ij}$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i,j\le3$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(taking out row and column factors)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$|Q|=2^{(1+2+3)+(1+2+3)}|P|$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new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$b_{ij}=2^{i+j}a_{ij}$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$|Q|=\begin{vmatrix}2^2a_{11}&amp;2^3a_{12}&amp;2^4a_{13}\\2^3a_{21}&amp;2^4a_{22}&amp;2^5a_{23}\\2^4a_{31}&amp;2^5a_{32}&amp;2^6a_{33}\end{vmatrix}$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$2^2,\,2^3,\,2^4$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$R_1,R_2,R_3$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$|Q|=2^2\cdot2^3\cdot2^4\begin{vmatrix}a_{11}&amp;2a_{12}&amp;2^2a_{13}\\a_{21}&amp;2a_{22}&amp;2^2a_{23}\\a_{31}&amp;2a_{32}&amp;2^2a_{33}\end{vmatrix}$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$1,\,2,\,2^2$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new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$2\cdot2^2\,|P|=2^3|P|$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$|Q|=2^2\cdot2^3\cdot2^4\cdot|P|\cdot2^3=2^{12}\,|P|$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$|Q|=2^{12}\cdot2=2^{13}$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$Q=DPD$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$D=\operatorname{diag}(2,4,8)$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$|XYZ|=|X||Y||Z|$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$(DPD)_{ij}=d_i\,a_{ij}\,d_j$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$d_i=2^i$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$b_{ij}=2^i a_{ij}2^j$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$Q=DPD$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$D=\begin{pmatrix}2&amp;0&amp;0\\0&amp;4&amp;0\\0&amp;0&amp;8\end{pmatrix}$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$|D|=2\cdot4\cdot8=2^6$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$|Q|=|D|\,|P|\,|D|=2^6\cdot2\cdot2^6=2^{13}$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the determinant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diagonal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scales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such a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the determinant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r_i\prod 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$b_{ij}=r_ic_ja_{ij}$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$|B|=\prod r_i\prod c_j\,|A|$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$b_{ij}=\lambda^{i+j}a_{ij}$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$|B|=\lambda^{n(n+1)}|A|$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$b_{11}=4a_{11}=2^2a_{11}$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$D_1AD_2$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scales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$d^{(1)}_i$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$d^{(2)}_j$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$b_{ij}=r_ic_ja_{ij}$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such a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matrix, then there exists a column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$P^T=2P+I$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matrix, then there exists a column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$X=\begin{pmatrix}x\\y\\z\end{pmatrix}\neq\begin{pmatrix}0\\0\\0\end{pmatrix}$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$PX=\begin{pmatrix}0\\0\\0\end{pmatrix}$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$PX=-X$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Transpose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the relation gives a second equation; eliminating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the relation gives a second equation;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the transpose of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column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$P^T=2P+I$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the transpose of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$P=2P^T+I$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$P^T=2P+I$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$P=2(2P+I)+I$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$P=4P+3I$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$3P=-3I$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$P^T=-I=2(-I)+I$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$PX=-IX=-X$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column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$PX=-X$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its symmetric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skew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compare the two parts of the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its symmetric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skew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$P=S+K$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compare the two parts of the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symmetric parts must match: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skew parts must match: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$P=S+K$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$S^T=S$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$K^T=-K$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$P^T=S-K$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$P^T=2P+I$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$S-K=2S+2K+I$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symmetric parts must match: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$S=2S+I$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skew parts must match: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$PX=-X$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transposing twice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square matrix is uniquely the sum of a symmetric and a skew-symmetric matrix,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linear relation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solved part by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taking trace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such a relation is only consistent in that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$P^T=aP+bI$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transposing twice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$(1-a^2)P=b(1+a)I$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$P=\dfrac{b}{1-a}\,I$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square matrix is uniquely the sum of a symmetric and a skew-symmetric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$A=\tfrac{A+A^T}{2}+\tfrac{A-A^T}{2}$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linear relation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solved part by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$P^T=P+bI$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taking trace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such a relation is only consistent in that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adjoint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value(s) of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(are):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adjoint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$\begin{pmatrix}1&amp;4&amp;4\\2&amp;1&amp;7\\1&amp;1&amp;3\end{pmatrix}$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possible value(s) of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(are):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square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$|\operatorname{adj}P|=|P|^{n-1}$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$|P|^2=|\operatorname{adj}P|$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$|P|=\pm$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square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possible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Options (A) and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(Both occur: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adjoint but determinants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$|\operatorname{adj}P|=\begin{vmatrix}1&amp;4&amp;4\\2&amp;1&amp;7\\1&amp;1&amp;3\end{vmatrix}=1(3-7)-4(6-7)+4(2-1)=-4+4+4=4$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$|\operatorname{adj}P|=|P|^{2}$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Options (A) and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(Both occur: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$\operatorname{adj}(-P)=(-1)^2\operatorname{adj}P=\operatorname{adj}P$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adjoint but determinants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Construct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Construct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$A=\operatorname{adj}P$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$P=|P|A^{-1}$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given matrix;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(computed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given matrix;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(computed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$AP=|P|I$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$P=|P|A^{-1}$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$\operatorname{adj}(2A^{-1})=2^2\operatorname{adj}(A^{-1})=4\cdot\dfrac{A}{|A|}=A$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$|P|=\dfrac{2^3}{|A|}=2$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attained; options (A) and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$P=-2A^{-1}$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$\operatorname{adj}P=(-2)^2\dfrac{A}{|A|}=A$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$|P|=\dfrac{(-2)^3}{4}=-2$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attained; options (A) and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order,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adjoint, so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fixed up to sign by its adjoint.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 (odd power).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$A\,\operatorname{adj}A=|A|I$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$\operatorname{adj}(kA)=k^{n-1}\operatorname{adj}A$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order,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adjoint, so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fixed up to sign by its adjoint.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 (odd power).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statement(s) is (are)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or skew-symmetric, according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or skew-symmetric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for all symmetric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for all symmetric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invertible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statement(s) is (are)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$N^TMN$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or skew-symmetric, according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or skew-symmetric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$MN-NM$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for all symmetric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for all symmetric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$(\operatorname{adj}M)(\operatorname{adj}N)=\operatorname{adj}(MN)$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invertible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matrices; adjoint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Transpose and adjoint both reverse a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Transpose and adjoint both reverse a product: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$(MN)^T=N^TM^T$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$\operatorname{adj}(MN)=\operatorname{adj}N\,\operatorname{adj}M$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this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(skew). Statement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$(N^TMN)^T=N^TM^T(N^T)^T=N^TM^TN$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$N^TMN$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$-N^TMN$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(skew). Statement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skew-symmetric. Statement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 for all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standard result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 Statement (D)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statements that are NOT correct are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$(MN-NM)^T=(MN)^T-(NM)^T=NM-MN=-(MN-NM)$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skew-symmetric. Statement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$(MN)^T=N^TM^T=NM\neq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 for all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standard result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$\operatorname{adj}(MN)=(\operatorname{adj}N)(\operatorname{adj}M)$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$(\operatorname{adj}M)(\operatorname{adj}N)$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 Statement (D)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statements that are NOT correct are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Disprove (C) and (D) with explicit matrices, and view (A) as congruence: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Disprove (C) and (D) with explicit matrices, and view (A) as congruence: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$x^T(N^TMN)x=(Nx)^TM(Nx)$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(B) are proved as in the main solution, or for (A) through the quadratic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symmetric/skew is preserved.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symmetric).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(B) are proved as in the main solution, or for (A) through the quadratic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$x^T(N^TMN)x=(Nx)^TM(Nx)$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symmetric/skew is preserved.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$M=\begin{pmatrix}0&amp;1&amp;0\\1&amp;0&amp;0\\0&amp;0&amp;0\end{pmatrix}$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$N=\begin{pmatrix}1&amp;0&amp;0\\0&amp;0&amp;0\\0&amp;0&amp;0\end{pmatrix}$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symmetric).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$MN=\begin{pmatrix}0&amp;0&amp;0\\1&amp;0&amp;0\\0&amp;0&amp;0\end{pmatrix}$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invertible).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and (D) fail.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$M=\begin{pmatrix}1&amp;1&amp;0\\0&amp;1&amp;0\\0&amp;0&amp;1\end{pmatrix}$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$N=\begin{pmatrix}1&amp;0&amp;0\\1&amp;1&amp;0\\0&amp;0&amp;1\end{pmatrix}$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invertible).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$\operatorname{adj}M\operatorname{adj}N=\begin{pmatrix}2&amp;-1&amp;0\\-1&amp;1&amp;0\\0&amp;0&amp;1\end{pmatrix}$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$\operatorname{adj}(MN)=\begin{pmatrix}1&amp;-1&amp;0\\-1&amp;2&amp;0\\0&amp;0&amp;1\end{pmatrix}$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and (D) fail.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reverse the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commutator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skew; the anticommutator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(congruence) preserves symmetry and skew-symmetry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$(AB)^T=B^TA^T$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$(AB)^{-1}=B^{-1}A^{-1}$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$\operatorname{adj}(AB)=\operatorname{adj}B\,\operatorname{adj}A$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reverse the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MN=NM$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commutator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$MN-NM$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skew; the anticommutator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$MN+NM$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$N^TMN$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(congruence) preserves symmetry and skew-symmetry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Advanced 2014–2016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determinant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zero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determinant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zero matrix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zero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$M^2=N^4$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$(M^2+MN^2)$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$(M^2+MN^2)U$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zero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$(M^2+MN^2)\ge1$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$(M^2+MN^2)U$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zero matrix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zero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Singular matrices and non-trivial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Singular matrices and non-trivial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singular.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$(M-N^2)(M+N^2)=O$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$M-N^2\neq 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singular.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both factors are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$(M-N^2)(M+N^2)=M^2-N^4=O$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$(M-N^2)(M+N^2)=O$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both factors are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$|M+N^2|=0$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solutions: 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non-zero.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$|M^2+MN^2|=|M|\,|M+N^2|=0$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$A=M^2+MN^2$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solutions: 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non-zero.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non-zero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itself a null vector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hands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non-zero column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$M-N^2$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itself a null vector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hands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 of the zero product).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null vector: it is singular,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$(M+N^2)(M-N^2)=M^2-N^4=O$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$(M+N^2)w=0$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 of the zero product).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null vector: it is singular,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$|M+N^2|=0$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true);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 and (D) are false. Same answer. (Example: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$A=M^2+MN^2=M(M+N^2)$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$Aw=M(M+N^2)w=0$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$U=\begin{pmatrix}w&amp;w&amp;w\end{pmatrix}\neq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true);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$|A|=|M||M+N^2|=0$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 and (D) are false. Same answer. (Example: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$N=\operatorname{diag}(1,2,3)$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an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could be cancelled to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repeat a null vector as every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 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an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could be cancelled to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AX=O$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repeat a null vector as every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$A^2-B^2=(A-B)(A+B)$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with integer entries.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first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second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second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first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diagonal matrix with nonzero entries in the main diagonal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product of entries in the main diagonal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 square of an integer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with integer entries.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first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second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second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first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diagonal matrix with nonzero entries in the main diagonal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product of entries in the main diagonal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 square of an integer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matrices; invertibility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2.5(A little easier than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matrices; invertibility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2.5(A little easier than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invertible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non-square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never equal the square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$M=\begin{pmatrix}a&amp;b\\b&amp;c\end{pmatrix}$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invertible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$ac\neq 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non-square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never equal the 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first column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row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'Transpose of the second row' means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$M=\begin{pmatrix}a&amp;b\\b&amp;c\end{pmatrix}$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$|M|=ac-b^2$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first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$\begin{pmatrix}a\\b\end{pmatrix}$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'Transpose of the second row'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$\begin{pmatrix}a\\b\end{pmatrix}=\begin{pmatrix}b\\c\end{pmatrix}$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does not guarantee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second row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first column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 square of an integer,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an integer),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$M=\begin{pmatrix}a&amp;a\\a&amp;a\end{pmatrix}$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does not guarantee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second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the first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$\begin{pmatrix}a\\b\end{pmatrix}$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$M=\begin{pmatrix}a&amp;0\\0&amp;c\end{pmatrix}$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$|M|=ac\neq0$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 square of an integer,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$ac\neq 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an integer),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(A) and (B) are one and the same statement, so one test case kills both; (D) is proved by contrapositive.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 first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its second row' and 'the second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its first column' say exactly the same thing: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and (B) are both right or both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condition but is singular. So neither (A) nor (B) forces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direct: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 first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its second row' and 'the second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transpose of its first column' say exactly the same thing: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$\begin{pmatrix}a\\b\end{pmatrix}^T=\begin{pmatrix}b&amp;c\end{pmatrix}$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and (B) are both right or both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$M=\begin{pmatrix}1&amp;1\\1&amp;1\end{pmatrix}$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condition but is singular. So neither (A) nor (B) forces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direct: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$|M|=ac\neq0$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Contrapositive: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singular,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 perfect square. So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perfect square,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Contrapositive: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singular,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 perfect square. So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perfect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non-square integer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guarantees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 fails: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perfect square only makes singularity possible, e.g.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'the transpose of a row/column' carefully turns verbal conditions into equalities of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$\begin{pmatrix}a&amp;b\\b&amp;c\end{pmatrix}$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non-square integer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guarantees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 fails: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perfect square only makes singularity possible,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$\begin{pmatrix}1&amp;1\\1&amp;4\end{pmatrix}$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'the transpose of a row/column' carefully turns verbal conditions into equalities of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arbitrary,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non-zero, skew-symmetric matrices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arbitrary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non-zero, symmetric matrix. Then which of the following matrices is (are) skew symmetric?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arbitrary,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non-zero, skew-symmetric matrices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arbitrary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non-zero, symmetric matrix. Then which of the following matrices is (are) skew symmetric?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$Y^3Z^4-Z^4Y^3$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$X^{44}+Y^{44}$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$X^4Z^3-Z^3X^4$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$X^{23}+Y^{23}$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 (transpose of powers)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odd powers of a skew matrix are skew, even powers are symmetric, and transposition reverses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$(X^n)^T=(-X)^n$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odd powers of a skew matrix are skew, even powers are symmetric, and transposition reverses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original. It is symmetric, not skew-symmetric in general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non-zero symmetric matrix). (A)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symmetric, and non-zero in general. (B)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$Y^T=-Y$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$Z^T=Z$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$(X^n)^T=(X^T)^n=(-1)^nX^n$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$(Z^m)^T=Z^m$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$(Y^3Z^4-Z^4Y^3)^T=(Z^4)^T(Y^3)^T-(Y^3)^T(Z^4)^T=-Z^4Y^3+Y^3Z^4$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original. It is symmetric, not skew-symmetric in general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$Y=\begin{pmatrix}0&amp;1&amp;0\\-1&amp;0&amp;0\\0&amp;0&amp;0\end{pmatrix}$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$Z=\operatorname{diag}(1,2,3)$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non-zero symmetric matrix). (A)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$(X^{44}+Y^{44})^T=X^{44}+Y^{44}$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symmetric, and non-zero in general. (B)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Skew-symmetric.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Skew-symmetric.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$(X^4Z^3-Z^3X^4)^T=(Z^T)^3(X^T)^4-(X^T)^4(Z^T)^3=Z^3X^4-X^4Z^3=-(X^4Z^3-Z^3X^4)$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Skew-symmetric.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$(X^{23}+Y^{23})^T=-X^{23}-Y^{23}=-(X^{23}+Y^{23})$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Skew-symmetric.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skew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transpose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symmetric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or commutator of two skew matrices: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skew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$(ST)^T=T^TS^T$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transpose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$S^aZ^b$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$(-1)^aZ^bS^a$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$S^aZ^b-Z^bS^a$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symmetric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or commutator of two skew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$[X,Y]=XY-YX$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$P=\begin{pmatrix}3&amp;-1&amp;-2\\2&amp;0&amp;\alpha\\3&amp;-5&amp;0\end{pmatrix}$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$Q=[q_{ij}]$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$q_{23}=-\dfrac{k}{8}$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$\det(Q)=\dfrac{k^2}{2}$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$\alpha=0,\ k=8$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$4\alpha-k+8=0$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$\det(P\operatorname{adj}(Q))=2^9$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$\det(Q\operatorname{adj}(P))=2^{13}$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Inverse, adjoint and determinant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$PQ=kI$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$P^{-1}=Q/k$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$q_{23}/k=(P^{-1})_{23}=C_{32}/|P|$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$|P||Q|=k^3$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$PQ=kI\Rightarrow P^{-1}=\dfrac{Q}{k}$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$(P^{-1})_{23}=\dfrac{q_{23}}{k}=-\dfrac18$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$(P^{-1})_{23}=\dfrac{C_{32}}{|P|}$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$C_{32}=-\begin{vmatrix}3&amp;-2\\2&amp;\alpha\end{vmatrix}=-(3\alpha+4)$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$|P|=12\alpha+20$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(we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$-\dfrac{3\alpha+4}{12\alpha+20}=-\dfrac18\Rightarrow24\alpha+32=12\alpha+20\Rightarrow\alpha=-1$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$|P|=12(-1)+20=8$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$|P|\left|\dfrac{Q}{k}\right|=|I|=1\Rightarrow\dfrac{8|Q|}{k^3}=1\Rightarrow|Q|=\dfrac{k^3}{8}$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$|Q|=\dfrac{k^2}{2}$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$\dfrac{k^3}{8}=\dfrac{k^2}{2}\Rightarrow 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$\alpha=0,k=8$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(we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$4\alpha-k+8=-4-4+8=0$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$\det(P\operatorname{adj}Q)=|P|\,|\operatorname{adj}Q|=|P||Q|^2=8\times8^2=2^9$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$\det(Q\operatorname{adj}P)=|Q||P|^2=8\times8^2=2^9\neq2^{13}$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(C) and (D) avoid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(C) and (D) avoid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$Q=kP^{-1}$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$\operatorname{adj}Q=k^2P/|P|$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$P\operatorname{adj}Q=k^2P^2/|P|$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$Q=kP^{-1}$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Q=k^3\det(P^{-1})=\dfrac{k^3}{|P|}=\dfrac{k^3}{8}$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$\operatorname{adj}Q=\operatorname{adj}(kP^{-1})=k^2\operatorname{adj}(P^{-1})=k^2\dfrac{P}{|P|}$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$P\operatorname{adj}Q=\dfrac{k^2}{|P|}P^2$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(B) and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$\det(P\operatorname{adj}Q)=\dfrac{k^6}{|P|^3}|P|^2=\dfrac{k^6}{|P|}=\dfrac{4096}{8}=2^9$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$Q\operatorname{adj}P=kP^{-1}\cdot|P|P^{-1}=k|P|P^{-2}$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$\det=k^3|P|^3\cdot\dfrac1{|P|^2}=k^3|P|=64\cdot8=2^9$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$4\alpha-k+8=0$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(B) and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corresponding entry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the transposition of indices when picking a cofactor.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$\operatorname{adj}(kA)=k^{n-1}\operatorname{adj}A$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$\operatorname{adj}(A^{-1})=A/|A|$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$PQ=kI\Rightarrow Q=kP^{-1}$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corresponding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$\operatorname{adj}P/|P|$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$|Q|=k^3/|P|$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$(P^{-1})_{ij}=C_{ji}/|P|$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the transposition of indices when picking a cofactor.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$P=\begin{pmatrix}1&amp;0&amp;0\\4&amp;1&amp;0\\16&amp;4&amp;1\end{pmatrix}$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$Q=[q_{ij}]$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$P^{50}-Q=I$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$\dfrac{q_{31}+q_{32}}{q_{21}}$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(nilpotent part, binomial expansion)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$P=I+A$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$P^{50}=I+50A+\binom{50}{2}A^2$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$P=I+A$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$A=\begin{pmatrix}0&amp;0&amp;0\\4&amp;0&amp;0\\16&amp;4&amp;0\end{pmatrix}$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$A^2=\begin{pmatrix}0&amp;0&amp;0\\0&amp;0&amp;0\\16&amp;0&amp;0\end{pmatrix}$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$P^{50}=Q+I$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$P^{50}=(I+A)^{50}=I+50A+\dfrac{50\cdot49}{2}A^2$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$Q=50A+\dfrac{50\cdot49}{2}A^2$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20400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$q_{31}=50\cdot16+\dfrac{50\cdot49}{2}\cdot16=800+19600=20400=200\times102$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$q_{32}=50\times4=200$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$q_{21}=50\times4=200$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$\dfrac{q_{31}+q_{32}}{q_{21}}=\dfrac{20400+200}{200}=103$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lower-triangular Toeplitz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multiplies like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lower-triangular Toeplitz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multiplies like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$P\leftrightarrow1+4t+16t^2\equiv(1-4t)^{-1}$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Identify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products of such matrices correspond to products of polynomials mod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$\begin{pmatrix}a&amp;0&amp;0\\b&amp;a&amp;0\\c&amp;b&amp;a\end{pmatrix}$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$a+bt+ct^2$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products of such matrices correspond to products of polynomials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$P\leftrightarrow1+4t+16t^2$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$(1-4t)^{-1}$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$(1-4t)(1+4t+16t^2)=1-64t^3\equiv1$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$P^{50}\leftrightarrow(1-4t)^{-50}=1+50(4t)+\binom{51}{2}(4t)^2+\dots=1+200t+1275\cdot16\,t^2+\dots$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removed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20600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$q_{21}=200$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$q_{32}=200$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$q_{31}=1275\cdot16=20400$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removed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$\dfrac{q_{31}+q_{32}}{q_{21}}=\dfrac{20600}{200}=103$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(finite). The strictly lower triangular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Lower-triangular Toeplitz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 like power series truncated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generating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power has entries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$(I+A)^n=\sum_{j&lt;k}\binom njA^j$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(finite). The strictly lower triangular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Lower-triangular Toeplitz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 like power series truncated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$(I+A)^n\leftrightarrow(1+f(t))^n$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generating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$1+ct+c^2t^2$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$\equiv(1-ct)^{-1}$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power has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$\binom{n+j-1}{j}c^j$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Advanced 2017–2018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is(are) NOT the square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real entries?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is(are) NOT the square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real entries?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$\begin{pmatrix}1&amp;0&amp;0\\0&amp;1&amp;0\\0&amp;0&amp;1\end{pmatrix}$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$\begin{pmatrix}-1&amp;0&amp;0\\0&amp;-1&amp;0\\0&amp;0&amp;-1\end{pmatrix}$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$\begin{pmatrix}1&amp;0&amp;0\\0&amp;-1&amp;0\\0&amp;0&amp;-1\end{pmatrix}$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$\begin{pmatrix}1&amp;0&amp;0\\0&amp;1&amp;0\\0&amp;0&amp;-1\end{pmatrix}$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Square of a real matrix and sign of the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kills the negative-determinant options; the others need an explicit square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$|A^2|=|A|^2\ge0$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kills the negative-determinant options; the others need an explicit square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matrix with negative determinant is not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$|A^2|=|A|^2\ge0$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matrix with negative determinant is not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$\operatorname{diag}(-1,-1,-1)$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$(-1)^3=-1&lt;0$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square root exists: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 squared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is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square root exists: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$A=\begin{pmatrix}1&amp;0&amp;0\\0&amp;0&amp;1\\0&amp;-1&amp;0\end{pmatrix}$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$A^2=\begin{pmatrix}1&amp;0&amp;0\\0&amp;-1&amp;0\\0&amp;0&amp;-1\end{pmatrix}$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rotation squared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is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$\operatorname{diag}(1,1,-1)$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 count: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multiplicity is even.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 count: for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eigenvalue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multiplicity is even.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matrix has non-real eigenvalues in conjugate pairs: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with equal multiplicity, and both give the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multiplicity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(odd): impossible.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once (odd):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matrix has non-real eigenvalues in conjugate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with equal multiplicity, and both give the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multiplicity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(odd): impossible.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once (odd):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no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(even) and is realised by the matrix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(even) and is realised by the matrix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any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negative real eigenvalue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occur with even algebraic multiplicity (it comes from conjugate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coordinate plane squares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plane: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to build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any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negative real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occur with even algebraic multiplicity (it comes from conjugate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i\sqrt{|\lambda|}$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coordinate plane squares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$\begin{pmatrix}0&amp;1\\-1&amp;0\end{pmatrix}^2=-I_2$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to build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$\operatorname{diag}(\dots,-1,-1)$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How many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entries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there, for which the sum of the diagonal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How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entries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there, for which the sum of 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Trace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squares of entries), Permutations and combinations (counting)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squares of entries), Permutations and combinations (counting)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the squares of all nine entries, so we count entries with squares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$\operatorname{tr}(M^TM)$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the squares of all nine entries, so we count entries with squares summing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sums of squares of the entries of each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each entry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five entries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sums of squares of the entries of each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$\operatorname{tr}(M^TM)=a^2+b^2+c^2+d^2+e^2+f^2+g^2+h^2+i^2=5$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each entry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five entries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${}^9C_5=126$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one entry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one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(PDF: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split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 (two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one entry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${}^9C_1\times{}^8C_1=72$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(PDF: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${}^9C_2\times2!=72$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split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 (two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$=126+72=198$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function: each entry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answer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Generating function: each entry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$1+x+x^4$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(squares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answer is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$(1+x+x^4)^9$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entry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nine entries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$x^0,x^1,x^4$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 entry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nine entries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$(1+x+x^4)^9$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or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entry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(9 ways) and the entry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(8 ways):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x\cdot x\cdot x\cdot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$\binom95=126$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$x^4\cdot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entry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(9 ways) and the entry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(8 ways):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$=126+72=198$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(squared Frobenius norm).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matrices with entry restrictions and a fixed sum of squares, take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Partitions of the target into allowed squares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the only cases; count placements by choosing positions.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$\operatorname{tr}(M^TM)=\operatorname{tr}(MM^T)=\sum_{i,j}m_{ij}^2$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(squared Frobenius norm).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matrices with entry restrictions and a fixed sum of squares, take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$\left(\sum_v x^{v^2}\right)^{mn}$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Partitions of the target into allowed squares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$5=4+1=1+1+1+1+1$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the only cases; count placements by choosing positions.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system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linear equations 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$\begin{pmatrix}1&amp;\alpha&amp;\alpha^2\\\alpha&amp;1&amp;\alpha\\\alpha^2&amp;\alpha&amp;1\end{pmatrix}\begin{pmatrix}x\\y\\z\end{pmatrix}=\begin{pmatrix}1\\-1\\1\end{pmatrix}$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linear equations 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$1+\alpha+\alpha^2=$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linear system with a parameter (infinitely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only necessary: each root must be tested for consistency.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only necessary: each root must be tested for consistency.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require the coefficient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require the coefficient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$\Delta=\begin{vmatrix}1&amp;\alpha&amp;\alpha^2\\\alpha&amp;1&amp;\alpha\\\alpha^2&amp;\alpha&amp;1\end{vmatrix}=(1-\alpha^2)-\alpha(\alpha-\alpha^3)+\alpha^2(\alpha^2-\alpha^2)=(1-\alpha^2)^2$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$\Delta=0\Rightarrow\alpha=1$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contradictory,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the same equation,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contradictory,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$-x+y-z=-1$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the same equation,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$1+\alpha+\alpha^2=1-1+1=1$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Gaussian elimination shows both the rank and the consistency at once; no determinant is needed.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Augmented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part is of full rank: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Augmented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$\left[\begin{array}{ccc|c}1&amp;\alpha&amp;\alpha^2&amp;1\\\alpha&amp;1&amp;\alpha&amp;-1\\\alpha^2&amp;\alpha&amp;1&amp;1\end{array}\right]$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R_2-\alpha 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R_3-\alpha^2R_1$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$R_2:\ (0,\ 1-\alpha^2,\ \alpha(1-\alpha^2)\mid-(1+\alpha))$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$R_3:\ (0,\ \alpha(1-\alpha^2),\ (1-\alpha^2)(1+\alpha^2)\mid1-\alpha^2)$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part is of full rank: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inconsistent row,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one independent equation,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$R_2=(0,0,0\mid-2)$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inconsistent row, so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$R_2=(0,0,0\mid0)$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$R_3=(0,0,0\mid0)$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one independent equation,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$1+\alpha+\alpha^2=1$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(Kac-Murdock-Szego);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necessary, not sufficient, for infinitely many solutions: also check consistency (rank of the coefficient matrix = rank of the augmented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parameter question: find the critical values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substitute each critical value back and test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$\bigl(\alpha^{|i-j|}\bigr)_{n\times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$(1-\alpha^2)^{n-1}$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(Kac-Murdock-Szego);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$(1-\alpha^2)^2$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necessary, not sufficient, for infinitely many solutions: also check consistency (rank of the coefficient matrix = rank of the augmented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parameter question: find the critical values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substitute each critical value back and test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column matrices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of equations (in real variables)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solution. Then, which of the following system(s) (in real variables) has (have) at least one solution for each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column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$\begin{pmatrix}b_1\\b_2\\b_3\end{pmatrix}$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of equations (in real variables)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$-x+2y+5z=b_1$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$2x-4y+3z=b_2$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$x-2y+2z=b_3$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solution. Then, which of the following system(s) (in real variables) has (have) at least one solution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$\begin{pmatrix}b_1\\b_2\\b_3\end{pmatrix}\in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$x+2y+3z=b_1,\ 4y+5z=b_2$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$x+2y+6z=b_3$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$x+y+3z=b_1,\ 5x+2y+6z=b_2$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$-2x-y-3z=b_3$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$-x+2y-5z=b_1,\ 2x-4y+10z=b_2$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$x-2y+5z=b_3$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$x+2y+5z=b_1,\ 2x+3z=b_2$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$x+4y-5z=b_3$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linear systems (rank and column space)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plane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(column space of a rank-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matrix); a system works for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column space contains this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$b_1+7b_2=13b_3$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(column space of a rank-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matrix); a system works for all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column space contains this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determinant of the given system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rank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determinant of the given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$\Delta=\begin{vmatrix}-1&amp;2&amp;5\\2&amp;-4&amp;3\\1&amp;-2&amp;2\end{vmatrix}=-1(-8+6)-2(4-3)+5(-4+4)=0$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rank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solution exists iff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plane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 planes): solvable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implied by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solution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$\Delta_1=\Delta_2=\Delta_3=0$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$\Delta_1=\begin{vmatrix}b_1&amp;2&amp;5\\b_2&amp;-4&amp;3\\b_3&amp;-2&amp;2\end{vmatrix}=-2b_1-14b_2+26b_3=0$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$b_1+7b_2=13b_3$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plane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$\begin{vmatrix}1&amp;2&amp;3\\0&amp;4&amp;5\\1&amp;2&amp;6\end{vmatrix}=12\neq0$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$\begin{vmatrix}1&amp;2&amp;5\\2&amp;0&amp;3\\1&amp;4&amp;-5\end{vmatrix}=54\neq0$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$x-2y+5z=-b_1$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$x-2y+5z=\dfrac{b_2}{2}$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$x-2y+5z=b_3$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 planes): solvable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$-b_1=\dfrac{b_2}{2}=b_3$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implied by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$b=(13,0,1)\in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Combine the equations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for a solution.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Combine the equations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 E_1+1\cdot E_2+3\cdot 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$0=b_1+b_2+3b_3$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for a solution.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$b=(13,0,1)\in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of column spaces: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-dimensional plane; a system serves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column space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of column spaces: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-dimensional plane; a system serves all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its column space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given system the column space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plane through the origin with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(i)), of dimension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(D) have non-zero determinant, so their column space is all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rows are multiples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sign): a line cannot contain a plane.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given system the column space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plane through the origin with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(i)), of dimension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(D) have non-zero determinant, so their column space is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R^3\supseteq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rows are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sign): a line cannot contain a plane.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column space is a plane;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planes coincide, i.e. their normals are parallel. A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column space is a plane;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planes coincide, i.e. their normals are parallel. A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vector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$y^TB=0$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$y=(1,1,3)$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$(1,7,-13)$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null vectors).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solvable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subspace of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solvable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subspace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dimensions first, then the normal vectors.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$b\in\operatorname{col}(A)$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$y^Tb=0$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null vectors).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solvable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subspace of dimension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solvable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subspace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$S\subseteq\operatorname{col}(A)$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dimensions first, then the normal vectors.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all the entries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maximum possible value of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all the entries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maximum possible value of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(maximum value over restricted entries)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(maximum value over restricted entries)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linear in each entry, so the maximum occurs with all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such matrices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linear in each entry, so the maximum occurs with all entries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such matrices 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all entries but one; the determinant is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that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its maximum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as large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the zero entries one by one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lowers the maximum, so the maximum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by a matrix with all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all entries but one; the determinant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that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its maximum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as large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the zero entries one by one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lowers the maximum, so the maximum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by a matrix with all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such a matrix, multiply columns and then rows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first row and column are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only changes the sign of the determinant):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such a matrix, multiply columns and then rows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first row and column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only changes the sign of the determinant):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$\begin{pmatrix}1&amp;1&amp;1\\1&amp;a&amp;b\\1&amp;c&amp;d\end{pmatrix}$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$|P|=\begin{vmatrix}a-1&amp;b-1\\c-1&amp;d-1\end{vmatrix}=(a-1)(d-1)-(b-1)(c-1)$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$a-1,\,b-1,\,c-1,\,d-1$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$|P|\in\{-4,0,4\}$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possible value of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$\begin{vmatrix}1&amp;1&amp;1\\1&amp;-1&amp;1\\1&amp;1&amp;-1\end{vmatrix}=1(1-1)-1(-1-1)+1(1+1)=0+2+2=4$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possible value of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cross product is an integer vector of length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but, because of a parity obstruction, of length squared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P=r_1\cdot(r_2\times r_3)$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cross product is an integer vector of length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but, because of a parity obstruction, of length squared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rows;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 vector (its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every entry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absolute value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each row has at most three non-zero entries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$r_1,r_2,r_3$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rows;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P=r_1\cdot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$v=r_2\times 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 vector (its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P|\le|v_1|+|v_2|+|v_3|$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every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absolute value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$|v|^2=|r_2|^2|r_3|^2-(r_2\cdot r_3)^2\le3\cdot3=9$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each row has at most three non-zero entries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three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odd. Contradiction.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vectors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extremes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example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$|v|^2=9$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$|r_2|^2=|r_3|^2=3$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$r_2\cdot r_3=0$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$r_2\cdot 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three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odd. Contradiction.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$|v|^2\le8$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vectors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$v_1^2+v_2^2+v_3^2\le8$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$|v_1|+|v_2|+|v_3|\le4$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extremes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P|\le4$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$\begin{pmatrix}1&amp;1&amp;1\\1&amp;-1&amp;1\\1&amp;1&amp;-1\end{pmatrix}$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each entry separately (multilinear in the rows), so its extreme values over a box are attained at vertices.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Maximum determinants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Hadamard's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here; integrality alone is not enough - a parity argument finishes.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each entry separately (multilinear in the rows), so its extreme values over a box are attained at vertices.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Maximum determinants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$n=4:16$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Hadamard's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A|\le\prod_i\|r_i\|$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$3^{3/2}\approx5.2$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here; integrality alone is not enough - a parity argument finishes.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Advanced 2019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$M=\begin{pmatrix}\sin^4\theta&amp;-1-\sin^2\theta\\1+\cos^2\theta&amp;\cos^4\theta\end{pmatrix}=\alpha I+\beta 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$\alpha=\alpha(\theta)$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$\beta=\beta(\theta)$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$\{\alpha(\theta):\theta\in[0,2\pi)\}$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$\{\beta(\theta):\theta\in[0,2\pi)\}$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$\alpha^*+\beta^*$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$-\dfrac{31}{16}$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$-\dfrac{29}{16}$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$-\dfrac{37}{16}$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$-\dfrac{17}{16}$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Cayley-Hamilton theorem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Maximum and minimum of trigonometric expressions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Cayley-Hamilton theorem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Maximum and minimum of trigonometric expressions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Cayley-Hamilton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$M=\alpha I+\beta M^{-1}\iff M^2-\alpha M-\beta I=O$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Cayley-Hamilton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$\alpha=\operatorname{tr}M$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$\beta=-|M|$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 (its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non-zero),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$M=\alpha I+\beta 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$M^2=\alpha M+\beta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$M^2-\alpha M-\beta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$M^2-(\operatorname{tr}M)M+|M|I=O$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 (its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non-zero),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$\alpha=\operatorname{tr}M$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$\alpha=\sin^4\theta+\cos^4\theta=1-\dfrac12\sin^22\theta$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$\alpha_{\min}=1-\dfrac12=\dfrac12$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$|M|=\sin^4\theta\cos^4\theta+(1+\sin^2\theta)(1+\cos^2\theta)=\sin^4\theta\cos^4\theta+\sin^2\theta\cos^2\theta+2$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$u=\sin^2\theta\cos^2\theta=\dfrac{\sin^22\theta}{4}\in\left[0,\dfrac14\right]$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$|M|=u^2+u+2=\left(u+\dfrac12\right)^2+\dfrac74$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$|M|_{\max}=\left(\dfrac34\right)^2+\dfrac74=\dfrac{37}{16}$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$\beta^*=-\dfrac{37}{16}$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$\alpha^*+\beta^*=\dfrac12-\dfrac{37}{16}=-\dfrac{29}{16}$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$-\dfrac{29}{16}$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explicit inverse instead of quoting Cayley-Hamilton.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$M=\alpha I+\beta M^{-1}$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explicit inverse instead of quoting Cayley-Hamilton.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$M^{-1}=\dfrac1d\begin{pmatrix}\cos^4\theta&amp;1+\sin^2\theta\\-(1+\cos^2\theta)&amp;\sin^4\theta\end{pmatrix}$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$-(1+\sin^2\theta)=\beta\dfrac{1+\sin^2\theta}{d}$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$1+\sin^2\theta\neq0$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$\sin^4\theta=\alpha+\beta\dfrac{\cos^4\theta}{d}=\alpha-\cos^4\theta$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$\alpha=\sin^4\theta+\cos^4\theta$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$\alpha=1-\dfrac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$d=\dfrac{t^2}{16}+\dfrac t4+2$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$\alpha^*=\dfrac12$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$d_{\max}=\dfrac1{16}+\dfrac4{16}+\dfrac{32}{16}=\dfrac{37}{16}$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$\beta^*=-\dfrac{37}{16}$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$\alpha^*+\beta^*=-\dfrac{29}{16}$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$-\dfrac{29}{16}$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an extremum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 extremum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$M^{-1}=\dfrac{(\operatorname{tr}M)I-M}{|M|}$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$M=\alpha I+\beta M^{-1}\iff\alpha=\operatorname{tr}M,\ \beta=-|M|$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$\sin^4\theta+\cos^4\theta=1-2\sin^2\theta\cos^2\theta=1-\tfrac12\sin^22\theta\in\left[\tfrac12,1\right]$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$\sin^2\theta\cos^2\theta=\tfrac14\sin^22\theta$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an extremum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 extremum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numbers. Which of the following options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$M=\begin{pmatrix}0&amp;1&amp;a\\1&amp;2&amp;3\\3&amp;b&amp;1\end{pmatrix}$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$\operatorname{adj}M=\begin{pmatrix}-1&amp;1&amp;-1\\8&amp;-6&amp;2\\-5&amp;3&amp;-1\end{pmatrix}$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numbers. Which of the following options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$(\operatorname{adj}M)^{-1}+\operatorname{adj}M^{-1}=-M$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$M\begin{pmatrix}\alpha\\\beta\\\gamma\end{pmatrix}=\begin{pmatrix}1\\2\\3\end{pmatrix}$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$\alpha-\beta+\gamma=3$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$\det(\operatorname{adj}M^2)=81$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Adjoint, inverse and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Adjoint, inverse and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consists of cofactors, which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settles everything else.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consists of cofactors, which determine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$|M|=-2$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settles everything else.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entries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cofactors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$C_{11}=\begin{vmatrix}2&amp;3\\b&amp;1\end{vmatrix}=2-3b$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$C_{22}=\begin{vmatrix}0&amp;a\\3&amp;1\end{vmatrix}=-3a$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$2-3b=-1\Rightarrow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$-3a=-6\Rightarrow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$M=\begin{pmatrix}0&amp;1&amp;2\\1&amp;2&amp;3\\3&amp;1&amp;1\end{pmatrix}$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$|M|=0(2-3)-1(1-9)+2(1-6)=8-10=-2$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$(\operatorname{adj}M)^{-1}=\dfrac{M}{|M|}$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$\operatorname{adj}(M^{-1})=\dfrac{M}{|M|}$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$\dfrac{2M}{|M|}=\dfrac{2M}{-2}=-M$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$M^{-1}=\dfrac{\operatorname{adj}M}{|M|}=-\dfrac12\operatorname{adj}M$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$\begin{pmatrix}\alpha\\\beta\\\gamma\end{pmatrix}=-\dfrac12\begin{pmatrix}-1+2-3\\8-12+6\\-5+6-3\end{pmatrix}=-\dfrac12\begin{pmatrix}-2\\2\\-2\end{pmatrix}=\begin{pmatrix}1\\-1\\1\end{pmatrix}$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$\alpha-\beta+\gamma=1+1+1=3$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$|\operatorname{adj}(M^2)|=|M^2|^2=|M|^4=16\neq81$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columns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$M\,\operatorname{adj}M=|M|I$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$|M|$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rows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columns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$M\operatorname{adj}M=|M|I$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$1\cdot1+2(-6)+3\cdot3=-2=|M|$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$0(-1)+1\cdot8+a(-5)=|M|=-2\Rightarrow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$3(-1)+b\cdot2+1(-1)=-2\Rightarrow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(D) follow as in the main solution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can also be checked by substitution: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(D) follow as in the main solution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$\dfrac{M}{|M|}$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can also be checked by substitution: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$M\begin{pmatrix}1\\-1\\1\end{pmatrix}=\begin{pmatrix}0-1+2\\1-2+3\\3-1+1\end{pmatrix}=\begin{pmatrix}1\\2\\3\end{pmatrix}$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matching column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off-diagonal pairings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$A\operatorname{adj}A=\operatorname{adj}A\,A=|A|I$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matching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off-diagonal pairings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$(\operatorname{adj}A)^{-1}=\operatorname{adj}(A^{-1})=\dfrac{A}{|A|}$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$|A^2|=|A|^2$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$|\operatorname{adj}(A^2)|=|A^2|^{n-1}=|A|^{2(n-1)}$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options is 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a unit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There exists a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$P=\begin{pmatrix}1&amp;1&amp;1\\0&amp;2&amp;2\\0&amp;0&amp;3\end{pmatrix}$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$Q=\begin{pmatrix}2&amp;x&amp;x\\0&amp;4&amp;0\\x&amp;x&amp;6\end{pmatrix}$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options is 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a unit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$\alpha\hat i+\beta\hat j+\gamma\hat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$R\begin{pmatrix}\alpha\\\beta\\\gamma\end{pmatrix}=\begin{pmatrix}0\\0\\0\end{pmatrix}$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R=\det\begin{pmatrix}2&amp;x&amp;x\\0&amp;4&amp;0\\x&amp;x&amp;5\end{pmatrix}+8$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$R\begin{pmatrix}1\\a\\b\end{pmatrix}=6\begin{pmatrix}1\\a\\b\end{pmatrix}$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There exists a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$PQ=QP$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Similar matrices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determinant, eigenvectors, commutativity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Similar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determinant, eigenvectors, commutativity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same determinant,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carries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$R=PQP^{-1}$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same determinant,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carries eigenvectors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eigenvectors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$R=PQP^{-1}\Rightarrow RP=PQ\Rightarrow|R||P|=|P||Q|$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$|P|=6\neq0$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$|Q|=2(24-0)-x(0-0)+x(0-4x)=48-4x^2$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unit vector exists.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$\begin{vmatrix}2&amp;x&amp;x\\0&amp;4&amp;0\\x&amp;x&amp;5\end{vmatrix}=2(20)-x(0)+x(0-4x)=40-4x^2$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$48-4x^2=|R|$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$|R|=44\neq0$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$R\mathbf v=\mathbf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unit vector exists.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$R=PQP^{-1}=\begin{pmatrix}2&amp;1&amp;\tfrac23\\0&amp;4&amp;\tfrac43\\0&amp;0&amp;6\end{pmatrix}$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$R\begin{pmatrix}1\\a\\b\end{pmatrix}=\begin{pmatrix}2+a+\tfrac23b\\4a+\tfrac43b\\6b\end{pmatrix}=6\begin{pmatrix}1\\a\\b\end{pmatrix}$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$4a+\tfrac43b=6a\Rightarrow a=\tfrac23b$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$2+a+\tfrac23b=6\Rightarrow\tfrac43b=4$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$PQ-QP$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$(1,1,1)\cdot(x,4,x)-(2,x,x)\cdot(1,2,0)=(2x+4)-(2+2x)=2\neq0$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$PQ\neq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similarity: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their determinant,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maps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similarity: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their determinant,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maps eigenvectors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eigenvectors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determinant in (B)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 matrices have equal determinants): (B)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has trivial kernel.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$|R|=|Q|=48-4x^2=\left(40-4x^2\right)+8$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determinant in (B)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 matrices have equal determinants): (B)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$|Q|=44\neq0$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has trivial kernel.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$Q=\operatorname{diag}(2,4,6)$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$Qe_3=6e_3$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$R(Pe_3)=PQP^{-1}Pe_3=PQe_3=6\,Pe_3$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third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multiples of it; with first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 Same answer: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third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eigenvectors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multiples of it; with first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$(PQ-QP)_{12}=2\neq0$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Incorrect. Same answer: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matrices have the same rank: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(here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upper-triangular-like block: expanding along the middle row with a single non-zero entry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determinants short.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$R=PQP^{-1}$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$\operatorname{tr}R=\operatorname{tr}Q$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$R(P\mathbf v)=\lambda P\mathbf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$Q\mathbf v=\lambda\mathbf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matrices have the same rank: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(here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$x^2\neq12$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upper-triangular-like block: expanding along the middle row with a single non-zero entry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determinants short.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369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transpose of the matrix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options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sum of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symmetric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invertible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369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$P_1=I=\begin{pmatrix}1&amp;0&amp;0\\0&amp;1&amp;0\\0&amp;0&amp;1\end{pmatrix}$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$P_2=\begin{pmatrix}1&amp;0&amp;0\\0&amp;0&amp;1\\0&amp;1&amp;0\end{pmatrix}$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$P_3=\begin{pmatrix}0&amp;1&amp;0\\1&amp;0&amp;0\\0&amp;0&amp;1\end{pmatrix}$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$P_4=\begin{pmatrix}0&amp;1&amp;0\\0&amp;0&amp;1\\1&amp;0&amp;0\end{pmatrix}$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$P_5=\begin{pmatrix}0&amp;0&amp;1\\1&amp;0&amp;0\\0&amp;1&amp;0\end{pmatrix}$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$P_6=\begin{pmatrix}0&amp;0&amp;1\\0&amp;1&amp;0\\1&amp;0&amp;0\end{pmatrix}$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$X=\sum_{k=1}^6P_k\begin{pmatrix}2&amp;1&amp;3\\1&amp;0&amp;2\\3&amp;2&amp;1\end{pmatrix}P_k^T$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transpose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options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sum of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$X\begin{pmatrix}1\\1\\1\end{pmatrix}=\alpha\begin{pmatrix}1\\1\\1\end{pmatrix}$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symmetric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invertible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 matrices, symmetric matrices and trace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orthogonal (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all-ones vector.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orthogonal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$P_k^TP_k=I$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$P_kAP_k^T$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$P_k^T$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all-ones vector.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$A=\begin{pmatrix}2&amp;1&amp;3\\1&amp;0&amp;2\\3&amp;2&amp;1\end{pmatrix}$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$X=\sum_kP_kAP_k^T$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$X^T=\sum_k(P_kAP_k^T)^T=\sum_kP_kA^TP_k^T=\sum_kP_kAP_k^T=X$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similarity),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permutation of the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every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two of the six matrices, so each row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$\operatorname{tr}(P_kAP_k^T)=\operatorname{tr}A$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$P_k^T=P_k^{-1}$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similarity),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$\operatorname{tr}X=6\operatorname{tr}A=6(2+0+1)=18$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$P_k^TB=B$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permutation of the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$XB=\sum_kP_kAB$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$AB=\begin{pmatrix}6\\3\\6\end{pmatrix}$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every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two of the six matrices, so each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$\left(\sum_kP_k\right)AB$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$2(6+3+6)=30$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$XB=\begin{pmatrix}30\\30\\30\end{pmatrix}=30B$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null vector, so it is singular.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$(X-30I)B=XB-30B=0$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null vector, so it is singular.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commutes with every permutation matrix,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trace and the total sum of entries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commutes with every permutation matrix,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$X=cI+d(J-I)$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trace and the total sum of entries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permutation matrix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 through all six again).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that commutes with all permutation matrices has equal diagonal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off-diagonal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a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all-ones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permutation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$P_jXP_j^T=\sum_k(P_jP_k)A(P_jP_k)^T=X$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$P_jP_k$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 through all six again).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$XP_j=P_jX$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that commutes with all permutation matrices has equal 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off-diagonal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a combination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all-ones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$\operatorname{tr}X=3c=6\operatorname{tr}A=18$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sum of entries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total of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 The other eigenvalue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(D)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$P_kAP_k^T$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sum of entries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total of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$90=3c+6d$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$X=\begin{pmatrix}6&amp;12&amp;12\\12&amp;6&amp;12\\12&amp;12&amp;6\end{pmatrix}$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$XB=(6+12+12)B=30B$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 The other eigenvalue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$6-12=-6$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(D)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permutation matrix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trace, determinant, eigenvalues),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all-ones vector.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position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two permutations).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Averaging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all permutation matrices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total entry sum preserved: the 'group average' of a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permutation matrix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$P^T=P^{-1}$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trace, determinant, eigenvalues),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$P\mathbf 1=\mathbf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all-ones vector.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$\sum_{\sigma\in S_n}P_\sigma=(n-1)!\,J$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position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two permutations).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Averaging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$PAP^T$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all permutation matrices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$cI+d(J-I)$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$c=\operatorname{tr}A/n$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total entry sum preserved: the 'group average' of a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no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no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no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some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$\det\begin{pmatrix}\sum_{k=0}^nk&amp;\sum_{k=0}^n\binom nkk^2\\\sum_{k=0}^n\binom nkk&amp;\sum_{k=0}^n\binom nk3^k\end{pmatrix}=0$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some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$\sum_{k=0}^n\dfrac{\binom nk}{k+1}$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with binomial-sum entries, Binomial coefficient sums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with binomial-sum entries, Binomial coefficient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 nk k^r$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entries are standard binomial sums; the determinant factorises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entries are standard binomial sums; the determinant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$n(n+1)2^{2n-3}(4-n)$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$\sum_{k=0}^nk=\dfrac{n(n+1)}{2}$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nkk=n2^{n-1}$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nkk^2=n(n+1)2^{n-2}$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nk3^k=(1+3)^n=4^n$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$\dfrac{n(n+1)}{2}\cdot4^n-n(n+1)2^{n-2}\cdot 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$=n(n+1)2^{2n-1}-n^2(n+1)2^{2n-3}=n(n+1)2^{2n-3}(4-n)$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$\sum_{k=0}^4\dfrac{\binom4k}{k+1}$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$\dfrac{\binom nk}{k+1}=\dfrac{\binom{n+1}{k+1}}{n+1}$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$\dfrac{2^{n+1}-1}{n+1}=\dfrac{2^5-1}{5}=\dfrac{31}{5}=6.2$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6.2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$6.2$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Binomial-distribution means give the first three sums,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last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Binomial-distribution means give the first three sums,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$\int_0^1(1+x)^n\,dx$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last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$K\sim\mathrm{Bin}(n,\tfrac12)$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nkk=2^nE[K]=2^n\cdot\dfrac n2=n2^{n-1}$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nkk^2=2^nE[K^2]=2^n\left(\dfrac n4+\dfrac{n^2}4\right)=n(n+1)2^{n-2}$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nk3^k=4^n$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$\sum_{k=0}^nk=\dfrac{n(n+1)}2$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$n(n+1)2^{2n-3}(4-n)$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$\sum_{k=0}^n\dfrac{\binom nk}{k+1}=\int_0^1\sum_k\binom nkx^k\,dx=\int_0^1(1+x)^n\,dx=\dfrac{2^{n+1}-1}{n+1}$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$\dfrac{31}5=6.2$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6.2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$6.2$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sums with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expectations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$\sum_kk\binom nk=n2^{n-1}$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$\sum_kk^2\binom nk=n(n+1)2^{n-2}$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nkx^k=(1+x)^n$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k^2\binom2k=2+4=6=2\cdot3\cdot1$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$\sum_{k=0}^n\dfrac{\binom nk}{k+1}=\dfrac{2^{n+1}-1}{n+1}$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$\sum\dfrac{(-1)^k\binom nk}{k+1}=\dfrac1{n+1}$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sums with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expectations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$\mathrm{Bin}(n,\tfrac12)$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$E[K]=\tfrac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$E[K^2]=\tfrac{n+n^2}4$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Advanced 2020–2022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matrix with real entries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/ are ALWAYS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matrix with real entries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$M^{-1}=\operatorname{adj}(\operatorname{adj}M)$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/ are ALWAYS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$(\operatorname{adj}M)^2=I$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and inverse of a matrix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and inverse of a matrix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taking determinants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$\operatorname{adj}(\operatorname{adj}M)=|M|M$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combining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taking determinants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$|M|^5=1$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$\operatorname{adj}M=|M|M^{-1}$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$\operatorname{adj}(\operatorname{adj}M)=|\operatorname{adj}M|(\operatorname{adj}M)^{-1}=|M|^2\cdot\dfrac{M}{|M|}=|M|M$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$M^{-1}=|M|M$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$I=|M|M^2$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$|I|=\bigl||M|M^2\bigr|\Rightarrow1=|M|^3|M|^2=|M|^5\Rightarrow|M|=1$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not forced: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statements that are always true: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$\operatorname{adj}M=|M|M^{-1}=M^{-1}=M$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$(\operatorname{adj}M)^2=M^2=I$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not forced: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$M=\operatorname{diag}(1,-1,-1)$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$M^{-1}=M=|M|M$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statements that are always true: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matrix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'Always true' questions: look for a counterexample (a diagonal matrix usually suffices) before trusting a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$M^{-1}=M$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'Always true' questions: look for a counterexample (a diagonal matrix usually suffices) before trusting a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trace of a square matrix is defined to be the sum of its diagonal entries.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the trace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trace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trace of a square matrix is defined to be the sum of its diagonal entries.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the 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Trace and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(Cayley-Hamilton theorem)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Trace and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(Cayley-Hamilton theorem)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trace,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determinant),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$\operatorname{tr}(A^3)=t^3-3t\Delta$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trace,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determinant),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$A^2=\begin{pmatrix}a^2+bc&amp;b(a+d)\\c(a+d)&amp;d^2+bc\end{pmatrix}=\begin{pmatrix}a^2+bc&amp;3b\\3c&amp;(3-a)^2+bc\end{pmatrix}$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$\operatorname{tr}(A^3)=a(a^2+bc)+3bc+3bc+(3-a)\bigl[(3-a)^2+bc\bigr]=a^3+abc+6bc+(3-a)^3+bc(3-a)$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$abc+bc(3-a)=3bc$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$\operatorname{tr}(A^3)=a^3+(3-a)^3+9bc$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$a^3+(3-a)^3=27-27a+9a^2$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$\operatorname{tr}(A^3)=27-27a+9a^2+9bc=-18$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$9bc-27a+9a^2=-45\Rightarrow bc+a^2-3a=-5$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$3a-a^2-bc=5$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$|A|=ad-bc=a(3-a)-bc=3a-a^2-bc=5$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 reduces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 reduces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$\operatorname{tr}(A^3)=t^3-3t\Delta$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Cayley-Hamilton: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trace (note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$t=\operatorname{tr}A=3$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Cayley-Hamilton: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$A^2=tA-\Delta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$A^3=tA^2-\Delta A=t(tA-\Delta I)-\Delta A=(t^2-\Delta)A-t\Delta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trace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$\operatorname{tr}I=2$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$\operatorname{tr}(A^3)=(t^2-\Delta)t-2t\Delta=t^3-3t\Delta$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$27-9\Delta=-18\Rightarrow\Delta=5$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identities); in general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any power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be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$\operatorname{tr}(A^2)=t^2-2\Delta$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$\operatorname{tr}(A^3)=t^3-3t\Delta$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identities);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$s_n=t\,s_{n-1}-\Delta\,s_{n-2}$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$A=\operatorname{diag}(1,2)$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$t=3,\Delta=2$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$\operatorname{tr}A^3=9=27-18$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$\operatorname{tr}A^n=\lambda^n+\mu^n$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$\lambda\mu=\Delta$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$A^2-tA+\Delta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any power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be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nonsingular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Sum of the diagonal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sum of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$E=\begin{pmatrix}1&amp;2&amp;3\\2&amp;3&amp;4\\8&amp;13&amp;18\end{pmatrix}$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$P=\begin{pmatrix}1&amp;0&amp;0\\0&amp;0&amp;1\\0&amp;1&amp;0\end{pmatrix}$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$F=\begin{pmatrix}1&amp;3&amp;2\\8&amp;18&amp;13\\2&amp;4&amp;3\end{pmatrix}$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nonsingular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$F=PEP$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$P^2=\begin{pmatrix}1&amp;0&amp;0\\0&amp;1&amp;0\\0&amp;0&amp;1\end{pmatrix}$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$|EQ+PFQ^{-1}|=|EQ|+|PFQ^{-1}|$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$|(EF)^3|&gt;|EF|^2$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Sum of the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$P^{-1}EP+F$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sum of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$E+P^{-1}FP$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Permutation matrices, trace and determinant properties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(left) or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kills every determinant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rows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(left) or columns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$|E|=0$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kills every determinant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$\begin{pmatrix}1&amp;2&amp;3\\8&amp;13&amp;18\\2&amp;3&amp;4\end{pmatrix}$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$(PE)P$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$\begin{pmatrix}1&amp;3&amp;2\\8&amp;18&amp;13\\2&amp;4&amp;3\end{pmatrix}=F$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Equal: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$|E|=1(54-52)-2(36-32)+3(26-24)=2-8+6=0$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$F=PEP$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$PF=P^2EP=EP$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$|EQ+PFQ^{-1}|=|EQ+EPQ^{-1}|=|E|\,|Q+PQ^{-1}|=0$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$|EQ|+|PFQ^{-1}|=|E||Q|+|EPQ^{-1}|=0+0=0$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$|EF|=|E||F|=0$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$|(EF)^3|=0$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$|EF|^2=0$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$\operatorname{tr}(P^{-1}EP+F)=\operatorname{tr}(F+F)=2\operatorname{tr}F=2(1+18+3)=44$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$P^{-1}EP=F$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$PF=EP$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$\operatorname{tr}(E+P^{-1}FP)=\operatorname{tr}(E+PFP)=\operatorname{tr}(E+E)=2(1+3+18)=44$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$PFP=P^2EP^2=E$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Equal: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 answer is (A), (B) and (D).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row/column swap and use that trace is unchanged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row/column swap and use that trace is unchanged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$S^{-1}(\cdot)S$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elementary matrix swapping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rows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columns.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both: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Trace is invariant under similarity,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both sides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elementary matrix swapping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$R_2\leftrightarrow 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rows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columns.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both: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Trace is invariant under similarity,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$\operatorname{tr}(S^{-1}XS)=\operatorname{tr}X$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$\operatorname{tr}(P^{-1}EP)=\operatorname{tr}E$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$\operatorname{tr}(P^{-1}FP)=\operatorname{tr}F$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$\operatorname{tr}E+\operatorname{tr}F=22+22$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$E,F,P$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and (C)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singular, and so is their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and (C)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$R_3=2R_1+3R_2$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$2(1,2,3)+3(2,3,4)=(8,13,18)$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$|F|=|PEP|=0$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$PFQ^{-1}=EPQ^{-1}$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singular, and so is their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$E(Q+PQ^{-1})$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multiplication by a permutation matrix permutes rows, right multiplication permutes columns;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general; it holds trivially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both are singular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too, as here via a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multiplication by a permutation matrix permutes rows, right multiplication permutes columns;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$P_{(23)}^2=I$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$\operatorname{tr}(S^{-1}XS)=\operatorname{tr}X$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$|S^{-1}XS|=|X|$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$\operatorname{tr}(X+Y)=\operatorname{tr}X+\operatorname{tr}Y$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$|X+Y|\neq|X|+|Y|$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general; it holds trivially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both are singular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too, as here via a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$(I-EF)$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$G=(I-EF)^{-1}$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$|FE|=|I-FE||FGE|$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$(I-FE)(I+FGE)=I$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$EFG=GEF$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$(I-FE)(I-FGE)=I$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959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determinant of a product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959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determinant of a product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terms then collapses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$G(I-EF)=I$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$EFG=G-I$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every product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-type terms then collapses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$F(EFG)E=F(G-I)E$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using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(3)). Taking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$G=(I-EF)^{-1}$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$G(I-EF)=(I-EF)G=I$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$G(I-EF)=(I-EF)G$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$G-GEF=G-EFG$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$GEF=EFG$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$G(I-EF)=I$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$G-GEF=I$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using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$G-EFG=I$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$EFG=G-I$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$(I-FE)(FGE)=FGE-FEFGE=FGE-F(EFG)E=FGE-F(G-I)E=FE$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(3)). Taking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$|I-FE||FGE|=|FE|$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$(I-FE)(I+FGE)=I+FGE-FE-F(EFG)E=I+FGE-FE-F(G-I)E=I+FGE-FE-FGE+FE=I$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differs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$(I-FE)(I-FGE)=I-FGE-FE+F(EFG)E=I-FGE-FE+F(G-I)E=I-FGE-FE+FGE-FE=I-2FE$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$FE=O$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$E=F=\tfrac12I$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$G=\tfrac43I$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$I-2FE=\tfrac12I\neq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(A),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push-through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line, then read off all four statements.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push-through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$F(I-EF)=(I-FE)F$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$(I-FE)^{-1}=I+FGE$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line, then read off all four statements.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(Sylvester),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taking determinants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$F-FEF=F(I-EF)=(I-FE)F$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$|I-FE|=|I-EF|\neq0$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(Sylvester),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$(I-FE)^{-1}F=F(I-EF)^{-1}=FG$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$(I-FE)^{-1}(I-FE)=I$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$(I-FE)^{-1}=I+(I-FE)^{-1}FE=I+FGE$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$(I-FE)(I+FGE)=I$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$(I-FE)+(I-FE)FGE=I$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$(I-FE)FGE=FE$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taking determinants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$|I-FE||FGE|=|FE|$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$EFG=GEF$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$I-FGE=2I-(I+FGE)$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$(I-FE)(I-FGE)=2(I-FE)-I=I-2FE\neq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Push-through identity: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size (Sylvester),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inverse commutes with the matrix it inverts), so any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Push-through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$A(I-BA)=(I-AB)A$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$(I-AB)^{-1}A=A(I-BA)^{-1}$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$(I-BA)^{-1}=I+B(I-AB)^{-1}A$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$\det(I-AB)=\det(I-BA)$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size (Sylvester),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I-BA$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$G=(I-EF)^{-1}$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inverse commutes with the matrix it inverts), so any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number. Consider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singular matrix,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number. Consider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$A=\begin{pmatrix}\beta&amp;0&amp;1\\2&amp;1&amp;-2\\3&amp;1&amp;-2\end{pmatrix}$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$A^7-(\beta-1)A^6-\beta A^5$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singular matrix,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Singular matrices; factorising a polynomial in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$A^7-(\beta-1)A^6-\beta A^5=A^5(A+I)(A-\beta 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$|A+I|\neq0$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$|A-\beta I|=0$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is singular,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is singular,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$|A^7-(\beta-1)A^6-\beta A^5|=0$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$|A|^5\,|A^2-(\beta-1)A-\beta 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$A^2-(\beta-1)A-\beta I=A^2-\beta A+A-\beta I=(A+I)(A-\beta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$|A|=\beta(-2+2)-0+1(2-3)=-1\neq0$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$|A+I|\,|A-\beta 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$|A+I|=\begin{vmatrix}\beta+1&amp;0&amp;1\\2&amp;2&amp;-2\\3&amp;1&amp;-1\end{vmatrix}=0+1(2-6)=-4\neq0$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$|A-\beta I|=\begin{vmatrix}0&amp;0&amp;1\\2&amp;1-\beta&amp;-2\\3&amp;1&amp;-2-\beta\end{vmatrix}=1\cdot\bigl[2\cdot1-3(1-\beta)\bigr]=2-3+3\beta=0$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 collapses the whole expression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value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singular.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 collapses the whole expression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$A^4(3A-I)$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$\beta=\tfrac13$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value at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singular.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polynomial: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expression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$\operatorname{tr}A=\beta-1$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$=\beta+(-2\beta-3)+0=-\beta-3$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$A^3-(\beta-1)A^2-(\beta+3)A+I=O$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$A^7-(\beta-1)A^6-\beta A^5=A^4\bigl[A^3-(\beta-1)A^2-\beta A\bigr]=A^4\bigl[(\beta+3)A-I-\beta A\bigr]=A^4(3A-I)$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expression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$|3A-I|=\begin{vmatrix}3\beta-1&amp;0&amp;3\\6&amp;2&amp;-6\\9&amp;3&amp;-7\end{vmatrix}=(3\beta-1)(-14+18)-0+3(18-18)=4(3\beta-1)$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$4(3\beta-1)=0\Rightarrow\beta=\tfrac13$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𝑝𝑜𝑙𝑦𝑛𝑜𝑚𝑖𝑎𝑙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the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singular; and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 reduces high powers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to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$A^k(\text{polynomial in }A)$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the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singular; and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$p(\lambda)=0$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$x^2-(\beta-1)x-\beta=(x+1)(x-\beta)$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$|A+I|=-4$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Cayley-Hamilton reduces high powers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to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$A^3=(\beta-1)A^2+(\beta+3)A-I$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matrices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$M=\begin{pmatrix}\tfrac52&amp;\tfrac32\\-\tfrac32&amp;-\tfrac12\end{pmatrix}$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matrices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$\begin{pmatrix}3034&amp;3033\\-3033&amp;-3032\end{pmatrix}$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$\begin{pmatrix}3034&amp;-3033\\3033&amp;-3032\end{pmatrix}$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$\begin{pmatrix}3033&amp;3032\\-3032&amp;-3031\end{pmatrix}$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$\begin{pmatrix}3032&amp;3031\\-3031&amp;-3030\end{pmatrix}$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(nilpotent part, Cayley-Hamilton)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$M=I+B$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$M^n=I+nB$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$M=B+I$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$B=\begin{pmatrix}\tfrac32&amp;\tfrac32\\-\tfrac32&amp;-\tfrac32\end{pmatrix}$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$B^2=\begin{pmatrix}\tfrac94-\tfrac94&amp;\tfrac94-\tfrac94\\-\tfrac94+\tfrac94&amp;-\tfrac94+\tfrac94\end{pmatrix}=O$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$B^3=B^4=\dots=O$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$M^{2022}=(B+I)^{2022}=I+2022B$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$2022B=\begin{pmatrix}3033&amp;3033\\-3033&amp;-3033\end{pmatrix}$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$M^{2022}=\begin{pmatrix}3034&amp;3033\\-3033&amp;-3032\end{pmatrix}$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remainder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Cayley-Hamilton: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$M^2=2M-I$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remainder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$nx-(n-1)$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$\operatorname{tr}M=\tfrac52-\tfrac12=2$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$|M|=-\tfrac54+\tfrac94=1$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$M^2-2M+I=O$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$(M-I)^2=O$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$x^n=(x-1)^2q(x)+nx-(n-1)$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first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5055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1011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3032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the 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$M^n=nM-(n-1)I$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$M^{2022}=2022M-2021I=\begin{pmatrix}5055-2021&amp;3033\\-3033&amp;-1011-2021\end{pmatrix}=\begin{pmatrix}3034&amp;3033\\-3033&amp;-3032\end{pmatrix}$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(Cayley-Hamilton).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characteristic polynomial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nilpotent (a shear).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nilpotent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$(M-I)^2=O$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$M^n=I+n(M-I)=nM-(n-1)I$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$M^2=2M-I$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(Cayley-Hamilton).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characteristic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nilpotent (a shear).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rank-one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$B=\mathbf u\mathbf 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nilpotent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v^T\mathbf 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Advanced 2023–2024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Q26 – Q29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exists a non-zero column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$M=(a_{ij})$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exists a non-zero column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$\begin{pmatrix}a_1\\a_2\\a_3\end{pmatrix}$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$M\begin{pmatrix}a_1\\a_2\\a_3\end{pmatrix}=\begin{pmatrix}-a_1\\-a_2\\-a_3\end{pmatrix}$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$\{X\in\mathbb R^3:MX=\mathbf 0\}\neq\{\mathbf 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0=\begin{pmatrix}0\\0\\0\end{pmatrix}$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Singular matrices, null space and eigenvectors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Singular matrices, null space and eigenvectors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down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eigenvalues: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(singular, null space),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checked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down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eigenvalues: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(singular, null space),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checked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$|M-\lambda 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$i\mid(j+1)$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$M=\begin{pmatrix}1&amp;1&amp;1\\1&amp;0&amp;1\\0&amp;1&amp;0\end{pmatrix}$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not invertible.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non-zero solutions,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$|M|=1(0-1)-1(0-0)+1(1-0)=-1+1=0$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not invertible.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$M\begin{pmatrix}a_1\\a_2\\a_3\end{pmatrix}=-\begin{pmatrix}a_1\\a_2\\a_3\end{pmatrix}$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$a_1+a_2+a_3=-a_1$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$a_1+a_3=-a_2$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$a_2=-a_3$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$a_2=-a_3$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non-zero solutions,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$M(0,1,-1)^T=(0,-1,1)^T$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non-zero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set is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invertible.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non-zero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set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$M-2I=\begin{pmatrix}-1&amp;1&amp;1\\1&amp;-2&amp;1\\0&amp;1&amp;-2\end{pmatrix}$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$|M-2I|=-1(4-1)-1(-2-0)+1(1-0)=-3+2+1=0$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invertible.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characteristic polynomial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answers all four statements: its roots are the eigenvalues,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exactly what (A)-(D) ask about.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characteristic polynomial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answers all four statements: its roots are the eigenvalues,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$0,-1,2$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exactly what (A)-(D) ask about.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the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false.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solutions: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the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$(0-1)+(0-0)+(0-1)=-2$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 I-M|=\lambda^3-\lambda^2-2\lambda=\lambda(\lambda-2)(\lambda+1)$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false.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solutions: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solution: true.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solution: true.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(B)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eigenvalue; 'is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eigenvalue?' is answered by the characteristic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𝑝𝑟𝑖𝑛𝑐𝑖𝑝𝑎𝑙 𝑚𝑖𝑛𝑜𝑟𝑠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non-trivial solutions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rule like '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': fill row by row using the divisibility.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$M-\lambda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eigenvalue; 'is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eigenvalue?' is answered by the characteristic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$\lambda^3-(\operatorname{tr}M)\lambda^2+(\text{sum of principal minors})\lambda-|M|$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non-trivial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rule like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$i\mid 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': fill row by row using the divisibility.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invertible matrices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$R=\left\{\begin{pmatrix}a&amp;3&amp;b\\c&amp;2&amp;d\\0&amp;5&amp;0\end{pmatrix}:a,b,c,d\in\{0,3,5,7,11,13,17,19\}\right\}$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invertible matrices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Invertible matrices: determinant expansion, Permutations and combinations (counting)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5(Very difficult than JEE Advanced)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invertible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complement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unique prime factorisation.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$|R|=-5(ad-bc)$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invertible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$ad\neq 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the complement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unique prime factorisation.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matrices: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the singular ones,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non-zero, i.e. from the seven primes): by unique factorisation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multisets, i.e.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$|R|=-5\begin{vmatrix}a&amp;b\\c&amp;d\end{vmatrix}=-5(ad-bc)$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$ad\neq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$8^4=4096$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the singular ones,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non-zero, i.e. from the seven primes): by unique factorisation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$\{a,d\}=\{b,c\}$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multisets, i.e.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all four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(ii) two equal and the other two equal to a different prime: choose the two primes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pattern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which prime goes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 total: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(some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Case I.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all four 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(ii) exactly three zero: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(iii)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zero, the other two non-zero: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 total: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Invertible: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all four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 (ii) two equal and the other two equal to a different prime: choose the two primes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pattern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$a=b,c=d$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$a=c,b=d$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which prime goes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 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$7+84=91$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(some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$bc=ad\neq0$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Case I.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all four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(ii) exactly three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${}^4C_1\cdot7=28$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(iii)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zero, the other two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$2\cdot2\cdot7\cdot7=196$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 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$1+28+196=225$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$91+225=316$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Invertible: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$4096-316=3780$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3780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$3780$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singular matrices as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number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singular matrices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$\sum_pN(p)^2$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number of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singular matrices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with at least one zero: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primes):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products):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singular matrices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$\sum_pN(p)^2$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$N(p)=\#\{(a,d):ad=p\}$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with at least one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$8^2-7^2=15$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primes):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$q\neq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products):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$\sum_pN(p)^2=15^2+7\cdot1^2+21\cdot2^2=225+7+84=316$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$4096-316=3780$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3780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$3780$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a row with a single non-zero entry reduces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factorisations; with distinct primes,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 entries are a separate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zero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a row with a single non-zero entry reduces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$|R|=-5(ad-bc)$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$\sum_pN(p)^2$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factorisations; with distinct primes,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$\{a,d\}=\{b,c\}$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 entries are a separate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zero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$ad=0=bc$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$15\times15=225$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$S=\left\{A=\begin{pmatrix}0&amp;1&amp;c\\1&amp;a&amp;d\\1&amp;b&amp;e\end{pmatrix}:a,b,c,d,e\in\{0,1\}\text{ and }|A|\in\{-1,1\}\right\}$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Permutations and combinations (counting)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Permutations and combinations (counting)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along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by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along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$|A|=(d-e)+c(b-a)$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by whether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choices,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$|A|=0\cdot(ae-bd)-1\cdot(e-d)+c(b-a)=(d-e)+c(b-a)$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choices,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$|A|=c(b-a)=\pm1$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impossible):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$|A|=1+c(b-a)=\pm1$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$|b-a|\le1$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$|A|=-1+c(b-a)=\pm1$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impossible):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$4+6+6=16$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 count over all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 count over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$2^5=32$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$|A|=(d-e)+c(b-a)\in\{-2,\dots,2\}$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sign and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ways):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$d-e=\pm1$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sign and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ways):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$c=1,(a,b)=(1,0)$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$c(b-a)=+1$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$c=1,(a,b)=(0,1)$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$32-14-2=16$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maximum). Counting a value is easiest through the expansion along a row with few non-zero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over the integers (unimodular).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cases on the variable that forces the parity: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$\{-2,-1,0,1,2\}$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maximum). Counting a value is easiest through the expansion along a row with few non-zero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over the integers (unimodular).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cases on the variable that forces the parity: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$d-e\in\{-1,0,1\}$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$c(b-a)\in\{-1,0,1\}$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set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For 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Match each entry in List-I to the correct entry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The number of matrices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all entries in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The number of symmetric matrices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all entries in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skew symmetric matrix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matrix with all entries in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the absolute value of the determinant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(2)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(3) infinite (4)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(5)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distinct roots of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set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$T=\{1,\alpha,\beta\}$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For a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$M=(a_{ij})_{3\times3}$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$R_i=a_{i1}+a_{i2}+a_{i3}$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$C_j=a_{1j}+a_{2j}+a_{3j}$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$j=1,2,3$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Match each entry in List-I to the correct entry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The number of matrices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$M=(a_{ij})_{3\times3}$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all entries 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$R_i=C_j=0$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The number of symmetric matrices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$M=(a_{ij})_{3\times3}$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all entries 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$M=(a_{ij})_{3\times3}$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skew symmetric matrix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$a_{ij}\in T$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$i&gt;j$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$\left\{\begin{pmatrix}x\\y\\z\end{pmatrix}:x,y,z\in\mathbb R,\ M\begin{pmatrix}x\\y\\z\end{pmatrix}=\begin{pmatrix}a_{12}\\0\\-a_{23}\end{pmatrix}\right\}$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$M=(a_{ij})_{3\times3}$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matrix with all entries 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the absolute value of the determinant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(2)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(3) infinite (4)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(5)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$(P)\to(4);\ (Q)\to(2);\ (R)\to(5);\ (S)\to(1)$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$(P)\to(2);\ (Q)\to(4);\ (R)\to(1);\ (S)\to(5)$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$(P)\to(2);\ (Q)\to(4);\ (R)\to(3);\ (S)\to(5)$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$(P)\to(1);\ (Q)\to(5);\ (R)\to(3);\ (S)\to(4)$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and skew-symmetric matrices;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Permutations and combinations (counting matrices)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and skew-symmetric matrices;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Permutations and combinations (counting matrices)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other triple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zero row/column sums mean every row/column is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$1+\alpha+\beta=0$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other triple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zero row/column sums mean every row/column is a permutation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three entries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rational part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three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$\alpha,\beta=\frac{-1\pm\sqrt5}2$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$n_1,n_2,n_3$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three entries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$n_1+n_2+n_3=3$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rational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$n_1-\frac{n_2+n_3}2=0$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$n_2=n_3=1$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three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Every row and every column is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Latin square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must differ from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column), and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forced: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with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a Latin square.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ways);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begins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must be a derangement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For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(non-zero);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consistency must be checked.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Every row and every column is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Latin square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must differ from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column), and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forced: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$6\times2\times1=12$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with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$R_i=C_i=0$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a Latin square.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$1=(p,q,r)$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ways);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begins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$a_{21}=q$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must be a derangement of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$(q,r,p)$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$3=(r,p,q)$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For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$M=\begin{pmatrix}0&amp;-a_{21}&amp;-a_{31}\\a_{21}&amp;0&amp;-a_{32}\\a_{31}&amp;a_{32}&amp;0\end{pmatrix}$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$a_{21},a_{31},a_{32}\in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(non-zero);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$(a_{12},0,-a_{23})^T=(-a_{21},0,a_{32})^T$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consistency must be checked.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three. So there are 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every row a permutation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(P)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(2), (Q)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(4), (R)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(3), (S)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(5):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$a_{21}y+a_{31}z=a_{21}$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$a_{21}x-a_{32}z=0$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$a_{31}x+a_{32}y=a_{32}$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$x=\frac{a_{32}}{a_{21}}t$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$y=1-\frac{a_{31}}{a_{21}}t$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three. So there are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every row a permutation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$M\begin{pmatrix}1\\1\\1\end{pmatrix}=\mathbf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$C_1+C_2+C_3=\mathbf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$|M|=0\to(5)$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(P)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(2), (Q)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(4), (R)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(3), (S)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(5):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$(P)\to(2);\ (Q)\to(4);\ (R)\to(3);\ (S)\to(5)$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a matrix with entries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three disjoint indicator permutation matrices; use the cross-product form of a skew matrix for (R).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View a matrix with entries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three disjoint indicator permutation matrices; use the cross-product form of a skew matrix for (R).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zero row and column sums every symbol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occupies a permutation matrix: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disjoint permutation matrices adding up to the all-ones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disjoint from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derangement relative to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zero row and column sums every symbol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$\{1,\alpha,\beta\}$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occupies a permutation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$M=\Pi_1+\alpha\Pi_\alpha+\beta\Pi_\beta$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disjoint permutation matrices adding up to the all-ones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disjoint from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derangement relative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$\Pi_\beta$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iff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i.e. an involution. Three pairwise disjoint involutions covering all positions: the identity cannot be used (every transposition fixes a point, clashing with it), so they must be the three transpositions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assigning the three symbols to them: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A skew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acts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right side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solvable, and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iff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i.e. an involution. Three pairwise disjoint involutions covering all positions: the identity cannot be used (every transposition fixes a point, clashing with it), so they must be the three transpositions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$(12),(13),(23)$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assigning the three symbols to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$3!=6\to(4)$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A skew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acts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$M\mathbf x=\mathbf w\times\mathbf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w=(a_{32},-a_{31},a_{21})$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r=(-a_{21},0,a_{32})$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r\cdot\mathbf w=-a_{21}a_{32}+a_{32}a_{21}=0$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w\times\mathbf x=\mathbf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x+t\mathbf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Rows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Rows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$M(1,1,1)^T=\mathbf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$|M|=0\to(5)$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$(P)\to(2);\ (Q)\to(4);\ (R)\to(3);\ (S)\to(5)$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zero sum of three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one of each symbol.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whose rows and columns each use every symbol once is a Latin square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(the circulant ones).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the cross-product map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iff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solutions form a line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row sum (all rows) means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null space: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zero sum of three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one of each symbol.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whose rows and columns each use every symbol once is a Latin square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(the circulant ones).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skew-symmetric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the cross-product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x\mapsto\mathbf w\times\mathbf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$M\mathbf x=\mathbf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r\perp\mathbf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solutions form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x_0+t\mathbf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zero row sum (all rows)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null space: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Advanced 2025–2026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Q30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marks: single correct, one or more correct, numerical; 3 marks: matching (Q29)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transpose of 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denoted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entries,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$P=\begin{pmatrix}2&amp;0&amp;0\\0&amp;2&amp;0\\0&amp;0&amp;3\end{pmatrix}$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transpose of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denoted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entries,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$Q^{-1}=Q^T$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matrices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commuting with a diagonal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Orthogonal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$Q^{-1}=Q^T$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commuting with a diagonal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block form, and an integer orthogonal block has orthonormal rows with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$PQ=QP$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block form, and an integer orthogonal block has orthonormal rows with entries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scaled)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 scaled).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$Q=\begin{pmatrix}a&amp;b&amp;c\\d&amp;e&amp;f\\g&amp;h&amp;i\end{pmatrix}$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$PQ=\begin{pmatrix}2a&amp;2b&amp;2c\\2d&amp;2e&amp;2f\\3g&amp;3h&amp;3i\end{pmatrix}$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scaled)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$QP=\begin{pmatrix}2a&amp;2b&amp;3c\\2d&amp;2e&amp;3f\\2g&amp;2h&amp;3i\end{pmatrix}$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 scaled).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$PQ=QP\Rightarrow2c=3c,\ 2f=3f,\ 3g=2g,\ 3h=2h$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$c=f=g=h=0$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$Q=\begin{pmatrix}a&amp;b&amp;0\\d&amp;e&amp;0\\0&amp;0&amp;i\end{pmatrix}$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$Q^{-1}=Q^T$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$QQ^T=I$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$d^2+e^2=1$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$ad+be=0$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integers,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choices);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integer vector orthogonal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$(a,b)\in\{(\pm1,0),(0,\pm1)\}$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unit integer vector orthogonal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$(a,b,d,e)=(1,0,0,\pm1),(-1,0,0,\pm1),(0,\pm1,1,0),(0,\pm1,-1,0)$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Integer orthogonal matrices are signed permutation matrices; commuting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permutation preserves the eigenspaces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Integer orthogonal matrices are signed permutation matrices; commuting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permutation preserves the eigenspaces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of an integer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squared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entry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rest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orthogonal rows use different columns.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signed permutation matrix: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each eigenspace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itself: the eigenspace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spanned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of an integer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squared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rest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orthogonal rows use different columns.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signed permutation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$3!\cdot2^3=48$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$P=\operatorname{diag}(2,2,3)$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each eigenspace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itself: the eigenspace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spanned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underlying permutation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may swap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permutations, each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underlying permutation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may swap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permutations, each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$2\times8=16$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orthogonal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signed permutation matrices; 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a diagonal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each eigenspace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 (block-diagonal with respect to equal diagonal entries).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of orthonormal integer vectors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orthogonal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signed permutation matrices;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a diagonal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each eigenspace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 (block-diagonal with respect to equal diagonal entries).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of orthonormal integer vectors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e_i$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non-zero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there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entries being non-zero real numbers,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$I=\begin{pmatrix}1&amp;0\\0&amp;1\end{pmatrix}$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$P=\begin{pmatrix}2&amp;0\\0&amp;3\end{pmatrix}$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$Q=\begin{pmatrix}x&amp;y\\z&amp;4\end{pmatrix}$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non-zero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there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entries being non-zero real numbers,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$yz=2$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eigenvalues, eigenvectors and determinants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eigenvalues, eigenvectors and determinants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diagonal says the columns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diagonal says the columns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eigenvectors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$\begin{pmatrix}ax+cy&amp;bx+dy\\az+4c&amp;bz+4d\end{pmatrix}=\begin{pmatrix}2a&amp;3b\\2c&amp;3d\end{pmatrix}$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first two: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the last two: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and third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 true.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true.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false.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$cy=a(2-x)$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$dy=b(3-x)$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$az=-2c$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$bz=-d$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cd=\dfrac{a(2-x)}{b(3-x)}$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the last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ab=\dfrac{2c}d$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cd=\dfrac a{2b}$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$\dfrac{2-x}{3-x}=\dfrac12\Rightarrow4-2x=3-x\Rightarrow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and third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$cy\cdot az=a(2-x)(-2c)$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$yz=-2(2-x)=-2$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$|Q-\lambda I|=(1-\lambda)(4-\lambda)-yz=(1-\lambda)(4-\lambda)+2$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$(-1)(2)+2=0$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 true.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$(-5)(-2)+2=12$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true.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$(-2)(1)+2=0\neq15$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false.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$yz=-2\neq2$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The answer is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$R=\begin{pmatrix}1&amp;1\\1&amp;2\end{pmatrix}$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The answer is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eigenvectors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eigenvectors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column by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non-zero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eigenvalues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column by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$Q\begin{pmatrix}a\\c\end{pmatrix}=2\begin{pmatrix}a\\c\end{pmatrix}$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$Q\begin{pmatrix}b\\d\end{pmatrix}=3\begin{pmatrix}b\\d\end{pmatrix}$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non-zero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eigenvalues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$\operatorname{tr}Q=x+4=5\Rightarrow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$|Q|=4x-yz=6\Rightarrow yz=-2$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(characteristic polynomial with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true).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false).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 false).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$|Q-\lambda I|=(2-\lambda)(3-\lambda)$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(characteristic polynomial with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$(-4)(-3)=12$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true).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$0\neq15$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false).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$yz=-2\neq2$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 false).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columns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non-zero column is an eigenvector.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eigenvalues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same trace and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$P=\operatorname{diag}(p_1,p_2)$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$Q\mathbf r_j=p_j\mathbf 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non-zero column is an eigenvector.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$\lambda_1,\lambda_2$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$\operatorname{tr}=\lambda_1+\lambda_2$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$|Q|=\lambda_1\lambda_2$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$|Q-\lambda I|=(\lambda_1-\lambda)(\lambda_2-\lambda)$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$Q=RPR^{-1}$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same trace and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one of the following matrices can be obtained by performing elementary row transformations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one of the following matrices can be obtained by performing elementary row transformations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identity matrix?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$\begin{pmatrix}1&amp;1&amp;1\\1&amp;1&amp;1\\1&amp;1&amp;1\end{pmatrix}$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$\begin{pmatrix}1&amp;1&amp;1\\2&amp;3&amp;4\\1&amp;2&amp;1\end{pmatrix}$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$\begin{pmatrix}1&amp;1&amp;1\\2&amp;3&amp;4\\2&amp;5&amp;8\end{pmatrix}$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$\begin{pmatrix}1&amp;1&amp;1\\-1&amp;1&amp;2\\0&amp;2&amp;3\end{pmatrix}$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Elementary row operations and invertible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are reversible, so a matrix is reachable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 is invertible: find the one with non-zero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are reversible, so a matrix is reachable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it is invertible: find the one with non-zero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can be obtained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elementary row operations iff it is row-equivalent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iff it is invertible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row operations are reversible and preserve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all rows equal,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invertible,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transformed into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can be obtained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elementary row operations iff it is row-equivalent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iff it is invertible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row operations are reversible and preserve invertibility.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all rows equal,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$\begin{vmatrix}1&amp;1&amp;1\\2&amp;3&amp;4\\1&amp;2&amp;1\end{vmatrix}=1(3-8)-1(2-4)+1(4-3)=-5+2+1=-2\neq0$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invertible,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transformed into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(reducing gives two identical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is invertible.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$\begin{vmatrix}1&amp;1&amp;1\\2&amp;3&amp;4\\2&amp;5&amp;8\end{vmatrix}=1(24-20)-1(16-8)+1(10-6)=4-8+4=0$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$R_1+R_2=(0,2,3)=R_3$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(reducing gives two identical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singular.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is invertible.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Rank is unchanged by row operations,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spot the linear dependence of the rows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Rank is unchanged by row operations,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spot the linear dependence of the rows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do not change the rank,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target matrix must have three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All dependent: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do not change the rank,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$\operatorname{rank}I=3$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target matrix must have three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$R_1=R_2=R_3$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$R_3=-4R_1+3R_2$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$(-4,-4,-4)+(6,9,12)=(2,5,8)$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All dependent: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third coordinate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span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independent.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$(1,2,1)=xR_1+yR_2$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third coordinate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$x+4y=3\neq1$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span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independent.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obtainable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row operations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row-equivalent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with an obvious dependence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any calculation.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invertible matrix is a product of elementary matrices, so it equals a finite sequence of row operations applied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obtainable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row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row-equivalent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$I\iff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 A\neq0\iff$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with an obvious dependence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any calculation.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invertible matrix is a product of elementary matrices, so it equals a finite sequence of row operations applied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entries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any two given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 unique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each positive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of linear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$M=\begin{pmatrix}2&amp;-1\\1&amp;0\end{pmatrix}$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$p,q,r,s,a,b,c$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$M^{26}=\begin{pmatrix}p&amp;q\\r&amp;s\end{pmatrix}$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$\sum_{k=1}^{26}M^k=\begin{pmatrix}a&amp;b\\c&amp;d\end{pmatrix}$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entries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$MN=N\begin{pmatrix}1&amp;1\\0&amp;1\end{pmatrix}$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any two given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 unique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$rx+sy=n$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each positive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$(a+t)x+by=1$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$cx+(d+t)y=-1$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and sums of powers of a matrix; unique solution of linear systems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each statement is a short computation.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$M=I+A$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$M^k=I+kA$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each statement is a short computation.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higher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$\det(M-\lambda I)=\lambda^2-2\lambda+1=(\lambda-1)^2$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$A=M-I=\begin{pmatrix}1&amp;-1\\1&amp;-1\end{pmatrix}$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$A^2=\begin{pmatrix}0&amp;0\\0&amp;0\end{pmatrix}$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$M^k=(I+A)^k=I+kA=\begin{pmatrix}1+k&amp;-k\\k&amp;1-k\end{pmatrix}$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higher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Explicitly,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inverse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matrix,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unique integers.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$(M-I)^2=O$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$J=\begin{pmatrix}1&amp;1\\0&amp;1\end{pmatrix}$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Explicitly,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$N=\begin{pmatrix}1&amp;1\\1&amp;0\end{pmatrix}$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$|N|=-1\neq0$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$MN=\begin{pmatrix}1&amp;2\\1&amp;1\end{pmatrix}=NJ$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$M^{26}=\begin{pmatrix}27&amp;-26\\26&amp;-25\end{pmatrix}$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$p=27,q=-26,r=26,s=-25$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M^{26}=(\det M)^{26}=1^{26}=1$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$\begin{pmatrix}-25&amp;26\\-26&amp;27\end{pmatrix}$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matrix,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$x=-25m+26n$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$y=-26m+27n$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unique integers.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$a=\sum_{k=1}^{26}(1+k)=26+\dfrac{26\cdot27}2=26+351=377\neq378$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$b=-\sum k=-351$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$d=\sum(1-k)=26-351=-325$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$\begin{vmatrix}a+t&amp;b\\c&amp;d+t\end{vmatrix}=t^2+(a+d)t+(ad-bc)=t^2+52t+\bigl(377\cdot(-325)+351^2\bigr)=t^2+52t+676=(t+26)^2$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non-zero, so the system has a unique solution. True. The answer is (A),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non-zero, so the system has a unique solution. True. The answer is (A),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this nilpotent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M^k=26I+351A$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$\det(\lambda I+cA)=\lambda^2$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this nilpotent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377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351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351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$\sum_{k=1}^{26}M^k=\sum(I+kA)=26I+351A=\begin{pmatrix}377&amp;-351\\351&amp;-325\end{pmatrix}$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$A=\begin{pmatrix}1&amp;-1\\1&amp;-1\end{pmatrix}$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$\det(\lambda I+cA)=\lambda^2+\lambda c\operatorname{tr}A+c^2|A|=\lambda^2$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$\det(S+tI)=\det\bigl((26+t)I+351A\bigr)=(26+t)^2&gt;0$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unimodular integer matrix and has an integer inverse: unique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Pick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 Same answer: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$\det(M^{26})=\det(I+26A)=1$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unimodular integer matrix and has an integer inverse: unique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Pick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$u=Av=(1,1)^T\neq0$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$Au=A^2v=0$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$Mu=u$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$Mv=v+u$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the basis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$M=\begin{pmatrix}1&amp;1\\0&amp;1\end{pmatrix}$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$MN=NJ$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$N=[u\ v]$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 Same answer: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(nilpotent):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(Jordan block). A repeated eigenvalue alone is not enough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counterexample).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integer entries and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integer inverse,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integer solution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$(M-I)^2=O$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$M^k=I+k(M-I)$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$\sum_{k=1}^nM^k=nI+\tfrac{n(n+1)}2(M-I)$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(nilpotent):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$\det(\lambda I+cA)=\lambda^2+c\lambda\operatorname{tr}A+c^2|A|=\lambda^2$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$(M-I)^2=O$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(Jordan block). A repeated eigenvalue alone is not enough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counterexample).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integer entries and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integer inverse,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integer solution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FFFFFF"/>
                          </a:solidFill>
                          <a:latin typeface="Arial"/>
                        </a:rPr>
                        <a:t>Very difficult than JEE Advanced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2.66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1 question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33 questions, 131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Matrices Sheet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2.66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