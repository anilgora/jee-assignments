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0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523" r:id="rId275"/>
    <p:sldId id="524" r:id="rId276"/>
    <p:sldId id="525" r:id="rId277"/>
    <p:sldId id="526" r:id="rId278"/>
    <p:sldId id="527" r:id="rId279"/>
    <p:sldId id="528" r:id="rId280"/>
    <p:sldId id="529" r:id="rId281"/>
    <p:sldId id="530" r:id="rId282"/>
    <p:sldId id="531" r:id="rId283"/>
    <p:sldId id="532" r:id="rId284"/>
    <p:sldId id="533" r:id="rId285"/>
    <p:sldId id="534" r:id="rId286"/>
    <p:sldId id="535" r:id="rId287"/>
    <p:sldId id="536" r:id="rId288"/>
    <p:sldId id="537" r:id="rId289"/>
    <p:sldId id="538" r:id="rId290"/>
    <p:sldId id="539" r:id="rId291"/>
    <p:sldId id="540" r:id="rId292"/>
    <p:sldId id="541" r:id="rId293"/>
    <p:sldId id="542" r:id="rId294"/>
    <p:sldId id="543" r:id="rId295"/>
    <p:sldId id="544" r:id="rId296"/>
    <p:sldId id="545" r:id="rId297"/>
    <p:sldId id="546" r:id="rId298"/>
    <p:sldId id="547" r:id="rId299"/>
    <p:sldId id="548" r:id="rId300"/>
    <p:sldId id="549" r:id="rId301"/>
    <p:sldId id="550" r:id="rId302"/>
    <p:sldId id="551" r:id="rId303"/>
    <p:sldId id="552" r:id="rId304"/>
    <p:sldId id="553" r:id="rId305"/>
    <p:sldId id="554" r:id="rId306"/>
    <p:sldId id="555" r:id="rId307"/>
    <p:sldId id="556" r:id="rId308"/>
    <p:sldId id="557" r:id="rId309"/>
    <p:sldId id="558" r:id="rId310"/>
    <p:sldId id="559" r:id="rId311"/>
    <p:sldId id="560" r:id="rId312"/>
    <p:sldId id="561" r:id="rId313"/>
    <p:sldId id="562" r:id="rId314"/>
    <p:sldId id="563" r:id="rId315"/>
    <p:sldId id="564" r:id="rId316"/>
    <p:sldId id="565" r:id="rId317"/>
    <p:sldId id="566" r:id="rId318"/>
    <p:sldId id="567" r:id="rId319"/>
    <p:sldId id="568" r:id="rId320"/>
    <p:sldId id="569" r:id="rId321"/>
    <p:sldId id="570" r:id="rId322"/>
    <p:sldId id="571" r:id="rId323"/>
    <p:sldId id="572" r:id="rId324"/>
    <p:sldId id="573" r:id="rId325"/>
    <p:sldId id="574" r:id="rId326"/>
    <p:sldId id="575" r:id="rId327"/>
    <p:sldId id="576" r:id="rId328"/>
    <p:sldId id="577" r:id="rId329"/>
    <p:sldId id="578" r:id="rId330"/>
    <p:sldId id="579" r:id="rId331"/>
    <p:sldId id="580" r:id="rId332"/>
    <p:sldId id="581" r:id="rId333"/>
    <p:sldId id="582" r:id="rId334"/>
    <p:sldId id="583" r:id="rId335"/>
    <p:sldId id="584" r:id="rId336"/>
    <p:sldId id="585" r:id="rId337"/>
    <p:sldId id="586" r:id="rId338"/>
    <p:sldId id="587" r:id="rId339"/>
    <p:sldId id="588" r:id="rId340"/>
    <p:sldId id="589" r:id="rId341"/>
    <p:sldId id="590" r:id="rId342"/>
    <p:sldId id="591" r:id="rId343"/>
    <p:sldId id="592" r:id="rId344"/>
    <p:sldId id="593" r:id="rId345"/>
    <p:sldId id="594" r:id="rId346"/>
    <p:sldId id="595" r:id="rId347"/>
    <p:sldId id="596" r:id="rId348"/>
    <p:sldId id="597" r:id="rId349"/>
    <p:sldId id="598" r:id="rId350"/>
    <p:sldId id="599" r:id="rId351"/>
    <p:sldId id="600" r:id="rId352"/>
    <p:sldId id="601" r:id="rId353"/>
    <p:sldId id="602" r:id="rId354"/>
    <p:sldId id="603" r:id="rId355"/>
    <p:sldId id="604" r:id="rId356"/>
    <p:sldId id="605" r:id="rId357"/>
    <p:sldId id="606" r:id="rId358"/>
    <p:sldId id="607" r:id="rId359"/>
    <p:sldId id="608" r:id="rId360"/>
    <p:sldId id="609" r:id="rId361"/>
    <p:sldId id="610" r:id="rId362"/>
    <p:sldId id="611" r:id="rId363"/>
    <p:sldId id="612" r:id="rId364"/>
    <p:sldId id="613" r:id="rId365"/>
    <p:sldId id="614" r:id="rId366"/>
    <p:sldId id="615" r:id="rId367"/>
    <p:sldId id="616" r:id="rId368"/>
    <p:sldId id="617" r:id="rId369"/>
    <p:sldId id="618" r:id="rId370"/>
    <p:sldId id="619" r:id="rId371"/>
    <p:sldId id="620" r:id="rId372"/>
    <p:sldId id="621" r:id="rId373"/>
    <p:sldId id="622" r:id="rId374"/>
    <p:sldId id="623" r:id="rId375"/>
    <p:sldId id="624" r:id="rId376"/>
    <p:sldId id="625" r:id="rId377"/>
    <p:sldId id="626" r:id="rId378"/>
    <p:sldId id="627" r:id="rId379"/>
    <p:sldId id="628" r:id="rId380"/>
    <p:sldId id="629" r:id="rId381"/>
    <p:sldId id="630" r:id="rId382"/>
    <p:sldId id="631" r:id="rId383"/>
    <p:sldId id="632" r:id="rId384"/>
    <p:sldId id="633" r:id="rId385"/>
    <p:sldId id="634" r:id="rId386"/>
    <p:sldId id="635" r:id="rId387"/>
    <p:sldId id="636" r:id="rId388"/>
    <p:sldId id="637" r:id="rId389"/>
    <p:sldId id="638" r:id="rId390"/>
    <p:sldId id="639" r:id="rId391"/>
    <p:sldId id="640" r:id="rId392"/>
    <p:sldId id="641" r:id="rId393"/>
    <p:sldId id="642" r:id="rId394"/>
    <p:sldId id="643" r:id="rId395"/>
    <p:sldId id="644" r:id="rId396"/>
    <p:sldId id="645" r:id="rId397"/>
    <p:sldId id="646" r:id="rId398"/>
    <p:sldId id="647" r:id="rId399"/>
    <p:sldId id="648" r:id="rId400"/>
    <p:sldId id="649" r:id="rId401"/>
    <p:sldId id="650" r:id="rId402"/>
    <p:sldId id="651" r:id="rId403"/>
    <p:sldId id="652" r:id="rId404"/>
    <p:sldId id="653" r:id="rId405"/>
    <p:sldId id="654" r:id="rId406"/>
    <p:sldId id="655" r:id="rId407"/>
    <p:sldId id="656" r:id="rId408"/>
    <p:sldId id="657" r:id="rId409"/>
    <p:sldId id="658" r:id="rId410"/>
    <p:sldId id="659" r:id="rId411"/>
    <p:sldId id="660" r:id="rId412"/>
    <p:sldId id="661" r:id="rId413"/>
    <p:sldId id="662" r:id="rId414"/>
    <p:sldId id="663" r:id="rId415"/>
    <p:sldId id="664" r:id="rId416"/>
    <p:sldId id="665" r:id="rId417"/>
    <p:sldId id="666" r:id="rId418"/>
    <p:sldId id="667" r:id="rId419"/>
    <p:sldId id="668" r:id="rId420"/>
    <p:sldId id="669" r:id="rId421"/>
    <p:sldId id="670" r:id="rId422"/>
    <p:sldId id="671" r:id="rId423"/>
    <p:sldId id="672" r:id="rId424"/>
    <p:sldId id="673" r:id="rId425"/>
    <p:sldId id="674" r:id="rId426"/>
    <p:sldId id="675" r:id="rId427"/>
    <p:sldId id="676" r:id="rId428"/>
    <p:sldId id="677" r:id="rId429"/>
    <p:sldId id="678" r:id="rId430"/>
    <p:sldId id="679" r:id="rId431"/>
    <p:sldId id="680" r:id="rId432"/>
    <p:sldId id="681" r:id="rId433"/>
    <p:sldId id="682" r:id="rId434"/>
    <p:sldId id="683" r:id="rId435"/>
    <p:sldId id="684" r:id="rId436"/>
    <p:sldId id="685" r:id="rId437"/>
    <p:sldId id="686" r:id="rId438"/>
    <p:sldId id="687" r:id="rId439"/>
    <p:sldId id="688" r:id="rId440"/>
    <p:sldId id="689" r:id="rId441"/>
    <p:sldId id="690" r:id="rId442"/>
    <p:sldId id="691" r:id="rId443"/>
    <p:sldId id="692" r:id="rId444"/>
    <p:sldId id="693" r:id="rId445"/>
    <p:sldId id="694" r:id="rId446"/>
    <p:sldId id="695" r:id="rId447"/>
    <p:sldId id="696" r:id="rId448"/>
    <p:sldId id="697" r:id="rId449"/>
    <p:sldId id="698" r:id="rId450"/>
    <p:sldId id="699" r:id="rId451"/>
    <p:sldId id="700" r:id="rId452"/>
    <p:sldId id="701" r:id="rId453"/>
    <p:sldId id="702" r:id="rId454"/>
    <p:sldId id="703" r:id="rId455"/>
    <p:sldId id="704" r:id="rId456"/>
    <p:sldId id="705" r:id="rId457"/>
    <p:sldId id="706" r:id="rId458"/>
    <p:sldId id="707" r:id="rId459"/>
    <p:sldId id="708" r:id="rId460"/>
    <p:sldId id="709" r:id="rId461"/>
    <p:sldId id="710" r:id="rId462"/>
    <p:sldId id="711" r:id="rId463"/>
    <p:sldId id="712" r:id="rId464"/>
    <p:sldId id="713" r:id="rId465"/>
    <p:sldId id="714" r:id="rId466"/>
    <p:sldId id="715" r:id="rId467"/>
    <p:sldId id="716" r:id="rId468"/>
    <p:sldId id="717" r:id="rId469"/>
    <p:sldId id="718" r:id="rId470"/>
    <p:sldId id="719" r:id="rId471"/>
    <p:sldId id="720" r:id="rId472"/>
    <p:sldId id="721" r:id="rId473"/>
    <p:sldId id="722" r:id="rId474"/>
    <p:sldId id="723" r:id="rId475"/>
    <p:sldId id="724" r:id="rId476"/>
    <p:sldId id="725" r:id="rId477"/>
    <p:sldId id="726" r:id="rId478"/>
    <p:sldId id="727" r:id="rId479"/>
    <p:sldId id="728" r:id="rId480"/>
    <p:sldId id="729" r:id="rId481"/>
    <p:sldId id="730" r:id="rId482"/>
    <p:sldId id="731" r:id="rId483"/>
    <p:sldId id="732" r:id="rId484"/>
    <p:sldId id="733" r:id="rId485"/>
    <p:sldId id="734" r:id="rId486"/>
    <p:sldId id="735" r:id="rId487"/>
    <p:sldId id="736" r:id="rId488"/>
    <p:sldId id="737" r:id="rId489"/>
    <p:sldId id="738" r:id="rId490"/>
    <p:sldId id="739" r:id="rId491"/>
    <p:sldId id="740" r:id="rId492"/>
    <p:sldId id="741" r:id="rId493"/>
    <p:sldId id="742" r:id="rId494"/>
    <p:sldId id="743" r:id="rId495"/>
    <p:sldId id="744" r:id="rId496"/>
    <p:sldId id="745" r:id="rId497"/>
    <p:sldId id="746" r:id="rId498"/>
    <p:sldId id="747" r:id="rId499"/>
    <p:sldId id="748" r:id="rId500"/>
    <p:sldId id="749" r:id="rId501"/>
    <p:sldId id="750" r:id="rId502"/>
    <p:sldId id="751" r:id="rId503"/>
    <p:sldId id="752" r:id="rId504"/>
    <p:sldId id="753" r:id="rId505"/>
    <p:sldId id="754" r:id="rId506"/>
    <p:sldId id="755" r:id="rId507"/>
    <p:sldId id="756" r:id="rId508"/>
    <p:sldId id="757" r:id="rId509"/>
    <p:sldId id="758" r:id="rId510"/>
    <p:sldId id="759" r:id="rId511"/>
    <p:sldId id="760" r:id="rId512"/>
    <p:sldId id="761" r:id="rId513"/>
    <p:sldId id="762" r:id="rId514"/>
    <p:sldId id="763" r:id="rId515"/>
    <p:sldId id="764" r:id="rId516"/>
    <p:sldId id="765" r:id="rId517"/>
    <p:sldId id="766" r:id="rId518"/>
    <p:sldId id="767" r:id="rId519"/>
    <p:sldId id="768" r:id="rId520"/>
    <p:sldId id="769" r:id="rId521"/>
    <p:sldId id="770" r:id="rId522"/>
    <p:sldId id="771" r:id="rId523"/>
    <p:sldId id="772" r:id="rId524"/>
    <p:sldId id="773" r:id="rId525"/>
    <p:sldId id="774" r:id="rId526"/>
    <p:sldId id="775" r:id="rId527"/>
    <p:sldId id="776" r:id="rId528"/>
    <p:sldId id="777" r:id="rId529"/>
    <p:sldId id="778" r:id="rId530"/>
    <p:sldId id="779" r:id="rId531"/>
    <p:sldId id="780" r:id="rId532"/>
    <p:sldId id="781" r:id="rId533"/>
    <p:sldId id="782" r:id="rId534"/>
    <p:sldId id="783" r:id="rId535"/>
    <p:sldId id="784" r:id="rId536"/>
    <p:sldId id="785" r:id="rId537"/>
    <p:sldId id="786" r:id="rId538"/>
    <p:sldId id="787" r:id="rId539"/>
    <p:sldId id="788" r:id="rId540"/>
    <p:sldId id="789" r:id="rId541"/>
    <p:sldId id="790" r:id="rId542"/>
    <p:sldId id="791" r:id="rId543"/>
    <p:sldId id="792" r:id="rId544"/>
    <p:sldId id="793" r:id="rId545"/>
    <p:sldId id="794" r:id="rId546"/>
    <p:sldId id="795" r:id="rId547"/>
    <p:sldId id="796" r:id="rId548"/>
    <p:sldId id="797" r:id="rId549"/>
    <p:sldId id="798" r:id="rId550"/>
    <p:sldId id="799" r:id="rId551"/>
    <p:sldId id="800" r:id="rId552"/>
    <p:sldId id="801" r:id="rId553"/>
    <p:sldId id="802" r:id="rId554"/>
    <p:sldId id="803" r:id="rId555"/>
    <p:sldId id="804" r:id="rId556"/>
    <p:sldId id="805" r:id="rId557"/>
    <p:sldId id="806" r:id="rId558"/>
    <p:sldId id="807" r:id="rId559"/>
    <p:sldId id="808" r:id="rId560"/>
    <p:sldId id="809" r:id="rId561"/>
    <p:sldId id="810" r:id="rId562"/>
    <p:sldId id="811" r:id="rId563"/>
    <p:sldId id="812" r:id="rId564"/>
    <p:sldId id="813" r:id="rId565"/>
    <p:sldId id="814" r:id="rId566"/>
    <p:sldId id="815" r:id="rId567"/>
    <p:sldId id="816" r:id="rId568"/>
    <p:sldId id="817" r:id="rId569"/>
    <p:sldId id="818" r:id="rId570"/>
    <p:sldId id="819" r:id="rId571"/>
    <p:sldId id="820" r:id="rId572"/>
    <p:sldId id="821" r:id="rId573"/>
    <p:sldId id="822" r:id="rId574"/>
    <p:sldId id="823" r:id="rId575"/>
    <p:sldId id="824" r:id="rId576"/>
    <p:sldId id="825" r:id="rId577"/>
    <p:sldId id="826" r:id="rId578"/>
    <p:sldId id="827" r:id="rId579"/>
    <p:sldId id="828" r:id="rId580"/>
    <p:sldId id="829" r:id="rId581"/>
    <p:sldId id="830" r:id="rId582"/>
    <p:sldId id="831" r:id="rId583"/>
    <p:sldId id="832" r:id="rId584"/>
    <p:sldId id="833" r:id="rId585"/>
    <p:sldId id="834" r:id="rId586"/>
    <p:sldId id="835" r:id="rId587"/>
    <p:sldId id="836" r:id="rId588"/>
    <p:sldId id="837" r:id="rId589"/>
    <p:sldId id="838" r:id="rId590"/>
    <p:sldId id="839" r:id="rId591"/>
    <p:sldId id="840" r:id="rId592"/>
    <p:sldId id="841" r:id="rId593"/>
    <p:sldId id="842" r:id="rId594"/>
    <p:sldId id="843" r:id="rId595"/>
    <p:sldId id="844" r:id="rId596"/>
    <p:sldId id="845" r:id="rId597"/>
    <p:sldId id="846" r:id="rId598"/>
    <p:sldId id="847" r:id="rId599"/>
    <p:sldId id="848" r:id="rId600"/>
    <p:sldId id="849" r:id="rId601"/>
    <p:sldId id="850" r:id="rId602"/>
    <p:sldId id="851" r:id="rId603"/>
    <p:sldId id="852" r:id="rId604"/>
    <p:sldId id="853" r:id="rId605"/>
    <p:sldId id="854" r:id="rId606"/>
    <p:sldId id="855" r:id="rId607"/>
    <p:sldId id="856" r:id="rId608"/>
    <p:sldId id="857" r:id="rId609"/>
    <p:sldId id="858" r:id="rId610"/>
    <p:sldId id="859" r:id="rId611"/>
    <p:sldId id="860" r:id="rId612"/>
    <p:sldId id="861" r:id="rId613"/>
    <p:sldId id="862" r:id="rId614"/>
    <p:sldId id="863" r:id="rId615"/>
    <p:sldId id="864" r:id="rId616"/>
    <p:sldId id="865" r:id="rId617"/>
    <p:sldId id="866" r:id="rId618"/>
    <p:sldId id="867" r:id="rId619"/>
    <p:sldId id="868" r:id="rId620"/>
    <p:sldId id="869" r:id="rId621"/>
    <p:sldId id="870" r:id="rId622"/>
    <p:sldId id="871" r:id="rId623"/>
    <p:sldId id="872" r:id="rId624"/>
    <p:sldId id="873" r:id="rId625"/>
    <p:sldId id="874" r:id="rId626"/>
    <p:sldId id="875" r:id="rId627"/>
    <p:sldId id="876" r:id="rId628"/>
    <p:sldId id="877" r:id="rId629"/>
    <p:sldId id="878" r:id="rId630"/>
    <p:sldId id="879" r:id="rId631"/>
    <p:sldId id="880" r:id="rId632"/>
    <p:sldId id="881" r:id="rId633"/>
    <p:sldId id="882" r:id="rId634"/>
    <p:sldId id="883" r:id="rId635"/>
    <p:sldId id="884" r:id="rId636"/>
    <p:sldId id="885" r:id="rId637"/>
    <p:sldId id="886" r:id="rId638"/>
    <p:sldId id="887" r:id="rId639"/>
    <p:sldId id="888" r:id="rId640"/>
    <p:sldId id="889" r:id="rId641"/>
    <p:sldId id="890" r:id="rId642"/>
    <p:sldId id="891" r:id="rId643"/>
    <p:sldId id="892" r:id="rId644"/>
    <p:sldId id="893" r:id="rId645"/>
    <p:sldId id="894" r:id="rId646"/>
    <p:sldId id="895" r:id="rId647"/>
    <p:sldId id="896" r:id="rId648"/>
    <p:sldId id="897" r:id="rId649"/>
    <p:sldId id="898" r:id="rId650"/>
    <p:sldId id="899" r:id="rId651"/>
    <p:sldId id="900" r:id="rId652"/>
    <p:sldId id="901" r:id="rId653"/>
    <p:sldId id="902" r:id="rId654"/>
    <p:sldId id="903" r:id="rId655"/>
    <p:sldId id="904" r:id="rId656"/>
    <p:sldId id="905" r:id="rId657"/>
    <p:sldId id="906" r:id="rId658"/>
    <p:sldId id="907" r:id="rId659"/>
    <p:sldId id="908" r:id="rId660"/>
    <p:sldId id="909" r:id="rId661"/>
    <p:sldId id="910" r:id="rId662"/>
    <p:sldId id="911" r:id="rId663"/>
    <p:sldId id="912" r:id="rId664"/>
    <p:sldId id="913" r:id="rId665"/>
    <p:sldId id="914" r:id="rId666"/>
    <p:sldId id="915" r:id="rId667"/>
    <p:sldId id="916" r:id="rId668"/>
    <p:sldId id="917" r:id="rId669"/>
    <p:sldId id="918" r:id="rId670"/>
    <p:sldId id="919" r:id="rId671"/>
    <p:sldId id="920" r:id="rId672"/>
    <p:sldId id="921" r:id="rId673"/>
    <p:sldId id="922" r:id="rId674"/>
    <p:sldId id="923" r:id="rId675"/>
    <p:sldId id="924" r:id="rId676"/>
    <p:sldId id="925" r:id="rId677"/>
    <p:sldId id="926" r:id="rId678"/>
    <p:sldId id="927" r:id="rId679"/>
    <p:sldId id="928" r:id="rId680"/>
    <p:sldId id="929" r:id="rId681"/>
    <p:sldId id="930" r:id="rId682"/>
    <p:sldId id="931" r:id="rId683"/>
    <p:sldId id="932" r:id="rId684"/>
    <p:sldId id="933" r:id="rId685"/>
    <p:sldId id="934" r:id="rId686"/>
    <p:sldId id="935" r:id="rId687"/>
    <p:sldId id="936" r:id="rId688"/>
    <p:sldId id="937" r:id="rId689"/>
    <p:sldId id="938" r:id="rId690"/>
    <p:sldId id="939" r:id="rId691"/>
    <p:sldId id="940" r:id="rId692"/>
    <p:sldId id="941" r:id="rId693"/>
    <p:sldId id="942" r:id="rId694"/>
    <p:sldId id="943" r:id="rId695"/>
    <p:sldId id="944" r:id="rId696"/>
    <p:sldId id="945" r:id="rId697"/>
    <p:sldId id="946" r:id="rId698"/>
    <p:sldId id="947" r:id="rId699"/>
    <p:sldId id="948" r:id="rId700"/>
    <p:sldId id="949" r:id="rId701"/>
    <p:sldId id="950" r:id="rId702"/>
    <p:sldId id="951" r:id="rId703"/>
    <p:sldId id="952" r:id="rId704"/>
    <p:sldId id="953" r:id="rId705"/>
    <p:sldId id="954" r:id="rId706"/>
    <p:sldId id="955" r:id="rId707"/>
  </p:sldIdLst>
  <p:sldSz cx="12191695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11.xml"/><Relationship Id="rId19" Type="http://schemas.openxmlformats.org/officeDocument/2006/relationships/slide" Target="slides/slide12.xml"/><Relationship Id="rId20" Type="http://schemas.openxmlformats.org/officeDocument/2006/relationships/slide" Target="slides/slide13.xml"/><Relationship Id="rId21" Type="http://schemas.openxmlformats.org/officeDocument/2006/relationships/slide" Target="slides/slide14.xml"/><Relationship Id="rId22" Type="http://schemas.openxmlformats.org/officeDocument/2006/relationships/slide" Target="slides/slide15.xml"/><Relationship Id="rId23" Type="http://schemas.openxmlformats.org/officeDocument/2006/relationships/slide" Target="slides/slide16.xml"/><Relationship Id="rId24" Type="http://schemas.openxmlformats.org/officeDocument/2006/relationships/slide" Target="slides/slide17.xml"/><Relationship Id="rId25" Type="http://schemas.openxmlformats.org/officeDocument/2006/relationships/slide" Target="slides/slide18.xml"/><Relationship Id="rId26" Type="http://schemas.openxmlformats.org/officeDocument/2006/relationships/slide" Target="slides/slide19.xml"/><Relationship Id="rId27" Type="http://schemas.openxmlformats.org/officeDocument/2006/relationships/slide" Target="slides/slide20.xml"/><Relationship Id="rId28" Type="http://schemas.openxmlformats.org/officeDocument/2006/relationships/slide" Target="slides/slide21.xml"/><Relationship Id="rId29" Type="http://schemas.openxmlformats.org/officeDocument/2006/relationships/slide" Target="slides/slide22.xml"/><Relationship Id="rId30" Type="http://schemas.openxmlformats.org/officeDocument/2006/relationships/slide" Target="slides/slide23.xml"/><Relationship Id="rId31" Type="http://schemas.openxmlformats.org/officeDocument/2006/relationships/slide" Target="slides/slide24.xml"/><Relationship Id="rId32" Type="http://schemas.openxmlformats.org/officeDocument/2006/relationships/slide" Target="slides/slide25.xml"/><Relationship Id="rId33" Type="http://schemas.openxmlformats.org/officeDocument/2006/relationships/slide" Target="slides/slide26.xml"/><Relationship Id="rId34" Type="http://schemas.openxmlformats.org/officeDocument/2006/relationships/slide" Target="slides/slide27.xml"/><Relationship Id="rId35" Type="http://schemas.openxmlformats.org/officeDocument/2006/relationships/slide" Target="slides/slide28.xml"/><Relationship Id="rId36" Type="http://schemas.openxmlformats.org/officeDocument/2006/relationships/slide" Target="slides/slide29.xml"/><Relationship Id="rId37" Type="http://schemas.openxmlformats.org/officeDocument/2006/relationships/slide" Target="slides/slide30.xml"/><Relationship Id="rId38" Type="http://schemas.openxmlformats.org/officeDocument/2006/relationships/slide" Target="slides/slide31.xml"/><Relationship Id="rId39" Type="http://schemas.openxmlformats.org/officeDocument/2006/relationships/slide" Target="slides/slide32.xml"/><Relationship Id="rId40" Type="http://schemas.openxmlformats.org/officeDocument/2006/relationships/slide" Target="slides/slide33.xml"/><Relationship Id="rId41" Type="http://schemas.openxmlformats.org/officeDocument/2006/relationships/slide" Target="slides/slide34.xml"/><Relationship Id="rId42" Type="http://schemas.openxmlformats.org/officeDocument/2006/relationships/slide" Target="slides/slide35.xml"/><Relationship Id="rId43" Type="http://schemas.openxmlformats.org/officeDocument/2006/relationships/slide" Target="slides/slide36.xml"/><Relationship Id="rId44" Type="http://schemas.openxmlformats.org/officeDocument/2006/relationships/slide" Target="slides/slide37.xml"/><Relationship Id="rId45" Type="http://schemas.openxmlformats.org/officeDocument/2006/relationships/slide" Target="slides/slide38.xml"/><Relationship Id="rId46" Type="http://schemas.openxmlformats.org/officeDocument/2006/relationships/slide" Target="slides/slide39.xml"/><Relationship Id="rId47" Type="http://schemas.openxmlformats.org/officeDocument/2006/relationships/slide" Target="slides/slide40.xml"/><Relationship Id="rId48" Type="http://schemas.openxmlformats.org/officeDocument/2006/relationships/slide" Target="slides/slide41.xml"/><Relationship Id="rId49" Type="http://schemas.openxmlformats.org/officeDocument/2006/relationships/slide" Target="slides/slide42.xml"/><Relationship Id="rId50" Type="http://schemas.openxmlformats.org/officeDocument/2006/relationships/slide" Target="slides/slide43.xml"/><Relationship Id="rId51" Type="http://schemas.openxmlformats.org/officeDocument/2006/relationships/slide" Target="slides/slide44.xml"/><Relationship Id="rId52" Type="http://schemas.openxmlformats.org/officeDocument/2006/relationships/slide" Target="slides/slide45.xml"/><Relationship Id="rId53" Type="http://schemas.openxmlformats.org/officeDocument/2006/relationships/slide" Target="slides/slide46.xml"/><Relationship Id="rId54" Type="http://schemas.openxmlformats.org/officeDocument/2006/relationships/slide" Target="slides/slide47.xml"/><Relationship Id="rId55" Type="http://schemas.openxmlformats.org/officeDocument/2006/relationships/slide" Target="slides/slide48.xml"/><Relationship Id="rId56" Type="http://schemas.openxmlformats.org/officeDocument/2006/relationships/slide" Target="slides/slide49.xml"/><Relationship Id="rId57" Type="http://schemas.openxmlformats.org/officeDocument/2006/relationships/slide" Target="slides/slide50.xml"/><Relationship Id="rId58" Type="http://schemas.openxmlformats.org/officeDocument/2006/relationships/slide" Target="slides/slide51.xml"/><Relationship Id="rId59" Type="http://schemas.openxmlformats.org/officeDocument/2006/relationships/slide" Target="slides/slide52.xml"/><Relationship Id="rId60" Type="http://schemas.openxmlformats.org/officeDocument/2006/relationships/slide" Target="slides/slide53.xml"/><Relationship Id="rId61" Type="http://schemas.openxmlformats.org/officeDocument/2006/relationships/slide" Target="slides/slide54.xml"/><Relationship Id="rId62" Type="http://schemas.openxmlformats.org/officeDocument/2006/relationships/slide" Target="slides/slide55.xml"/><Relationship Id="rId63" Type="http://schemas.openxmlformats.org/officeDocument/2006/relationships/slide" Target="slides/slide56.xml"/><Relationship Id="rId64" Type="http://schemas.openxmlformats.org/officeDocument/2006/relationships/slide" Target="slides/slide57.xml"/><Relationship Id="rId65" Type="http://schemas.openxmlformats.org/officeDocument/2006/relationships/slide" Target="slides/slide58.xml"/><Relationship Id="rId66" Type="http://schemas.openxmlformats.org/officeDocument/2006/relationships/slide" Target="slides/slide59.xml"/><Relationship Id="rId67" Type="http://schemas.openxmlformats.org/officeDocument/2006/relationships/slide" Target="slides/slide60.xml"/><Relationship Id="rId68" Type="http://schemas.openxmlformats.org/officeDocument/2006/relationships/slide" Target="slides/slide61.xml"/><Relationship Id="rId69" Type="http://schemas.openxmlformats.org/officeDocument/2006/relationships/slide" Target="slides/slide62.xml"/><Relationship Id="rId70" Type="http://schemas.openxmlformats.org/officeDocument/2006/relationships/slide" Target="slides/slide63.xml"/><Relationship Id="rId71" Type="http://schemas.openxmlformats.org/officeDocument/2006/relationships/slide" Target="slides/slide64.xml"/><Relationship Id="rId72" Type="http://schemas.openxmlformats.org/officeDocument/2006/relationships/slide" Target="slides/slide65.xml"/><Relationship Id="rId73" Type="http://schemas.openxmlformats.org/officeDocument/2006/relationships/slide" Target="slides/slide66.xml"/><Relationship Id="rId74" Type="http://schemas.openxmlformats.org/officeDocument/2006/relationships/slide" Target="slides/slide67.xml"/><Relationship Id="rId75" Type="http://schemas.openxmlformats.org/officeDocument/2006/relationships/slide" Target="slides/slide68.xml"/><Relationship Id="rId76" Type="http://schemas.openxmlformats.org/officeDocument/2006/relationships/slide" Target="slides/slide69.xml"/><Relationship Id="rId77" Type="http://schemas.openxmlformats.org/officeDocument/2006/relationships/slide" Target="slides/slide70.xml"/><Relationship Id="rId78" Type="http://schemas.openxmlformats.org/officeDocument/2006/relationships/slide" Target="slides/slide71.xml"/><Relationship Id="rId79" Type="http://schemas.openxmlformats.org/officeDocument/2006/relationships/slide" Target="slides/slide72.xml"/><Relationship Id="rId80" Type="http://schemas.openxmlformats.org/officeDocument/2006/relationships/slide" Target="slides/slide73.xml"/><Relationship Id="rId81" Type="http://schemas.openxmlformats.org/officeDocument/2006/relationships/slide" Target="slides/slide74.xml"/><Relationship Id="rId82" Type="http://schemas.openxmlformats.org/officeDocument/2006/relationships/slide" Target="slides/slide75.xml"/><Relationship Id="rId83" Type="http://schemas.openxmlformats.org/officeDocument/2006/relationships/slide" Target="slides/slide76.xml"/><Relationship Id="rId84" Type="http://schemas.openxmlformats.org/officeDocument/2006/relationships/slide" Target="slides/slide77.xml"/><Relationship Id="rId85" Type="http://schemas.openxmlformats.org/officeDocument/2006/relationships/slide" Target="slides/slide78.xml"/><Relationship Id="rId86" Type="http://schemas.openxmlformats.org/officeDocument/2006/relationships/slide" Target="slides/slide79.xml"/><Relationship Id="rId87" Type="http://schemas.openxmlformats.org/officeDocument/2006/relationships/slide" Target="slides/slide80.xml"/><Relationship Id="rId88" Type="http://schemas.openxmlformats.org/officeDocument/2006/relationships/slide" Target="slides/slide81.xml"/><Relationship Id="rId89" Type="http://schemas.openxmlformats.org/officeDocument/2006/relationships/slide" Target="slides/slide82.xml"/><Relationship Id="rId90" Type="http://schemas.openxmlformats.org/officeDocument/2006/relationships/slide" Target="slides/slide83.xml"/><Relationship Id="rId91" Type="http://schemas.openxmlformats.org/officeDocument/2006/relationships/slide" Target="slides/slide84.xml"/><Relationship Id="rId92" Type="http://schemas.openxmlformats.org/officeDocument/2006/relationships/slide" Target="slides/slide85.xml"/><Relationship Id="rId93" Type="http://schemas.openxmlformats.org/officeDocument/2006/relationships/slide" Target="slides/slide86.xml"/><Relationship Id="rId94" Type="http://schemas.openxmlformats.org/officeDocument/2006/relationships/slide" Target="slides/slide87.xml"/><Relationship Id="rId95" Type="http://schemas.openxmlformats.org/officeDocument/2006/relationships/slide" Target="slides/slide88.xml"/><Relationship Id="rId96" Type="http://schemas.openxmlformats.org/officeDocument/2006/relationships/slide" Target="slides/slide89.xml"/><Relationship Id="rId97" Type="http://schemas.openxmlformats.org/officeDocument/2006/relationships/slide" Target="slides/slide90.xml"/><Relationship Id="rId98" Type="http://schemas.openxmlformats.org/officeDocument/2006/relationships/slide" Target="slides/slide91.xml"/><Relationship Id="rId99" Type="http://schemas.openxmlformats.org/officeDocument/2006/relationships/slide" Target="slides/slide92.xml"/><Relationship Id="rId100" Type="http://schemas.openxmlformats.org/officeDocument/2006/relationships/slide" Target="slides/slide93.xml"/><Relationship Id="rId101" Type="http://schemas.openxmlformats.org/officeDocument/2006/relationships/slide" Target="slides/slide94.xml"/><Relationship Id="rId102" Type="http://schemas.openxmlformats.org/officeDocument/2006/relationships/slide" Target="slides/slide95.xml"/><Relationship Id="rId103" Type="http://schemas.openxmlformats.org/officeDocument/2006/relationships/slide" Target="slides/slide96.xml"/><Relationship Id="rId104" Type="http://schemas.openxmlformats.org/officeDocument/2006/relationships/slide" Target="slides/slide97.xml"/><Relationship Id="rId105" Type="http://schemas.openxmlformats.org/officeDocument/2006/relationships/slide" Target="slides/slide98.xml"/><Relationship Id="rId106" Type="http://schemas.openxmlformats.org/officeDocument/2006/relationships/slide" Target="slides/slide99.xml"/><Relationship Id="rId107" Type="http://schemas.openxmlformats.org/officeDocument/2006/relationships/slide" Target="slides/slide100.xml"/><Relationship Id="rId108" Type="http://schemas.openxmlformats.org/officeDocument/2006/relationships/slide" Target="slides/slide101.xml"/><Relationship Id="rId109" Type="http://schemas.openxmlformats.org/officeDocument/2006/relationships/slide" Target="slides/slide102.xml"/><Relationship Id="rId110" Type="http://schemas.openxmlformats.org/officeDocument/2006/relationships/slide" Target="slides/slide103.xml"/><Relationship Id="rId111" Type="http://schemas.openxmlformats.org/officeDocument/2006/relationships/slide" Target="slides/slide104.xml"/><Relationship Id="rId112" Type="http://schemas.openxmlformats.org/officeDocument/2006/relationships/slide" Target="slides/slide105.xml"/><Relationship Id="rId113" Type="http://schemas.openxmlformats.org/officeDocument/2006/relationships/slide" Target="slides/slide106.xml"/><Relationship Id="rId114" Type="http://schemas.openxmlformats.org/officeDocument/2006/relationships/slide" Target="slides/slide107.xml"/><Relationship Id="rId115" Type="http://schemas.openxmlformats.org/officeDocument/2006/relationships/slide" Target="slides/slide108.xml"/><Relationship Id="rId116" Type="http://schemas.openxmlformats.org/officeDocument/2006/relationships/slide" Target="slides/slide109.xml"/><Relationship Id="rId117" Type="http://schemas.openxmlformats.org/officeDocument/2006/relationships/slide" Target="slides/slide110.xml"/><Relationship Id="rId118" Type="http://schemas.openxmlformats.org/officeDocument/2006/relationships/slide" Target="slides/slide111.xml"/><Relationship Id="rId119" Type="http://schemas.openxmlformats.org/officeDocument/2006/relationships/slide" Target="slides/slide112.xml"/><Relationship Id="rId120" Type="http://schemas.openxmlformats.org/officeDocument/2006/relationships/slide" Target="slides/slide113.xml"/><Relationship Id="rId121" Type="http://schemas.openxmlformats.org/officeDocument/2006/relationships/slide" Target="slides/slide114.xml"/><Relationship Id="rId122" Type="http://schemas.openxmlformats.org/officeDocument/2006/relationships/slide" Target="slides/slide115.xml"/><Relationship Id="rId123" Type="http://schemas.openxmlformats.org/officeDocument/2006/relationships/slide" Target="slides/slide116.xml"/><Relationship Id="rId124" Type="http://schemas.openxmlformats.org/officeDocument/2006/relationships/slide" Target="slides/slide117.xml"/><Relationship Id="rId125" Type="http://schemas.openxmlformats.org/officeDocument/2006/relationships/slide" Target="slides/slide118.xml"/><Relationship Id="rId126" Type="http://schemas.openxmlformats.org/officeDocument/2006/relationships/slide" Target="slides/slide119.xml"/><Relationship Id="rId127" Type="http://schemas.openxmlformats.org/officeDocument/2006/relationships/slide" Target="slides/slide120.xml"/><Relationship Id="rId128" Type="http://schemas.openxmlformats.org/officeDocument/2006/relationships/slide" Target="slides/slide121.xml"/><Relationship Id="rId129" Type="http://schemas.openxmlformats.org/officeDocument/2006/relationships/slide" Target="slides/slide122.xml"/><Relationship Id="rId130" Type="http://schemas.openxmlformats.org/officeDocument/2006/relationships/slide" Target="slides/slide123.xml"/><Relationship Id="rId131" Type="http://schemas.openxmlformats.org/officeDocument/2006/relationships/slide" Target="slides/slide124.xml"/><Relationship Id="rId132" Type="http://schemas.openxmlformats.org/officeDocument/2006/relationships/slide" Target="slides/slide125.xml"/><Relationship Id="rId133" Type="http://schemas.openxmlformats.org/officeDocument/2006/relationships/slide" Target="slides/slide126.xml"/><Relationship Id="rId134" Type="http://schemas.openxmlformats.org/officeDocument/2006/relationships/slide" Target="slides/slide127.xml"/><Relationship Id="rId135" Type="http://schemas.openxmlformats.org/officeDocument/2006/relationships/slide" Target="slides/slide128.xml"/><Relationship Id="rId136" Type="http://schemas.openxmlformats.org/officeDocument/2006/relationships/slide" Target="slides/slide129.xml"/><Relationship Id="rId137" Type="http://schemas.openxmlformats.org/officeDocument/2006/relationships/slide" Target="slides/slide130.xml"/><Relationship Id="rId138" Type="http://schemas.openxmlformats.org/officeDocument/2006/relationships/slide" Target="slides/slide131.xml"/><Relationship Id="rId139" Type="http://schemas.openxmlformats.org/officeDocument/2006/relationships/slide" Target="slides/slide132.xml"/><Relationship Id="rId140" Type="http://schemas.openxmlformats.org/officeDocument/2006/relationships/slide" Target="slides/slide133.xml"/><Relationship Id="rId141" Type="http://schemas.openxmlformats.org/officeDocument/2006/relationships/slide" Target="slides/slide134.xml"/><Relationship Id="rId142" Type="http://schemas.openxmlformats.org/officeDocument/2006/relationships/slide" Target="slides/slide135.xml"/><Relationship Id="rId143" Type="http://schemas.openxmlformats.org/officeDocument/2006/relationships/slide" Target="slides/slide136.xml"/><Relationship Id="rId144" Type="http://schemas.openxmlformats.org/officeDocument/2006/relationships/slide" Target="slides/slide137.xml"/><Relationship Id="rId145" Type="http://schemas.openxmlformats.org/officeDocument/2006/relationships/slide" Target="slides/slide138.xml"/><Relationship Id="rId146" Type="http://schemas.openxmlformats.org/officeDocument/2006/relationships/slide" Target="slides/slide139.xml"/><Relationship Id="rId147" Type="http://schemas.openxmlformats.org/officeDocument/2006/relationships/slide" Target="slides/slide140.xml"/><Relationship Id="rId148" Type="http://schemas.openxmlformats.org/officeDocument/2006/relationships/slide" Target="slides/slide141.xml"/><Relationship Id="rId149" Type="http://schemas.openxmlformats.org/officeDocument/2006/relationships/slide" Target="slides/slide142.xml"/><Relationship Id="rId150" Type="http://schemas.openxmlformats.org/officeDocument/2006/relationships/slide" Target="slides/slide143.xml"/><Relationship Id="rId151" Type="http://schemas.openxmlformats.org/officeDocument/2006/relationships/slide" Target="slides/slide144.xml"/><Relationship Id="rId152" Type="http://schemas.openxmlformats.org/officeDocument/2006/relationships/slide" Target="slides/slide145.xml"/><Relationship Id="rId153" Type="http://schemas.openxmlformats.org/officeDocument/2006/relationships/slide" Target="slides/slide146.xml"/><Relationship Id="rId154" Type="http://schemas.openxmlformats.org/officeDocument/2006/relationships/slide" Target="slides/slide147.xml"/><Relationship Id="rId155" Type="http://schemas.openxmlformats.org/officeDocument/2006/relationships/slide" Target="slides/slide148.xml"/><Relationship Id="rId156" Type="http://schemas.openxmlformats.org/officeDocument/2006/relationships/slide" Target="slides/slide149.xml"/><Relationship Id="rId157" Type="http://schemas.openxmlformats.org/officeDocument/2006/relationships/slide" Target="slides/slide150.xml"/><Relationship Id="rId158" Type="http://schemas.openxmlformats.org/officeDocument/2006/relationships/slide" Target="slides/slide151.xml"/><Relationship Id="rId159" Type="http://schemas.openxmlformats.org/officeDocument/2006/relationships/slide" Target="slides/slide152.xml"/><Relationship Id="rId160" Type="http://schemas.openxmlformats.org/officeDocument/2006/relationships/slide" Target="slides/slide153.xml"/><Relationship Id="rId161" Type="http://schemas.openxmlformats.org/officeDocument/2006/relationships/slide" Target="slides/slide154.xml"/><Relationship Id="rId162" Type="http://schemas.openxmlformats.org/officeDocument/2006/relationships/slide" Target="slides/slide155.xml"/><Relationship Id="rId163" Type="http://schemas.openxmlformats.org/officeDocument/2006/relationships/slide" Target="slides/slide156.xml"/><Relationship Id="rId164" Type="http://schemas.openxmlformats.org/officeDocument/2006/relationships/slide" Target="slides/slide157.xml"/><Relationship Id="rId165" Type="http://schemas.openxmlformats.org/officeDocument/2006/relationships/slide" Target="slides/slide158.xml"/><Relationship Id="rId166" Type="http://schemas.openxmlformats.org/officeDocument/2006/relationships/slide" Target="slides/slide159.xml"/><Relationship Id="rId167" Type="http://schemas.openxmlformats.org/officeDocument/2006/relationships/slide" Target="slides/slide160.xml"/><Relationship Id="rId168" Type="http://schemas.openxmlformats.org/officeDocument/2006/relationships/slide" Target="slides/slide161.xml"/><Relationship Id="rId169" Type="http://schemas.openxmlformats.org/officeDocument/2006/relationships/slide" Target="slides/slide162.xml"/><Relationship Id="rId170" Type="http://schemas.openxmlformats.org/officeDocument/2006/relationships/slide" Target="slides/slide163.xml"/><Relationship Id="rId171" Type="http://schemas.openxmlformats.org/officeDocument/2006/relationships/slide" Target="slides/slide164.xml"/><Relationship Id="rId172" Type="http://schemas.openxmlformats.org/officeDocument/2006/relationships/slide" Target="slides/slide165.xml"/><Relationship Id="rId173" Type="http://schemas.openxmlformats.org/officeDocument/2006/relationships/slide" Target="slides/slide166.xml"/><Relationship Id="rId174" Type="http://schemas.openxmlformats.org/officeDocument/2006/relationships/slide" Target="slides/slide167.xml"/><Relationship Id="rId175" Type="http://schemas.openxmlformats.org/officeDocument/2006/relationships/slide" Target="slides/slide168.xml"/><Relationship Id="rId176" Type="http://schemas.openxmlformats.org/officeDocument/2006/relationships/slide" Target="slides/slide169.xml"/><Relationship Id="rId177" Type="http://schemas.openxmlformats.org/officeDocument/2006/relationships/slide" Target="slides/slide170.xml"/><Relationship Id="rId178" Type="http://schemas.openxmlformats.org/officeDocument/2006/relationships/slide" Target="slides/slide171.xml"/><Relationship Id="rId179" Type="http://schemas.openxmlformats.org/officeDocument/2006/relationships/slide" Target="slides/slide172.xml"/><Relationship Id="rId180" Type="http://schemas.openxmlformats.org/officeDocument/2006/relationships/slide" Target="slides/slide173.xml"/><Relationship Id="rId181" Type="http://schemas.openxmlformats.org/officeDocument/2006/relationships/slide" Target="slides/slide174.xml"/><Relationship Id="rId182" Type="http://schemas.openxmlformats.org/officeDocument/2006/relationships/slide" Target="slides/slide175.xml"/><Relationship Id="rId183" Type="http://schemas.openxmlformats.org/officeDocument/2006/relationships/slide" Target="slides/slide176.xml"/><Relationship Id="rId184" Type="http://schemas.openxmlformats.org/officeDocument/2006/relationships/slide" Target="slides/slide177.xml"/><Relationship Id="rId185" Type="http://schemas.openxmlformats.org/officeDocument/2006/relationships/slide" Target="slides/slide178.xml"/><Relationship Id="rId186" Type="http://schemas.openxmlformats.org/officeDocument/2006/relationships/slide" Target="slides/slide179.xml"/><Relationship Id="rId187" Type="http://schemas.openxmlformats.org/officeDocument/2006/relationships/slide" Target="slides/slide180.xml"/><Relationship Id="rId188" Type="http://schemas.openxmlformats.org/officeDocument/2006/relationships/slide" Target="slides/slide181.xml"/><Relationship Id="rId189" Type="http://schemas.openxmlformats.org/officeDocument/2006/relationships/slide" Target="slides/slide182.xml"/><Relationship Id="rId190" Type="http://schemas.openxmlformats.org/officeDocument/2006/relationships/slide" Target="slides/slide183.xml"/><Relationship Id="rId191" Type="http://schemas.openxmlformats.org/officeDocument/2006/relationships/slide" Target="slides/slide184.xml"/><Relationship Id="rId192" Type="http://schemas.openxmlformats.org/officeDocument/2006/relationships/slide" Target="slides/slide185.xml"/><Relationship Id="rId193" Type="http://schemas.openxmlformats.org/officeDocument/2006/relationships/slide" Target="slides/slide186.xml"/><Relationship Id="rId194" Type="http://schemas.openxmlformats.org/officeDocument/2006/relationships/slide" Target="slides/slide187.xml"/><Relationship Id="rId195" Type="http://schemas.openxmlformats.org/officeDocument/2006/relationships/slide" Target="slides/slide188.xml"/><Relationship Id="rId196" Type="http://schemas.openxmlformats.org/officeDocument/2006/relationships/slide" Target="slides/slide189.xml"/><Relationship Id="rId197" Type="http://schemas.openxmlformats.org/officeDocument/2006/relationships/slide" Target="slides/slide190.xml"/><Relationship Id="rId198" Type="http://schemas.openxmlformats.org/officeDocument/2006/relationships/slide" Target="slides/slide191.xml"/><Relationship Id="rId199" Type="http://schemas.openxmlformats.org/officeDocument/2006/relationships/slide" Target="slides/slide192.xml"/><Relationship Id="rId200" Type="http://schemas.openxmlformats.org/officeDocument/2006/relationships/slide" Target="slides/slide193.xml"/><Relationship Id="rId201" Type="http://schemas.openxmlformats.org/officeDocument/2006/relationships/slide" Target="slides/slide194.xml"/><Relationship Id="rId202" Type="http://schemas.openxmlformats.org/officeDocument/2006/relationships/slide" Target="slides/slide195.xml"/><Relationship Id="rId203" Type="http://schemas.openxmlformats.org/officeDocument/2006/relationships/slide" Target="slides/slide196.xml"/><Relationship Id="rId204" Type="http://schemas.openxmlformats.org/officeDocument/2006/relationships/slide" Target="slides/slide197.xml"/><Relationship Id="rId205" Type="http://schemas.openxmlformats.org/officeDocument/2006/relationships/slide" Target="slides/slide198.xml"/><Relationship Id="rId206" Type="http://schemas.openxmlformats.org/officeDocument/2006/relationships/slide" Target="slides/slide199.xml"/><Relationship Id="rId207" Type="http://schemas.openxmlformats.org/officeDocument/2006/relationships/slide" Target="slides/slide200.xml"/><Relationship Id="rId208" Type="http://schemas.openxmlformats.org/officeDocument/2006/relationships/slide" Target="slides/slide201.xml"/><Relationship Id="rId209" Type="http://schemas.openxmlformats.org/officeDocument/2006/relationships/slide" Target="slides/slide202.xml"/><Relationship Id="rId210" Type="http://schemas.openxmlformats.org/officeDocument/2006/relationships/slide" Target="slides/slide203.xml"/><Relationship Id="rId211" Type="http://schemas.openxmlformats.org/officeDocument/2006/relationships/slide" Target="slides/slide204.xml"/><Relationship Id="rId212" Type="http://schemas.openxmlformats.org/officeDocument/2006/relationships/slide" Target="slides/slide205.xml"/><Relationship Id="rId213" Type="http://schemas.openxmlformats.org/officeDocument/2006/relationships/slide" Target="slides/slide206.xml"/><Relationship Id="rId214" Type="http://schemas.openxmlformats.org/officeDocument/2006/relationships/slide" Target="slides/slide207.xml"/><Relationship Id="rId215" Type="http://schemas.openxmlformats.org/officeDocument/2006/relationships/slide" Target="slides/slide208.xml"/><Relationship Id="rId216" Type="http://schemas.openxmlformats.org/officeDocument/2006/relationships/slide" Target="slides/slide209.xml"/><Relationship Id="rId217" Type="http://schemas.openxmlformats.org/officeDocument/2006/relationships/slide" Target="slides/slide210.xml"/><Relationship Id="rId218" Type="http://schemas.openxmlformats.org/officeDocument/2006/relationships/slide" Target="slides/slide211.xml"/><Relationship Id="rId219" Type="http://schemas.openxmlformats.org/officeDocument/2006/relationships/slide" Target="slides/slide212.xml"/><Relationship Id="rId220" Type="http://schemas.openxmlformats.org/officeDocument/2006/relationships/slide" Target="slides/slide213.xml"/><Relationship Id="rId221" Type="http://schemas.openxmlformats.org/officeDocument/2006/relationships/slide" Target="slides/slide214.xml"/><Relationship Id="rId222" Type="http://schemas.openxmlformats.org/officeDocument/2006/relationships/slide" Target="slides/slide215.xml"/><Relationship Id="rId223" Type="http://schemas.openxmlformats.org/officeDocument/2006/relationships/slide" Target="slides/slide216.xml"/><Relationship Id="rId224" Type="http://schemas.openxmlformats.org/officeDocument/2006/relationships/slide" Target="slides/slide217.xml"/><Relationship Id="rId225" Type="http://schemas.openxmlformats.org/officeDocument/2006/relationships/slide" Target="slides/slide218.xml"/><Relationship Id="rId226" Type="http://schemas.openxmlformats.org/officeDocument/2006/relationships/slide" Target="slides/slide219.xml"/><Relationship Id="rId227" Type="http://schemas.openxmlformats.org/officeDocument/2006/relationships/slide" Target="slides/slide220.xml"/><Relationship Id="rId228" Type="http://schemas.openxmlformats.org/officeDocument/2006/relationships/slide" Target="slides/slide221.xml"/><Relationship Id="rId229" Type="http://schemas.openxmlformats.org/officeDocument/2006/relationships/slide" Target="slides/slide222.xml"/><Relationship Id="rId230" Type="http://schemas.openxmlformats.org/officeDocument/2006/relationships/slide" Target="slides/slide223.xml"/><Relationship Id="rId231" Type="http://schemas.openxmlformats.org/officeDocument/2006/relationships/slide" Target="slides/slide224.xml"/><Relationship Id="rId232" Type="http://schemas.openxmlformats.org/officeDocument/2006/relationships/slide" Target="slides/slide225.xml"/><Relationship Id="rId233" Type="http://schemas.openxmlformats.org/officeDocument/2006/relationships/slide" Target="slides/slide226.xml"/><Relationship Id="rId234" Type="http://schemas.openxmlformats.org/officeDocument/2006/relationships/slide" Target="slides/slide227.xml"/><Relationship Id="rId235" Type="http://schemas.openxmlformats.org/officeDocument/2006/relationships/slide" Target="slides/slide228.xml"/><Relationship Id="rId236" Type="http://schemas.openxmlformats.org/officeDocument/2006/relationships/slide" Target="slides/slide229.xml"/><Relationship Id="rId237" Type="http://schemas.openxmlformats.org/officeDocument/2006/relationships/slide" Target="slides/slide230.xml"/><Relationship Id="rId238" Type="http://schemas.openxmlformats.org/officeDocument/2006/relationships/slide" Target="slides/slide231.xml"/><Relationship Id="rId239" Type="http://schemas.openxmlformats.org/officeDocument/2006/relationships/slide" Target="slides/slide232.xml"/><Relationship Id="rId240" Type="http://schemas.openxmlformats.org/officeDocument/2006/relationships/slide" Target="slides/slide233.xml"/><Relationship Id="rId241" Type="http://schemas.openxmlformats.org/officeDocument/2006/relationships/slide" Target="slides/slide234.xml"/><Relationship Id="rId242" Type="http://schemas.openxmlformats.org/officeDocument/2006/relationships/slide" Target="slides/slide235.xml"/><Relationship Id="rId243" Type="http://schemas.openxmlformats.org/officeDocument/2006/relationships/slide" Target="slides/slide236.xml"/><Relationship Id="rId244" Type="http://schemas.openxmlformats.org/officeDocument/2006/relationships/slide" Target="slides/slide237.xml"/><Relationship Id="rId245" Type="http://schemas.openxmlformats.org/officeDocument/2006/relationships/slide" Target="slides/slide238.xml"/><Relationship Id="rId246" Type="http://schemas.openxmlformats.org/officeDocument/2006/relationships/slide" Target="slides/slide239.xml"/><Relationship Id="rId247" Type="http://schemas.openxmlformats.org/officeDocument/2006/relationships/slide" Target="slides/slide240.xml"/><Relationship Id="rId248" Type="http://schemas.openxmlformats.org/officeDocument/2006/relationships/slide" Target="slides/slide241.xml"/><Relationship Id="rId249" Type="http://schemas.openxmlformats.org/officeDocument/2006/relationships/slide" Target="slides/slide242.xml"/><Relationship Id="rId250" Type="http://schemas.openxmlformats.org/officeDocument/2006/relationships/slide" Target="slides/slide243.xml"/><Relationship Id="rId251" Type="http://schemas.openxmlformats.org/officeDocument/2006/relationships/slide" Target="slides/slide244.xml"/><Relationship Id="rId252" Type="http://schemas.openxmlformats.org/officeDocument/2006/relationships/slide" Target="slides/slide245.xml"/><Relationship Id="rId253" Type="http://schemas.openxmlformats.org/officeDocument/2006/relationships/slide" Target="slides/slide246.xml"/><Relationship Id="rId254" Type="http://schemas.openxmlformats.org/officeDocument/2006/relationships/slide" Target="slides/slide247.xml"/><Relationship Id="rId255" Type="http://schemas.openxmlformats.org/officeDocument/2006/relationships/slide" Target="slides/slide248.xml"/><Relationship Id="rId256" Type="http://schemas.openxmlformats.org/officeDocument/2006/relationships/slide" Target="slides/slide249.xml"/><Relationship Id="rId257" Type="http://schemas.openxmlformats.org/officeDocument/2006/relationships/slide" Target="slides/slide250.xml"/><Relationship Id="rId258" Type="http://schemas.openxmlformats.org/officeDocument/2006/relationships/slide" Target="slides/slide251.xml"/><Relationship Id="rId259" Type="http://schemas.openxmlformats.org/officeDocument/2006/relationships/slide" Target="slides/slide252.xml"/><Relationship Id="rId260" Type="http://schemas.openxmlformats.org/officeDocument/2006/relationships/slide" Target="slides/slide253.xml"/><Relationship Id="rId261" Type="http://schemas.openxmlformats.org/officeDocument/2006/relationships/slide" Target="slides/slide254.xml"/><Relationship Id="rId262" Type="http://schemas.openxmlformats.org/officeDocument/2006/relationships/slide" Target="slides/slide255.xml"/><Relationship Id="rId263" Type="http://schemas.openxmlformats.org/officeDocument/2006/relationships/slide" Target="slides/slide256.xml"/><Relationship Id="rId264" Type="http://schemas.openxmlformats.org/officeDocument/2006/relationships/slide" Target="slides/slide257.xml"/><Relationship Id="rId265" Type="http://schemas.openxmlformats.org/officeDocument/2006/relationships/slide" Target="slides/slide258.xml"/><Relationship Id="rId266" Type="http://schemas.openxmlformats.org/officeDocument/2006/relationships/slide" Target="slides/slide259.xml"/><Relationship Id="rId267" Type="http://schemas.openxmlformats.org/officeDocument/2006/relationships/slide" Target="slides/slide260.xml"/><Relationship Id="rId268" Type="http://schemas.openxmlformats.org/officeDocument/2006/relationships/slide" Target="slides/slide261.xml"/><Relationship Id="rId269" Type="http://schemas.openxmlformats.org/officeDocument/2006/relationships/slide" Target="slides/slide262.xml"/><Relationship Id="rId270" Type="http://schemas.openxmlformats.org/officeDocument/2006/relationships/slide" Target="slides/slide263.xml"/><Relationship Id="rId271" Type="http://schemas.openxmlformats.org/officeDocument/2006/relationships/slide" Target="slides/slide264.xml"/><Relationship Id="rId272" Type="http://schemas.openxmlformats.org/officeDocument/2006/relationships/slide" Target="slides/slide265.xml"/><Relationship Id="rId273" Type="http://schemas.openxmlformats.org/officeDocument/2006/relationships/slide" Target="slides/slide266.xml"/><Relationship Id="rId274" Type="http://schemas.openxmlformats.org/officeDocument/2006/relationships/slide" Target="slides/slide267.xml"/><Relationship Id="rId275" Type="http://schemas.openxmlformats.org/officeDocument/2006/relationships/slide" Target="slides/slide268.xml"/><Relationship Id="rId276" Type="http://schemas.openxmlformats.org/officeDocument/2006/relationships/slide" Target="slides/slide269.xml"/><Relationship Id="rId277" Type="http://schemas.openxmlformats.org/officeDocument/2006/relationships/slide" Target="slides/slide270.xml"/><Relationship Id="rId278" Type="http://schemas.openxmlformats.org/officeDocument/2006/relationships/slide" Target="slides/slide271.xml"/><Relationship Id="rId279" Type="http://schemas.openxmlformats.org/officeDocument/2006/relationships/slide" Target="slides/slide272.xml"/><Relationship Id="rId280" Type="http://schemas.openxmlformats.org/officeDocument/2006/relationships/slide" Target="slides/slide273.xml"/><Relationship Id="rId281" Type="http://schemas.openxmlformats.org/officeDocument/2006/relationships/slide" Target="slides/slide274.xml"/><Relationship Id="rId282" Type="http://schemas.openxmlformats.org/officeDocument/2006/relationships/slide" Target="slides/slide275.xml"/><Relationship Id="rId283" Type="http://schemas.openxmlformats.org/officeDocument/2006/relationships/slide" Target="slides/slide276.xml"/><Relationship Id="rId284" Type="http://schemas.openxmlformats.org/officeDocument/2006/relationships/slide" Target="slides/slide277.xml"/><Relationship Id="rId285" Type="http://schemas.openxmlformats.org/officeDocument/2006/relationships/slide" Target="slides/slide278.xml"/><Relationship Id="rId286" Type="http://schemas.openxmlformats.org/officeDocument/2006/relationships/slide" Target="slides/slide279.xml"/><Relationship Id="rId287" Type="http://schemas.openxmlformats.org/officeDocument/2006/relationships/slide" Target="slides/slide280.xml"/><Relationship Id="rId288" Type="http://schemas.openxmlformats.org/officeDocument/2006/relationships/slide" Target="slides/slide281.xml"/><Relationship Id="rId289" Type="http://schemas.openxmlformats.org/officeDocument/2006/relationships/slide" Target="slides/slide282.xml"/><Relationship Id="rId290" Type="http://schemas.openxmlformats.org/officeDocument/2006/relationships/slide" Target="slides/slide283.xml"/><Relationship Id="rId291" Type="http://schemas.openxmlformats.org/officeDocument/2006/relationships/slide" Target="slides/slide284.xml"/><Relationship Id="rId292" Type="http://schemas.openxmlformats.org/officeDocument/2006/relationships/slide" Target="slides/slide285.xml"/><Relationship Id="rId293" Type="http://schemas.openxmlformats.org/officeDocument/2006/relationships/slide" Target="slides/slide286.xml"/><Relationship Id="rId294" Type="http://schemas.openxmlformats.org/officeDocument/2006/relationships/slide" Target="slides/slide287.xml"/><Relationship Id="rId295" Type="http://schemas.openxmlformats.org/officeDocument/2006/relationships/slide" Target="slides/slide288.xml"/><Relationship Id="rId296" Type="http://schemas.openxmlformats.org/officeDocument/2006/relationships/slide" Target="slides/slide289.xml"/><Relationship Id="rId297" Type="http://schemas.openxmlformats.org/officeDocument/2006/relationships/slide" Target="slides/slide290.xml"/><Relationship Id="rId298" Type="http://schemas.openxmlformats.org/officeDocument/2006/relationships/slide" Target="slides/slide291.xml"/><Relationship Id="rId299" Type="http://schemas.openxmlformats.org/officeDocument/2006/relationships/slide" Target="slides/slide292.xml"/><Relationship Id="rId300" Type="http://schemas.openxmlformats.org/officeDocument/2006/relationships/slide" Target="slides/slide293.xml"/><Relationship Id="rId301" Type="http://schemas.openxmlformats.org/officeDocument/2006/relationships/slide" Target="slides/slide294.xml"/><Relationship Id="rId302" Type="http://schemas.openxmlformats.org/officeDocument/2006/relationships/slide" Target="slides/slide295.xml"/><Relationship Id="rId303" Type="http://schemas.openxmlformats.org/officeDocument/2006/relationships/slide" Target="slides/slide296.xml"/><Relationship Id="rId304" Type="http://schemas.openxmlformats.org/officeDocument/2006/relationships/slide" Target="slides/slide297.xml"/><Relationship Id="rId305" Type="http://schemas.openxmlformats.org/officeDocument/2006/relationships/slide" Target="slides/slide298.xml"/><Relationship Id="rId306" Type="http://schemas.openxmlformats.org/officeDocument/2006/relationships/slide" Target="slides/slide299.xml"/><Relationship Id="rId307" Type="http://schemas.openxmlformats.org/officeDocument/2006/relationships/slide" Target="slides/slide300.xml"/><Relationship Id="rId308" Type="http://schemas.openxmlformats.org/officeDocument/2006/relationships/slide" Target="slides/slide301.xml"/><Relationship Id="rId309" Type="http://schemas.openxmlformats.org/officeDocument/2006/relationships/slide" Target="slides/slide302.xml"/><Relationship Id="rId310" Type="http://schemas.openxmlformats.org/officeDocument/2006/relationships/slide" Target="slides/slide303.xml"/><Relationship Id="rId311" Type="http://schemas.openxmlformats.org/officeDocument/2006/relationships/slide" Target="slides/slide304.xml"/><Relationship Id="rId312" Type="http://schemas.openxmlformats.org/officeDocument/2006/relationships/slide" Target="slides/slide305.xml"/><Relationship Id="rId313" Type="http://schemas.openxmlformats.org/officeDocument/2006/relationships/slide" Target="slides/slide306.xml"/><Relationship Id="rId314" Type="http://schemas.openxmlformats.org/officeDocument/2006/relationships/slide" Target="slides/slide307.xml"/><Relationship Id="rId315" Type="http://schemas.openxmlformats.org/officeDocument/2006/relationships/slide" Target="slides/slide308.xml"/><Relationship Id="rId316" Type="http://schemas.openxmlformats.org/officeDocument/2006/relationships/slide" Target="slides/slide309.xml"/><Relationship Id="rId317" Type="http://schemas.openxmlformats.org/officeDocument/2006/relationships/slide" Target="slides/slide310.xml"/><Relationship Id="rId318" Type="http://schemas.openxmlformats.org/officeDocument/2006/relationships/slide" Target="slides/slide311.xml"/><Relationship Id="rId319" Type="http://schemas.openxmlformats.org/officeDocument/2006/relationships/slide" Target="slides/slide312.xml"/><Relationship Id="rId320" Type="http://schemas.openxmlformats.org/officeDocument/2006/relationships/slide" Target="slides/slide313.xml"/><Relationship Id="rId321" Type="http://schemas.openxmlformats.org/officeDocument/2006/relationships/slide" Target="slides/slide314.xml"/><Relationship Id="rId322" Type="http://schemas.openxmlformats.org/officeDocument/2006/relationships/slide" Target="slides/slide315.xml"/><Relationship Id="rId323" Type="http://schemas.openxmlformats.org/officeDocument/2006/relationships/slide" Target="slides/slide316.xml"/><Relationship Id="rId324" Type="http://schemas.openxmlformats.org/officeDocument/2006/relationships/slide" Target="slides/slide317.xml"/><Relationship Id="rId325" Type="http://schemas.openxmlformats.org/officeDocument/2006/relationships/slide" Target="slides/slide318.xml"/><Relationship Id="rId326" Type="http://schemas.openxmlformats.org/officeDocument/2006/relationships/slide" Target="slides/slide319.xml"/><Relationship Id="rId327" Type="http://schemas.openxmlformats.org/officeDocument/2006/relationships/slide" Target="slides/slide320.xml"/><Relationship Id="rId328" Type="http://schemas.openxmlformats.org/officeDocument/2006/relationships/slide" Target="slides/slide321.xml"/><Relationship Id="rId329" Type="http://schemas.openxmlformats.org/officeDocument/2006/relationships/slide" Target="slides/slide322.xml"/><Relationship Id="rId330" Type="http://schemas.openxmlformats.org/officeDocument/2006/relationships/slide" Target="slides/slide323.xml"/><Relationship Id="rId331" Type="http://schemas.openxmlformats.org/officeDocument/2006/relationships/slide" Target="slides/slide324.xml"/><Relationship Id="rId332" Type="http://schemas.openxmlformats.org/officeDocument/2006/relationships/slide" Target="slides/slide325.xml"/><Relationship Id="rId333" Type="http://schemas.openxmlformats.org/officeDocument/2006/relationships/slide" Target="slides/slide326.xml"/><Relationship Id="rId334" Type="http://schemas.openxmlformats.org/officeDocument/2006/relationships/slide" Target="slides/slide327.xml"/><Relationship Id="rId335" Type="http://schemas.openxmlformats.org/officeDocument/2006/relationships/slide" Target="slides/slide328.xml"/><Relationship Id="rId336" Type="http://schemas.openxmlformats.org/officeDocument/2006/relationships/slide" Target="slides/slide329.xml"/><Relationship Id="rId337" Type="http://schemas.openxmlformats.org/officeDocument/2006/relationships/slide" Target="slides/slide330.xml"/><Relationship Id="rId338" Type="http://schemas.openxmlformats.org/officeDocument/2006/relationships/slide" Target="slides/slide331.xml"/><Relationship Id="rId339" Type="http://schemas.openxmlformats.org/officeDocument/2006/relationships/slide" Target="slides/slide332.xml"/><Relationship Id="rId340" Type="http://schemas.openxmlformats.org/officeDocument/2006/relationships/slide" Target="slides/slide333.xml"/><Relationship Id="rId341" Type="http://schemas.openxmlformats.org/officeDocument/2006/relationships/slide" Target="slides/slide334.xml"/><Relationship Id="rId342" Type="http://schemas.openxmlformats.org/officeDocument/2006/relationships/slide" Target="slides/slide335.xml"/><Relationship Id="rId343" Type="http://schemas.openxmlformats.org/officeDocument/2006/relationships/slide" Target="slides/slide336.xml"/><Relationship Id="rId344" Type="http://schemas.openxmlformats.org/officeDocument/2006/relationships/slide" Target="slides/slide337.xml"/><Relationship Id="rId345" Type="http://schemas.openxmlformats.org/officeDocument/2006/relationships/slide" Target="slides/slide338.xml"/><Relationship Id="rId346" Type="http://schemas.openxmlformats.org/officeDocument/2006/relationships/slide" Target="slides/slide339.xml"/><Relationship Id="rId347" Type="http://schemas.openxmlformats.org/officeDocument/2006/relationships/slide" Target="slides/slide340.xml"/><Relationship Id="rId348" Type="http://schemas.openxmlformats.org/officeDocument/2006/relationships/slide" Target="slides/slide341.xml"/><Relationship Id="rId349" Type="http://schemas.openxmlformats.org/officeDocument/2006/relationships/slide" Target="slides/slide342.xml"/><Relationship Id="rId350" Type="http://schemas.openxmlformats.org/officeDocument/2006/relationships/slide" Target="slides/slide343.xml"/><Relationship Id="rId351" Type="http://schemas.openxmlformats.org/officeDocument/2006/relationships/slide" Target="slides/slide344.xml"/><Relationship Id="rId352" Type="http://schemas.openxmlformats.org/officeDocument/2006/relationships/slide" Target="slides/slide345.xml"/><Relationship Id="rId353" Type="http://schemas.openxmlformats.org/officeDocument/2006/relationships/slide" Target="slides/slide346.xml"/><Relationship Id="rId354" Type="http://schemas.openxmlformats.org/officeDocument/2006/relationships/slide" Target="slides/slide347.xml"/><Relationship Id="rId355" Type="http://schemas.openxmlformats.org/officeDocument/2006/relationships/slide" Target="slides/slide348.xml"/><Relationship Id="rId356" Type="http://schemas.openxmlformats.org/officeDocument/2006/relationships/slide" Target="slides/slide349.xml"/><Relationship Id="rId357" Type="http://schemas.openxmlformats.org/officeDocument/2006/relationships/slide" Target="slides/slide350.xml"/><Relationship Id="rId358" Type="http://schemas.openxmlformats.org/officeDocument/2006/relationships/slide" Target="slides/slide351.xml"/><Relationship Id="rId359" Type="http://schemas.openxmlformats.org/officeDocument/2006/relationships/slide" Target="slides/slide352.xml"/><Relationship Id="rId360" Type="http://schemas.openxmlformats.org/officeDocument/2006/relationships/slide" Target="slides/slide353.xml"/><Relationship Id="rId361" Type="http://schemas.openxmlformats.org/officeDocument/2006/relationships/slide" Target="slides/slide354.xml"/><Relationship Id="rId362" Type="http://schemas.openxmlformats.org/officeDocument/2006/relationships/slide" Target="slides/slide355.xml"/><Relationship Id="rId363" Type="http://schemas.openxmlformats.org/officeDocument/2006/relationships/slide" Target="slides/slide356.xml"/><Relationship Id="rId364" Type="http://schemas.openxmlformats.org/officeDocument/2006/relationships/slide" Target="slides/slide357.xml"/><Relationship Id="rId365" Type="http://schemas.openxmlformats.org/officeDocument/2006/relationships/slide" Target="slides/slide358.xml"/><Relationship Id="rId366" Type="http://schemas.openxmlformats.org/officeDocument/2006/relationships/slide" Target="slides/slide359.xml"/><Relationship Id="rId367" Type="http://schemas.openxmlformats.org/officeDocument/2006/relationships/slide" Target="slides/slide360.xml"/><Relationship Id="rId368" Type="http://schemas.openxmlformats.org/officeDocument/2006/relationships/slide" Target="slides/slide361.xml"/><Relationship Id="rId369" Type="http://schemas.openxmlformats.org/officeDocument/2006/relationships/slide" Target="slides/slide362.xml"/><Relationship Id="rId370" Type="http://schemas.openxmlformats.org/officeDocument/2006/relationships/slide" Target="slides/slide363.xml"/><Relationship Id="rId371" Type="http://schemas.openxmlformats.org/officeDocument/2006/relationships/slide" Target="slides/slide364.xml"/><Relationship Id="rId372" Type="http://schemas.openxmlformats.org/officeDocument/2006/relationships/slide" Target="slides/slide365.xml"/><Relationship Id="rId373" Type="http://schemas.openxmlformats.org/officeDocument/2006/relationships/slide" Target="slides/slide366.xml"/><Relationship Id="rId374" Type="http://schemas.openxmlformats.org/officeDocument/2006/relationships/slide" Target="slides/slide367.xml"/><Relationship Id="rId375" Type="http://schemas.openxmlformats.org/officeDocument/2006/relationships/slide" Target="slides/slide368.xml"/><Relationship Id="rId376" Type="http://schemas.openxmlformats.org/officeDocument/2006/relationships/slide" Target="slides/slide369.xml"/><Relationship Id="rId377" Type="http://schemas.openxmlformats.org/officeDocument/2006/relationships/slide" Target="slides/slide370.xml"/><Relationship Id="rId378" Type="http://schemas.openxmlformats.org/officeDocument/2006/relationships/slide" Target="slides/slide371.xml"/><Relationship Id="rId379" Type="http://schemas.openxmlformats.org/officeDocument/2006/relationships/slide" Target="slides/slide372.xml"/><Relationship Id="rId380" Type="http://schemas.openxmlformats.org/officeDocument/2006/relationships/slide" Target="slides/slide373.xml"/><Relationship Id="rId381" Type="http://schemas.openxmlformats.org/officeDocument/2006/relationships/slide" Target="slides/slide374.xml"/><Relationship Id="rId382" Type="http://schemas.openxmlformats.org/officeDocument/2006/relationships/slide" Target="slides/slide375.xml"/><Relationship Id="rId383" Type="http://schemas.openxmlformats.org/officeDocument/2006/relationships/slide" Target="slides/slide376.xml"/><Relationship Id="rId384" Type="http://schemas.openxmlformats.org/officeDocument/2006/relationships/slide" Target="slides/slide377.xml"/><Relationship Id="rId385" Type="http://schemas.openxmlformats.org/officeDocument/2006/relationships/slide" Target="slides/slide378.xml"/><Relationship Id="rId386" Type="http://schemas.openxmlformats.org/officeDocument/2006/relationships/slide" Target="slides/slide379.xml"/><Relationship Id="rId387" Type="http://schemas.openxmlformats.org/officeDocument/2006/relationships/slide" Target="slides/slide380.xml"/><Relationship Id="rId388" Type="http://schemas.openxmlformats.org/officeDocument/2006/relationships/slide" Target="slides/slide381.xml"/><Relationship Id="rId389" Type="http://schemas.openxmlformats.org/officeDocument/2006/relationships/slide" Target="slides/slide382.xml"/><Relationship Id="rId390" Type="http://schemas.openxmlformats.org/officeDocument/2006/relationships/slide" Target="slides/slide383.xml"/><Relationship Id="rId391" Type="http://schemas.openxmlformats.org/officeDocument/2006/relationships/slide" Target="slides/slide384.xml"/><Relationship Id="rId392" Type="http://schemas.openxmlformats.org/officeDocument/2006/relationships/slide" Target="slides/slide385.xml"/><Relationship Id="rId393" Type="http://schemas.openxmlformats.org/officeDocument/2006/relationships/slide" Target="slides/slide386.xml"/><Relationship Id="rId394" Type="http://schemas.openxmlformats.org/officeDocument/2006/relationships/slide" Target="slides/slide387.xml"/><Relationship Id="rId395" Type="http://schemas.openxmlformats.org/officeDocument/2006/relationships/slide" Target="slides/slide388.xml"/><Relationship Id="rId396" Type="http://schemas.openxmlformats.org/officeDocument/2006/relationships/slide" Target="slides/slide389.xml"/><Relationship Id="rId397" Type="http://schemas.openxmlformats.org/officeDocument/2006/relationships/slide" Target="slides/slide390.xml"/><Relationship Id="rId398" Type="http://schemas.openxmlformats.org/officeDocument/2006/relationships/slide" Target="slides/slide391.xml"/><Relationship Id="rId399" Type="http://schemas.openxmlformats.org/officeDocument/2006/relationships/slide" Target="slides/slide392.xml"/><Relationship Id="rId400" Type="http://schemas.openxmlformats.org/officeDocument/2006/relationships/slide" Target="slides/slide393.xml"/><Relationship Id="rId401" Type="http://schemas.openxmlformats.org/officeDocument/2006/relationships/slide" Target="slides/slide394.xml"/><Relationship Id="rId402" Type="http://schemas.openxmlformats.org/officeDocument/2006/relationships/slide" Target="slides/slide395.xml"/><Relationship Id="rId403" Type="http://schemas.openxmlformats.org/officeDocument/2006/relationships/slide" Target="slides/slide396.xml"/><Relationship Id="rId404" Type="http://schemas.openxmlformats.org/officeDocument/2006/relationships/slide" Target="slides/slide397.xml"/><Relationship Id="rId405" Type="http://schemas.openxmlformats.org/officeDocument/2006/relationships/slide" Target="slides/slide398.xml"/><Relationship Id="rId406" Type="http://schemas.openxmlformats.org/officeDocument/2006/relationships/slide" Target="slides/slide399.xml"/><Relationship Id="rId407" Type="http://schemas.openxmlformats.org/officeDocument/2006/relationships/slide" Target="slides/slide400.xml"/><Relationship Id="rId408" Type="http://schemas.openxmlformats.org/officeDocument/2006/relationships/slide" Target="slides/slide401.xml"/><Relationship Id="rId409" Type="http://schemas.openxmlformats.org/officeDocument/2006/relationships/slide" Target="slides/slide402.xml"/><Relationship Id="rId410" Type="http://schemas.openxmlformats.org/officeDocument/2006/relationships/slide" Target="slides/slide403.xml"/><Relationship Id="rId411" Type="http://schemas.openxmlformats.org/officeDocument/2006/relationships/slide" Target="slides/slide404.xml"/><Relationship Id="rId412" Type="http://schemas.openxmlformats.org/officeDocument/2006/relationships/slide" Target="slides/slide405.xml"/><Relationship Id="rId413" Type="http://schemas.openxmlformats.org/officeDocument/2006/relationships/slide" Target="slides/slide406.xml"/><Relationship Id="rId414" Type="http://schemas.openxmlformats.org/officeDocument/2006/relationships/slide" Target="slides/slide407.xml"/><Relationship Id="rId415" Type="http://schemas.openxmlformats.org/officeDocument/2006/relationships/slide" Target="slides/slide408.xml"/><Relationship Id="rId416" Type="http://schemas.openxmlformats.org/officeDocument/2006/relationships/slide" Target="slides/slide409.xml"/><Relationship Id="rId417" Type="http://schemas.openxmlformats.org/officeDocument/2006/relationships/slide" Target="slides/slide410.xml"/><Relationship Id="rId418" Type="http://schemas.openxmlformats.org/officeDocument/2006/relationships/slide" Target="slides/slide411.xml"/><Relationship Id="rId419" Type="http://schemas.openxmlformats.org/officeDocument/2006/relationships/slide" Target="slides/slide412.xml"/><Relationship Id="rId420" Type="http://schemas.openxmlformats.org/officeDocument/2006/relationships/slide" Target="slides/slide413.xml"/><Relationship Id="rId421" Type="http://schemas.openxmlformats.org/officeDocument/2006/relationships/slide" Target="slides/slide414.xml"/><Relationship Id="rId422" Type="http://schemas.openxmlformats.org/officeDocument/2006/relationships/slide" Target="slides/slide415.xml"/><Relationship Id="rId423" Type="http://schemas.openxmlformats.org/officeDocument/2006/relationships/slide" Target="slides/slide416.xml"/><Relationship Id="rId424" Type="http://schemas.openxmlformats.org/officeDocument/2006/relationships/slide" Target="slides/slide417.xml"/><Relationship Id="rId425" Type="http://schemas.openxmlformats.org/officeDocument/2006/relationships/slide" Target="slides/slide418.xml"/><Relationship Id="rId426" Type="http://schemas.openxmlformats.org/officeDocument/2006/relationships/slide" Target="slides/slide419.xml"/><Relationship Id="rId427" Type="http://schemas.openxmlformats.org/officeDocument/2006/relationships/slide" Target="slides/slide420.xml"/><Relationship Id="rId428" Type="http://schemas.openxmlformats.org/officeDocument/2006/relationships/slide" Target="slides/slide421.xml"/><Relationship Id="rId429" Type="http://schemas.openxmlformats.org/officeDocument/2006/relationships/slide" Target="slides/slide422.xml"/><Relationship Id="rId430" Type="http://schemas.openxmlformats.org/officeDocument/2006/relationships/slide" Target="slides/slide423.xml"/><Relationship Id="rId431" Type="http://schemas.openxmlformats.org/officeDocument/2006/relationships/slide" Target="slides/slide424.xml"/><Relationship Id="rId432" Type="http://schemas.openxmlformats.org/officeDocument/2006/relationships/slide" Target="slides/slide425.xml"/><Relationship Id="rId433" Type="http://schemas.openxmlformats.org/officeDocument/2006/relationships/slide" Target="slides/slide426.xml"/><Relationship Id="rId434" Type="http://schemas.openxmlformats.org/officeDocument/2006/relationships/slide" Target="slides/slide427.xml"/><Relationship Id="rId435" Type="http://schemas.openxmlformats.org/officeDocument/2006/relationships/slide" Target="slides/slide428.xml"/><Relationship Id="rId436" Type="http://schemas.openxmlformats.org/officeDocument/2006/relationships/slide" Target="slides/slide429.xml"/><Relationship Id="rId437" Type="http://schemas.openxmlformats.org/officeDocument/2006/relationships/slide" Target="slides/slide430.xml"/><Relationship Id="rId438" Type="http://schemas.openxmlformats.org/officeDocument/2006/relationships/slide" Target="slides/slide431.xml"/><Relationship Id="rId439" Type="http://schemas.openxmlformats.org/officeDocument/2006/relationships/slide" Target="slides/slide432.xml"/><Relationship Id="rId440" Type="http://schemas.openxmlformats.org/officeDocument/2006/relationships/slide" Target="slides/slide433.xml"/><Relationship Id="rId441" Type="http://schemas.openxmlformats.org/officeDocument/2006/relationships/slide" Target="slides/slide434.xml"/><Relationship Id="rId442" Type="http://schemas.openxmlformats.org/officeDocument/2006/relationships/slide" Target="slides/slide435.xml"/><Relationship Id="rId443" Type="http://schemas.openxmlformats.org/officeDocument/2006/relationships/slide" Target="slides/slide436.xml"/><Relationship Id="rId444" Type="http://schemas.openxmlformats.org/officeDocument/2006/relationships/slide" Target="slides/slide437.xml"/><Relationship Id="rId445" Type="http://schemas.openxmlformats.org/officeDocument/2006/relationships/slide" Target="slides/slide438.xml"/><Relationship Id="rId446" Type="http://schemas.openxmlformats.org/officeDocument/2006/relationships/slide" Target="slides/slide439.xml"/><Relationship Id="rId447" Type="http://schemas.openxmlformats.org/officeDocument/2006/relationships/slide" Target="slides/slide440.xml"/><Relationship Id="rId448" Type="http://schemas.openxmlformats.org/officeDocument/2006/relationships/slide" Target="slides/slide441.xml"/><Relationship Id="rId449" Type="http://schemas.openxmlformats.org/officeDocument/2006/relationships/slide" Target="slides/slide442.xml"/><Relationship Id="rId450" Type="http://schemas.openxmlformats.org/officeDocument/2006/relationships/slide" Target="slides/slide443.xml"/><Relationship Id="rId451" Type="http://schemas.openxmlformats.org/officeDocument/2006/relationships/slide" Target="slides/slide444.xml"/><Relationship Id="rId452" Type="http://schemas.openxmlformats.org/officeDocument/2006/relationships/slide" Target="slides/slide445.xml"/><Relationship Id="rId453" Type="http://schemas.openxmlformats.org/officeDocument/2006/relationships/slide" Target="slides/slide446.xml"/><Relationship Id="rId454" Type="http://schemas.openxmlformats.org/officeDocument/2006/relationships/slide" Target="slides/slide447.xml"/><Relationship Id="rId455" Type="http://schemas.openxmlformats.org/officeDocument/2006/relationships/slide" Target="slides/slide448.xml"/><Relationship Id="rId456" Type="http://schemas.openxmlformats.org/officeDocument/2006/relationships/slide" Target="slides/slide449.xml"/><Relationship Id="rId457" Type="http://schemas.openxmlformats.org/officeDocument/2006/relationships/slide" Target="slides/slide450.xml"/><Relationship Id="rId458" Type="http://schemas.openxmlformats.org/officeDocument/2006/relationships/slide" Target="slides/slide451.xml"/><Relationship Id="rId459" Type="http://schemas.openxmlformats.org/officeDocument/2006/relationships/slide" Target="slides/slide452.xml"/><Relationship Id="rId460" Type="http://schemas.openxmlformats.org/officeDocument/2006/relationships/slide" Target="slides/slide453.xml"/><Relationship Id="rId461" Type="http://schemas.openxmlformats.org/officeDocument/2006/relationships/slide" Target="slides/slide454.xml"/><Relationship Id="rId462" Type="http://schemas.openxmlformats.org/officeDocument/2006/relationships/slide" Target="slides/slide455.xml"/><Relationship Id="rId463" Type="http://schemas.openxmlformats.org/officeDocument/2006/relationships/slide" Target="slides/slide456.xml"/><Relationship Id="rId464" Type="http://schemas.openxmlformats.org/officeDocument/2006/relationships/slide" Target="slides/slide457.xml"/><Relationship Id="rId465" Type="http://schemas.openxmlformats.org/officeDocument/2006/relationships/slide" Target="slides/slide458.xml"/><Relationship Id="rId466" Type="http://schemas.openxmlformats.org/officeDocument/2006/relationships/slide" Target="slides/slide459.xml"/><Relationship Id="rId467" Type="http://schemas.openxmlformats.org/officeDocument/2006/relationships/slide" Target="slides/slide460.xml"/><Relationship Id="rId468" Type="http://schemas.openxmlformats.org/officeDocument/2006/relationships/slide" Target="slides/slide461.xml"/><Relationship Id="rId469" Type="http://schemas.openxmlformats.org/officeDocument/2006/relationships/slide" Target="slides/slide462.xml"/><Relationship Id="rId470" Type="http://schemas.openxmlformats.org/officeDocument/2006/relationships/slide" Target="slides/slide463.xml"/><Relationship Id="rId471" Type="http://schemas.openxmlformats.org/officeDocument/2006/relationships/slide" Target="slides/slide464.xml"/><Relationship Id="rId472" Type="http://schemas.openxmlformats.org/officeDocument/2006/relationships/slide" Target="slides/slide465.xml"/><Relationship Id="rId473" Type="http://schemas.openxmlformats.org/officeDocument/2006/relationships/slide" Target="slides/slide466.xml"/><Relationship Id="rId474" Type="http://schemas.openxmlformats.org/officeDocument/2006/relationships/slide" Target="slides/slide467.xml"/><Relationship Id="rId475" Type="http://schemas.openxmlformats.org/officeDocument/2006/relationships/slide" Target="slides/slide468.xml"/><Relationship Id="rId476" Type="http://schemas.openxmlformats.org/officeDocument/2006/relationships/slide" Target="slides/slide469.xml"/><Relationship Id="rId477" Type="http://schemas.openxmlformats.org/officeDocument/2006/relationships/slide" Target="slides/slide470.xml"/><Relationship Id="rId478" Type="http://schemas.openxmlformats.org/officeDocument/2006/relationships/slide" Target="slides/slide471.xml"/><Relationship Id="rId479" Type="http://schemas.openxmlformats.org/officeDocument/2006/relationships/slide" Target="slides/slide472.xml"/><Relationship Id="rId480" Type="http://schemas.openxmlformats.org/officeDocument/2006/relationships/slide" Target="slides/slide473.xml"/><Relationship Id="rId481" Type="http://schemas.openxmlformats.org/officeDocument/2006/relationships/slide" Target="slides/slide474.xml"/><Relationship Id="rId482" Type="http://schemas.openxmlformats.org/officeDocument/2006/relationships/slide" Target="slides/slide475.xml"/><Relationship Id="rId483" Type="http://schemas.openxmlformats.org/officeDocument/2006/relationships/slide" Target="slides/slide476.xml"/><Relationship Id="rId484" Type="http://schemas.openxmlformats.org/officeDocument/2006/relationships/slide" Target="slides/slide477.xml"/><Relationship Id="rId485" Type="http://schemas.openxmlformats.org/officeDocument/2006/relationships/slide" Target="slides/slide478.xml"/><Relationship Id="rId486" Type="http://schemas.openxmlformats.org/officeDocument/2006/relationships/slide" Target="slides/slide479.xml"/><Relationship Id="rId487" Type="http://schemas.openxmlformats.org/officeDocument/2006/relationships/slide" Target="slides/slide480.xml"/><Relationship Id="rId488" Type="http://schemas.openxmlformats.org/officeDocument/2006/relationships/slide" Target="slides/slide481.xml"/><Relationship Id="rId489" Type="http://schemas.openxmlformats.org/officeDocument/2006/relationships/slide" Target="slides/slide482.xml"/><Relationship Id="rId490" Type="http://schemas.openxmlformats.org/officeDocument/2006/relationships/slide" Target="slides/slide483.xml"/><Relationship Id="rId491" Type="http://schemas.openxmlformats.org/officeDocument/2006/relationships/slide" Target="slides/slide484.xml"/><Relationship Id="rId492" Type="http://schemas.openxmlformats.org/officeDocument/2006/relationships/slide" Target="slides/slide485.xml"/><Relationship Id="rId493" Type="http://schemas.openxmlformats.org/officeDocument/2006/relationships/slide" Target="slides/slide486.xml"/><Relationship Id="rId494" Type="http://schemas.openxmlformats.org/officeDocument/2006/relationships/slide" Target="slides/slide487.xml"/><Relationship Id="rId495" Type="http://schemas.openxmlformats.org/officeDocument/2006/relationships/slide" Target="slides/slide488.xml"/><Relationship Id="rId496" Type="http://schemas.openxmlformats.org/officeDocument/2006/relationships/slide" Target="slides/slide489.xml"/><Relationship Id="rId497" Type="http://schemas.openxmlformats.org/officeDocument/2006/relationships/slide" Target="slides/slide490.xml"/><Relationship Id="rId498" Type="http://schemas.openxmlformats.org/officeDocument/2006/relationships/slide" Target="slides/slide491.xml"/><Relationship Id="rId499" Type="http://schemas.openxmlformats.org/officeDocument/2006/relationships/slide" Target="slides/slide492.xml"/><Relationship Id="rId500" Type="http://schemas.openxmlformats.org/officeDocument/2006/relationships/slide" Target="slides/slide493.xml"/><Relationship Id="rId501" Type="http://schemas.openxmlformats.org/officeDocument/2006/relationships/slide" Target="slides/slide494.xml"/><Relationship Id="rId502" Type="http://schemas.openxmlformats.org/officeDocument/2006/relationships/slide" Target="slides/slide495.xml"/><Relationship Id="rId503" Type="http://schemas.openxmlformats.org/officeDocument/2006/relationships/slide" Target="slides/slide496.xml"/><Relationship Id="rId504" Type="http://schemas.openxmlformats.org/officeDocument/2006/relationships/slide" Target="slides/slide497.xml"/><Relationship Id="rId505" Type="http://schemas.openxmlformats.org/officeDocument/2006/relationships/slide" Target="slides/slide498.xml"/><Relationship Id="rId506" Type="http://schemas.openxmlformats.org/officeDocument/2006/relationships/slide" Target="slides/slide499.xml"/><Relationship Id="rId507" Type="http://schemas.openxmlformats.org/officeDocument/2006/relationships/slide" Target="slides/slide500.xml"/><Relationship Id="rId508" Type="http://schemas.openxmlformats.org/officeDocument/2006/relationships/slide" Target="slides/slide501.xml"/><Relationship Id="rId509" Type="http://schemas.openxmlformats.org/officeDocument/2006/relationships/slide" Target="slides/slide502.xml"/><Relationship Id="rId510" Type="http://schemas.openxmlformats.org/officeDocument/2006/relationships/slide" Target="slides/slide503.xml"/><Relationship Id="rId511" Type="http://schemas.openxmlformats.org/officeDocument/2006/relationships/slide" Target="slides/slide504.xml"/><Relationship Id="rId512" Type="http://schemas.openxmlformats.org/officeDocument/2006/relationships/slide" Target="slides/slide505.xml"/><Relationship Id="rId513" Type="http://schemas.openxmlformats.org/officeDocument/2006/relationships/slide" Target="slides/slide506.xml"/><Relationship Id="rId514" Type="http://schemas.openxmlformats.org/officeDocument/2006/relationships/slide" Target="slides/slide507.xml"/><Relationship Id="rId515" Type="http://schemas.openxmlformats.org/officeDocument/2006/relationships/slide" Target="slides/slide508.xml"/><Relationship Id="rId516" Type="http://schemas.openxmlformats.org/officeDocument/2006/relationships/slide" Target="slides/slide509.xml"/><Relationship Id="rId517" Type="http://schemas.openxmlformats.org/officeDocument/2006/relationships/slide" Target="slides/slide510.xml"/><Relationship Id="rId518" Type="http://schemas.openxmlformats.org/officeDocument/2006/relationships/slide" Target="slides/slide511.xml"/><Relationship Id="rId519" Type="http://schemas.openxmlformats.org/officeDocument/2006/relationships/slide" Target="slides/slide512.xml"/><Relationship Id="rId520" Type="http://schemas.openxmlformats.org/officeDocument/2006/relationships/slide" Target="slides/slide513.xml"/><Relationship Id="rId521" Type="http://schemas.openxmlformats.org/officeDocument/2006/relationships/slide" Target="slides/slide514.xml"/><Relationship Id="rId522" Type="http://schemas.openxmlformats.org/officeDocument/2006/relationships/slide" Target="slides/slide515.xml"/><Relationship Id="rId523" Type="http://schemas.openxmlformats.org/officeDocument/2006/relationships/slide" Target="slides/slide516.xml"/><Relationship Id="rId524" Type="http://schemas.openxmlformats.org/officeDocument/2006/relationships/slide" Target="slides/slide517.xml"/><Relationship Id="rId525" Type="http://schemas.openxmlformats.org/officeDocument/2006/relationships/slide" Target="slides/slide518.xml"/><Relationship Id="rId526" Type="http://schemas.openxmlformats.org/officeDocument/2006/relationships/slide" Target="slides/slide519.xml"/><Relationship Id="rId527" Type="http://schemas.openxmlformats.org/officeDocument/2006/relationships/slide" Target="slides/slide520.xml"/><Relationship Id="rId528" Type="http://schemas.openxmlformats.org/officeDocument/2006/relationships/slide" Target="slides/slide521.xml"/><Relationship Id="rId529" Type="http://schemas.openxmlformats.org/officeDocument/2006/relationships/slide" Target="slides/slide522.xml"/><Relationship Id="rId530" Type="http://schemas.openxmlformats.org/officeDocument/2006/relationships/slide" Target="slides/slide523.xml"/><Relationship Id="rId531" Type="http://schemas.openxmlformats.org/officeDocument/2006/relationships/slide" Target="slides/slide524.xml"/><Relationship Id="rId532" Type="http://schemas.openxmlformats.org/officeDocument/2006/relationships/slide" Target="slides/slide525.xml"/><Relationship Id="rId533" Type="http://schemas.openxmlformats.org/officeDocument/2006/relationships/slide" Target="slides/slide526.xml"/><Relationship Id="rId534" Type="http://schemas.openxmlformats.org/officeDocument/2006/relationships/slide" Target="slides/slide527.xml"/><Relationship Id="rId535" Type="http://schemas.openxmlformats.org/officeDocument/2006/relationships/slide" Target="slides/slide528.xml"/><Relationship Id="rId536" Type="http://schemas.openxmlformats.org/officeDocument/2006/relationships/slide" Target="slides/slide529.xml"/><Relationship Id="rId537" Type="http://schemas.openxmlformats.org/officeDocument/2006/relationships/slide" Target="slides/slide530.xml"/><Relationship Id="rId538" Type="http://schemas.openxmlformats.org/officeDocument/2006/relationships/slide" Target="slides/slide531.xml"/><Relationship Id="rId539" Type="http://schemas.openxmlformats.org/officeDocument/2006/relationships/slide" Target="slides/slide532.xml"/><Relationship Id="rId540" Type="http://schemas.openxmlformats.org/officeDocument/2006/relationships/slide" Target="slides/slide533.xml"/><Relationship Id="rId541" Type="http://schemas.openxmlformats.org/officeDocument/2006/relationships/slide" Target="slides/slide534.xml"/><Relationship Id="rId542" Type="http://schemas.openxmlformats.org/officeDocument/2006/relationships/slide" Target="slides/slide535.xml"/><Relationship Id="rId543" Type="http://schemas.openxmlformats.org/officeDocument/2006/relationships/slide" Target="slides/slide536.xml"/><Relationship Id="rId544" Type="http://schemas.openxmlformats.org/officeDocument/2006/relationships/slide" Target="slides/slide537.xml"/><Relationship Id="rId545" Type="http://schemas.openxmlformats.org/officeDocument/2006/relationships/slide" Target="slides/slide538.xml"/><Relationship Id="rId546" Type="http://schemas.openxmlformats.org/officeDocument/2006/relationships/slide" Target="slides/slide539.xml"/><Relationship Id="rId547" Type="http://schemas.openxmlformats.org/officeDocument/2006/relationships/slide" Target="slides/slide540.xml"/><Relationship Id="rId548" Type="http://schemas.openxmlformats.org/officeDocument/2006/relationships/slide" Target="slides/slide541.xml"/><Relationship Id="rId549" Type="http://schemas.openxmlformats.org/officeDocument/2006/relationships/slide" Target="slides/slide542.xml"/><Relationship Id="rId550" Type="http://schemas.openxmlformats.org/officeDocument/2006/relationships/slide" Target="slides/slide543.xml"/><Relationship Id="rId551" Type="http://schemas.openxmlformats.org/officeDocument/2006/relationships/slide" Target="slides/slide544.xml"/><Relationship Id="rId552" Type="http://schemas.openxmlformats.org/officeDocument/2006/relationships/slide" Target="slides/slide545.xml"/><Relationship Id="rId553" Type="http://schemas.openxmlformats.org/officeDocument/2006/relationships/slide" Target="slides/slide546.xml"/><Relationship Id="rId554" Type="http://schemas.openxmlformats.org/officeDocument/2006/relationships/slide" Target="slides/slide547.xml"/><Relationship Id="rId555" Type="http://schemas.openxmlformats.org/officeDocument/2006/relationships/slide" Target="slides/slide548.xml"/><Relationship Id="rId556" Type="http://schemas.openxmlformats.org/officeDocument/2006/relationships/slide" Target="slides/slide549.xml"/><Relationship Id="rId557" Type="http://schemas.openxmlformats.org/officeDocument/2006/relationships/slide" Target="slides/slide550.xml"/><Relationship Id="rId558" Type="http://schemas.openxmlformats.org/officeDocument/2006/relationships/slide" Target="slides/slide551.xml"/><Relationship Id="rId559" Type="http://schemas.openxmlformats.org/officeDocument/2006/relationships/slide" Target="slides/slide552.xml"/><Relationship Id="rId560" Type="http://schemas.openxmlformats.org/officeDocument/2006/relationships/slide" Target="slides/slide553.xml"/><Relationship Id="rId561" Type="http://schemas.openxmlformats.org/officeDocument/2006/relationships/slide" Target="slides/slide554.xml"/><Relationship Id="rId562" Type="http://schemas.openxmlformats.org/officeDocument/2006/relationships/slide" Target="slides/slide555.xml"/><Relationship Id="rId563" Type="http://schemas.openxmlformats.org/officeDocument/2006/relationships/slide" Target="slides/slide556.xml"/><Relationship Id="rId564" Type="http://schemas.openxmlformats.org/officeDocument/2006/relationships/slide" Target="slides/slide557.xml"/><Relationship Id="rId565" Type="http://schemas.openxmlformats.org/officeDocument/2006/relationships/slide" Target="slides/slide558.xml"/><Relationship Id="rId566" Type="http://schemas.openxmlformats.org/officeDocument/2006/relationships/slide" Target="slides/slide559.xml"/><Relationship Id="rId567" Type="http://schemas.openxmlformats.org/officeDocument/2006/relationships/slide" Target="slides/slide560.xml"/><Relationship Id="rId568" Type="http://schemas.openxmlformats.org/officeDocument/2006/relationships/slide" Target="slides/slide561.xml"/><Relationship Id="rId569" Type="http://schemas.openxmlformats.org/officeDocument/2006/relationships/slide" Target="slides/slide562.xml"/><Relationship Id="rId570" Type="http://schemas.openxmlformats.org/officeDocument/2006/relationships/slide" Target="slides/slide563.xml"/><Relationship Id="rId571" Type="http://schemas.openxmlformats.org/officeDocument/2006/relationships/slide" Target="slides/slide564.xml"/><Relationship Id="rId572" Type="http://schemas.openxmlformats.org/officeDocument/2006/relationships/slide" Target="slides/slide565.xml"/><Relationship Id="rId573" Type="http://schemas.openxmlformats.org/officeDocument/2006/relationships/slide" Target="slides/slide566.xml"/><Relationship Id="rId574" Type="http://schemas.openxmlformats.org/officeDocument/2006/relationships/slide" Target="slides/slide567.xml"/><Relationship Id="rId575" Type="http://schemas.openxmlformats.org/officeDocument/2006/relationships/slide" Target="slides/slide568.xml"/><Relationship Id="rId576" Type="http://schemas.openxmlformats.org/officeDocument/2006/relationships/slide" Target="slides/slide569.xml"/><Relationship Id="rId577" Type="http://schemas.openxmlformats.org/officeDocument/2006/relationships/slide" Target="slides/slide570.xml"/><Relationship Id="rId578" Type="http://schemas.openxmlformats.org/officeDocument/2006/relationships/slide" Target="slides/slide571.xml"/><Relationship Id="rId579" Type="http://schemas.openxmlformats.org/officeDocument/2006/relationships/slide" Target="slides/slide572.xml"/><Relationship Id="rId580" Type="http://schemas.openxmlformats.org/officeDocument/2006/relationships/slide" Target="slides/slide573.xml"/><Relationship Id="rId581" Type="http://schemas.openxmlformats.org/officeDocument/2006/relationships/slide" Target="slides/slide574.xml"/><Relationship Id="rId582" Type="http://schemas.openxmlformats.org/officeDocument/2006/relationships/slide" Target="slides/slide575.xml"/><Relationship Id="rId583" Type="http://schemas.openxmlformats.org/officeDocument/2006/relationships/slide" Target="slides/slide576.xml"/><Relationship Id="rId584" Type="http://schemas.openxmlformats.org/officeDocument/2006/relationships/slide" Target="slides/slide577.xml"/><Relationship Id="rId585" Type="http://schemas.openxmlformats.org/officeDocument/2006/relationships/slide" Target="slides/slide578.xml"/><Relationship Id="rId586" Type="http://schemas.openxmlformats.org/officeDocument/2006/relationships/slide" Target="slides/slide579.xml"/><Relationship Id="rId587" Type="http://schemas.openxmlformats.org/officeDocument/2006/relationships/slide" Target="slides/slide580.xml"/><Relationship Id="rId588" Type="http://schemas.openxmlformats.org/officeDocument/2006/relationships/slide" Target="slides/slide581.xml"/><Relationship Id="rId589" Type="http://schemas.openxmlformats.org/officeDocument/2006/relationships/slide" Target="slides/slide582.xml"/><Relationship Id="rId590" Type="http://schemas.openxmlformats.org/officeDocument/2006/relationships/slide" Target="slides/slide583.xml"/><Relationship Id="rId591" Type="http://schemas.openxmlformats.org/officeDocument/2006/relationships/slide" Target="slides/slide584.xml"/><Relationship Id="rId592" Type="http://schemas.openxmlformats.org/officeDocument/2006/relationships/slide" Target="slides/slide585.xml"/><Relationship Id="rId593" Type="http://schemas.openxmlformats.org/officeDocument/2006/relationships/slide" Target="slides/slide586.xml"/><Relationship Id="rId594" Type="http://schemas.openxmlformats.org/officeDocument/2006/relationships/slide" Target="slides/slide587.xml"/><Relationship Id="rId595" Type="http://schemas.openxmlformats.org/officeDocument/2006/relationships/slide" Target="slides/slide588.xml"/><Relationship Id="rId596" Type="http://schemas.openxmlformats.org/officeDocument/2006/relationships/slide" Target="slides/slide589.xml"/><Relationship Id="rId597" Type="http://schemas.openxmlformats.org/officeDocument/2006/relationships/slide" Target="slides/slide590.xml"/><Relationship Id="rId598" Type="http://schemas.openxmlformats.org/officeDocument/2006/relationships/slide" Target="slides/slide591.xml"/><Relationship Id="rId599" Type="http://schemas.openxmlformats.org/officeDocument/2006/relationships/slide" Target="slides/slide592.xml"/><Relationship Id="rId600" Type="http://schemas.openxmlformats.org/officeDocument/2006/relationships/slide" Target="slides/slide593.xml"/><Relationship Id="rId601" Type="http://schemas.openxmlformats.org/officeDocument/2006/relationships/slide" Target="slides/slide594.xml"/><Relationship Id="rId602" Type="http://schemas.openxmlformats.org/officeDocument/2006/relationships/slide" Target="slides/slide595.xml"/><Relationship Id="rId603" Type="http://schemas.openxmlformats.org/officeDocument/2006/relationships/slide" Target="slides/slide596.xml"/><Relationship Id="rId604" Type="http://schemas.openxmlformats.org/officeDocument/2006/relationships/slide" Target="slides/slide597.xml"/><Relationship Id="rId605" Type="http://schemas.openxmlformats.org/officeDocument/2006/relationships/slide" Target="slides/slide598.xml"/><Relationship Id="rId606" Type="http://schemas.openxmlformats.org/officeDocument/2006/relationships/slide" Target="slides/slide599.xml"/><Relationship Id="rId607" Type="http://schemas.openxmlformats.org/officeDocument/2006/relationships/slide" Target="slides/slide600.xml"/><Relationship Id="rId608" Type="http://schemas.openxmlformats.org/officeDocument/2006/relationships/slide" Target="slides/slide601.xml"/><Relationship Id="rId609" Type="http://schemas.openxmlformats.org/officeDocument/2006/relationships/slide" Target="slides/slide602.xml"/><Relationship Id="rId610" Type="http://schemas.openxmlformats.org/officeDocument/2006/relationships/slide" Target="slides/slide603.xml"/><Relationship Id="rId611" Type="http://schemas.openxmlformats.org/officeDocument/2006/relationships/slide" Target="slides/slide604.xml"/><Relationship Id="rId612" Type="http://schemas.openxmlformats.org/officeDocument/2006/relationships/slide" Target="slides/slide605.xml"/><Relationship Id="rId613" Type="http://schemas.openxmlformats.org/officeDocument/2006/relationships/slide" Target="slides/slide606.xml"/><Relationship Id="rId614" Type="http://schemas.openxmlformats.org/officeDocument/2006/relationships/slide" Target="slides/slide607.xml"/><Relationship Id="rId615" Type="http://schemas.openxmlformats.org/officeDocument/2006/relationships/slide" Target="slides/slide608.xml"/><Relationship Id="rId616" Type="http://schemas.openxmlformats.org/officeDocument/2006/relationships/slide" Target="slides/slide609.xml"/><Relationship Id="rId617" Type="http://schemas.openxmlformats.org/officeDocument/2006/relationships/slide" Target="slides/slide610.xml"/><Relationship Id="rId618" Type="http://schemas.openxmlformats.org/officeDocument/2006/relationships/slide" Target="slides/slide611.xml"/><Relationship Id="rId619" Type="http://schemas.openxmlformats.org/officeDocument/2006/relationships/slide" Target="slides/slide612.xml"/><Relationship Id="rId620" Type="http://schemas.openxmlformats.org/officeDocument/2006/relationships/slide" Target="slides/slide613.xml"/><Relationship Id="rId621" Type="http://schemas.openxmlformats.org/officeDocument/2006/relationships/slide" Target="slides/slide614.xml"/><Relationship Id="rId622" Type="http://schemas.openxmlformats.org/officeDocument/2006/relationships/slide" Target="slides/slide615.xml"/><Relationship Id="rId623" Type="http://schemas.openxmlformats.org/officeDocument/2006/relationships/slide" Target="slides/slide616.xml"/><Relationship Id="rId624" Type="http://schemas.openxmlformats.org/officeDocument/2006/relationships/slide" Target="slides/slide617.xml"/><Relationship Id="rId625" Type="http://schemas.openxmlformats.org/officeDocument/2006/relationships/slide" Target="slides/slide618.xml"/><Relationship Id="rId626" Type="http://schemas.openxmlformats.org/officeDocument/2006/relationships/slide" Target="slides/slide619.xml"/><Relationship Id="rId627" Type="http://schemas.openxmlformats.org/officeDocument/2006/relationships/slide" Target="slides/slide620.xml"/><Relationship Id="rId628" Type="http://schemas.openxmlformats.org/officeDocument/2006/relationships/slide" Target="slides/slide621.xml"/><Relationship Id="rId629" Type="http://schemas.openxmlformats.org/officeDocument/2006/relationships/slide" Target="slides/slide622.xml"/><Relationship Id="rId630" Type="http://schemas.openxmlformats.org/officeDocument/2006/relationships/slide" Target="slides/slide623.xml"/><Relationship Id="rId631" Type="http://schemas.openxmlformats.org/officeDocument/2006/relationships/slide" Target="slides/slide624.xml"/><Relationship Id="rId632" Type="http://schemas.openxmlformats.org/officeDocument/2006/relationships/slide" Target="slides/slide625.xml"/><Relationship Id="rId633" Type="http://schemas.openxmlformats.org/officeDocument/2006/relationships/slide" Target="slides/slide626.xml"/><Relationship Id="rId634" Type="http://schemas.openxmlformats.org/officeDocument/2006/relationships/slide" Target="slides/slide627.xml"/><Relationship Id="rId635" Type="http://schemas.openxmlformats.org/officeDocument/2006/relationships/slide" Target="slides/slide628.xml"/><Relationship Id="rId636" Type="http://schemas.openxmlformats.org/officeDocument/2006/relationships/slide" Target="slides/slide629.xml"/><Relationship Id="rId637" Type="http://schemas.openxmlformats.org/officeDocument/2006/relationships/slide" Target="slides/slide630.xml"/><Relationship Id="rId638" Type="http://schemas.openxmlformats.org/officeDocument/2006/relationships/slide" Target="slides/slide631.xml"/><Relationship Id="rId639" Type="http://schemas.openxmlformats.org/officeDocument/2006/relationships/slide" Target="slides/slide632.xml"/><Relationship Id="rId640" Type="http://schemas.openxmlformats.org/officeDocument/2006/relationships/slide" Target="slides/slide633.xml"/><Relationship Id="rId641" Type="http://schemas.openxmlformats.org/officeDocument/2006/relationships/slide" Target="slides/slide634.xml"/><Relationship Id="rId642" Type="http://schemas.openxmlformats.org/officeDocument/2006/relationships/slide" Target="slides/slide635.xml"/><Relationship Id="rId643" Type="http://schemas.openxmlformats.org/officeDocument/2006/relationships/slide" Target="slides/slide636.xml"/><Relationship Id="rId644" Type="http://schemas.openxmlformats.org/officeDocument/2006/relationships/slide" Target="slides/slide637.xml"/><Relationship Id="rId645" Type="http://schemas.openxmlformats.org/officeDocument/2006/relationships/slide" Target="slides/slide638.xml"/><Relationship Id="rId646" Type="http://schemas.openxmlformats.org/officeDocument/2006/relationships/slide" Target="slides/slide639.xml"/><Relationship Id="rId647" Type="http://schemas.openxmlformats.org/officeDocument/2006/relationships/slide" Target="slides/slide640.xml"/><Relationship Id="rId648" Type="http://schemas.openxmlformats.org/officeDocument/2006/relationships/slide" Target="slides/slide641.xml"/><Relationship Id="rId649" Type="http://schemas.openxmlformats.org/officeDocument/2006/relationships/slide" Target="slides/slide642.xml"/><Relationship Id="rId650" Type="http://schemas.openxmlformats.org/officeDocument/2006/relationships/slide" Target="slides/slide643.xml"/><Relationship Id="rId651" Type="http://schemas.openxmlformats.org/officeDocument/2006/relationships/slide" Target="slides/slide644.xml"/><Relationship Id="rId652" Type="http://schemas.openxmlformats.org/officeDocument/2006/relationships/slide" Target="slides/slide645.xml"/><Relationship Id="rId653" Type="http://schemas.openxmlformats.org/officeDocument/2006/relationships/slide" Target="slides/slide646.xml"/><Relationship Id="rId654" Type="http://schemas.openxmlformats.org/officeDocument/2006/relationships/slide" Target="slides/slide647.xml"/><Relationship Id="rId655" Type="http://schemas.openxmlformats.org/officeDocument/2006/relationships/slide" Target="slides/slide648.xml"/><Relationship Id="rId656" Type="http://schemas.openxmlformats.org/officeDocument/2006/relationships/slide" Target="slides/slide649.xml"/><Relationship Id="rId657" Type="http://schemas.openxmlformats.org/officeDocument/2006/relationships/slide" Target="slides/slide650.xml"/><Relationship Id="rId658" Type="http://schemas.openxmlformats.org/officeDocument/2006/relationships/slide" Target="slides/slide651.xml"/><Relationship Id="rId659" Type="http://schemas.openxmlformats.org/officeDocument/2006/relationships/slide" Target="slides/slide652.xml"/><Relationship Id="rId660" Type="http://schemas.openxmlformats.org/officeDocument/2006/relationships/slide" Target="slides/slide653.xml"/><Relationship Id="rId661" Type="http://schemas.openxmlformats.org/officeDocument/2006/relationships/slide" Target="slides/slide654.xml"/><Relationship Id="rId662" Type="http://schemas.openxmlformats.org/officeDocument/2006/relationships/slide" Target="slides/slide655.xml"/><Relationship Id="rId663" Type="http://schemas.openxmlformats.org/officeDocument/2006/relationships/slide" Target="slides/slide656.xml"/><Relationship Id="rId664" Type="http://schemas.openxmlformats.org/officeDocument/2006/relationships/slide" Target="slides/slide657.xml"/><Relationship Id="rId665" Type="http://schemas.openxmlformats.org/officeDocument/2006/relationships/slide" Target="slides/slide658.xml"/><Relationship Id="rId666" Type="http://schemas.openxmlformats.org/officeDocument/2006/relationships/slide" Target="slides/slide659.xml"/><Relationship Id="rId667" Type="http://schemas.openxmlformats.org/officeDocument/2006/relationships/slide" Target="slides/slide660.xml"/><Relationship Id="rId668" Type="http://schemas.openxmlformats.org/officeDocument/2006/relationships/slide" Target="slides/slide661.xml"/><Relationship Id="rId669" Type="http://schemas.openxmlformats.org/officeDocument/2006/relationships/slide" Target="slides/slide662.xml"/><Relationship Id="rId670" Type="http://schemas.openxmlformats.org/officeDocument/2006/relationships/slide" Target="slides/slide663.xml"/><Relationship Id="rId671" Type="http://schemas.openxmlformats.org/officeDocument/2006/relationships/slide" Target="slides/slide664.xml"/><Relationship Id="rId672" Type="http://schemas.openxmlformats.org/officeDocument/2006/relationships/slide" Target="slides/slide665.xml"/><Relationship Id="rId673" Type="http://schemas.openxmlformats.org/officeDocument/2006/relationships/slide" Target="slides/slide666.xml"/><Relationship Id="rId674" Type="http://schemas.openxmlformats.org/officeDocument/2006/relationships/slide" Target="slides/slide667.xml"/><Relationship Id="rId675" Type="http://schemas.openxmlformats.org/officeDocument/2006/relationships/slide" Target="slides/slide668.xml"/><Relationship Id="rId676" Type="http://schemas.openxmlformats.org/officeDocument/2006/relationships/slide" Target="slides/slide669.xml"/><Relationship Id="rId677" Type="http://schemas.openxmlformats.org/officeDocument/2006/relationships/slide" Target="slides/slide670.xml"/><Relationship Id="rId678" Type="http://schemas.openxmlformats.org/officeDocument/2006/relationships/slide" Target="slides/slide671.xml"/><Relationship Id="rId679" Type="http://schemas.openxmlformats.org/officeDocument/2006/relationships/slide" Target="slides/slide672.xml"/><Relationship Id="rId680" Type="http://schemas.openxmlformats.org/officeDocument/2006/relationships/slide" Target="slides/slide673.xml"/><Relationship Id="rId681" Type="http://schemas.openxmlformats.org/officeDocument/2006/relationships/slide" Target="slides/slide674.xml"/><Relationship Id="rId682" Type="http://schemas.openxmlformats.org/officeDocument/2006/relationships/slide" Target="slides/slide675.xml"/><Relationship Id="rId683" Type="http://schemas.openxmlformats.org/officeDocument/2006/relationships/slide" Target="slides/slide676.xml"/><Relationship Id="rId684" Type="http://schemas.openxmlformats.org/officeDocument/2006/relationships/slide" Target="slides/slide677.xml"/><Relationship Id="rId685" Type="http://schemas.openxmlformats.org/officeDocument/2006/relationships/slide" Target="slides/slide678.xml"/><Relationship Id="rId686" Type="http://schemas.openxmlformats.org/officeDocument/2006/relationships/slide" Target="slides/slide679.xml"/><Relationship Id="rId687" Type="http://schemas.openxmlformats.org/officeDocument/2006/relationships/slide" Target="slides/slide680.xml"/><Relationship Id="rId688" Type="http://schemas.openxmlformats.org/officeDocument/2006/relationships/slide" Target="slides/slide681.xml"/><Relationship Id="rId689" Type="http://schemas.openxmlformats.org/officeDocument/2006/relationships/slide" Target="slides/slide682.xml"/><Relationship Id="rId690" Type="http://schemas.openxmlformats.org/officeDocument/2006/relationships/slide" Target="slides/slide683.xml"/><Relationship Id="rId691" Type="http://schemas.openxmlformats.org/officeDocument/2006/relationships/slide" Target="slides/slide684.xml"/><Relationship Id="rId692" Type="http://schemas.openxmlformats.org/officeDocument/2006/relationships/slide" Target="slides/slide685.xml"/><Relationship Id="rId693" Type="http://schemas.openxmlformats.org/officeDocument/2006/relationships/slide" Target="slides/slide686.xml"/><Relationship Id="rId694" Type="http://schemas.openxmlformats.org/officeDocument/2006/relationships/slide" Target="slides/slide687.xml"/><Relationship Id="rId695" Type="http://schemas.openxmlformats.org/officeDocument/2006/relationships/slide" Target="slides/slide688.xml"/><Relationship Id="rId696" Type="http://schemas.openxmlformats.org/officeDocument/2006/relationships/slide" Target="slides/slide689.xml"/><Relationship Id="rId697" Type="http://schemas.openxmlformats.org/officeDocument/2006/relationships/slide" Target="slides/slide690.xml"/><Relationship Id="rId698" Type="http://schemas.openxmlformats.org/officeDocument/2006/relationships/slide" Target="slides/slide691.xml"/><Relationship Id="rId699" Type="http://schemas.openxmlformats.org/officeDocument/2006/relationships/slide" Target="slides/slide692.xml"/><Relationship Id="rId700" Type="http://schemas.openxmlformats.org/officeDocument/2006/relationships/slide" Target="slides/slide693.xml"/><Relationship Id="rId701" Type="http://schemas.openxmlformats.org/officeDocument/2006/relationships/slide" Target="slides/slide694.xml"/><Relationship Id="rId702" Type="http://schemas.openxmlformats.org/officeDocument/2006/relationships/slide" Target="slides/slide695.xml"/><Relationship Id="rId703" Type="http://schemas.openxmlformats.org/officeDocument/2006/relationships/slide" Target="slides/slide696.xml"/><Relationship Id="rId704" Type="http://schemas.openxmlformats.org/officeDocument/2006/relationships/slide" Target="slides/slide697.xml"/><Relationship Id="rId705" Type="http://schemas.openxmlformats.org/officeDocument/2006/relationships/slide" Target="slides/slide698.xml"/><Relationship Id="rId706" Type="http://schemas.openxmlformats.org/officeDocument/2006/relationships/slide" Target="slides/slide699.xml"/><Relationship Id="rId707" Type="http://schemas.openxmlformats.org/officeDocument/2006/relationships/slide" Target="slides/slide700.xml"/></Relationships>
</file>

<file path=ppt/charts/_rels/chart1.xml.rels><?xml version='1.0' encoding='UTF-8' standalone='yes'?>
<Relationships xmlns="http://schemas.openxmlformats.org/package/2006/relationships"><Relationship Id="rId1" Type="http://schemas.openxmlformats.org/officeDocument/2006/relationships/package" Target="../embeddings/Microsoft_Excel_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Level</c:v>
                </c:pt>
              </c:strCache>
            </c:strRef>
          </c:tx>
          <c:dPt>
            <c:idx val="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0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3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4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5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8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8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8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3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8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8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3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9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0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cat>
            <c:strRef>
              <c:f>Sheet1!$A$2:$A$104</c:f>
              <c:strCache>
                <c:ptCount val="103"/>
                <c:pt idx="0">
                  <c:v>Q1</c:v>
                </c:pt>
                <c:pt idx="1">
                  <c:v>Q2</c:v>
                </c:pt>
                <c:pt idx="2">
                  <c:v>Q3</c:v>
                </c:pt>
                <c:pt idx="3">
                  <c:v>Q4</c:v>
                </c:pt>
                <c:pt idx="4">
                  <c:v>Q5</c:v>
                </c:pt>
                <c:pt idx="5">
                  <c:v>Q6</c:v>
                </c:pt>
                <c:pt idx="6">
                  <c:v>Q7</c:v>
                </c:pt>
                <c:pt idx="7">
                  <c:v>Q8</c:v>
                </c:pt>
                <c:pt idx="8">
                  <c:v>Q9</c:v>
                </c:pt>
                <c:pt idx="9">
                  <c:v>Q10</c:v>
                </c:pt>
                <c:pt idx="10">
                  <c:v>Q11</c:v>
                </c:pt>
                <c:pt idx="11">
                  <c:v>Q12</c:v>
                </c:pt>
                <c:pt idx="12">
                  <c:v>Q13</c:v>
                </c:pt>
                <c:pt idx="13">
                  <c:v>Q14</c:v>
                </c:pt>
                <c:pt idx="14">
                  <c:v>Q15</c:v>
                </c:pt>
                <c:pt idx="15">
                  <c:v>Q16</c:v>
                </c:pt>
                <c:pt idx="16">
                  <c:v>Q17</c:v>
                </c:pt>
                <c:pt idx="17">
                  <c:v>Q18</c:v>
                </c:pt>
                <c:pt idx="18">
                  <c:v>Q19</c:v>
                </c:pt>
                <c:pt idx="19">
                  <c:v>Q20</c:v>
                </c:pt>
                <c:pt idx="20">
                  <c:v>Q21</c:v>
                </c:pt>
                <c:pt idx="21">
                  <c:v>Q22</c:v>
                </c:pt>
                <c:pt idx="22">
                  <c:v>Q23</c:v>
                </c:pt>
                <c:pt idx="23">
                  <c:v>Q24</c:v>
                </c:pt>
                <c:pt idx="24">
                  <c:v>Q25</c:v>
                </c:pt>
                <c:pt idx="25">
                  <c:v>Q26</c:v>
                </c:pt>
                <c:pt idx="26">
                  <c:v>Q27</c:v>
                </c:pt>
                <c:pt idx="27">
                  <c:v>Q28</c:v>
                </c:pt>
                <c:pt idx="28">
                  <c:v>Q29</c:v>
                </c:pt>
                <c:pt idx="29">
                  <c:v>Q30</c:v>
                </c:pt>
                <c:pt idx="30">
                  <c:v>Q31</c:v>
                </c:pt>
                <c:pt idx="31">
                  <c:v>Q32</c:v>
                </c:pt>
                <c:pt idx="32">
                  <c:v>Q33</c:v>
                </c:pt>
                <c:pt idx="33">
                  <c:v>Q34</c:v>
                </c:pt>
                <c:pt idx="34">
                  <c:v>Q35</c:v>
                </c:pt>
                <c:pt idx="35">
                  <c:v>Q36</c:v>
                </c:pt>
                <c:pt idx="36">
                  <c:v>Q37</c:v>
                </c:pt>
                <c:pt idx="37">
                  <c:v>Q38</c:v>
                </c:pt>
                <c:pt idx="38">
                  <c:v>Q39</c:v>
                </c:pt>
                <c:pt idx="39">
                  <c:v>Q40</c:v>
                </c:pt>
                <c:pt idx="40">
                  <c:v>Q41</c:v>
                </c:pt>
                <c:pt idx="41">
                  <c:v>Q42</c:v>
                </c:pt>
                <c:pt idx="42">
                  <c:v>Q43</c:v>
                </c:pt>
                <c:pt idx="43">
                  <c:v>Q44</c:v>
                </c:pt>
                <c:pt idx="44">
                  <c:v>Q45</c:v>
                </c:pt>
                <c:pt idx="45">
                  <c:v>Q46</c:v>
                </c:pt>
                <c:pt idx="46">
                  <c:v>Q47</c:v>
                </c:pt>
                <c:pt idx="47">
                  <c:v>Q48</c:v>
                </c:pt>
                <c:pt idx="48">
                  <c:v>Q49</c:v>
                </c:pt>
                <c:pt idx="49">
                  <c:v>Q50</c:v>
                </c:pt>
                <c:pt idx="50">
                  <c:v>Q51</c:v>
                </c:pt>
                <c:pt idx="51">
                  <c:v>Q52</c:v>
                </c:pt>
                <c:pt idx="52">
                  <c:v>Q53</c:v>
                </c:pt>
                <c:pt idx="53">
                  <c:v>Q54</c:v>
                </c:pt>
                <c:pt idx="54">
                  <c:v>Q55</c:v>
                </c:pt>
                <c:pt idx="55">
                  <c:v>Q56</c:v>
                </c:pt>
                <c:pt idx="56">
                  <c:v>Q57</c:v>
                </c:pt>
                <c:pt idx="57">
                  <c:v>Q58</c:v>
                </c:pt>
                <c:pt idx="58">
                  <c:v>Q59</c:v>
                </c:pt>
                <c:pt idx="59">
                  <c:v>Q60</c:v>
                </c:pt>
                <c:pt idx="60">
                  <c:v>Q61</c:v>
                </c:pt>
                <c:pt idx="61">
                  <c:v>Q62</c:v>
                </c:pt>
                <c:pt idx="62">
                  <c:v>Q63</c:v>
                </c:pt>
                <c:pt idx="63">
                  <c:v>Q64</c:v>
                </c:pt>
                <c:pt idx="64">
                  <c:v>Q65</c:v>
                </c:pt>
                <c:pt idx="65">
                  <c:v>Q66</c:v>
                </c:pt>
                <c:pt idx="66">
                  <c:v>Q67</c:v>
                </c:pt>
                <c:pt idx="67">
                  <c:v>Q68</c:v>
                </c:pt>
                <c:pt idx="68">
                  <c:v>Q69</c:v>
                </c:pt>
                <c:pt idx="69">
                  <c:v>Q70</c:v>
                </c:pt>
                <c:pt idx="70">
                  <c:v>Q71</c:v>
                </c:pt>
                <c:pt idx="71">
                  <c:v>Q72</c:v>
                </c:pt>
                <c:pt idx="72">
                  <c:v>Q73</c:v>
                </c:pt>
                <c:pt idx="73">
                  <c:v>Q74</c:v>
                </c:pt>
                <c:pt idx="74">
                  <c:v>Q75</c:v>
                </c:pt>
                <c:pt idx="75">
                  <c:v>Q76</c:v>
                </c:pt>
                <c:pt idx="76">
                  <c:v>Q77</c:v>
                </c:pt>
                <c:pt idx="77">
                  <c:v>Q78</c:v>
                </c:pt>
                <c:pt idx="78">
                  <c:v>Q79</c:v>
                </c:pt>
                <c:pt idx="79">
                  <c:v>Q80</c:v>
                </c:pt>
                <c:pt idx="80">
                  <c:v>Q81</c:v>
                </c:pt>
                <c:pt idx="81">
                  <c:v>Q82</c:v>
                </c:pt>
                <c:pt idx="82">
                  <c:v>Q83</c:v>
                </c:pt>
                <c:pt idx="83">
                  <c:v>Q84</c:v>
                </c:pt>
                <c:pt idx="84">
                  <c:v>Q85</c:v>
                </c:pt>
                <c:pt idx="85">
                  <c:v>Q86</c:v>
                </c:pt>
                <c:pt idx="86">
                  <c:v>Q87</c:v>
                </c:pt>
                <c:pt idx="87">
                  <c:v>Q88</c:v>
                </c:pt>
                <c:pt idx="88">
                  <c:v>Q89</c:v>
                </c:pt>
                <c:pt idx="89">
                  <c:v>Q90</c:v>
                </c:pt>
                <c:pt idx="90">
                  <c:v>Q91</c:v>
                </c:pt>
                <c:pt idx="91">
                  <c:v>Q92</c:v>
                </c:pt>
                <c:pt idx="92">
                  <c:v>Q93</c:v>
                </c:pt>
                <c:pt idx="93">
                  <c:v>Q94</c:v>
                </c:pt>
                <c:pt idx="94">
                  <c:v>Q95</c:v>
                </c:pt>
                <c:pt idx="95">
                  <c:v>Q96</c:v>
                </c:pt>
                <c:pt idx="96">
                  <c:v>Q97</c:v>
                </c:pt>
                <c:pt idx="97">
                  <c:v>Q98</c:v>
                </c:pt>
                <c:pt idx="98">
                  <c:v>Q99</c:v>
                </c:pt>
                <c:pt idx="99">
                  <c:v>Q100</c:v>
                </c:pt>
                <c:pt idx="100">
                  <c:v>Q101</c:v>
                </c:pt>
                <c:pt idx="101">
                  <c:v>Q102</c:v>
                </c:pt>
                <c:pt idx="102">
                  <c:v>Q103</c:v>
                </c:pt>
              </c:strCache>
            </c:strRef>
          </c:cat>
          <c:val>
            <c:numRef>
              <c:f>Sheet1!$B$2:$B$104</c:f>
              <c:numCache>
                <c:formatCode>General</c:formatCode>
                <c:ptCount val="103"/>
                <c:pt idx="0">
                  <c:v>2.0</c:v>
                </c:pt>
                <c:pt idx="1">
                  <c:v>2.0</c:v>
                </c:pt>
                <c:pt idx="2">
                  <c:v>3.0</c:v>
                </c:pt>
                <c:pt idx="3">
                  <c:v>2.0</c:v>
                </c:pt>
                <c:pt idx="4">
                  <c:v>2.0</c:v>
                </c:pt>
                <c:pt idx="5">
                  <c:v>2.0</c:v>
                </c:pt>
                <c:pt idx="6">
                  <c:v>4.0</c:v>
                </c:pt>
                <c:pt idx="7">
                  <c:v>2.0</c:v>
                </c:pt>
                <c:pt idx="8">
                  <c:v>1.0</c:v>
                </c:pt>
                <c:pt idx="9">
                  <c:v>2.0</c:v>
                </c:pt>
                <c:pt idx="10">
                  <c:v>1.0</c:v>
                </c:pt>
                <c:pt idx="11">
                  <c:v>1.0</c:v>
                </c:pt>
                <c:pt idx="12">
                  <c:v>2.0</c:v>
                </c:pt>
                <c:pt idx="13">
                  <c:v>3.0</c:v>
                </c:pt>
                <c:pt idx="14">
                  <c:v>1.0</c:v>
                </c:pt>
                <c:pt idx="15">
                  <c:v>1.0</c:v>
                </c:pt>
                <c:pt idx="16">
                  <c:v>3.0</c:v>
                </c:pt>
                <c:pt idx="17">
                  <c:v>2.0</c:v>
                </c:pt>
                <c:pt idx="18">
                  <c:v>2.0</c:v>
                </c:pt>
                <c:pt idx="19">
                  <c:v>2.0</c:v>
                </c:pt>
                <c:pt idx="20">
                  <c:v>2.0</c:v>
                </c:pt>
                <c:pt idx="21">
                  <c:v>3.0</c:v>
                </c:pt>
                <c:pt idx="22">
                  <c:v>1.0</c:v>
                </c:pt>
                <c:pt idx="23">
                  <c:v>3.0</c:v>
                </c:pt>
                <c:pt idx="24">
                  <c:v>3.0</c:v>
                </c:pt>
                <c:pt idx="25">
                  <c:v>2.0</c:v>
                </c:pt>
                <c:pt idx="26">
                  <c:v>2.5</c:v>
                </c:pt>
                <c:pt idx="27">
                  <c:v>3.0</c:v>
                </c:pt>
                <c:pt idx="28">
                  <c:v>3.0</c:v>
                </c:pt>
                <c:pt idx="29">
                  <c:v>3.0</c:v>
                </c:pt>
                <c:pt idx="30">
                  <c:v>4.0</c:v>
                </c:pt>
                <c:pt idx="31">
                  <c:v>2.0</c:v>
                </c:pt>
                <c:pt idx="32">
                  <c:v>1.0</c:v>
                </c:pt>
                <c:pt idx="33">
                  <c:v>3.0</c:v>
                </c:pt>
                <c:pt idx="34">
                  <c:v>3.0</c:v>
                </c:pt>
                <c:pt idx="35">
                  <c:v>2.0</c:v>
                </c:pt>
                <c:pt idx="36">
                  <c:v>3.0</c:v>
                </c:pt>
                <c:pt idx="37">
                  <c:v>1.0</c:v>
                </c:pt>
                <c:pt idx="38">
                  <c:v>1.0</c:v>
                </c:pt>
                <c:pt idx="39">
                  <c:v>2.0</c:v>
                </c:pt>
                <c:pt idx="40">
                  <c:v>3.0</c:v>
                </c:pt>
                <c:pt idx="41">
                  <c:v>3.0</c:v>
                </c:pt>
                <c:pt idx="42">
                  <c:v>2.5</c:v>
                </c:pt>
                <c:pt idx="43">
                  <c:v>3.0</c:v>
                </c:pt>
                <c:pt idx="44">
                  <c:v>2.0</c:v>
                </c:pt>
                <c:pt idx="45">
                  <c:v>2.0</c:v>
                </c:pt>
                <c:pt idx="46">
                  <c:v>2.0</c:v>
                </c:pt>
                <c:pt idx="47">
                  <c:v>2.0</c:v>
                </c:pt>
                <c:pt idx="48">
                  <c:v>3.0</c:v>
                </c:pt>
                <c:pt idx="49">
                  <c:v>2.0</c:v>
                </c:pt>
                <c:pt idx="50">
                  <c:v>2.0</c:v>
                </c:pt>
                <c:pt idx="51">
                  <c:v>2.0</c:v>
                </c:pt>
                <c:pt idx="52">
                  <c:v>3.0</c:v>
                </c:pt>
                <c:pt idx="53">
                  <c:v>2.0</c:v>
                </c:pt>
                <c:pt idx="54">
                  <c:v>4.0</c:v>
                </c:pt>
                <c:pt idx="55">
                  <c:v>3.0</c:v>
                </c:pt>
                <c:pt idx="56">
                  <c:v>3.0</c:v>
                </c:pt>
                <c:pt idx="57">
                  <c:v>2.0</c:v>
                </c:pt>
                <c:pt idx="58">
                  <c:v>3.0</c:v>
                </c:pt>
                <c:pt idx="59">
                  <c:v>3.0</c:v>
                </c:pt>
                <c:pt idx="60">
                  <c:v>2.0</c:v>
                </c:pt>
                <c:pt idx="61">
                  <c:v>3.0</c:v>
                </c:pt>
                <c:pt idx="62">
                  <c:v>3.0</c:v>
                </c:pt>
                <c:pt idx="63">
                  <c:v>3.0</c:v>
                </c:pt>
                <c:pt idx="64">
                  <c:v>3.0</c:v>
                </c:pt>
                <c:pt idx="65">
                  <c:v>2.0</c:v>
                </c:pt>
                <c:pt idx="66">
                  <c:v>2.0</c:v>
                </c:pt>
                <c:pt idx="67">
                  <c:v>2.0</c:v>
                </c:pt>
                <c:pt idx="68">
                  <c:v>2.0</c:v>
                </c:pt>
                <c:pt idx="69">
                  <c:v>2.0</c:v>
                </c:pt>
                <c:pt idx="70">
                  <c:v>2.0</c:v>
                </c:pt>
                <c:pt idx="71">
                  <c:v>2.0</c:v>
                </c:pt>
                <c:pt idx="72">
                  <c:v>3.0</c:v>
                </c:pt>
                <c:pt idx="73">
                  <c:v>3.0</c:v>
                </c:pt>
                <c:pt idx="74">
                  <c:v>3.0</c:v>
                </c:pt>
                <c:pt idx="75">
                  <c:v>2.0</c:v>
                </c:pt>
                <c:pt idx="76">
                  <c:v>2.0</c:v>
                </c:pt>
                <c:pt idx="77">
                  <c:v>2.0</c:v>
                </c:pt>
                <c:pt idx="78">
                  <c:v>2.0</c:v>
                </c:pt>
                <c:pt idx="79">
                  <c:v>3.0</c:v>
                </c:pt>
                <c:pt idx="80">
                  <c:v>3.0</c:v>
                </c:pt>
                <c:pt idx="81">
                  <c:v>3.0</c:v>
                </c:pt>
                <c:pt idx="82">
                  <c:v>2.0</c:v>
                </c:pt>
                <c:pt idx="83">
                  <c:v>4.0</c:v>
                </c:pt>
                <c:pt idx="84">
                  <c:v>2.0</c:v>
                </c:pt>
                <c:pt idx="85">
                  <c:v>2.0</c:v>
                </c:pt>
                <c:pt idx="86">
                  <c:v>3.0</c:v>
                </c:pt>
                <c:pt idx="87">
                  <c:v>2.0</c:v>
                </c:pt>
                <c:pt idx="88">
                  <c:v>1.0</c:v>
                </c:pt>
                <c:pt idx="89">
                  <c:v>2.0</c:v>
                </c:pt>
                <c:pt idx="90">
                  <c:v>3.0</c:v>
                </c:pt>
                <c:pt idx="91">
                  <c:v>3.0</c:v>
                </c:pt>
                <c:pt idx="92">
                  <c:v>3.0</c:v>
                </c:pt>
                <c:pt idx="93">
                  <c:v>4.0</c:v>
                </c:pt>
                <c:pt idx="94">
                  <c:v>2.0</c:v>
                </c:pt>
                <c:pt idx="95">
                  <c:v>2.0</c:v>
                </c:pt>
                <c:pt idx="96">
                  <c:v>2.0</c:v>
                </c:pt>
                <c:pt idx="97">
                  <c:v>1.0</c:v>
                </c:pt>
                <c:pt idx="98">
                  <c:v>2.0</c:v>
                </c:pt>
                <c:pt idx="99">
                  <c:v>3.0</c:v>
                </c:pt>
                <c:pt idx="100">
                  <c:v>2.0</c:v>
                </c:pt>
                <c:pt idx="101">
                  <c:v>2.0</c:v>
                </c:pt>
                <c:pt idx="102">
                  <c:v>2.0</c:v>
                </c:pt>
              </c:numCache>
            </c:numRef>
          </c:val>
        </c:ser>
        <c:dLbls>
          <c:numFmt formatCode="0.0#" sourceLinked="0"/>
          <c:txPr>
            <a:bodyPr/>
            <a:lstStyle/>
            <a:p>
              <a:pPr>
                <a:defRPr sz="2000" b="1">
                  <a:solidFill>
                    <a:srgbClr val="111827"/>
                  </a:solidFill>
                  <a:latin typeface="Arial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2000" b="1">
                <a:latin typeface="Arial"/>
              </a:defRPr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5.5"/>
          <c:min val="0.0"/>
        </c:scaling>
        <c:delete val="0"/>
        <c:axPos val="l"/>
        <c:majorGridlines>
          <c:spPr>
            <a:ln>
              <a:solidFill>
                <a:srgbClr val="D1D5DB"/>
              </a:solidFill>
            </a:ln>
          </c:spPr>
        </c:majorGridlines>
        <c:title>
          <c:tx>
            <c:rich>
              <a:bodyPr/>
              <a:lstStyle/>
              <a:p>
                <a:r>
                  <a:rPr sz="2000"/>
                  <a:t>Level</a:t>
                </a:r>
              </a:p>
            </c:rich>
          </c:tx>
          <c:layout/>
          <c:overlay val="0"/>
        </c:title>
        <c:majorTickMark val="out"/>
        <c:minorTickMark val="none"/>
        <c:tickLblPos val="nextTo"/>
        <c:txPr>
          <a:bodyPr/>
          <a:lstStyle/>
          <a:p>
            <a:pPr>
              <a:defRPr sz="2000">
                <a:latin typeface="Arial"/>
              </a:defRPr>
            </a:pPr>
          </a:p>
        </c:txPr>
        <c:crossAx val="-2068027336"/>
        <c:crosses val="autoZero"/>
        <c:majorUnit val="1.0"/>
      </c:valAx>
    </c:plotArea>
    <c:dispBlanksAs val="gap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4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4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2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4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1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5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2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6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0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7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3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0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3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9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5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2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9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6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3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9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6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3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1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7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4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0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7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3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9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6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2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9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4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0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7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5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2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9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6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3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1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7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3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1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7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6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2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8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4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9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4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0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6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2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8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5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1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7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3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0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6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3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9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4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1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7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3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8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3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9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4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0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6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2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3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9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5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1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7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4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54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2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0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last line reads $y=\frac1{4x}+\frac34x^2$; solving $\frac{dy}{dx}-\frac3xy=-\frac1{x^2}$ with I.F. $x^{-3}$ gives $y=\frac1{4x}+Cx^3$, so the correct term is $\frac34x^3$ (checked: $3xf-x^2f'=1$ and $f(1)=1$ hold only for $x^3$). Also the option (C) is printed as $\frac1{4x}+\frac{3x}{4}$ in the paper (exponent apparently lost in printing); the key (C) is taken to be $\frac1{4x}+\frac{3x^3}{4}$, the only option with the right first term.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first line wrote the integrand as $xe^{\tan x}+xe^{\tan x}(1+\sec^2x)$; the second factor must be $(1+x\sec^2x)$ (otherwise the sum is $2xe^{\tan x}+xe^{\tan x}\sec^2x$, missing a factor $x$). The rest of the PDF working ($f+xf'$, answer $x^2e^{\tan x}$) is correct and uses $f'=e^{\tan x}(1+x\sec^2x)$.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wrote $\cos^{-1}(2010x)$ in the first two lines (typo for $\cot^{-1}(2010x)$) and stopped at $2I=\int_{-2010}^{2010}x^{2010}\pi\,dx$ without evaluating it. The evaluation $I=\frac{\pi}{2011}(2010)^{2011}$ was added; the key (C)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argued $f(x)&gt;f(1)\Rightarrow f(x)&gt;0$, treating $f(1)=0$. $f$ is not continuous at $1$ ($f(1)=0$ by definition but $f(x)\to\ln\frac32$ as $x\to1^+$), so that inference is invalid as written; the conclusion $f&gt;0$ on $(1,\infty)$ is still true (increasing from the limit $\ln\frac32&gt;0$, or simply because the integrand $\frac1{\ln t}&gt;0$ and $x^3&gt;x^2$). Corrected in the 4th bullet. Answer (A)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In the PDF the step '$e^{-x^3}f(x)\ge e^{-1}f(1)$' is followed by '$\ge e^2$'; the correct value is $e^{-1}f(1)=e^{-1}\cdot e^2=e$ (the next line $f\ge e^{x^3+1}$ already uses $e$). Also the PDF's last line stops at $f(x)\ge e^2$ without checking that $8$ and $10$ are attained; added.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log step prints $\sqrt{a+\sec^2x-b\tan^2x}$ after back-substituting; the correct expression is $\sqrt{a\sec^2x-b\tan^2x}$ ($=\sqrt{a+t^2(a-b)}$). The answer and all other steps are right. The PDF also does not justify rejecting (B) and (C); added. Chapter is Indefinite Integration (the anchor bank has no such label, so 'Definite Integration' is used in the ratings file).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question's figure is missing from the PDF; reconstructed from the PDF's solution and $c&gt;|a|$ as a falling cubic with zeros $a&lt;b=0&lt;c$ (so $f(a)=f(b)=f(c)=0$). The PDF's formula $-(x-a)(x-b)(x+c)=(x-a)(x)(x+c)$ is wrong (sign and the factor $x+c$); it should be $-(x-a)(x-b)(x-c)=-x(x-a)(x-c)$. Option (A) is printed with $\int_a^b$ twice; read as $\int_a^b+\int_b^c$. The PDF also says 'from graph' for the sign of $\int_a^c f$; the exact value $\frac{(c-a)^3(a+c)}{12}$ is added.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value $I=\frac{\pi^2}{2}-2$ is correct but its decimal '$\approx2.89$' is wrong: $\frac{\pi^2}{2}-2=2.9348\ldots$ (the conclusion $2&lt;I&lt;3$ is unaffected). The PDF also tested only option (A) explicitly; (B), (C), (D) are added.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gives only the final integral with $a+b=5$ (no derivation of $a,b$) and stops at 'for extremum $f'(x)=0$' without solving or checking sign changes. Its answer A, B, C, D is correct; the missing area computation (a=3, b=2) and the sign analysis were added and verified numerically.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proves $I_1=I_2=b-a$ correctly (working is right) but its key is A, D. As printed the problem gives no value of $a,b$, so $I_1+I_2=2(b-a)=10$ is not true in general; only (A) is correct. Key (A, D) would be right only if the original had the condition $b-a=5$, which is missing from the printed question.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Three issues in the source: (1) the stem prints $\sqrt{4-f^2(x)}$ but the working gives $\sqrt{4+\tan^2x}$, so it was read as $\sqrt{4+f^2}$; (2) key A, C, D omits (B), but $g=\frac{f}{\sqrt{1+f^2}}=\sin x$ is true (for $\cos x&gt;0$); (3) (D) $g^2f'=f'-g^2$ is false for $f=\tan x,g=\sin x$ (it becomes true if its right side is $f'-1$). Correct answer is A, B, C. The PDF working up to $f=\tan x,\ g=\sin x,\ k=\sqrt3$ is correct but it never checks (B), (C), (D).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piecewise formula prints $g=\frac{1}{(x-3)^3}$ for both $x&gt;3$ and $x&lt;3$; for $x&lt;3$ that is negative (violates $g&gt;0$). Correct: $g=\frac{c'}{(3-x)^3}$ with arbitrary $c'&gt;0$ since $g(4)=1$ only fixes the branch $x&gt;3$. The monotonicity conclusions and answer C, D are unaffected.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As printed, the denominator has $\tan^{-1}e^{-x}$; the PDF's working uses $\tan^{-1}e^{x}$ (it substitutes $t=\tan^{-1}e^x$ and gets $\int\frac{dt}{t+\tan^{-1}e^a}$). With $e^{-x}$ as printed the integral is $\frac\pi2\ln\left(1+\frac2\pi\tan^{-1}e^a\right)$, which depends on $a$ (only option B), so the stem was reconstructed with $e^{x}$ from the working. The PDF's key 'A, B' is self-contradictory ('independent of $a$' and 'dependent on $a$'); the working supports (A) and (C), so the answer was corrected to A, C. Also the PDF writes $\cos^{-1}e^x$ for $\sec^{-1}e^{-x}$ without saying it needs $x\le0$.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'Sol.' only states that $\sin^{-1}x$ and $\frac{e^{2x}-1}{e^{2x}+1}$ are odd and that $x^2\in[0,1)$; it never evaluates the $D$ term or states the conclusion. The key A, B, C is correct; the missing steps were added.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Option (D) is printed as '$I_1&gt;1,\ I_2&gt;\ln2$', which is false because $I_1\approx0.590&lt;1$; the PDF's working proves $I_1&lt;1$ and $I_2&gt;\ln2$ and its key is B, D, so D was reconstructed as '$I_1&lt;1,\ I_2&gt;\ln2$'. If D is read literally, the correct answer would be (B) alone. The working itself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Printed option (B) is $\frac{y^2}{x^2+y^2}c=-\tan(x^2+y^2)$, which does NOT satisfy the equation (checked numerically). The key (A, B) is consistent only if (B) is $\frac{y^2}{x^2+cy^2}=-\tan(x^2+y^2)$ (the inverted form of (A)); option (B) has been reconstructed that way. The PDF's working stops at (A) and does not discuss B, C, D; steps 7-8 added.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question as printed, $(2+2x^2\sqrt y)dx+(x^2\sqrt y+2)x\,dy=0$, is not exact and does not have solution (B); the PDF working (and key B) correspond to $y(2+2x^2\sqrt y)dx+(x^2\sqrt y+2)x\,dy=0$, i.e. a factor $y$ is missing before $dx$ in the printed stem, so the stem is reconstructed. The PDF's first line also prints $2x^3y^{3/2}dx$; the correct term is $2x^2y^{3/2}dx$ (needed for $d(x^3y^{3/2})$). The PDF ends '$=0$' where it should be '$=C$'.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working writes the second term of the integrand as $\frac{2}{x^2+1}$ (line 'Put in Integration'). The question has $\frac{2}{x^4+1}$, and only $\frac{2}{x^4+1}$ combines with $\frac{x^2-1}{x^4+1}$ to give $\frac{x^2+1}{x^4+1}$, which the PDF uses from the next line on. The corrected line is $\frac{x^2-1}{x^4+1}+\frac{2}{x^4+1}$; every later step and the answer $3$ are unchanged and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writes 'f(1)=f(0) or f(1)=f(0)' after f^2(1)-f^2(0)=0; the second alternative must be f(1)=-f(0) (and the case f(1)=f(0) is rejected because it contradicts (1)). Everything else and the answer 491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working correctly ends with Area = pi/2, but the printed answer key is 2, which comes from stray lines ('So 3*lambda = pi/2, c^2+m^2 = 1+1 = 2') belonging to a different question. Correct answer to the question as stated is pi/2 (verified numerically and by the ellipse formula).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second line prints the integrand as x(x + x^3/2 + x^5/4 + ... + x^{2n+1}/2n), with a stray extra factor x; it should be x(1 + x^2/2 + x^4/4 + ... + x^{2n}/2n) = x + x^3/2 + ... . The following lines and the answer 30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second line writes the simplified bracket as (3n)!/((2n)!(n)!), and the third line's denominator has three extra n! blocks; the correct simplification is (3n)! n!/((2n)!)^2 = prod (3n-r)/(2n-r). From the product step onward, the PDF and the answer 43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prints the second integration with limits t=0 to t=1 and the step 'log(T-290)=(295/370)kt' (and 'log t = log16/k'); these are garbled. The correct step is ln(5/80) = -kt, i.e. ln16 = kt, and t = ln16/k = 40. The answer 40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working ends at (f^{-1})'(0)=1/20 and prints 'Ans 1/20', while the printed key is 20; the requested quantity 100(f^{-1})'(0) is 5. The key 20 corresponds to the variant f(x)=int_4^x sqrt(9+t^2)dt (then f'(4)=5, 100/5=20), not to the question as printed. Answer kept: 5 (as printed, branch x&gt;0).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solved only line AB (took $x_A=\frac{3t}{\int_0^{2t}(\frac{\sin x}{x}+1)dx}$, i.e. ignored the $2tx$ term of AC, as if AC were $y=0$), got $x_A=\frac{3}{4}$ and key 7. For the lines as printed, $y=-2tx$ must be substituted: the denominator becomes $\int_0^{2t}\frac{\sin x}{x}dx$ (the $2t$ cancels), so $x_A=\frac32$ and $p+q=5$. Numerically checked. If the intended AC were $y=0$ the key 7 would be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Minor slip in the PDF: its first line writes $I=\int\sin x\cos x\frac{1-\tan^2x}{1+\tan^2x}e^{\tan^2x}dx$ without the factor $4$ that $\sin4x=4\sin x\cos x\cos2x$ supplies, and then equates it to $4\int\cdots$. The factor 4 is restored in step 2; all later steps and the answer $A=2$ in the PDF are correct (verified by differentiation).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setup, antiderivative, intersection point and final equation $k^2-4k+2=0$ are correct, but its expansion line ($1=2k+1-1+\frac{k^2}{2}-k^2-\frac{k^2}{2}+2k-1=0$) has sign/term slips and does not follow from the line above it (and an image is missing). The expansion has been redone cleanly; the answer $2$ is unchanged and numerically verified (area above the curve $=1.0000$ for $k=2-\sqrt2$).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gets $2I=4$ correctly but then reports $I=4$; the correct value is $I=2$ (confirmed by numerical integration: $2.0000$). Answer key 4 is wrong; correct answer is 2.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Printed question has no consistent answer. The PDF's integrating factor $e^{e^{-x}}$ is wrong (correct: $e^{-e^{-x}}$) and the step $te^{e^{-x}}=x$ does not follow. Correct solution through $(0,-\pi/4)$ is $\cos y+\sin y=1-e^{e^{-x}-1}$, which never reaches $y=0$, so no point $(t,0)$ exists. Key 1 retained as the keyed answer; question likely misprinted.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Printed coefficient reads as $\sqrt{2/\pi}$; the PDF's working (and key) uses $\frac{\sqrt2}{\pi}$ ($\sqrt2$ under the radical only). With $\sqrt{2/\pi}$ the value $\frac{\sqrt\pi}{2}$ is irrational, so $p/q$ would not exist. Reconstructed as $\frac{\sqrt2}{\pi}$; working and answer 3 verified.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step 'dy/y = (2n/(x ln x) + 1/x) dx' is wrong: dividing xy ln x dx by x y ln x gives 1 dx, not dx/x. Correct integral is ln y = 2n ln|ln x| + x + c, so f(x) = e^x (ln x)^{2n} (PDF had x e^{e-1}(ln x)^{2n}). Final answer 0 is unchanged because only (ln x)^{2n} matters. The PDF's version would be right for (2ny + y ln x)dx - x ln x dy = 0. Also the printed 'log_e x dy = 0' is a garbled 'log_e x not equal to 0'.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line 'putting x=1, {f(1)}^n = n/(k(n+1)) = 0' is wrong: since f(1)=1 the value is 1, not 0 (this is what gives {f(x)}^n = x). PDF stops at {f(10)}^n = 10 and gives no key; k/4 = 5/2 added. The question re-uses the letter k (proportionality constant vs {f(10)}^n); the PDF working is read with the second meaning, and the constant is called lambda here.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key is (A) = (a)-p, (b)-q, (c)-r, (d)-s, but its own working gives (a) 1/2, (b) -1, (c) tan n = 1, (d) 1/2, so key (A) matches none of the four items. Correct values (a) 1/2 -&gt; (r), (b) -1 -&gt; (p), (c) 1 -&gt; (s), (d) 1/2 -&gt; (r): two items map to (r) and no option fits as printed. Option (C) agrees on (b),(c),(d) and would be right if (a) were 0; (a) is probably misprinted (denominator sin x gives 0; checked numerically). PDF slips: (b) 'I = 5 - ln 2' should be 5 - 6 ln 2; the (d) working repeats the (b) computation under label (D) and its Leibniz-rule step is invalid (it differentiates only the limits and its expression tends to 0, not 1/2). Replaced by a squeeze argument; true limit 1/2 verified numerically (0.503 at n=10^4).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key (C) is wrong: its working gives (b) 2 -&gt; p, (c) 4 -&gt; q, (d) 12 -&gt; r, and (a) (no working in PDF, computed here) is 1 -&gt; s, i.e. option (A); (C) disagrees on (a), (c), (d). The printed f(x) = x^5 + e^2 + e^(x^3) is inconsistent with the PDF working (f(0) = e^2 + 1, not 2, and f'(0) = 0); with it g'(2) = 0.0505, not an option. The working needs f(0) = 2 and f'(0) = 1/2 (true for e.g. x^5 + e^(x/2) + 1), so the function in (b) is misprinted; value taken as in the PDF. Part (a) working added (PDF had none). Stem line 'Column-I Column-II [I02/5/171.]' is a PDF artefact and dropped. Option (D) printed 'p - r; b - s...' read as 'a - r'.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Part (d): the printed exponent is nx (n a constant), but the PDF solves (-ln x)^(1/ln x) (the same item is printed with exponent 1/ln x in Q103). Both limits give ln L = 0 (checked numerically), so the answer (A) is unchanged; both versions are shown. Parts (a)-(c) and key (A) are correct. Option (A) uses 'pt' because 2 is also a natural number.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Q103 repeats Column-I of Q102 (with (d) printed as x -&gt; 0^- with exponent 1/ln x), but the PDF's key is B and its working begins with different integrals (the original Column-I and Column-II of this question appear to be lost; the second half repeats Q102's working). With the printed items the values are 2, 4, 2, 0 and no option (A)-(D) is correct. (B) is kept only because it is the PDF key and the closest option (matches (c)-p, (d)-r). x -&gt; 0^- is a misprint for 0^+.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5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8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0.xml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2.xml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3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4.xml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5.xml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6.xml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7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8.xml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9.xml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0.xml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1.xml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2.xml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3.xml"/></Relationships>
</file>

<file path=ppt/slides/_rels/slide2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4.xml"/></Relationships>
</file>

<file path=ppt/slides/_rels/slide2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5.xml"/></Relationships>
</file>

<file path=ppt/slides/_rels/slide2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6.xml"/></Relationships>
</file>

<file path=ppt/slides/_rels/slide3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7.xml"/></Relationships>
</file>

<file path=ppt/slides/_rels/slide3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8.xml"/></Relationships>
</file>

<file path=ppt/slides/_rels/slide3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9.xml"/></Relationships>
</file>

<file path=ppt/slides/_rels/slide3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0.xml"/></Relationships>
</file>

<file path=ppt/slides/_rels/slide3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1.xml"/></Relationships>
</file>

<file path=ppt/slides/_rels/slide3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2.xml"/></Relationships>
</file>

<file path=ppt/slides/_rels/slide3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3.xml"/></Relationships>
</file>

<file path=ppt/slides/_rels/slide3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4.xml"/></Relationships>
</file>

<file path=ppt/slides/_rels/slide3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5.xml"/></Relationships>
</file>

<file path=ppt/slides/_rels/slide3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6.xml"/></Relationships>
</file>

<file path=ppt/slides/_rels/slide3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7.xml"/></Relationships>
</file>

<file path=ppt/slides/_rels/slide3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8.xml"/></Relationships>
</file>

<file path=ppt/slides/_rels/slide3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9.xml"/></Relationships>
</file>

<file path=ppt/slides/_rels/slide3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0.xml"/></Relationships>
</file>

<file path=ppt/slides/_rels/slide3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1.xml"/></Relationships>
</file>

<file path=ppt/slides/_rels/slide4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2.xml"/></Relationships>
</file>

<file path=ppt/slides/_rels/slide4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3.xml"/></Relationships>
</file>

<file path=ppt/slides/_rels/slide4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4.xml"/></Relationships>
</file>

<file path=ppt/slides/_rels/slide4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5.xml"/></Relationships>
</file>

<file path=ppt/slides/_rels/slide4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6.xml"/></Relationships>
</file>

<file path=ppt/slides/_rels/slide4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7.xml"/></Relationships>
</file>

<file path=ppt/slides/_rels/slide4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8.xml"/></Relationships>
</file>

<file path=ppt/slides/_rels/slide4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9.xml"/></Relationships>
</file>

<file path=ppt/slides/_rels/slide4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0.xml"/></Relationships>
</file>

<file path=ppt/slides/_rels/slide4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1.xml"/></Relationships>
</file>

<file path=ppt/slides/_rels/slide4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2.xml"/></Relationships>
</file>

<file path=ppt/slides/_rels/slide4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3.xml"/></Relationships>
</file>

<file path=ppt/slides/_rels/slide4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4.xml"/></Relationships>
</file>

<file path=ppt/slides/_rels/slide4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5.xml"/></Relationships>
</file>

<file path=ppt/slides/_rels/slide4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6.xml"/></Relationships>
</file>

<file path=ppt/slides/_rels/slide4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7.xml"/></Relationships>
</file>

<file path=ppt/slides/_rels/slide5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8.xml"/></Relationships>
</file>

<file path=ppt/slides/_rels/slide5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9.xml"/></Relationships>
</file>

<file path=ppt/slides/_rels/slide5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0.xml"/></Relationships>
</file>

<file path=ppt/slides/_rels/slide5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1.xml"/></Relationships>
</file>

<file path=ppt/slides/_rels/slide5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2.xml"/></Relationships>
</file>

<file path=ppt/slides/_rels/slide5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3.xml"/></Relationships>
</file>

<file path=ppt/slides/_rels/slide5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4.xml"/></Relationships>
</file>

<file path=ppt/slides/_rels/slide5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5.xml"/></Relationships>
</file>

<file path=ppt/slides/_rels/slide5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6.xml"/></Relationships>
</file>

<file path=ppt/slides/_rels/slide5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7.xml"/></Relationships>
</file>

<file path=ppt/slides/_rels/slide5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8.xml"/></Relationships>
</file>

<file path=ppt/slides/_rels/slide5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9.xml"/></Relationships>
</file>

<file path=ppt/slides/_rels/slide5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0.xml"/></Relationships>
</file>

<file path=ppt/slides/_rels/slide5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1.xml"/></Relationships>
</file>

<file path=ppt/slides/_rels/slide5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2.xml"/></Relationships>
</file>

<file path=ppt/slides/_rels/slide5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3.xml"/></Relationships>
</file>

<file path=ppt/slides/_rels/slide5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4.xml"/></Relationships>
</file>

<file path=ppt/slides/_rels/slide6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5.xml"/></Relationships>
</file>

<file path=ppt/slides/_rels/slide6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6.xml"/></Relationships>
</file>

<file path=ppt/slides/_rels/slide6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7.xml"/></Relationships>
</file>

<file path=ppt/slides/_rels/slide6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8.xml"/></Relationships>
</file>

<file path=ppt/slides/_rels/slide6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9.xml"/></Relationships>
</file>

<file path=ppt/slides/_rels/slide6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0.xml"/></Relationships>
</file>

<file path=ppt/slides/_rels/slide6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1.xml"/></Relationships>
</file>

<file path=ppt/slides/_rels/slide6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2.xml"/></Relationships>
</file>

<file path=ppt/slides/_rels/slide6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3.xml"/></Relationships>
</file>

<file path=ppt/slides/_rels/slide6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chart" Target="../charts/chart1.xml"/></Relationships>
</file>

<file path=ppt/slides/_rels/slide7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/>
          <a:lstStyle>
            <a:lvl1pPr>
              <a:defRPr sz="4000">
                <a:solidFill>
                  <a:srgbClr val="FFFFFF"/>
                </a:solidFill>
              </a:defRPr>
            </a:lvl1pPr>
          </a:lstStyle>
          <a:p>
            <a:pPr algn="ctr">
              <a:defRPr sz="4000">
                <a:solidFill>
                  <a:srgbClr val="FFFFFF"/>
                </a:solidFill>
              </a:defRPr>
            </a:pPr>
            <a:r>
              <a:rPr sz="4000" b="1">
                <a:solidFill>
                  <a:srgbClr val="FFFFFF"/>
                </a:solidFill>
                <a:latin typeface="Arial"/>
              </a:rPr>
              <a:t>B1 Assignment Integral Calculus — Paper Analysis</a:t>
            </a:r>
            <a:endParaRPr sz="4000">
              <a:solidFill>
                <a:srgbClr val="FFFFFF"/>
              </a:solidFill>
            </a:endParaRPr>
          </a:p>
          <a:p>
            <a:pPr algn="ctr"/>
            <a:r>
              <a:rPr sz="2200">
                <a:solidFill>
                  <a:srgbClr val="FFFFFF"/>
                </a:solidFill>
                <a:latin typeface="Arial"/>
              </a:rPr>
              <a:t>Detailed solutions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Q01 – Q24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No marking scheme printed; JEE Advanced default of 4 marks assumed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884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area of triangle formed by tangent (with positive slope) and normal to a curve at any point in first quadrant with x-axis is cube of its ordinate, then differential equation of such family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884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area of triangle formed by tangent (with positive slope) and normal to a curve at any point in first quadrant with x-axis is cube of its ordinate, then differential equation of such family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$\left(\frac{dy}{dx}\right)^2=2y\frac{dy}{dx}$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$\left(\frac{dy}{dx}\right)^2-2y\frac{dy}{dx}+1=0$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$2y\left(\frac{dy}{dx}\right)^2+1=0$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$\left(\frac{dy}{dx}\right)^2+2y\frac{dy}{dx}+1=0$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Formation of differential equation from a geometric condition (tangent and normal)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Tangent and normal are perpendicular, so the triangle has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Tangent and normal are perpendicular, so the triangle has base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$ST+SN=\frac{y}{y'}+yy'$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height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of the curve in the first quadrant. The tangent meets the x-axis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normal meets it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ordinate,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of the curve in the first quadrant. The tangent meets the x-axis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normal meets it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ordinate,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tangent has slope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in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has slope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in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$TN=ST+SN$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$=\frac12(ST+SN)\times PS$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tangent has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in right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$ST=\frac{PS}{y'}=\frac{y}{y'}$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has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$-\frac1{y'}$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in right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$SN=PS\cdot y'=yy'$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$=y^3$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$y^3=\frac12\left(yy'+\frac{y}{y'}\right)\cdot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$2y=y'+\frac{1}{y'}$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$2yy'=(y')^2+1$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$\left(\frac{dy}{dx}\right)^2-2y\frac{dy}{dx}+1=0$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right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legs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right angle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legs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$PT=\frac{y}{\sin\theta}$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$PN=\frac{y}{\cos\theta}$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$\tan\theta=y'$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tangent make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x-axis,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normal is perpendicular to the tangent,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makes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vertical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in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tangent make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x-axis,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$\tan\theta=y'&gt;0$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normal is perpendicular to the tangent,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TPN=90^\circ$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right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$PT=\frac{y}{\sin\theta}$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makes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vertical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in right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$PN=\frac{y}{\cos\theta}$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right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$TPN=\frac12\cdot PT\cdot PN=\frac{y^2}{2\sin\theta\cos\theta}=\frac{y^2}{\sin2\theta}$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this equal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this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$\sin2\theta=\frac1y$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$\sin2\theta=\frac{2\tan\theta}{1+\tan^2\theta}=\frac{2y'}{1+y'^2}$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$\frac{2y'}{1+y'^2}=\frac1y$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$2yy'=1+(y')^2$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$(y')^2-2yy'+1=0$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curve with 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tangent meets the x-axis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(subtangent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normal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(subnormal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tangent length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</m:e>
                    </m: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normal length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triangle cut off by tangent, normal and x-axis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curve with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tangent meets the x-axis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$x-\frac{y}{m}$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(subtangent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$\left|\frac ym\right|$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normal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(subnormal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$|ym|$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tangent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$=\left|\frac ym\right|\sqrt{1+m^2}$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normal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$=|y|\sqrt{1+m^2}$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triangle cut off by tangent, normal and x-axis is right-angled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$\frac12y^2\left(m+\frac1m\right)$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$m=2+\sqrt3$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$8=y^3$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Forming a differential equation from a geometric condition: write every length or area in terms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simplify to a relation free of arbitrary constants.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both roots are positive, consistent with the positive-slope requirement.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Forming a differential equation from a geometric condition: write every length or area in terms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simplify to a relation free of arbitrary constants.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$(y')^2-2yy'+1=0$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$y'=y\pm\sqrt{y^2-1}$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both roots are positive, consistent with the positive-slope requirement.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satisfying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$f'(x)=\frac{x^3-f(x)}{x}$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$\int_1^2e^{x^2}\cdot 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$\frac{5e^2}{8}$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$\frac{e^2}{8}$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$\frac{3e^4}{8}$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$\frac58\,3e^4$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equation, Definite integration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integrates at once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$xf'+f=(xf)'$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integrates at once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$xf(x)=\frac{x^4}{4}+C$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linear form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integrating factor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$f'(x)=\frac{x^3-f(x)}{x}$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$xf'(x)+f(x)=x^3$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linear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$f'+\frac1xf=x^2$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$e^{\int\frac1xdx}=x$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$f(x)\cdot x=\int x^2\cdot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$xf(x)=\int x^3\,dx$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$xf(x)=\frac{x^4}{4}+C$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$4=4+C$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$f(x)=\frac{x^3}{4}$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$I=\int_1^2e^{x^2}f(x)\,dx=\int_1^2e^{x^2}\cdot\frac{x^2\cdot x}{4}\,dx$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$x^2=u$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$x\,dx=\frac{du}{2}$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$I=\frac18\int_1^4ue^u\,du$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ue^u\,du=e^u(u-1)$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$I=\frac18\left[e^u(u-1)\right]_1^4=\frac18\left(3e^4-0\right)=\frac{3e^4}{8}$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$\frac{3e^4}{8}$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Undetermined coefficients: guess a power solution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an antiderivative of the form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Undetermined coefficients: guess a power solution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an antiderivative of the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$e^{x^2}(ax^2+b)$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homogeneous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We need an antiderivative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$xf'+f=x^3$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$f=kx^3$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$3kx^3+kx^3=4kx^3=x^3$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$xf'+f=0$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 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$f=\frac{x^3}{4}+\frac 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$2=2+\frac C2$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$f=\frac{x^3}{4}$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We need an antiderivative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$\frac{x^3}{4}e^{x^2}$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$F=e^{x^2}(ax^2+b)$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$F'=e^{x^2}\left[2x(ax^2+b)+2ax\right]=e^{x^2}\left[2ax^3+(2a+2b)x\right]$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$\frac{x^3}{4}e^{x^2}$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$2a+2b=0$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$F=\frac{e^{x^2}(x^2-1)}{8}$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$I=F(2)-F(1)=\frac{3e^4}{8}-0=\frac{3e^4}{8}$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$\frac{3e^4}{8}$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More generally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particular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homogeneous solution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test an antiderivative of the form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differentiate and compare: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$xf'+f=(xf)'$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More 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$f'+\frac nxf=g$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$\left(x^nf\right)'=x^ng$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$xf'+f=x^m$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particular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$f=\frac{x^m}{m+1}$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$m\ne-1$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homogeneous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x^{2k+1}e^{x^2}dx=\frac12\int u^ke^u\,du$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u^ke^u\,du=e^u\sum_{j=0}^{k}(-1)^j\frac{k!}{(k-j)!}u^{k-j}$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$e^u(u-1)$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$e^u(u^3-3u^2+6u-6)$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test an antiderivative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$e^{g(x)}P(x)$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differentiate and compare: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$\left(e^gP\right)'=e^g(P'+g'P)$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 of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integral constant)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 of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$\frac{dy}{dx}=\frac{1}{xy\left(x^2\sin y^2+1\right)}$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integral constant)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$e^{y^2}\left(\frac1{x^2}-\frac{\cos y^2}{2}+\frac{\sin y^2}{2}\right)=C$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$e^{y^2}\left(\frac1{x^2}+\frac{\cos y^2}{2}-\frac{\sin y^2}{2}\right)=C$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$e^{y^2}\left(\frac1{x^2}-\frac{\cos y^2}{2}+\frac{\sin^2y}{2}\right)=C$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$e^{y^2}\left(\frac1{x^2}-\frac{\cos y}{2}+\frac{\sin y}{2}\right)=C$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Bernoulli-type differential equation (reduction to linear form)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view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unknown: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Bernoulli,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it linear.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$y^2=t$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view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unknown: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$\frac{dx}{dt}$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Bernoulli,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$x^{-2}=z$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it linear.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the equation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$y\frac{dy}{dx}=\frac12\frac{dt}{dx}$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the equation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$\frac12\frac{dt}{dx}=\frac{1}{x\left(x^2\sin t+1\right)}$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$\frac{dx}{dt}=\frac{x^3\sin t}{2}+\frac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$x^{-3}\frac{dx}{dt}=\frac{\sin t}{2}+\frac{x^{-2}}{2}$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$x^{-2}=z$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$x^{-3}\frac{dx}{dt}=-\frac12\frac{dz}{dt}$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$-\frac12\frac{dz}{dt}=\frac{\sin t}{2}+\frac z2$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$\frac{dz}{dt}+z=-\sin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$ze^t=-\int e^t\sin 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e^t\sin t\,dt=\frac{e^t(\sin t-\cos t)}{2}$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$ze^t=-\frac{-e^t\cos t+e^t\sin t}{2}+C$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$e^t\left(z+\frac{\sin t}{2}-\frac{\cos t}{2}\right)=C$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$z=x^{-2}$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$e^{y^2}\left(\frac1{x^2}-\frac{\cos y^2}{2}+\frac{\sin y^2}{2}\right)=C$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the integrating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make the equation exact, then find the potential function.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the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$\frac{e^{y^2}}{x^3}$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make the equation exact, then find the potential function.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equation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Exactness: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equal.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equation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$dx-\left(x^3y\sin y^2+xy\right)dy=0$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$\mu=\frac{e^{y^2}}{x^3}$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$M=\frac{e^{y^2}}{x^3}$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$N=-e^{y^2}\left(y\sin y^2+\frac{y}{x^2}\right)$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Exactness: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$M_y=\frac{2ye^{y^2}}{x^3}$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$N_x=\frac{2ye^{y^2}}{x^3}$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equal.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$\Phi=-\frac{e^{y^2}}{2x^2}+h(y)$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𝑐𝑜𝑛𝑠𝑡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$\Phi_y=-\frac{ye^{y^2}}{x^2}+h'(y)$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$h'(y)=-ye^{y^2}\sin 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$h=-\frac12\int e^u\sin u\,du=-\frac14e^u(\sin u-\cos 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$\Phi=-\frac{e^{y^2}}{2}\left[\frac1{x^2}+\frac{\sin y^2-\cos y^2}{2}\right]=\text{const}$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$e^{y^2}\left(\frac1{x^2}-\frac{\cos y^2}{2}+\frac{\sin y^2}{2}\right)=C$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awkward, try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Bernoulli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becomes linear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only through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 when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not, test integrating factors of the form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suggested by the terms.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awkward,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Bernoulli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$\frac{dx}{dy}=A(y)x+B(y)x^n$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$n\ne0,1$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becomes linear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$z=x^{1-n}$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$\frac{dz}{dy}=(1-n)\left[A z+B\right]$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only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$y\,dy=\frac{dt}{2}$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e^{at}\sin bt\,dt=\frac{e^{at}(a\sin bt-b\cos bt)}{a^2+b^2}+C$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e^{at}\cos bt\,dt=\frac{e^{at}(a\cos bt+b\sin bt)}{a^2+b^2}+C$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$M_y=N_x$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not, test integrating factors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$x^p e^{g(y)}$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suggested by the terms.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35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solution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35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$2x^2y\frac{dy}{dx}=\tan\left(x^2y^2\right)-2xy^2$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$y(1)=\sqrt{\frac\pi2}$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$\sin\left(x^2y^2\right)-1=0$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$\cos\left(\frac\pi2+x^2y^2\right)+x=0$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$\sin\left(x^2y^2\right)=e^{x-1}$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$\sin\left(x^2y^2\right)=e^{2(x-1)}$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 solved by substitution (variable separable form)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the left side,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$\frac{d}{dx}\left(x^2y^2\right)=2xy^2+2x^2y\,y'$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the left side,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$t=x^2y^2$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$t'=\tan 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$x^2y^2=t$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$y=\sqrt{\frac\pi2}$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$2xy^2+2x^2y\frac{dy}{dx}=\frac{dt}{dx}$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equation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variables: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equation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$2x^2y\frac{dy}{dx}+2xy^2=\tan\left(x^2y^2\right)$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$\frac{dt}{dx}=\tan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variables: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$\int\cot t\,dt=\int 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$\ln|\sin t|=x+\ln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t=ce^x$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$1=ce$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$c=e^{-1}$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$\sin\left(x^2y^2\right)=e^{x-1}$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options: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equation says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differentiate each option implicitly.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options: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$t=x^2y^2$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equation says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$t'=\tan 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differentiate each option implicitly.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equation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(B)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All pass the initial condition, so the ODE must decide.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be constant,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even defined, so (A) is not a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$t=x^2y^2$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$\frac{dt}{dx}=\tan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$t'=2xy^2+2x^2yy'$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(B)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$\cos\pi+1=0$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$1=e^0$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$1=e^0$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All pass the initial condition, so the ODE must decide.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be constant,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even defined, so (A) is not a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option reads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required.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option (C) satisfies the differential equation: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$\cos\left(\frac\pi2+t\right)=-\sin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option reads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t=x$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$t'\cos 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$t'=\sec t\ne\tan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t=e^{2(x-1)}$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$t'\cos t=2\sin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$t'=2\tan t\ne\tan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t=e^{x-1}$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$t'\cos t=\sin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$t'=\tan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required.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option (C) satisfies the differential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$\sin\left(x^2y^2\right)=e^{x-1}$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If, after a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 is separable: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left side: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 differentials worth recognising: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this problem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domain restriction visible only after solving.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If, after a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$t=t(x,y)$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$\frac{dt}{dx}=F(t)$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 is separable: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$\int\frac{dt}{F(t)}=x+c$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left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d{dx}\left(x^2y^2\right)=2xy\left(y+xy'\right)$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$\int\cot t\,dt=\ln|\sin 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$\int\tan t\,dt=-\ln|\cos 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 differentials worth recognising: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$x\,dy+y\,dx=d(xy)$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$\frac{x\,dy-y\,dx}{x^2}=d\left(\frac yx\right)$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$x\,dx+y\,dy=d\left(\frac{x^2+y^2}{2}\right)$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$\frac{x\,dy-y\,dx}{x^2+y^2}=d\tan^{-1}\frac yx$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this problem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t=e^{x-1}\le1$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domain restriction visible only after solving.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of differential equation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(c being arbitrary constant)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of differential equation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$f(x)\frac{dy}{dx}=f^2(x)+f(x)y+f'(x)y$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(c being arbitrary constant)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$y=f(x)+ce^x$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$y=-f(x)+ce^x$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$y=-f(x)+ce^xf(x)$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$y=cf(x)+e^x$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 (integrating factor)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a linear equation whose integrating factor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′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den>
                            </m:f>
                          </m:e>
                        </m:d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a linear equation whose integrating factor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$e^{-\int\left(1+\frac{f'}{f}\right)dx}=\frac{e^{-x}}{f(x)}$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the equation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′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den>
                            </m:f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the equation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$\frac{dy}{dx}-\left(1+\frac{f'(x)}{f(x)}\right)y=f(x)$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$=e^{\int-\left(1+\frac{f'(x)}{f(x)}\right)dx}$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$=e^{-x-\ln f(x)}$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$=\frac{e^{-x}}{f(x)}$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$y\cdot\frac{e^{-x}}{f(x)}=\int\frac{e^{-x}}{f(x)}\cdot f(x)\,dx+C=\int e^{-x}dx+C$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$\frac{ye^{-x}}{f(x)}=-e^{-x}+C$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$y=-f(x)+Ce^xf(x)$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(variation of constants);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$y=f(x)\,u(x)$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(variation of constants);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$u'=1+u$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$y'=f'u+fu'$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$fy'=f^2+fy+f'y$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$ff'u+f^2u'=f^2+f^2u+ff'u$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$ff'u$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$f^2u'=f^2(1+u)$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$u'=1+u$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$\frac{du}{1+u}=dx$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$\ln|1+u|=x+\ln|c|$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$1+u=ce^x$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$u=ce^x-1$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$y=fu=-f(x)+ce^xf(x)$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∫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= particular solution + homogeneous solution.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right side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the homogeneous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Variation of constants: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solves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Abstract-function equations: look for a particular solution proportional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for combinations such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P\,dx}$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$\left(ye^{\int P}\right)'=Qe^{\int 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$\int\frac{f'}{f}dx=\ln|f|$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= particular solution + homogeneous solution.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$fy'=-ff'$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$f^2-f^2-ff'$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the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$y'=\left(1+\frac{f'}{f}\right)y$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$y=cfe^x$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Variation of constants: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$y_h\ne0$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solves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$y=y_hu$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$y_hu'=Q$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Abstract-function equations: look for a particular solution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for combinations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$(fy)'=fy'+f'y$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0360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differentiable function on the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0360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differentiable function on 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$\lim_{t\to x}\left(\frac{t^3f(x)-x^3f(t)}{t^2-x^2}\right)=\frac12$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$\frac1{4x}+\frac{3x^2}{4}$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$\frac3{4x}+\frac{x^3}{4}$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$\frac1{4x}+\frac{3x^3}{4}$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$\frac1{4x^3}+\frac{3x}{4}$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difference quotient (L'Hopital) leading to a linear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fixed and differentiate numerator and denominator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(L'Hopital); the limit becomes a linear ODE.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fixed and differentiate numerator and denominator with respect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(L'Hopital); the limit becomes a linear ODE.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expression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differentiable, so apply L'Hopital's rule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fixed): numerator derivative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denominator derivative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expression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differentiable, so apply L'Hopital's rule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fixed): numerator 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$3t^2f(x)-x^3f'(t)$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denominator 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$\frac{3x^2f(x)-x^3f'(x)}{2x}=\frac12$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$3xf(x)-x^2f'(x)=1$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$\frac{dy}{dx}-\frac3xy=-\frac1{x^2}$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$e^{-3\int\frac{dx}{x}}=x^{-3}$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$\frac{d}{dx}\left(yx^{-3}\right)=-x^{-5}$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$yx^{-3}=\frac{x^{-4}}{4}+C$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$y=\frac{1}{4x}+Cx^3$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$1=\frac14+C$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$f(x)=\frac1{4x}+\frac{3x^3}{4}$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$\frac1{4x}+\frac{3x^3}{4}$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out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expose the difference quotient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avoiding L'Hopital.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$t^3x^3$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expose the difference quotient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$g=\frac f{x^3}$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avoiding L'Hopital.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limit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$g(x)=\frac{f(x)}{x^3}$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$t^3f(x)-x^3f(t)=t^3x^3\left[g(x)-g(t)\right]$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$-\frac{t^3x^3}{t+x}\cdot\frac{g(t)-g(x)}{t-x}$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$t^2-x^2=(t-x)(t+x)$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$-\frac{x^6}{2x}g'(x)=-\frac{x^5}{2}g'(x)$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it equal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it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$g'(x)=-x^{-5}$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$g(x)=\frac{1}{4x^4}+C$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$f(x)=x^3g(x)=\frac{1}{4x}+Cx^3$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$f(x)=\frac1{4x}+\frac{3x^3}{4}$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$\frac1{4x}+\frac{3x^3}{4}$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differentiable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limit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which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separated is a derivative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fixed: use L'Hopital or the definition of derivative to turn it into a differential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verify against the initial condition: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differentiable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$\lim_{t\to x}\frac{t^nf(x)-x^nf(t)}{t^m-x^m}=\frac{x^{n-m}}{m}\left(nf(x)-xf'(x)\right)$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$\frac{3xf-x^2f'}{2}$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$\frac{d}{dx}\left(\frac{f}{x^n}\right)=\frac{xf'-nf}{x^{n+1}}$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$xf'-nf=g$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$x^{-n}$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$f=x^n\left(C+\int gx^{-n-1}dx\right)$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limit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which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separated is a derivative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fixed: use L'Hopital or the definition of derivative to turn it into a differential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verify against the initial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$f=\frac1{4x}+\frac{3x^3}{4}$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$3xf-x^2f'=1$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$\frac{dy}{dx}=\frac{5x^3-xy^2-2x}{3x^2y-y^3}$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$\ln\left|y^4-4x^2y^2+5x^4+2x^2-2y^2+2\right|-\tan^{-1}\left(\frac{y^2-2x^2-1}{x^2-1}\right)=c$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$\ln\left|y^4-4x^2y^2+5x^4+2x^2-2y^2+2\right|+\tan^{-1}\left(\frac{y^2-2x^2-1}{x^2-1}\right)=c$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$\ln\left|y^4-4x^2y^2+5x^4+2x^2-2y^2+2\right|+2\tan^{-1}\left(\frac{y^2-2x^2-1}{x^2-1}\right)=c$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$\ln\left|y^4-4x^2y^2+5x^4+2x^2-2y^2+2\right|-2\tan^{-1}\left(\frac{y^2-2x^2-1}{x^2-1}\right)=c$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 reducible to homogeneous form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numerator and denominator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separates the variables.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numerator and denominator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$y^2-3$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$v=\frac{y^2-3}{x^2-1}$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separates the variables.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 xy\cdot\frac{5(x^2-1)-(y^2-3)}{3(x^2-1)-(y^2-3)}$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$y^2-3=v\left(x^2-1\right)$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2: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$2xv+(x^2-1)\frac{dv}{dx}=2y\frac{dy}{dx}=2x\left(\frac{5-v}{3-v}\right)$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$\frac{x^2-1}{2x}\frac{dv}{dx}=\frac{5-v}{3-v}-v=\frac{v^2-4v+5}{3-v}$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$\int\frac{v-3}{v^2-4v+5}dv+\int\frac{2x}{x^2-1}dx=0$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$\frac{v-3}{v^2-4v+5}=\frac12\cdot\frac{2v-4}{v^2-4v+5}-\frac{1}{(v-2)^2+1}$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$\frac12\ln\left|v^2-4v+5\right|-\tan^{-1}(v-2)+\ln\left|x^2-1\right|=c$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$\ln\left|(v^2-4v+5)(x^2-1)^2\right|-2\tan^{-1}(v-2)=2c$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$v=\frac{y^2-3}{x^2-1}$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$(v^2-4v+5)(x^2-1)^2=y^4-4x^2y^2+5x^4+2x^2-2y^2+2$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$v-2=\frac{y^2-2x^2-1}{x^2-1}$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$\ln\left|y^4-4x^2y^2+5x^4+2x^2-2y^2+2\right|-2\tan^{-1}\left(\frac{y^2-2x^2-1}{x^2-1}\right)=c$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shift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 logarithmic spiral).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shift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$w=q-2p$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$d\ln r=d\theta$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 logarithmic spiral).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$\frac{dY}{dX}=\frac{y\,y'}{x}=\frac{5X-Y-2}{3X-Y}$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$5X-Y-2=0$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$p=x^2-1$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$q=y^2-3$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$(3p-q)\,dq=(5p-q)\,dp$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$w=q-2p$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$dq=dw+2dp$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$3p-q=p-w$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$5p-q=3p-w$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$(p-w)(dw+2dp)=(3p-w)dp$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$(p-w)\,dw=(p+w)\,dp$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$p\,dp+w\,dw=p\,dw-w\,dp$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$p^2+w^2$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$\frac12d\ln\left(p^2+w^2\right)=\frac{p\,dw-w\,dp}{p^2+w^2}=d\tan^{-1}\frac wp$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$\ln\left(p^2+w^2\right)-2\tan^{-1}\frac wp=c$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$p=x^2-1$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$w=y^2-3-2(x^2-1)=y^2-2x^2-1$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$p^2+w^2=y^4-4x^2y^2+5x^4+2x^2-2y^2+2$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$\ln\left|y^4-4x^2y^2+5x^4+2x^2-2y^2+2\right|-2\tan^{-1}\left(\frac{y^2-2x^2-1}{x^2-1}\right)=c$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pattern),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shift the origin to the intersection point of the two lines to get a homogeneous equation;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$\frac{dy}{dx}=\frac{x\,P(x^2,y^2)}{y\,Q(x^2,y^2)}$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pattern),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$\frac{dy}{dx}=\frac{a_1x+b_1y+c_1}{a_2x+b_2y+c_2}$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$a_1b_2\ne a_2b_1$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shift the origin to the intersection point of the two lines to get a homogeneous equation;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$a_1b_2=a_2b_1$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$u=a_1x+b_1y$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homogeneous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exact on multiplying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(when nonzero). Useful differentials: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negative discriminant splits into 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(numerator = multiple of the derivative of the denominator) and a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$M\,dp+N\,dq=0$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exact on 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$\frac{1}{pM+qN}$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(when nonzero). Useful differentials: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$\frac{p\,dq-q\,dp}{p^2+q^2}=d\tan^{-1}\frac qp$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$\frac{p\,dp+q\,dq}{p^2+q^2}=d\ln\sqrt{p^2+q^2}$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$\int\frac{\alpha v+\beta}{v^2+bv+c}dv$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negative discriminant splits into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(numerator = multiple of the derivative of the denominator) and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$\int\frac{v-3}{v^2-4v+5}dv=\frac12\ln(v^2-4v+5)-\tan^{-1}(v-2)$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normal to the curve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slope of the tangent at any point on the curve is proportional to the ordinate of the point, then the equation of tangent to the curve at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normal to the curve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$a(y-1)+(x-1)=0$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slope of the tangent at any point on the curve is proportional to the ordinate of the point, then the equation of tangent to the curve at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$Q\left(0,e^{-a}\right)$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$y=\pm e^{-a}(ax+1)$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$y=-e^{-a}(ax+1)$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$y=e^{-a}(ax+1)$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$y=e^{-a}(x+a)$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Formation and solution of a differential equation from a geometric condition (tangent, normal)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normal's slope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the tangent slope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the constant of proportionality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normal's slope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$-\frac1a$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the tangent slope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the constant of proportionality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$y'=ky$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$a(y-1)+(x-1)=0$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Slope proportional to the ordinate: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curve.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Slope of 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Slope proportional to the ordinate: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$\frac{dy}{dx}=ky$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$a=k\cdot1$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$\frac{dy}{y}=a\,dx$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y=ax+C$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$y=e^{a(x-1)}$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$y=e^{-a}$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$Q\left(0,e^{-a}\right)$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curve.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Slope of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$\left(\frac{dy}{dx}\right)_Q=ay=ae^{-a}$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$y-e^{-a}=ae^{-a}(x-0)$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$y=e^{-a}(ax+1)$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subtangent is the constant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$y'=ky$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subtangent is the constant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tangent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$\left(-\frac1a,0\right)$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tangent slope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reciprocal of the normal's slope magnitude: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tangent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x-axis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b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subtangent is constant,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tangent therefore passes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$y'=ky$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tangent slope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reciprocal of the normal's slope magnitude: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$-\frac1{-1/a}=a$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$y'=ky$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x-axis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$x_0-\frac{y_0}{y'_0}=x_0-\frac1k$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subtangent is constant,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tangent therefore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$\left(-\frac1a,0\right)$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curve,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 unit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$Q\left(0,e^{-a}\right)$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curve,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 unit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$\left(-\frac1a,0\right)$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$\left(0,e^{-a}\right)$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$\frac{x}{-1/a}+\frac{y}{e^{-a}}=1$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$y=e^{-a}(1+ax)$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normal slope is the negative reciprocal of the tangent slope.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Slope proportional to the ordinate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subtangent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Other proportionality laws: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parabola;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$a(y-y_0)+b(x-x_0)=0$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 ba$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normal slope is the negative reciprocal of the tangent slope.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Slope proportional to the ordinate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$y'=ky$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$y=y_0e^{k(x-x_0)}$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subtangent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$\frac{y}{y'}=\frac1k$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$y=Ae^{kx}$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$y=y_0\left[1+k(x-x_0)\right]$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$y_0=Ae^{kx_0}$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Other proportionality laws: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$y'=k\frac yx$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$y=Cx^k$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parabola;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$y'=ky^2$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$y=-\frac{1}{kx+C}$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of integration)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e^x\left(\frac1{\ln x}-\frac{1}{(\ln x)(\ln x^x)}\right)dx$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of integration)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$\frac{e^x}{\ln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$2e^x\cdot\log_ex+C$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$\frac{e^x}{(\ln x)^2}+C$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019295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integration of the form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019295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integration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e^x\left(f(x)+f'(x)\right)dx$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integrand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integral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 x^x=x\ln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integrand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$e^x(g+g')$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$g=\frac1{\ln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integral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$e^xg$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the first part by parts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$\ln\left(x^x\right)=x\ln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$e^x\left(\frac1{\ln x}-\frac{1}{x(\ln x)^2}\right)$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$I=\int\frac{e^x}{\ln x}dx-\int\frac{e^x}{x(\ln x)^2}dx$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the first part by parts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$u=\frac1{\ln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$dv=e^xdx$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$\frac{d}{dx}\frac1{\ln x}=\frac{-1}{x(\ln x)^2}$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integrals cancel,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$\int\frac{e^x}{\ln x}dx=\frac1{\ln x}e^x-\int\frac{-1}{(\ln x)^2x}e^x\,dx$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$I=\frac{e^x}{\ln x}+\int\frac{e^x}{x(\ln x)^2}dx-\int\frac{e^x}{x(\ln x)^2}dx+C$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integrals cancel,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$I=\frac{e^x}{\ln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$\frac{e^x}{\ln x}+C$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standard pattern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standard pattern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e^x\left[g(x)+g'(x)\right]dx=e^xg(x)+C$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$g=\frac1{\ln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integrand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$g(x)=\frac1{\ln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$g'(x)=-\frac{1}{x(\ln x)^2}$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x^x=x\ln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$e^x\left(\frac1{\ln x}-\frac1{x(\ln x)^2}\right)=e^x\left(g+g'\right)$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product rule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the derivative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product rule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$\frac{d}{dx}\left(e^xg\right)=e^xg+e^xg'=e^x(g+g')$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the 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$I=\frac{e^x}{\ln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$\frac{e^x}{\ln x}+C$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Examples: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that the second part is exactly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includes the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why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written.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family: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misreading it is the usual trap.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e^x\left[g(x)+g'(x)\right]dx=e^xg(x)+C$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e^{kx}\left[kg(x)+g'(x)\right]dx=e^{kx}g(x)+C$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Examples: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e^x\left(\frac1x-\frac1{x^2}\right)dx=\frac{e^x}{x}$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e^x(\sin x+\cos x)dx=e^x\sin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that the second part is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$\frac{d}{dx}\frac1{\ln x}=-\frac1{x(\ln x)^2}$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includes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why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written.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family: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$\int\left[g(x)+xg'(x)\right]dx=xg(x)+C$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$\int\frac{u'v-uv'}{v^2}dx=\frac uv+C$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$\ln\left(x^x\right)=x\ln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$(\ln x)^2$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misreading it is the usual trap.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f(\ln x)\,dx=xe^x+c$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$\int\frac{f(x)\cdot e^x}{\left(1+e^x\right)}dx$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$e^{e^x}+c$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x\cdot e^x+c$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$e^x\cdot e^x+c$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$xe^x+c$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the given identity yields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cancels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target.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the given identity yields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$f(\ln 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$f(x)=(1+e^x)e^{e^x}$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cancels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$1+e^x$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target.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both sides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both sides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f(\ln x)dx=xe^x+c$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$f(\ln x)=e^x+xe^x$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$f(t)=e^{e^t}+e^te^{e^t}=\left(1+e^t\right)e^{e^t}$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$f(x)=\left(1+e^x\right)e^{e^x}$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$\frac{f(x)e^x}{1+e^x}=e^x\cdot e^{e^x}$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$\int\frac{f(x)e^x}{1+e^x}dx=\int e^{e^x}\cdot e^x\,dx$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e^t\,dt=e^t+c=e^{e^x}+c$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$e^{e^x}+c$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target so that it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the given identity already supplies.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$e^x=u$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target so that it contains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$f(\ln u)$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the given identity already supplies.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the given identity: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required integral 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Insert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integrand becomes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(A), without ever finding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the given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$f(\ln u)=(1+u)e^u$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required integral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$e^x=u$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$dx=\frac{du}{u}$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$x=\ln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$\int\frac{f(x)e^x}{1+e^x}dx=\int\frac{f(\ln u)\cdot u}{1+u}\cdot\frac{du}{u}=\int\frac{f(\ln u)}{1+u}du$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Insert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$f(\ln u)=(1+u)e^u$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integrand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e^u\,du=e^u+c=e^{e^x}+c$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(A), without ever finding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$e^{e^x}+c$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given identity).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converts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back.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f(\ln x)\,dx=F(x)+c$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$f(\ln x)=F'(x)$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$f(t)=F'(e^t)$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f(t)e^t\,dt=F(e^t)+c$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given identity).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$f(t)=\left(1+e^t\right)e^{e^t}$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f(t)e^t\,dt=e^te^{e^t}+c$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$\frac{d}{dt}\left(e^te^{e^t}\right)=e^te^{e^t}\left(1+e^t\right)$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e^{g(x)}g'(x)\,dx=e^{g(x)}+C$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e^{e^x}e^x\,dx=e^{e^x}+C$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converts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f(\ln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f(t)e^t\,dt$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back.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xe^{\tan x}\left(2+x\sec^2x\right)dx$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$2e^{\tan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$x^2e^{\tan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x+xe^{\tan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$x^2+xe^{\tan x}+C$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of exact (product-rule) derivatives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is the derivative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$f+xf'$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$f=xe^{\tan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is the derivative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Split the integrand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product rule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 xe^{\tan x}(2+x\sec^2x)\,dx$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Split the integrand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$xe^{\tan x}+xe^{\tan x}(1+x\sec^2x)$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$f(x)=xe^{\tan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$f'(x)=e^{\tan x}+x\sec^2x\,e^{\tan x}=e^{\tan x}(1+x\sec^2x)$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$xe^{\tan x}=f(x)$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$xe^{\tan x}(1+x\sec^2x)=xf'(x)$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$f(x)+xf'(x)$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product rule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$\frac{d}{dx}\big(xf(x)\big)=f(x)+xf'(x)$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$I=\int\big(f(x)+xf'(x)\big)dx=xf(x)+C$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$I=x\cdot xe^{\tan x}+C=x^2e^{\tan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$\frac{d}{dx}\big(x^2e^{\tan x}\big)=2xe^{\tan x}+x^2\sec^2x\,e^{\tan x}=xe^{\tan x}(2+x\sec^2x)$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$x^2e^{\tan x}+C$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by parts; the leftover integral cancels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$x^2\sec^2x\,e^{\tan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by parts; the leftover integral cancels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$2xe^{\tan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second integral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integrals cancel,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$I=\int2xe^{\tan x}dx+\int x^2e^{\tan x}\sec^2x\,dx$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second integral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$dv=e^{\tan x}\sec^2x\,dx$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$v=e^{\tan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$d(e^{\tan x})=e^{\tan x}\sec^2x\,dx$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x^2e^{\tan x}\sec^2x\,dx=x^2e^{\tan x}-\int2xe^{\tan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$I=\int2xe^{\tan x}dx+x^2e^{\tan x}-\int2xe^{\tan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integrals cancel,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$I=x^2e^{\tan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$x^2e^{\tan x}+C$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Product-rule pattern: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the integrand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More generally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special case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MCQ with an integrand that looks like a product-rule expansion, differentiate the options: only the correct one reproduces the integrand.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a factor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next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signals this pattern.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Product-rule pattern: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$\int\big(g'(x)h(x)+g(x)h'(x)\big)dx=g(x)h(x)+C$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$e^{\tan x}\big(x^2\sec^2x+2x\big)=(e^{\tan x})'x^2+e^{\tan x}(x^2)'$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More 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e^{g(x)}\big(g'(x)h(x)+h'(x)\big)dx=h(x)e^{g(x)}+C$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special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e^{x}\big(f(x)+f'(x)\big)dx=e^xf(x)+C$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e^x(x+1)dx=xe^x+C$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MCQ with an integrand that looks like a product-rule expansion, differentiate the options: only the correct one reproduces the integrand.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$\frac{d}{dx}e^{\tan x}=e^{\tan x}\sec^2x$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a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next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$e^{\tan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signals this pattern.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$\int\frac{dx}{\sqrt{1-\tan^2x}}=\frac{1}{\lambda}\sin^{-1}(\lambda\sin 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279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substitution (trigonometric and inverse-trigonometric forms)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$\cos^2x-\sin^2x=1-2\sin^2x$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x=s$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$I=\int\frac{dx}{\sqrt{1-\tan^2x}}$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$\sqrt{1-\tan^2x}=\frac{\sqrt{\cos^2x-\sin^2x}}{\cos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$I=\int\frac{\cos x\,dx}{\sqrt{\cos^2x-\sin^2x}}$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$\cos^2x-\sin^2x=1-2\sin^2x$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$I=\int\frac{\cos x\,dx}{\sqrt{1-2\sin^2x}}$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$ds=\cos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$I=\int\frac{ds}{\sqrt{1-2s^2}}$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$u=\sqrt2\,s$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$ds=\frac{du}{\sqrt2}$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$I=\frac{1}{\sqrt2}\int\frac{du}{\sqrt{1-u^2}}=\frac{1}{\sqrt2}\sin^{-1}u+C$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$I=\frac{1}{\sqrt2}\sin^{-1}(\sqrt2\sin 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$\frac1\lambda\sin^{-1}(\lambda\sin 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Match Maclaurin series of the two sides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coefficient fixes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Match Maclaurin series of the two sides near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coefficient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antiderivative vanishing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small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the right,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antiderivative vanishing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$\int_0^x\frac{dt}{\sqrt{1-\tan^2t}}$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small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t\approx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$\frac{1}{\sqrt{1-\tan^2t}}\approx1+\frac{t^2}{2}$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$x+\frac{x^3}{6}+\dots$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the right,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x=x-\frac{x^3}{6}+\dots$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$\sin^{-1}y=y+\frac{y^3}{6}+\dots$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$y=\lambda\sin x=\lambda x-\frac{\lambda x^3}{6}+\dots$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option).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$\frac1\lambda\sin^{-1}y=\frac1\lambda\Big(\lambda x-\frac{\lambda x^3}{6}+\frac{\lambda^3x^3}{6}\Big)+\dots=x+\frac{(\lambda^2-1)x^3}{6}+\dots$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$\frac{\lambda^2-1}{6}=\frac16$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option).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interval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integrands in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 to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the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both inside and as the outside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an assumed antiderivative form by differentiating it: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den>
                        </m:f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$\int\frac{\cos x\,dx}{\sqrt{1-k^2\sin^2x}}=\frac1k\sin^{-1}(k\sin 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interval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$|k\sin 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$\frac{1}{\sqrt{1-\tan^2x}}=\frac{\cos x}{\sqrt{\cos2x}}$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$\cos2x=1-2\sin^2x=2\cos^2x-1$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integrands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$\sqrt{\cos2x}$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$\sqrt{1-2s^2}$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$\int\frac{du}{\sqrt{1-k^2u^2}}=\frac1k\sin^{-1}(ku)+C$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both inside and as the outside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an assumed antiderivative form by differentiating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$\frac{d}{dx}\Big[\frac1\lambda\sin^{-1}(\lambda\sin x)\Big]=\frac{\cos x}{\sqrt{1-\lambda^2\sin^2x}}$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252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an arbitrary constant)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2012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252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$\int\frac{(2012)^x}{\sqrt{1-(2012)^{2x}}}\,(2012)^{\sin^{-1}(2012)^x}dx=$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an arbitrary constant)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$(\log_{2012}e)\,(2012)^{\sin^{-1}(2012)^x}+C$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$(\log_{2012}e)^2\,(2012)^{x+\sin^{-1}(2012)^x}+C$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$(\log_{2012}e)^2\,(2012)^{\sin^{-1}(2012)^x}+C$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$\frac{(2012)^{\sin^{-1}(2012)^x}}{(\log_{2012}e)^2}+C$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substitution (exponential and inverse-trigonometric forms)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already sitting in the integrand.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$d\big(\sin^{-1}a^x\big)=\frac{a^x\ln a}{\sqrt{1-a^{2x}}}dx$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already sitting in the integrand.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$I=\int\frac{a^x}{\sqrt{1-a^{2x}}}\,a^{\sin^{-1}(a^x)}dx$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$t=\sin^{-1}(a^x)$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$dt=\frac{a^x\ln a}{\sqrt{1-a^{2x}}}\,dx$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sup>
                        </m:sSup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$\frac{a^x}{\sqrt{1-a^{2x}}}\,dx=\frac{dt}{\ln 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$I=\frac{1}{\ln a}\int a^t\,dt$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a^t\,dt=\frac{a^t}{\ln 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$I=\frac{a^t}{(\ln a)^2}+C$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$t=\sin^{-1}(a^x)$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$I=\frac{(2012)^{\sin^{-1}(2012)^x}}{\ln^2(2012)}+C$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$\frac1{\ln2012}=\log_{2012}e$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$I=(\log_{2012}e)^2\,(2012)^{\sin^{-1}(2012)^x}+C$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2012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$(\log_{2012}e)^2\,(2012)^{\sin^{-1}(2012)^x}+C$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Two plain substitutions: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turns the integral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Two plain substitutions: first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$u=a^x$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$u=\sin\theta$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turns the integral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a^\theta d\theta$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$u=a^x$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$du=u\ln a\,dx$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$dx=\frac{du}{u\ln 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$I=\int\frac{u}{\sqrt{1-u^2}}\,a^{\sin^{-1}u}\,\frac{du}{u\ln a}=\frac1{\ln a}\int\frac{a^{\sin^{-1}u}}{\sqrt{1-u^2}}\,du$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$\theta\in\left(-\frac\pi2,\frac\pi2\right)$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$du=\cos\theta\,d\theta$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$\sqrt{1-u^2}=\cos\theta$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$I=\frac1{\ln a}\int a^\theta\,d\theta=\frac{a^\theta}{(\ln a)^2}+C$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$\theta=\sin^{-1}(a^x)$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$\frac1{\ln a}=\log_ae$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$I=(\log_{2012}e)^2\,(2012)^{\sin^{-1}(2012)^x}+C$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2012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$(\log_{2012}e)^2\,(2012)^{\sin^{-1}(2012)^x}+C$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every derivative of an inverse trigonometric function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carries a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one factor of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was divided out; here two divisions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Counting powers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one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eliminates options with a single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denominator without computing.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$\frac{d}{dx}\sin^{-1}(a^x)=\frac{a^x\ln a}{\sqrt{1-a^{2x}}}$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every derivative of an inverse trigonometric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carries a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$\int\frac{a^{\sin^{-1}x}}{\sqrt{1-x^2}}dx=\frac{a^{\sin^{-1}x}}{\ln 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a^t\,dt=\frac{a^t}{\ln 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$\frac1{\ln a}=\log_ae$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one factor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$\log_ae$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was divided out; here two divisions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$(\log_{2012}e)^2$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Counting powers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one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a^t 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eliminates options with a single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$\log_ae$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$(\ln 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denominator without computing.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35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implicit differentiable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35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implicit differentiable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$y(x+y)^2=x$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$\int\frac{dx}{x+3y}=$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$\ln\big((x+y)^2+1\big)+c$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$\frac12\ln\big((x-y)^2+1\big)+c$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$\ln\big((x-y)^2+1\big)+c$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$\frac12\ln\big((x+y)^2+1\big)+c$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Implicit differentiation, Integration by substitution and exact differentials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$y(x+y)^2=x$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$\frac{dx}{x+3y}$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$\frac{(x+y)\,d(x+y)}{(x+y)^2+1}$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$y(x+y)^2=x$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$y'(x+y)^2+2y(x+y)(1+y')=1$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$y'(x+y)\big[(x+y)+2y\big]=1-2y(x+y)$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$\frac{dy}{dx}=\frac{1-2y(x+y)}{(x+y)(x+3y)}$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$1+\frac{dy}{dx}=\frac{(x+y)(x+3y)+1-2y(x+y)}{(x+y)(x+3y)}$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$(x+y)(x+3y-2y)+1=(x+y)^2+1$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$1+\frac{dy}{dx}=\frac{(x+y)^2+1}{(x+y)(x+3y)}$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reads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$1+\frac{dy}{dx}=\frac{dx+dy}{dx}$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reads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$\frac{(x+y)(dx+dy)}{(x+y)^2+1}=\frac{dx}{x+3y}$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$\int\frac{dx}{x+3y}=\int\frac{(x+y)\,d(x+y)}{(x+y)^2+1}$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$=\frac12\ln\big((x+y)^2+1\big)+c$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$\frac12\ln\big((x+y)^2+1\big)+c$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curve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both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 rational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integral becomes elementary.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curve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$u=x+y$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 rational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integral becomes elementary.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relation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relation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$y(x+y)^2=x$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$yu^2=u-y$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$y=\frac{u}{u^2+1}$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$x=u-y=\frac{u^3}{u^2+1}$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$x+3y=\frac{u^3+3u}{u^2+1}=\frac{u(u^2+3)}{u^2+1}$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$dx=\frac{3u^2(u^2+1)-2u\cdot u^3}{(u^2+1)^2}\,du=\frac{u^2(u^2+3)}{(u^2+1)^2}\,du$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$\frac{dx}{x+3y}=\frac{u^2(u^2+3)}{(u^2+1)^2}\cdot\frac{u^2+1}{u(u^2+3)}\,du=\frac{u\,du}{u^2+1}$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$\int\frac{u\,du}{u^2+1}=\frac12\ln(u^2+1)+c=\frac12\ln\big((x+y)^2+1\big)+c$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$\frac12\ln\big((x+y)^2+1\big)+c$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Differential form: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look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combinations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defined implicitly.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curve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setting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homogeneous relations) gives a rational parametrisation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makes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elementary.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Differential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$\int\frac{h\,dh}{h^2+1}=\frac12\ln(h^2+1)+C$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$\int\frac{h'}{h}dx=\ln|h|+C$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look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$d(x+y)$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$d(x/y)$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combinations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defined implicitly.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curve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$y(x+y)^2=x$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setting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$u=y/x$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homogeneous relations) gives a rational parametrisation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$x=\frac{u^3}{u^2+1},\ y=\frac{u}{u^2+1}$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F(x,y)\,dx$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elementary.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this curve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MCQ, differentiate a candidate such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compare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quick elimination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wrong.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this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$y'=\frac{1-2y(x+y)}{(x+y)(x+3y)}$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$1+y'=\frac{(x+y)^2+1}{(x+y)(x+3y)}$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$(x+y)(x+3y)\neq0$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MCQ, differentiate a candidate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$\frac12\ln((x+y)^2+1)$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$\frac1{x+3y}$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quick elimination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wrong.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728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2010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728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$\int_{-2010}^{2010}x^{2010}\cot^{-1}(2010x)\,dx$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$\frac{\pi}{2011}(2011)^{2010}$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$\frac{\pi}{2010}(2010)^{2011}$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$\frac{\pi}{2011}(2010)^{2011}$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$\frac{\pi}{2010}(2011)^{2010}$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581651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integrals of even/odd functions and the property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581651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integrals of even/odd functions and the property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$\int_{-a}^{a}f(x)dx=\int_{-a}^{a}f(-x)dx$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even, so add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itself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$\cot^{-1}z+\cot^{-1}(-z)=\pi$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$x^{2010}$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even, so add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itself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2010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2010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two forms: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2010</m:t>
                            </m:r>
                          </m:sup>
                        </m:sSup>
                      </m:e>
                    </m:nary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$I=\int_{-2010}^{2010}x^{2010}\cot^{-1}(2010x)\,dx$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$\int_{-a}^af(x)dx=\int_{-a}^af(-x)dx$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$x^{2010}$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$I=\int_{-2010}^{2010}x^{2010}\cot^{-1}(-2010x)\,dx$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two forms: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$2I=\int_{-2010}^{2010}x^{2010}\big[\cot^{-1}(2010x)+\cot^{-1}(-2010x)\big]dx$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every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(principal value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2010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2010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every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$\cot^{-1}z+\cot^{-1}(-z)=\pi$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(principal value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$2I=\pi\int_{-2010}^{2010}x^{2010}dx$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$x^{2010}$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$2I=2\pi\int_0^{2010}x^{2010}dx=2\pi\cdot\frac{(2010)^{2011}}{2011}$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$I=\frac{\pi}{2011}(2010)^{2011}$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$\frac{\pi}{2011}(2010)^{2011}$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is odd, so it integrates to zero over a symmetric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$\cot^{-1}z=\frac\pi2-\tan^{-1}z$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$\tan^{-1}$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is odd, so it integrates to zero over a symmetric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2010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2010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second integral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the integrand is odd and the integral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$\cot^{-1}(2010x)=\frac\pi2-\tan^{-1}(2010x)$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$I=\frac\pi2\int_{-2010}^{2010}x^{2010}dx-\int_{-2010}^{2010}x^{2010}\tan^{-1}(2010x)\,dx$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second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$x^{2010}$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$\tan^{-1}(2010x)$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the integrand is odd and the integral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$[-2010,2010]$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2010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2010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$I=\frac\pi2\cdot2\int_0^{2010}x^{2010}dx=\pi\cdot\frac{(2010)^{2011}}{2011}$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$I=\frac{\pi}{2011}(2010)^{2011}$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2010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2011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$\frac{\pi}{2011}(2010)^{2011}$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symmetric interval: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even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 is odd, even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even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(constant),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 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152.68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Principal-value identities: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(range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Caution: this needs the convention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the range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would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answer would change.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symmetric interval: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$\int_{-a}^af(x)dx=0$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$=2\int_0^af(x)dx$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even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 is odd, even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even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$f(x)+f(-x)=c$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(constant),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$\int_{-a}^ag(x)f(x)dx=\frac c2\int_{-a}^ag(x)dx$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$\int_{-3}^3x^4\cot^{-1}(3x)dx=\frac{\pi\,3^5}{5}\approx152.68$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Principal-value identities: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$\cot^{-1}z+\cot^{-1}(-z)=\pi$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(range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$\tan^{-1}z+\tan^{-1}(-z)=0$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$\sin^{-1}z+\sin^{-1}(-z)=0$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$\cos^{-1}z+\cos^{-1}(-z)=\pi$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$\sin^{-1}z+\cos^{-1}z=\frac\pi2$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$|z|\le1$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Caution: this needs the convention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$\cot^{-1}:\mathbb R\to(0,\pi)$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the range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$(-\frac\pi2,\frac\pi2]$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would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answer would change.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$I=\int_0^{\pi/4}\cos^8\theta\,d\theta$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$\frac{\pi}{64}&lt;I&lt;\frac\pi4$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$I&lt;\frac{\pi}{64}$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$I=\frac{\pi}{64}$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27984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Estimation (bounds) of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decreasing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strictly between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$\left(0,\frac\pi4\right)$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decreasing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$\cos^8\theta$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strictly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$\cos^8\frac\pi4=\frac1{16}$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Raise to the 8th power: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li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continuous and the inequalities are strict inside the interval, so the integral keeps strict inequalities: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$0&lt;\theta&lt;\frac\pi4$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$\cos\frac\pi4&lt;\cos\theta&lt;\cos0$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$\frac1{\sqrt2}&lt;\cos\theta&lt;1$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Raise to the 8th power: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$\frac1{16}&lt;\cos^8\theta&lt;1$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$\big(\tfrac1{\sqrt2}\big)^8=\frac1{16}$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continuous and the inequalities are strict inside the interval, so the integral keeps strict inequalities: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$\frac1{16}\cdot\frac\pi4&lt;I&lt;1\cdot\frac\pi4$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false and option (A) is correct (exact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0.4231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$\int_0^{\pi/4}\frac1{16}\,d\theta=\frac{\pi}{64}$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$\int_0^{\pi/4}1\,d\theta=\frac\pi4$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$\frac\pi{64}&lt;I&lt;\frac\pi4$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$I&lt;\frac\pi{64}$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$I=\frac\pi{64}$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false and option (A) is correct (exact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$I\approx0.4231$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$\frac{\pi}{64}&lt;I&lt;\frac\pi4$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the integral exactly by power reduction: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0.4231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lies in the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the integral exactly by power reduction: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$I=\frac5{24}+\frac{35\pi}{512}\approx0.4231$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lies in the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term by term over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$\cos^8\theta=\frac{35+56\cos2\theta+28\cos4\theta+8\cos6\theta+\cos8\theta}{128}$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term by term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$\left[0,\frac\pi4\right]$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$\int35\,d\theta=\frac{35\pi}4$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$\int56\cos2\theta\,d\theta=28\sin2\theta\Big|_0^{\pi/4}=28$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$\int28\cos4\theta\,d\theta=7\sin4\theta\Big|_0^{\pi/4}=0$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128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0.4231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0.0491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0.4231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0.7854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inequality in option (A)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$\int8\cos6\theta\,d\theta=\frac43\sin6\theta\Big|_0^{\pi/4}=\frac43\sin\frac{3\pi}2=-\frac43$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$\int\cos8\theta\,d\theta=\frac18\sin8\theta\Big|_0^{\pi/4}=0$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$I=\frac1{128}\Big(\frac{35\pi}4+28-\frac43\Big)=\frac{35\pi}{512}+\frac5{24}\approx0.4231$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$\frac\pi{64}\approx0.0491&lt;0.4231&lt;\frac\pi4\approx0.7854$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inequality in option (A)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$\frac{\pi}{64}&lt;I&lt;\frac\pi4$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Estimation principle: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strict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not constant. When options are only bounds, an estimate is enough - do not integrate.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monotonic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extreme values are at the endpoints,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Power reduction: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no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den>
                                </m:f>
                              </m:e>
                            </m:d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Wallis: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Estimation principle: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$m\le f(x)\le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$m(b-a)\le\int_a^bf\le M(b-a)$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strict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not constant. When options are only bounds, an estimate is enough - do not integrate.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monotonic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extreme values are at the endpoints,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$\min(f(a),f(b))(b-a)\le\int_a^bf\le\max(f(a),f(b))(b-a)$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Power reduction: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$\cos^{2n}\theta=\frac1{2^{2n}}\Big[\binom{2n}{n}+2\sum_{k=1}^n\binom{2n}{n-k}\cos2k\theta\Big]$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$\frac{35+56\cos2\theta+28\cos4\theta+8\cos6\theta+\cos8\theta}{128}$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Wallis: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$\int_0^{\pi/2}\cos^{2n}\theta\,d\theta=\frac\pi2\cdot\frac{(2n-1)!!}{(2n)!!}$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$\frac{35\pi}{256}$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155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decreasing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155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$f(x)=\int_{x^2}^{x^3}\frac{dt}{\ln 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$g(x)=\int_1^x\left(2t^2-\ln t\right)f(t)\,dt$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$(x&gt;1)$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$(1,\infty)$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$(1,\infty)$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decreasing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$(2,\infty)$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$(2,\infty)$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2432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and monotonicity of integral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the signs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matter.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$g'(x)=(2x^2-\ln x)f(x)$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the signs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$2x^2-\ln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matter.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Leibniz's rule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$g'(x)=(2x^2-\ln x)\,f(x)$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Leibniz's rule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$f'(x)=\frac{3x^2}{\ln x^3}-\frac{2x}{\ln x^2}=\frac{3x^2}{3\ln x}-\frac{2x}{2\ln x}=\frac{x^2-x}{\ln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$f'(x)=\frac{x(x-1)}{\ln x}&gt;0$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$x\to1^+$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$f(x)\to\ln\frac32&gt;0$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$g'(x)&gt;0\iff2x^2-\ln 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$H(x)=2x^2-\ln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$H'(x)=4x-\frac1x=\frac{4x^2-1}{x}&gt;0$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$H(x)&gt;H(1)=2&gt;0$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increasing on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$(1,\infty)$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 differentiation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sign of the integrand,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bounds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below by a positive quadratic.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 differentiation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needed: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$f&gt;0$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sign of the integrand,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 x\le x-1$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bounds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$2x^2-\ln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below by a positive quadratic.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the standard inequality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$1&lt;x^2&lt;x^3$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$[x^2,x^3]$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$f(x)=\int_{x^2}^{x^3}\frac{dt}{\ln t}&gt;0$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$g'(x)=(2x^2-\ln x)f(x)$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the standard inequality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x\le 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$2x^2-\ln x\ge2x^2-x+1$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(discriminant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$2x^2-x+1=2\left(x-\frac14\right)^2+\frac78&gt;0$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(discriminant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$1-8&lt;0$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$2x^2-\ln 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increasing on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$(1,\infty)$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differentiable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never integrate; decide the signs of the factors.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Convenient bounds for sign checks: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p>
                        </m:sSup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sup>
                        </m:sSup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 value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1.0001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0.4056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$\frac{d}{dx}\int_{a(x)}^{b(x)}h(t)\,dt=h(b(x))\,b'(x)-h(a(x))\,a'(x)$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differentiable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$g(x)=\int_1^xp(t)f(t)\,dt$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$p(x)f(x)$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never integrate; decide the signs of the factors.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Convenient bounds for sign checks: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x\le 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x&lt;x$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$e^x\ge1+x$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x\le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$x\to1^+$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$\int_{x^a}^{x^b}\frac{dt}{\ln t}\to\ln\frac ba$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$0&lt;a&lt;b$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$f(1^+)=\ln\frac32\approx0.405$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 value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$x=1.0001$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$0.4056$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value of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all real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value of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$f(x)=\pi^2\int_0^1t\sin(x+\pi 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all real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$\sqrt{\pi^2+1}$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$\sqrt{\pi^2+2}$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$\sqrt{\pi^2+2}$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$\sqrt{\pi^2+4}$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580383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 with a parameter (integration by parts) and maximum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580383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 with a parameter (integration by parts) and maximum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$a\cos x+b\sin x$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maximum is its amplitude.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$f(x)=\pi\cos x-2\sin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maximum is its amplitude.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den>
                        </m:f>
                        <m:sSub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term: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 integral: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$dv=\sin(x+\pi 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$v=-\frac{\cos(x+\pi t)}{\pi}$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$f(x)=\pi^2\left(\Big[-\frac{t\cos(x+\pi t)}{\pi}\Big]_0^1+\int_0^1\frac{1\cdot\cos(x+\pi t)}{\pi}\,dt\right)$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$-\frac{\cos(x+\pi)}{\pi}-0=\frac{\cos x}{\pi}$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$\frac1\pi\int_0^1\cos(x+\pi t)\,dt=\frac1{\pi^2}\big[\sin(x+\pi t)\big]_0^1=\frac{\sin(x+\pi)-\sin x}{\pi^2}=-\frac{2\sin x}{\pi^2}$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maximum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$f(x)=\pi^2\left(\frac{\cos x}{\pi}-\frac{2\sin x}{\pi^2}\right)=\pi\cos x-2\sin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maximum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$a\cos x+b\sin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$\sqrt{\pi^2+(-2)^2}$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$\sqrt{\pi^2+4}$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$\sqrt{\pi^2+4}$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complex exponentials: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Im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Im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maximum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complex exponentials: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$\sin(x+\pi t)=\operatorname{Im}e^{i(x+\pi t)}$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$f(x)=\operatorname{Im}\big(e^{ix}w\big)$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maximum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$|w|$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Im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nary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Im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$f(x)=\pi^2\operatorname{Im}\Big(e^{ix}\int_0^1te^{i\pi t}dt\Big)=\operatorname{Im}\big(e^{ix}w\big)$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$w=\pi^2\int_0^1te^{i\pi 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$\int_0^1te^{i\pi t}dt=\Big[\frac{te^{i\pi t}}{i\pi}\Big]_0^1-\frac1{i\pi}\int_0^1e^{i\pi t}dt=\frac{e^{i\pi}}{i\pi}-\frac{e^{i\pi}-1}{(i\pi)^2}$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$e^{i\pi}=-1$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$\frac{-1}{i\pi}=\frac i\pi$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$-\frac{-2}{-\pi^2}=-\frac2{\pi^2}$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i\pi-\frac2{\pi^2}$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Im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Im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arg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maximum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$w=\pi^2\left(\frac i\pi-\frac2{\pi^2}\right)=-2+i\pi$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$f(x)=\operatorname{Im}\big[(\cos x+i\sin x)(-2+i\pi)\big]=\pi\cos x-2\sin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$\operatorname{Im}(e^{ix}w)=|w|\sin(x+\arg w)$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maximum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$|w|=\sqrt{4+\pi^2}$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$\sqrt{\pi^2+4}$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minimum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is a sinusoid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needed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general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separates the parameter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integration variable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$\max_x\,(a\cos x+b\sin x)=\sqrt{a^2+b^2}$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minimum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$\int_0^1w(t)\sin(x+\pi t)\,dt=A\cos x+B\sin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$A=\int_0^1w\sin\pi 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$B=\int_0^1w\cos\pi 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is a sinusoid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needed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$w=\pi^2t$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$\int_0^1t\sin\pi t\,dt=\frac1\pi$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$\int_0^1t\cos\pi t\,dt=-\frac2{\pi^2}$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general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t\sin(x+ct)dt=-\frac{t\cos(x+ct)}{c}+\frac{\sin(x+ct)}{c^2}$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$\sin(x+\pi t)=\sin x\cos\pi t+\cos x\sin\pi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separates the parameter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integration variable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enclosed by the curve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(where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function):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enclosed by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$[x+3y]=[x-2]$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$[\cdot]$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function):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1825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under curves with the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region is the strip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a unit width.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$[x-2]$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$[3,4)$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region is the strip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$1\le x+3y&lt;2$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a unit width.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condition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lies between the parallel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parallelogram).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$x-2\in[1,2)$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$[x-2]=1$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$[x+3y]=1$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x+3y&lt;2$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$\frac{1-x}{3}\le y&lt;\frac{2-x}{3}$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$3\le x&lt;4$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lies between the parallel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parallelogram).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spans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spans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vertices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vertical height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spans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$y\in\big[-\frac23,-\frac13\big)$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spans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$y\in\big[-1,-\frac23\big)$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vertices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$(3,-\frac13),(3,-\frac23),(4,-1),(4,-\frac23)$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vertical height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$\frac{2-x}{3}-\frac{1-x}{3}=\frac13$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$=\int_3^4\frac13\,dx=\frac13$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Change variables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region becomes a unit square and the Jacobian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Change variables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$(x,y)\to(x,u)$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$u=x+3y$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region becomes a unit square and the Jacobian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region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∣"/>
                        <m:sepChr m:val=""/>
                        <m:endChr m:val="∣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$[x-2]=1$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region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$\{3\le x&lt;4,\ 1\le x+3y&lt;2\}$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$u=x+3y$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$y=\frac{u-x}3$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$\frac{\partial(x,y)}{\partial(x,u)}=\begin{vmatrix} 1 &amp; 0 \\ -\frac13 &amp; \frac13 \end{vmatrix}=\frac13$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the region is the rectangle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in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the region is the rectangle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$3\le x&lt;4$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u&lt;2$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$1\cdot1=1$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$=\frac13\times1=\frac13$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integer): an equation with greatest-integer functions describes a strip between two curves, not a curve.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strip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vertical height is the constant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over 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-interval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 area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on each unit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split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-range at integers.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linear map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scales areas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the inverse map scales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$[g(x)]=n\iff n\le g(x)&lt;n+1$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integer): an equation with greatest-integer functions describes a strip between two curves, not a curve.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strip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$n\le px+qy&lt;n+1$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vertical height is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$\frac1{|q|}$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over 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-interval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$\frac{w}{|q|}$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$[x-k]$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on each unit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$[m,m+1)$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split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-range at integers.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linear map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$(x,y)\to(x,px+qy)$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scales areas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the inverse map scales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$\frac1{|q|}$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a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area bounded by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(where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function):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a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$f(x)=\int_0^x[\cos t]\,dt$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$x\in\left(\frac\pi2,\frac{3\pi}2\right)$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area bounded by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$x=\frac{3\pi}2$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$[\cdot]$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function):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the greatest integer function, Area under curves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straight line and the region is a triangle.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$[\cos t]=-1$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$\left(\frac\pi2,\frac{3\pi}2\right)$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straight line and the region is a triangle.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$x\in\left(\frac\pi2,\frac{3\pi}2\right)$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$f(x)=\int_0^{\pi/2}[\cos t]\,dt+\int_{\pi/2}^x[\cos t]\,dt$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does not affect the integral); the first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graph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line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region is the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$0&lt;\cos t\le1$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$[\cos 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does not affect the integral); the first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$\left(\frac\pi2,\frac{3\pi}2\right)$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$-1\le\cos t&lt;0$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$[\cos t]=-1$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$f(x)=0+\int_{\pi/2}^x(-1)\,dt=\frac\pi2-x$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graph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line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$A\left(\frac\pi2,0\right)$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$C\left(\frac{3\pi}2,-\pi\right)$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$B\left(\frac{3\pi}2,0\right)$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region is the right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$AB=\frac{3\pi}2-\frac\pi2=\pi$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$=\frac12\times AB\times BC=\frac{\pi^2}{2}$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$\frac{\pi^2}{2}$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Slice the triangle horizontally (integrate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instead of vertically.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Slice the triangle horizontally (integrate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instead of vertically.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above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runs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down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fixed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horizontal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above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$[\cos t]=-1$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$\left(\frac\pi2,\frac{3\pi}2\right)$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$f(x)=\frac\pi2-x$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runs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down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$\frac\pi2\le x\le\frac{3\pi}2$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$\frac\pi2-x\le y\le0$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fixed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$y\in[-\pi,0]$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$y=\frac\pi2-x$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horizontal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$=\int_{-\pi}^{0}(\pi+y)\,dy=\Big[\pi y+\frac{y^2}{2}\Big]_{-\pi}^{0}=\pi^2-\frac{\pi^2}2=\frac{\pi^2}2$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$\frac{\pi^2}{2}$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of a piecewise-constant function is continuous and piecewise linear,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even though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jumps;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Isolated points where the integrand takes another value do not change a Riemann integral (such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a graph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the graph is a line through the axis the region is a triangle with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base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height.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$[\cos t]=1$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$0\le\cos t&lt;1$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$-1\le\cos t&lt;0$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$[0,2\pi]$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$\int_0^{2\pi}[\cos t]\,dt=-\pi$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of a piecewise-constant function is continuous and piecewise linear,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$f(x)=\int_0^x[\cos t]dt$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even though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$[\cos 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jumps;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$f'(x)=[\cos 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$[\cos 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Isolated points where the integrand takes another value do not change a Riemann integral (such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$[\cos t]=1$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a graph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$\int|f|\,dx$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the graph is a line through the axis the region is a triangle with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height.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differentiable function)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$\int_0^y e^t\,dt+\int_0^x f(t)\,dt=g(x)$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differentiable function)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$\frac{g'(x)-f(x)}{1+g(x)-\int_0^x f(t)\,dt}$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$\frac{g'(x)-f(x)}{g(x)-\int_0^x f(t)\,dt}$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$e^y\left(g'(x)-f(x)\right)$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$\frac{\left(g'(x)-f(x)\right)e^y}{g(x)-\int_0^x f(t)\,dt}$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and differentiation of integral relations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relation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express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the relation itself.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relation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express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the relation itself.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relation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relation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$\int_0^y e^t\,dt+\int_0^x f(t)\,dt=g(x)$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(1)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(Leibniz rule, chain rule on the first integral):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Go back to (1) and evaluate the first integral: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(1)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(Leibniz rule, chain rule on the first integral):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$e^y\frac{dy}{dx}+f(x)=g'(x)$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$\frac{dy}{dx}=\frac{g'(x)-f(x)}{e^y}$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Go back to (1) and evaluate the first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$\int_0^y e^t\,dt=e^y-1$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$e^y-1=g(x)-\int_0^x 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this value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(2):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$e^y=1+g(x)-\int_0^x 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this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$\frac{dy}{dx}=\frac{g'(x)-f(x)}{1+g(x)-\int_0^x f(t)\,dt}$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first,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differentiate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first,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$y=\ln\left(1+g-\int_0^x f\right)$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differentiate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may take logarithms: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𝐹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$e^y-1=g(x)-\int_0^x 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$e^y=1+g(x)-F(x)$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 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may take logarithms: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$y=\ln\left(1+g(x)-F(x)\right)$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$\frac{dy}{dx}=\frac{g'(x)-F'(x)}{1+g(x)-F(x)}$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 of calculus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(A) again.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 of calculus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$\frac{dy}{dx}=\frac{g'(x)-f(x)}{1+g(x)-\int_0^x f(t)\,dt}$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(A) again.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differentiable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relation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evaluate what can be evaluated: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the relation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where the argument is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that keep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answer are traps unless they also 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exactly; eliminate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the given relation.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$\frac{d}{dx}\int_{p(x)}^{q(x)}h(t)\,dt=h(q)\,q'-h(p)\,p'$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differentiable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relation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$\Phi(x,y)=0$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$\frac{dy}{dx}=-\frac{\Phi_x}{\Phi_y}$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$\Phi_y\neq0$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$\Phi=e^y-1+\int_0^x f-g$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$\frac{g'-f}{e^y}$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evaluate what can be evaluated: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$\int_0^y e^t\,dt=e^y-1$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the relation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$y=\ln\left(1+g-\int_0^x f\right)$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where the argument is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that keep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answer are traps unless they also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$g'-f$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exactly; eliminate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the given relation.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bounded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none of these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bounded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$x^2y^2+y^4-x^2-5y^2+4=0$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$\frac{4\pi}{3}+\sqrt2$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$\frac{4\pi}{3}-\sqrt2$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$\frac{4\pi}{3}+2\sqrt3$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none of these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279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under curves (curve splits into a circle and lines)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quartic factorises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circle of radius 2 and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quartic factorises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$(x^2+y^2-4)(y^2-1)$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circle of radius 2 and the lines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$y=\pm1$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equation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in the PDF.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is the circle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with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meet the circle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region the options refer to is the central part of the disc,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two caps above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below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separate pieces).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equation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$x^2(y^2-1)+\left(y^4-5y^2+4\right)=0$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$y^4-5y^2+4=(y^2-1)(y^2-4)$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$(x^2+y^2-4)(y^2-1)=0$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in the PDF.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is the circle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with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meet the circle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$(\pm\sqrt3,\pm1)$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region the options refer to is the central part of the disc,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$x^2+y^2\le4$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two caps above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separate pieces).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each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width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$y\in[-1,1]$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width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$2\sqrt{4-y^2}$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$=\int_{-1}^{1}2\sqrt{4-y^2}\,dy=4\int_0^1\sqrt{4-y^2}\,dy$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$\int\sqrt{4-y^2}\,dy=\frac{y}{2}\sqrt{4-y^2}+2\sin^{-1}\frac{y}{2}$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$\int_0^1\sqrt{4-y^2}\,dy=\frac{\sqrt3}{2}+2\cdot\frac{\pi}{6}=\frac{\sqrt3}{2}+\frac{\pi}{3}$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$=4\left(\frac{\sqrt3}{2}+\frac{\pi}{3}\right)=2\sqrt3+\frac{4\pi}{3}$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$\frac{4\pi}{3}+2\sqrt3$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Cut the central region into two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sectors and two triangles using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Cut the central region into two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sectors and two triangles using the points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$(\pm\sqrt3,\pm1)$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circle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radius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angle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so the right sector between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central angle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area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left sector has the same area, so the sectors give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circle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$(\pm\sqrt3,1)$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$(\pm\sqrt3,-1)$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radius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$(\sqrt3,1)$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so the right sector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$(\sqrt3,-1)$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$(\sqrt3,1)$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central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$\frac12r^2\theta=\frac12\cdot4\cdot\frac{\pi}{3}=\frac{2\pi}{3}$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left sector has the same area, so the sectors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top triangle with vertices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bottom one is the same.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top triangle with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$(-\sqrt3,1)$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$(\sqrt3,1)$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bottom one is the same.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$=\frac{4\pi}{3}+2\sqrt3$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$\frac{4\pi}{3}+2\sqrt3$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polynomial equation that is quadratic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can often be factorised: collect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look for a common factor, 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Circular segment cut off by a chord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centre of a circle of radius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area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polynomial equation that is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can often be factorised: collect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$x^2(\dots)+(\dots)$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look for a common factor,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Circular segment cut off by a chord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centre of a circle of radius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d&lt;r$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$r^2\cos^{-1}\frac{d}{r}-d\sqrt{r^2-d^2}$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$r=2,d=1$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$\frac{4\pi}{3}-\sqrt3$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the circle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curve is a union of several pieces, list the closed regions it creates and match the options with the right one: here the pieces have areas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(centre)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cap).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$|y|\le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the circle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$2d\sqrt{r^2-d^2}+2r^2\sin^{-1}\frac{d}{r}$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curve is a union of several pieces, list the closed regions it creates and match the options with the right one: here the pieces have areas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$\frac{4\pi}{3}+2\sqrt3$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(centre)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$\frac{4\pi}{3}-\sqrt3$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cap).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$f(x)=f\left(\frac{4}{x}\right)$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$\int_1^2\frac{f(x)}{x}\,dx=3$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$\int_1^4\frac{f(x)}{x}\,dx$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909567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Properties of definite integrals (symmetry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909567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Properties of definite integrals (symmetry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$f(x)=f(4/x)$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maps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leaves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unchanged.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$x=4/t$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maps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$[2,4]$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leaves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unchanged.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interval: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second integral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step is not written in the PDF).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interval: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$\int_1^4\frac{f(x)}{x}\,dx=\int_1^2\frac{f(x)}{x}\,dx+\int_2^4\frac{f(x)}{x}\,dx$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second integral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$x=\frac4t$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$dx=-\frac{4}{t^2}dt$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$x=2\to 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$x=4\to 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$\frac{f(x)}{x}\,dx=\frac{f(4/t)}{4/t}\cdot\left(-\frac{4}{t^2}\right)dt=-\frac{f(4/t)}{t}\,dt$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step is not written in the PDF).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Reversing the limits removes the minus sign: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two integrals are equal and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Reversing the limits removes the minus sign: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$\int_2^4\frac{f(x)}{x}\,dx=\int_1^2\frac{f(4/t)}{t}\,dt$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$\int_1^4\frac{f(x)}{x}\,dx=\int_1^2\frac{f(x)}{x}\,dx+\int_1^2\frac{f(4/x)}{x}\,dx$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$f(4/x)=f(x)$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two integrals are equal and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$2\int_1^2\frac{f(x)}{x}\,dx=2\times3=6$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weight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says the new integrand is even.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$x=2e^u$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weight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condition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$f(x)=f(4/x)$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says the new integrand is even.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even function.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$x=2e^{u}$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$\frac{dx}{x}=du$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$\frac4x=2e^{-u}$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$F(u)=f(2e^u)$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$f(x)=f(4/x)$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$F(u)=F(-u)$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even function.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$x=1\to u=-\ln2$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$x=2\to 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$x=4\to u=\ln2$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 function, symmetric interval).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$\int_1^2\frac{f(x)}{x}dx=\int_{-\ln2}^{0}F(u)\,du=3$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$\int_1^4\frac{f(x)}{x}dx=\int_{-\ln2}^{\ln2}F(u)\,du=2\int_{-\ln 2}^{0}F(u)\,du=6$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 function, symmetric interval).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weight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invariant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multiplicative analogue of the 'king property'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fixes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midpoint of the symmetric splitting.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$f(x)=f(k/x)$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$\int_a^{k/a}\frac{f(x)}{x}\,dx=2\int_a^{\sqrt k}\frac{f(x)}{x}\,dx$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$0&lt;a&lt;\sqrt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weight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invariant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k/x$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multiplicative analogue of the 'king property'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a+b-x$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ab/x$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midpoint of the symmetric splitting.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you see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multiplicative symmetry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the reflection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Without the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symmetry does not give a simple answer;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gets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you see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multiplicative symmetry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$x\leftrightarrow k/x$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the reflection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$u\leftrightarrow\ln k-u$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Without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symmetry does not give a simple answer;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gets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$\int_2^4 f=\int_1^2 f(t)\frac{4}{t^2}dt$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166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cot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166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$\int_0^a\left[\tan^{-1}\sqrt x\right]dx=\int_0^a\left[\cot^{-1}\sqrt x\right]dx$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$[\cdot]$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$\frac{2(3+\cos4)}{1-\cos4}$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$\frac{2(3-\cos4)}{1+\cos4}$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$\frac{2(3-\cos4)}{1-\cos4}$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$\frac{2(3+\cos4)}{1+\cos4}$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the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bracket takes only the values 0 and 1, so both integrals are lengths: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bracket takes only the values 0 and 1, so both integrals are lengths: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$a-\tan^21$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$\cot^21$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bracket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$\tan^{-1}\sqrt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$\cot^{-1}\sqrt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$(0,\frac\pi2)$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$\left[\tan^{-1}\sqrt x\right]=1$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$x\ge\tan^21$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$\left[\cot^{-1}\sqrt x\right]=1$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$x\le\cot^21$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integrals can be equal only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the right side is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cot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bracket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up to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sup>
                            </m:sSup>
                          </m:e>
                        </m:d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integrals can be equal only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$a&gt;\tan^21$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$a\le\tan^21$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the right side is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$\int_0^a\left[\tan^{-1}\sqrt x\right]dx=\int_0^{\tan^21}[\cdot]\,dx+\int_{\tan^21}^{a}[\cdot]\,dx=0+1\cdot\left(a-\tan^21\right)$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$\int_0^a\left[\cot^{-1}\sqrt x\right]dx=\int_0^{\tan^21}[\cdot]\,dx+0=1\cdot\left(\cot^21-0\right)=\cot^21$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$\cot^21&lt;\tan^21$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$a-\tan^21=\cot^21$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$a=\tan^21+\cot^21$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$a=\frac{\sin^21}{\cos^21}+\frac{\cos^21}{\sin^21}=\frac{1-\cos2}{1+\cos2}+\frac{1+\cos2}{1-\cos2}$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$=\frac{(1+\cos2)^2+(1-\cos2)^2}{\sin^22}=\frac{2\left(1+\cos^22\right)}{\sin^22}$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sup>
                            </m:sSup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$=\frac{2\left(2+2\cos^22\right)}{2\sin^22}=\frac{2(3+\cos4)}{1-\cos4}$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Layer-cake: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m:rPr>
                                <m:sty m:val="b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{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≥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</m:sub>
                        </m:sSub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each integral is a length; then use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Layer-cake: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$[h(x)]=\sum_{k\ge1}\mathbf 1_{\{h(x)\ge k\}}$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each integral is a length;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$\tan^2\theta+\cot^2\theta=\frac{4}{\sin^2 2\theta}-2$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the level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counts: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b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b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≤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21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cot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right side, so equality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$0&lt;h&lt;\frac\pi2&lt;2$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the level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counts: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$\left[\tan^{-1}\sqrt x\right]=\mathbf 1_{\{x\ge\tan^21\}}$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$\left[\cot^{-1}\sqrt x\right]=\mathbf 1_{\{x\le\cot^21\}}$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$\int_0^a\left[\tan^{-1}\sqrt x\right]dx=\left(a-\tan^21\right)_+$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$\int_0^a\left[\cot^{-1}\sqrt x\right]dx=\min\left(a,\cot^21\right)$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$\cot^21\approx0.41&lt;\tan^21\approx2.43$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$a\le\tan^21$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right side, so equality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$a&gt;\tan^21$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$a-\tan^21=\cot^21$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$a=\tan^21+\cot^21=(\tan1+\cot1)^2-2=\left(\frac{1}{\sin1\cos1}\right)^2-2=\frac{4}{\sin^22}-2$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$\sin^22=\frac{1-\cos4}{2}$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$a=\frac{8}{1-\cos4}-2=\frac{8-2+2\cos4}{1-\cos4}=\frac{2(3+\cos4)}{1-\cos4}$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Layer-cake for the greatest integer: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m:rPr>
                                <m:sty m:val="b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{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</m:sub>
                        </m:sSub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sum of lengths; for increasing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level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</a:t>
                </a:r>
                <a14:m>
                  <m:oMath xmlns:m="http://schemas.openxmlformats.org/officeDocument/2006/math">
                    <m:sSub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ℎ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 is no level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2.838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Half-angle forms used: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Layer-cake for the greatest integer: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$[h(x)]=\sum_{k\ge1}\mathbf 1_{\{h(x)\ge k\}}$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$\int_0^a[h]\,dx$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sum of lengths; for increasing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level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$\left(a-h^{-1}(k)\right)_+$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$\tan^{-1}u\in(0,\frac\pi2)$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$\left[\tan^{-1}u\right]=1$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$u\ge\tan1$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$\cot^{-1}u\in(0,\frac\pi2)$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$\left[\cot^{-1}u\right]=1$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$u\le\cot1$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 is no level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$\tan^2\theta+\cot^2\theta=\frac{4}{\sin^22\theta}-2$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$\frac{2(3+\cos4)}{1-\cos4}\approx2.838$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Half-angle forms used: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$\sin^2\theta=\frac{1-\cos2\theta}{2}$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$\cos^2\theta=\frac{1+\cos2\theta}{2}$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$\cos^22\theta=\frac{1+\cos4\theta}{2}$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One or more than one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Q25 – Q46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No marking scheme printed; JEE Advanced default of 4 marks assumed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take values: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$\frac{d}{dx}\left(f(x)\right)&gt;3x^2f(x)$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take values: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279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inequality and integrating factor, Monotonicity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sup>
                            </m:s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increases.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$\left(e^{-x^3}f\right)'=e^{-x^3}\left(f'-3x^2f\right)&gt;0$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$e^{-x^3}f(x)$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increases.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$f'(x)-3x^2f(x)&gt;0$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$e^{-x^3}&gt;0$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$e^{-x^3}f'(x)-3x^2e^{-x^3}f(x)&gt;0$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$\frac{d}{dx}\left(e^{-x^3}f(x)\right)$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$e^{-x^3}f(x)$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$e^{-x^3}f(x)\ge e^{-1}f(1)=e^{-1}\cdot e^2=e$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7.39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takes a value below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options (A) and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attained: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by the intermediate value theorem every 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taken (e.g.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all conditions).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$f(x)\ge e^{x^3+1}$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$x^3+1\ge2$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$f(x)\ge e^2\approx7.39$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takes a value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$e\approx2.72$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options (A) and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attained: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$f(1)=e^2&lt;8&lt;10$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$f(x)\ge e^{x^3+1}\to\infty$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by the intermediate value theorem every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$\ge 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taken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$f(x)=xe^{x^3+1}$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all conditions).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explicit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show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increases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explicit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$u=e^{x^3+1}$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$u'=3x^2u$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show the ratio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$f/u$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increases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$u(x)=e^{x^3+1}$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$u'=3x^2u$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$u(1)=e^2=f(1)$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$w=\frac fu$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$w'=\frac{f'u-fu'}{u^2}=\frac{f'-3x^2f}{u}&gt;0$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$w(1)=\frac{f(1)}{u(1)}=1$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$f(x)\ge u(x)=e^{x^3+1}\ge 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 below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impossible: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attained.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unbounded above, the IVT gives all values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including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(A),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impossible: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attained.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unbounded above, the IVT gives all values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$[e^2,\infty)$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including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(A),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∫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nary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linear Gronwall comparison).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Differential inequalities give one-sided bounds only: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above the solution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same start; reversing the sign reverses the bound.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continuous function with a lower bound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attained at the start and unbounded above takes every value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(IVT); decide 'cannot take' options by comparing them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of the constants: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bound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$y'&gt;p(x)\,y$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$e^{-\int 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$\left(ye^{-\int p}\right)'&gt;0$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$y(x)\ge y(x_0)\,e^{\int_{x_0}^{x}p}$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 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linear Gronwall comparison).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p=x^3$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Differential inequalities give one-sided bounds only: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$y'\ge p\,y$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above the solution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$y'=p\,y$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same start; reversing the sign reverses the bound.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continuous function with a lower bound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attained at the start and unbounded above takes every value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$[m,\infty)$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(IVT); decide 'cannot take' options by comparing them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of the constants: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$e^{-1}f(1)=e^{-1}\cdot e^2=e$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bound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$f\ge e^{x^3+1}$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$e^{x^3+2}$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integration constant)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$\int\frac{\sec^2x}{\sqrt{a\sec^2x-b\tan^2x}}\,dx$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integration constant)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$\frac{1}{\sqrt{b-a}}\sin^{-1}\left(\tan x\sqrt{\frac{b-a}{a}}\right)+c$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$b&gt;a&gt;0$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$\frac{1}{\sqrt{b-a}}\log_e\left(\tan x\sqrt{b-a}+\sqrt{a\sec^2x-b\tan^2x}\right)+c$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$b&gt;a&gt;0$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$\frac{1}{\sqrt{a-b}}\sin^{-1}\left(\tan x\sqrt{\frac{a-b}{a}}\right)+c$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$a&gt;b&gt;0$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$\frac{1}{\sqrt{a-b}}\log_e\left(\tan x\sqrt{a-b}+\sqrt{a\sec^2x-b\tan^2x}\right)+c$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$a&gt;b&gt;0$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One or more than one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integration: substitution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standard forms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One or more than one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integration: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standard forms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decides log or arcsin.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$\int\frac{dt}{\sqrt{a+(a-b)t^2}}$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sign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$a-b$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decides log or arcsin.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$a\sec^2x-b\tan^2x=a\left(1+\tan^2x\right)-b\tan^2x$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$I=\int\frac{\sec^2x}{\sqrt{a+(a-b)\tan^2x}}\,dx$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forms: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𝑎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𝑏</m:t>
                                        </m:r>
                                      </m:e>
                                    </m:rad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(D) (the PDF prints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here, a typo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𝑏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𝑎</m:t>
                                        </m:r>
                                      </m:e>
                                    </m:rad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rad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$I=\int\frac{dt}{\sqrt{a+t^2(a-b)}}$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forms: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$\int\frac{dx}{\sqrt{a^2-x^2}}=\sin^{-1}\frac xa+c$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$\int\frac{dx}{\sqrt{x^2+a^2}}=\log_e\left(x+\sqrt{x^2+a^2}\right)+c$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$I=\int\frac{dt}{\sqrt{(\sqrt a)^2+\left(t\sqrt{a-b}\right)^2}}=\frac{1}{\sqrt{a-b}}\log_e\left(t\sqrt{a-b}+\sqrt{a+t^2(a-b)}\right)$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$I=\frac{1}{\sqrt{a-b}}\log_e\left(\tan x\sqrt{a-b}+\sqrt{a\sec^2x-b\tan^2x}\right)+c$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(D) (the PDF prints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$a+\sec^2x-b\tan^2x$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here, a typo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$a\sec^2x-b\tan^2x$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$I=\int\frac{dt}{\sqrt{(\sqrt a)^2-\left(t\sqrt{b-a}\right)^2}}=\frac{1}{\sqrt{b-a}}\sin^{-1}\left(\frac{t\sqrt{b-a}}{\sqrt a}\right)+c$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(B) and (C) put the logarithm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inverse sine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wrong form for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false. Answer (A),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$I=\frac{1}{\sqrt{b-a}}\sin^{-1}\left(\tan x\sqrt{\frac{b-a}{a}}\right)+c$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(B) and (C) put the logarithm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inverse sine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wrong form for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false. Answer (A),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Trigonometric substitution instead of standard-form recall: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Trigonometric substitution instead of standard-form recall: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$t=\sqrt{\frac{a}{b-a}}\sin\theta$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$b&gt;a$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$t=\sqrt{\frac{a}{a-b}}\sinh\theta$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$a&gt;b$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$I=\int\frac{dt}{\sqrt{a-(b-a)t^2}}$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$t=\sqrt{\frac{a}{b-a}}\sin\theta$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$dt=\sqrt{\frac{a}{b-a}}\cos\theta\,d\theta$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$\sqrt{a-(b-a)t^2}=\sqrt a\cos\theta$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$I=\frac{1}{\sqrt{b-a}}\int d\theta=\frac{\theta}{\sqrt{b-a}}=\frac{1}{\sqrt{b-a}}\sin^{-1}\left(t\sqrt{\frac{b-a}{a}}\right)+c$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the log argument by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changes the constant,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$I=\int\frac{dt}{\sqrt{a+(a-b)t^2}}$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$t=\sqrt{\frac{a}{a-b}}\sinh\theta$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$\sqrt{a+(a-b)t^2}=\sqrt a\cosh\theta$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$dt=\sqrt{\frac{a}{a-b}}\cosh\theta\,d\theta$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$I=\frac{\theta}{\sqrt{a-b}}$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$\theta=\sinh^{-1}\left(t\sqrt{\frac{a-b}{a}}\right)=\ln\left(t\sqrt{\frac{a-b}{a}}+\sqrt{1+t^2\frac{a-b}{a}}\right)$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the log argument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changes the constant,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$I=\frac{1}{\sqrt{a-b}}\ln\left(t\sqrt{a-b}+\sqrt{a+(a-b)t^2}\right)+c$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by differentiation).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log form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a constant, so the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or outside the log does not matter.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use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reach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arcsin/log forms are the two sides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≷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both tend to this limit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$\int\frac{dt}{\sqrt{A+Bt^2}}=\frac{1}{\sqrt B}\ln\left(\sqrt B\,t+\sqrt{A+Bt^2}\right)+c$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$=\frac{1}{\sqrt{-B}}\sin^{-1}\frac{\sqrt{-B}\,t}{\sqrt 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by differentiation).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log form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 B}\sinh^{-1}\left(t\sqrt{B/A}\right)$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a constant, so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or outside the log does not matter.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$\int\frac{\sec^2x\,dx}{\sqrt{P\sec^2x+Q\tan^2x}}$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$\sec^2x=1+\tan^2x$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reach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$B=P+Q$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$\frac{\sec^2x}{\sqrt 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$\frac{\tan x}{\sqrt 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arcsin/log forms are the two sides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$a\gtrless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both tend to this limit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874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enclosed by the parabola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real valued function satisfying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maximum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874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enclosed by the parabola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$ay=3\left(a^2-x^2\right)$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real valued function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$x\frac{dy}{dx}=x^2+y-2$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$f(1)=a-3$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maximum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$f(3)=5$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under curves (parabola and x-axis), First-order linear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2.5(A little easier than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equation exact; the area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$x\,dy-y\,dx=x^2\,d\left(\frac yx\right)$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equation exact; the area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parabola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step is not in the PDF).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parabola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$y=\frac3a\left(a^2-x^2\right)$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step is not in the PDF).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the PDF).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$=\int_{-a}^{a}\frac3a\left(a^2-x^2\right)dx=\frac6a\left[a^2x-\frac{x^3}{3}\right]_0^a=\frac6a\cdot\frac{2a^3}{3}=4a^2$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$4a^2=64$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$f(1)=a-3=1$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$x\frac{dy}{dx}=x^2+y-2$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$x\,dy-y\,dx=\left(x^2-2\right)dx$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$\frac{x\,dy-y\,dx}{x^2}=\frac{x^2-2}{x^2}\,dx$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 yx\right)$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d\left(\frac yx\right)=\int\left(1-\frac{2}{x^2}\right)dx$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yx=x+\frac2x+C$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$y=x^2+2+Cx$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$1+2+C=1$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$y=x^2-2x+2$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the PDF).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true, (B)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false.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$f'(x)=2x-2$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$f''=2&gt;0$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true, (B)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$f(3)=9-6+2=5$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$f(2)=4-4+2=2\neq3$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false.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Archimedes'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base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height, and a polynomial guess plus homogeneous solution for the linear ODE.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Archimedes'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$\frac23\times$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base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height, and a polynomial guess plus homogeneous solution for the linear ODE.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parabola has vertex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cuts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parabolic segment has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ODE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(linear, first order).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part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parabola has vertex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$(0,3a)$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cuts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parabolic segment has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$\frac23\cdot2a\cdot3a=4a^2=64$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ODE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$xy'-y=x^2-2$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(linear, first order).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part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$y_h=Cx$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absorbed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parabola with vertex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$y_p=x^2+px+q$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$x(2x+p)=x^2+x^2+px+q-2$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$2x^2+px=2x^2+px+q-2$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absorbed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$y=x^2+2+Cx$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$f(x)=x^2-2x+2=(x-1)^2+1$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parabola with vertex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(Archimedes: two thirds of the bounding rectangle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Similarly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linear ODE with polynomial forcing, try a polynomial particular solution and add the homogeneous solution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its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minimum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$y=k\left(a^2-x^2\right)$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$\frac43ka^3$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(Archimedes: two thirds of the bounding rectangle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$2a\times ka^2$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$k=\frac3a$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$xy'-y=g(x)$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 yx\right)=\frac{g(x)}{x^2}dx$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$y=x\left(C+\int\frac{g(x)}{x^2}dx\right)$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$y\,dx-x\,dy=-x^2d\left(\frac yx\right)$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$x\,dy+y\,dx=d(xy)$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linear ODE with polynomial forcing, try a polynomial particular solution and add the homogeneous solution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$px^2+qx+r$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its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$x=-\frac{q}{2p}$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$r-\frac{q^2}{4p}$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$f(x)=x^2-2x+2$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minimum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23113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polynomial function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graph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as shown, which of the following statements are INCORRECT?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 [The figure did not come through in the PDF; from the PDF's solution it is a falling cubic crossing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23113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polynomial function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$a&lt;b&lt;c$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$f(a)=f(b)=f(c)$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graph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as shown, which of the following statements are INCORRECT?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$c&gt;|a|$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 [The figure did not come through in the PDF; from the PDF's solution it is a falling cubic crossing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$a&lt;b=0&lt;c$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$\int_a^c f(x)\,dx=\int_a^b f(x)\,dx+\int_b^c f(x)\,dx$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$\int_a^c f(x)\,dx&lt;0$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f(x)\,dx&lt;\int_c^b f(x)\,dx$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$\frac{1}{b-a}\int_a^b f(x)\,dx&gt;\frac{1}{c-b}\int_b^c f(x)\,dx$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definite integrals, Graph of a cubic polynomial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Zeros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positive lobe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larger than the negative lobe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Zeros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$a,0,c$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$c&gt;|a|$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positive lobe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$(0,c)$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larger than the negative lobe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figure: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falling cubic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inconsistent).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figure: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falling cubic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$f(a)=f(b)=f(c)=0$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$f(x)=-(x-a)(x-b)(x-c)=-x(x-a)(x-c)$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$-(x-a)(x-b)(x+c)=(x-a)x(x+c)$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inconsistent).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Signs: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Exactly,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says 'from graph').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Additivity of the integral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∪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correct. (The question prints the last integral as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typo 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claim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(C) is incorrect (the second term is the larger negative number).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Signs: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$x(x-a)(x-c)&gt;0$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$0&lt;x&lt;c$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$x(x-a)(x-c)&lt;0$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f=-P$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$\int_b^c f=Q$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Exactly,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$\int_a^c f\,dx=\frac{(c-a)^3(a+c)}{12}&gt;0$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$c&gt;|a|$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$a+c&gt;0$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$Q-P&gt;0$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$Q&gt;P$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says 'from graph').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Additivity of the integral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$[a,c]=[a,b]\cup[b,c]$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$\int_a^c=\int_a^b+\int_b^c$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correct. (The question prints the last integral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typo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$\int_b^c$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$\int_a^c f=\int_a^b f+\int_b^c f=-P+Q&gt;0$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claim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$\int_a^c f&lt;0$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f=-P$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$\int_c^b f=-\int_b^c f=-Q$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$Q&gt;P$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$-P&gt;-Q$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f&gt;\int_c^b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(C) is incorrect (the second term is the larger negative number).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'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is false: (D)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Incorrect statements: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$\frac{1}{b-a}\int_a^b f=-\frac{P}{b-a}&lt;0$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$\frac{1}{c-b}\int_b^c f=\frac{Q}{c-b}&gt;0$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'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is false: (D)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Incorrect statements: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Simpson's rule is exact for cubics,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read off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Simpson's rule is exact for cubics,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$\int_a^c 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read off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$f\left(\frac{a+c}{2}\right)$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$f(c)$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cubic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Simpson's rule is exact for polynomials of degree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Thus (B) is incorrect.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$f(x)=-x(x-a)(x-c)$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cubic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$f(a)=f(c)=0$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Simpson's rule is exact for polynomials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$\int_a^c f\,dx=\frac{c-a}{6}\left[f(a)+4f(m)+f(c)\right]=\frac{2(c-a)}{3}f(m)$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$m=\frac{a+c}{2}$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$f(m)=-m(m-a)(m-c)=-m\cdot\frac{c-a}{2}\cdot\left(-\frac{c-a}{2}\right)=\frac{m(c-a)^2}{4}$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$c&gt;|a|$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$f(m)&gt;0$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$\int_a^c f\,dx=\frac{(c-a)^3(a+c)}{12}&gt;0$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Thus (B) is incorrect.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(C)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left average is negative and the right one positive: (D)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f-\int_c^b f=\int_a^b f+\int_b^c f=\int_a^c f&gt;0$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f&gt;\int_c^b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(C)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$[b,c]$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left average is negative and the right one positive: (D)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Simpson's rule is exact for cubics: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cubic with leading coefficient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zeros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vanishes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(symmetry about the middle zero).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Reversing limits flips the sign,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rewrite everything with ascending limits before comparing, and remember a statement like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average value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change sign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Simpson's rule is exact for cubics: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$\int_p^q f=\frac{q-p}{6}\left[f(p)+4f\left(\frac{p+q}{2}\right)+f(q)\right]$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$\deg f\le3$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cubic with leading coefficient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zeros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$a&lt;b&lt;c$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$\int_a^c f\,dx=-\lambda\frac{(c-a)^3(a+c-2b)}{12}$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vanishes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$b=\frac{a+c}{2}$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(symmetry about the middle zero).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Reversing limits flips the sign,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$\int_c^b f=-\int_b^c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rewrite everything with ascending limits before comparing, and remember a statement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f&lt;\int_c^b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$\int_a^c f&lt;0$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average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$\frac{1}{q-p}\int_p^q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change sign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$[p,q]$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defined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$f:\mathbb{R}\to\mathbb{R}$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defined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 f^{-1}(x)\,dx=I$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$I&gt;\int_0^1\frac{dx}{1+x^3}$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$I&lt;\int_0^1 e^{x^2}\,dx$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$2&lt;I&lt;3$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$\frac\pi4&lt;I&lt;\frac\pi2$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998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Integral of an inverse function and bounds on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never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$x=f(t)$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$\int_0^\pi f^{-1}(x)dx=\int_0^\pi t f'(t)dt$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$f^{-1}$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never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zeros only at isolated points,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increasing, one-one and onto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exists. 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limits stay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2.93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2.89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slip).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$f'(x)=1+\cos 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zeros only at isolated points,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increasing, one-one and onto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$f(\pi)=\pi$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$I=\int_0^\pi f^{-1}(x)\,dx$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$x=f(t)$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$dx=f'(t)\,dt$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limits stay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$I=\int_0^\pi t\,f'(t)\,dt=\int_0^\pi t(1+\cos 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$=\left[\frac{t^2}{2}\right]_0^\pi+\left[t\sin t+\cos t\right]_0^\pi=\frac{\pi^2}{2}+(-1-1)=\frac{\pi^2}{2}-2$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$I=\frac{\pi^2}{2}-2\approx2.93$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$\approx2.89$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slip).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2.93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2.93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$0&lt;\frac{1}{1+x^3}\le1$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$\int_0^1\frac{dx}{1+x^3}&lt;1&lt;2.93=I$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$I&gt;\int_0^1\frac{dx}{1+x^3}$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$e^{x^2}\le 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$\int_0^1e^{x^2}dx\le e&lt;2.93=I$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$I&lt;\int_0^1e^{x^2}dx$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$2&lt;\frac{\pi^2}{2}-2&lt;3\iff8&lt;\pi^2&lt;10$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$I&gt;2&gt;\frac\pi2$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$\frac\pi4&lt;I&lt;\frac\pi2$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under the inverse is area to the left of the curve: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under the inverse is area to the left of the curve: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$\int_0^\pi f^{-1}+\int_0^\pi f=\pi\cdot f(\pi)$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$\int_0^\pi 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strictly increasing,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such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two areas fill the rectangle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strictly increasing,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$f(\pi)=\pi$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such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$\int_0^{\pi}f(x)\,dx+\int_{f(0)}^{f(\pi)}f^{-1}(y)\,dy=\pi f(\pi)-0\cdot 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two areas fill the rectangle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$[0,\pi]\times[0,\pi]$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$\int_0^\pi(x+\sin x)\,dx=\frac{\pi^2}{2}+2$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2.9348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2.93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true),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 false),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 true),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 false).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$I=\pi^2-\frac{\pi^2}{2}-2=\frac{\pi^2}{2}-2\approx2.9348$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$I\approx2.93$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$I&gt;\int_0^1\frac{dx}{1+x^3}\approx0.84$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true),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$I&gt;1.46\approx\int_0^1e^{x^2}dx$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 false),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$2&lt;I&lt;3$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 true),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 false).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strictly increasing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two areas fill a rectangle). Checked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usually a by-parts integral; this works even when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 closed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Estimating integrals: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Compare with decimal bounds only after exact evaluation, e.g.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2.9348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strictly increasing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vanishing only at isolated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a bijection of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though it is not 'steadily' increasing.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strictly increasing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$\int_a^bf(x)\,dx+\int_{f(a)}^{f(b)}f^{-1}(y)\,dy=bf(b)-af(a)$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two areas fill a rectangle). Checked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$f=x^3+x$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$x=f(t)$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f^{-1}(x)\,dx$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t f'(t)\,dt$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usually a by-parts integral; this works even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 closed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Estimating integrals: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 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$[p,q]$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g\le\int 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$e^{x^2}\le 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$\frac1{1+x^3}\le1$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Compare with decimal bounds only after exact evaluation,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$\frac{\pi^2}{2}-2=2.9348$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strictly increasing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vanishing only at isolated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$x=(2k+1)\pi$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a bijection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though it is not 'steadily' increasing.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5927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real valued differentiable function satisfying the integral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is (are) true: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exactly one asymptote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neither injective nor surjective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Distance between two horizontal tangents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If the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four distinct solutions, then the range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85927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$f:\mathbb{R}\to\mathbb{R}$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real valued differentiable function satisfying the integral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$1+\int_1^x2t^2f(t)\,dt=x^2+2\int_x^1f(t)\,dt$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is (are) true: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exactly one asymptote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neither injective nor surjective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Distance between two horizontal tangents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If 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$f(|x|)=k$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four distinct solutions, then the range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$\left(0,\frac12\right]$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Integral equation (differentiate using Leibniz rule), Graph, range and equation-solving for a rational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test each statement.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$(1+x^2)f(x)=x$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$f(x)=\frac{x}{1+x^2}$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test each statement.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$1+\int_1^x2t^2f(t)\,dt=x^2+2\int_x^1f(t)\,dt$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$2x^2f(x)=2x+\left(0-2f(x)\right)$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denominator is never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there is no vertical asymptote;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only asymptote.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not injective.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surjective.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horizontal tangents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Their distance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$\left(1+x^2\right)f(x)=x$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$f(x)=\frac{x}{1+x^2}$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denominator is 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there is no vertical asymptote;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$x\to\pm\infty$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only asymptote.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$f(-x)=-f(x)$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$f(x)=f\left(\frac1x\right)$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$f(2)=f\left(\frac12\right)=\frac25$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not injective.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$|x|\le\frac{1+x^2}{2}$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$|f(x)|\le\frac12$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surjective.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$f'(x)=\frac{1-x^2}{(1+x^2)^2}=0$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horizontal tangents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$y=f(1)=\frac12$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$y=f(-1)=-\frac12$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Their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two positive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That gives four solutions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concludes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solutions),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 and the range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(D) is false. Answer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$f(|x|)$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$f(x)=k\iff kx^2-x+k=0$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two positive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$r,\frac1r$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$1-4k^2&gt;0$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$0&lt;k&lt;\frac12$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That gives four solutions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 r,\pm\frac1r$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concludes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$k\in\left(0,\frac12\right)$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$f(|x|)=\frac12$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solutions),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 and the range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$\left(0,\frac12\right]$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(D) is false. Answer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range, symmetry, extremes and the count of solutions can be read from a sine curve.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$x=\tan\theta$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$f=\frac12\sin2\theta$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range, symmetry, extremes and the count of solutions can be read from a sine curve.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range is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all of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same value: not injective; (B)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minimum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these are the only horizontal tangents and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apart: (C)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$\theta\in\left(-\frac\pi2,\frac\pi2\right)$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$f=\frac{\tan\theta}{\sec^2\theta}=\sin\theta\cos\theta=\frac12\sin2\theta$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range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$\left[-\frac12,\frac12\right]$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all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$\theta\leftrightarrow\frac\pi2-\theta$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same value: not injective; (B)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$2\theta=\frac\pi2$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minimum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these are the only horizontal tangents and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apart: (C)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bounded,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only asymptote: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two solutions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one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Doubling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four solutions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(D) with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false. Answer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$x\to\pm\infty$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$\theta\to\pm\frac\pi2$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bounded,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only asymptote: (A)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$f(|x|)=k$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$\sin2\theta=2k$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$\theta\in\left(0,\frac\pi2\right)$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$2\theta\in(0,\pi)$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two solutions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$0&lt;2k&lt;1$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one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Doubling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four solutions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$0&lt;k&lt;\frac12$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(D)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$\left(0,\frac12\right]$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false. Answer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equation containing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differentiate with Leibniz: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original checks consistency, since both integrals vanish there.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AM-GM;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it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(number of positive roots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solutions;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product of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roots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distinct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continuous function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tending to the same finite limit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exactly the one horizontal asymptote; vertical asymptotes need a denominator zero.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equation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$\int_1^x(\dots)$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$\int_x^1(\dots)$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differentiate with Leibniz: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$\frac{d}{dx}\int_x^1f=-f(x)$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original checks consistency, since both integrals vanish there.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$\frac{x}{1+x^2}=\frac{1}{x+1/x}$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$f(x)=f\left(\frac1x\right)$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$|f|\le\frac12$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AM-GM;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it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$\frac12\sin2\theta$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$f(|x|)=k$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(number of positive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solutions;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$kx^2-x+k=0$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product of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roots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$r,\frac1r$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distinct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$1-4k^2&gt;0$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continuous function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tending to the same finite limit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exactly the one horizontal asymptote; vertical asymptotes need a denominator zero.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probability that a randomly selected point inside the area bounded by the parabola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latus rectum lies inside the ellipse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points of extremum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probability that a randomly selected point inside the area bounded by the parabola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$y^2=8x$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latus rectum lies inside the ellipse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$\frac{x^2}{2}+\frac{y^2}{16}=1$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$\frac{\sqrt2(a\pi+b)}{32}$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points of extremum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$\int_0^{x^2}\left(\frac{t^2-(a+b)t+4}{2+e^t}\right)dt$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bounded by a parabola and an ellipse, Extrema of an integral function (Leibniz rule)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area ratio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four simple sign changes plus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area ratio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$a+b=5$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$f'(x)=2x(x^2-1)(x^2-4)/(2+e^{x^2})$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four simple sign changes plus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Latus rectum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Area of the parabolic region: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Parabola meets ellipse where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skips this part and starts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Inside the ellipse: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parabola bounds the region,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ellipse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does;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nary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Latus rectum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$y^2=8x$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Area of the parabolic region: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$\int_{-4}^{4}\left(2-\frac{y^2}{8}\right)dy=\frac{32}{3}$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Parabola meets ellipse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$\frac{x^2}{2}+\frac{8x}{16}=1$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$x^2+x-2=0$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$(1,\pm2\sqrt2)$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skips this part and starts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Inside the ellipse: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parabola bounds the region,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x\le\sqrt2$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ellipse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$y=\pm4\sqrt{1-x^2/2}$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does;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$=\int_0^1 2\sqrt{8x}\,dx+\int_1^{\sqrt2}8\sqrt{1-\frac{x^2}{2}}\,dx$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probability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extremum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$=\frac{8\sqrt2}{3}$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$x=\sqrt2\sin\theta$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$8\sqrt2\int_{\pi/4}^{\pi/2}\cos^2\theta\,d\theta=8\sqrt2\left(\frac{\pi}{8}-\frac14\right)=\sqrt2\pi-2\sqrt2$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$=\sqrt2\pi+\frac{2\sqrt2}{3}$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probability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$=\frac{3}{32}\left(\sqrt2\pi+\frac{2\sqrt2}{3}\right)=\frac{\sqrt2(3\pi+2)}{32}$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$a=3,\ b=2,\ a+b=5$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$f(x)=\int_0^{x^2}\left(\frac{t^2-5t+4}{2+e^t}\right)dt$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$f'(x)=\left(\frac{x^4-5x^2+4}{2+e^{x^2}}\right)\times2x$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extremum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$2+e^{x^2}&gt;0$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$2x(x^2-1)(x^2-4)=0$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$x=0,\pm1,\pm2$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roots are simple,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at each: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minima,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maxima. Every listed point is a point of extremum: (A),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roots are simple,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at each: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$(-\infty,-2)$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minima,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maxima. Every listed point is a point of extremum: (A),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 the area by integrating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treat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composite so the extrema follow 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 the area by integrating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treat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$f(x)=F(x^2)$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composite so the extrema follow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Region inside both curves: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(right branch of the ellipse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bounds meet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𝑦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8</m:t>
                                    </m:r>
                                  </m:den>
                                </m:f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first part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Evaluating gives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as before, so probability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Region inside both curves: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$y^2/8\le x\le\sqrt{2-y^2/8}$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(right branch of the ellipse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$x=\sqrt{2-y^2/8}$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bounds meet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$s=y^2/8$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$s=\sqrt{2-s}$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$s^2+s-2=0$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$|y|\le2\sqrt2$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$=2\int_0^{2\sqrt2}\left(\sqrt{2-\frac{y^2}{8}}-\frac{y^2}{8}\right)dy$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$y=4\sin\phi$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first part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$\int\sqrt2\cdot\sqrt{1-y^2/16}\,dy$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Evaluating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$\sqrt2\left(\pi+\frac23\right)$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as before, so probability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$=\frac{3}{32}\sqrt2\left(\pi+\frac23\right)=\frac{\sqrt2(3\pi+2)}{32}$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(+ to −)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(− to +),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max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min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(maxima),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(minima).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extrema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(A),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$F(u)=\int_0^u\frac{t^2-5t+4}{2+e^t}dt$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$F'(u)=\frac{(u-1)(u-4)}{2+e^u}$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(+ to −)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(− to +),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max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min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(maxima),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(minima).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$F'(0)=\frac43&gt;0$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extrema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$x=-2,-1,0,1,2$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(A),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parabola segment cut by a chord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chord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height;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latus rectum: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the standard step for any ellipse or circle segment (substitute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its own zero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besides the zeros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zero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an extremum only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(odd multiplicity); a zero of even multiplicity does not.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extremum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minimum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because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parabola segment cut by a chord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$=\frac23\times$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chord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height;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$y^2=8x$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latus rectum: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$\frac23\cdot8\cdot2=\frac{32}{3}$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$\int\sqrt{1-u^2}\,du=\frac12\left(u\sqrt{1-u^2}+\sin^{-1}u\right)+C$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the standard step for any ellipse or circle segment (substitute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$\frac{d}{dx}\int_0^{h(x)}\varphi(t)\,dt=\varphi(h(x))\,h'(x)$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$h'(x)=2x$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its own zero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besides the zeros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$\varphi(h)$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zero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an extremum only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(odd multiplicity); a zero of even multiplicity does not.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extremum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minimum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den>
                                </m:f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den>
                                </m:f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$b&gt;a&gt;0,\ I_1=\int_a^{\frac{a+b}{2}}\left(\sqrt{\frac{b-x}{x-a}}-\sqrt{\frac{x-a}{b-x}}\right)dx$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$I_2=\int_{\frac{a+b}{2}}^{b}\left(\sqrt{\frac{x-a}{b-x}}-\sqrt{\frac{b-x}{x-a}}\right)dx$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$I_1&gt;I_2$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$I_1&lt;I_2$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$I_1+I_2=10$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algebraic radical functions (exact derivative form)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 the radicals: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exact derivative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 the radicals: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$\frac{(a+b)-2x}{\sqrt{(x-a)(b-x)}}$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exact derivative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$2\sqrt{(x-a)(b-x)}$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is an exact derivative.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</m:ra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$\sqrt{\frac{b-x}{x-a}}-\sqrt{\frac{x-a}{b-x}}=\frac{(b-x)-(x-a)}{\sqrt{(x-a)(b-x)}}=\frac{(a+b)-2x}{\sqrt{(x-a)(b-x)}}$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$\frac{d}{dx}\,2\sqrt{(x-a)(b-x)}=\frac{(a+b)-2x}{\sqrt{(x-a)(b-x)}}$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is an exact derivative.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$I_1=\left[2\sqrt{(x-a)(b-x)}\right]_a^{\frac{a+b}{2}}$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$x=\frac{a+b}{2}$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$2\sqrt{\frac{b-a}{2}\cdot\frac{b-a}{2}}=b-a$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antiderivative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</m:rad>
                          </m:e>
                        </m:d>
                      </m:e>
                      <m:sub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is true and (B), (C) are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 such condition is stated, so (D) does not hold in general.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$\frac{2x-(a+b)}{\sqrt{(x-a)(b-x)}}$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antiderivative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$-2\sqrt{(x-a)(b-x)}$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$I_2=\left[-2\sqrt{(x-a)(b-x)}\right]_{\frac{a+b}{2}}^{b}=0-\left(-(b-a)\right)=b-a$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$I_1=I_2=b-a$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is true and (B), (C) are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$I_1+I_2=2(b-a)$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 such condition is stated, so (D) does not hold in general.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radicals become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 reflection also shows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$x=a+(b-a)\sin^2\theta$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radicals become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$\cot\theta$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 reflection also shows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$I_1=I_2$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$x=a+(b-a)\sin^2\theta$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$x-a=(b-a)\sin^2\theta$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$b-x=(b-a)\cos^2\theta$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$dx=2(b-a)\sin\theta\cos\theta\,d\theta$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$\sqrt{\frac{b-x}{x-a}}=\cot\theta$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$\sqrt{\frac{x-a}{b-x}}=\tan\theta$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$a\to\frac{a+b}{2}$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$\theta:0\to\frac\pi4$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$I_1=2(b-a)\int_0^{\pi/4}(\cot\theta-\tan\theta)\sin\theta\cos\theta\,d\theta=2(b-a)\int_0^{\pi/4}\cos2\theta\,d\theta=(b-a)\left[\sin2\theta\right]_0^{\pi/4}=b-a$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integrand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swaps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maps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turning the integrand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that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any computation.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(A) is true; (D)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$\theta:\frac\pi4\to\frac\pi2$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$-(\cot\theta-\tan\theta)$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$I_2=-2(b-a)\int_{\pi/4}^{\pi/2}\cos2\theta\,d\theta=-(b-a)\left[\sin2\theta\right]_{\pi/4}^{\pi/2}=b-a$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a+b-x$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swaps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maps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$[\frac{a+b}{2},b]$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$[a,\frac{a+b}{2}]$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turning the integrand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that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any computation.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(A) is true; (D)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integrands with a numerator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exact derivatives of this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rationalises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turns them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preserves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swaps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function antisymmetric under it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Beta-type value: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each half in this question is the elementary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the combination, not each term, is elementary).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$a&lt;x&lt;b$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$\frac{d}{dx}\sqrt{(x-a)(b-x)}=\frac{(a+b)-2x}{2\sqrt{(x-a)(b-x)}}$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integrands with a numerator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$\sqrt{(x-a)(b-x)}$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exact derivatives of this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$x=a+(b-a)\sin^2\theta$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$x=a\cos^2\theta+b\sin^2\theta$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rationalises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$\sqrt{(x-a)(b-x)}$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$\sqrt{\frac{x-a}{b-x}}$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turns them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a+b-x$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preserves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swaps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$x-a\leftrightarrow b-x$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function antisymmetric under it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Beta-type value: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$\int_a^b\sqrt{\frac{x-a}{b-x}}\,dx=\frac{\pi(b-a)}{2}$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each half in this question is the elementary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the combination, not each term, is elementary).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sepChr m:val=""/>
                        <m:endChr m:val="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 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&lt;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 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&lt;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$f(x-3)=f(x+3)$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$f(x)=\begin{cases}x &amp; ;\ 0\le x&lt;3\\ 6-x &amp; ;\ 3\le x&lt;6\end{cases}$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$\int_0^{36}f(x)\,dx=54$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$\int_0^{48}f(x)\,dx=64$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$\int_0^{54}f(x)\,dx=81$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$\int_0^{18}f(x)\,dx=9$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14596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Integral of a periodic function over several periods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$f(x-3)=f(x+3)$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$\int_0^{6n}f=n\int_0^6f$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154936"/>
                <a:ext cx="10725912" cy="452018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periodic with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one period the graph is a triangle: it rises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falls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(six periods): (A)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154936"/>
                <a:ext cx="10725912" cy="452018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$f(x-3)=f(x+3)$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replacing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$f(x)=f(x+6)$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periodic with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one period the graph is a triangle: it rises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falls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$\int_0^6f(x)\,dx=\frac12\times6\times3=9$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$\int_0^{36}f(x)\,dx=6\times9=54$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(six periods): (A)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$\int_0^{48}f(x)\,dx=8\times9=72\ne64$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$\int_0^{54}f(x)\,dx=9\times9=81$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$\int_0^{18}f(x)\,dx=3\times9=27\ne9$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every interval of whole periods has average value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$f(x)+f(x+3)=3$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every interval of whole periods has average value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by periodicity this holds for all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Over a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(shift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whole periods).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$f(x+3)=6-(x+3)=3-x$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$f(x)+f(x+3)=3$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by periodicity this holds for all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Over a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$L=6n$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$\int_0^Lf(x+3)\,dx=\int_0^Lf(x)\,dx$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(shift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whole periods).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is a multiple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(true).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(false).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(true).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(false).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$2\int_0^Lf=\int_0^L\left(f(x)+f(x+3)\right)dx=3L$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$\int_0^Lf=\frac{3L}{2}$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is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(true).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$72\ne64$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(false).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(true).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$27\ne9$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(false). Answer (A),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every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more generally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necessarily the least period).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average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 period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here: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triangular wave of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$\int_a^{a+nT}f=n\int_0^Tf$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every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more 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$\int_0^{nT+r}f=n\int_0^Tf+\int_0^rf$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$f(x-p)=f(x+p)$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necessarily the least period).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$f(x+\frac T2)+f(x)=M$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average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 period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triangular wave of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h2$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$\int_0^{nT}f=\frac{nhT}{2}$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155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curve of the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a conic whose centre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a conic, length of whose one axis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an ellipse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a hyperbola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155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curve of 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$(1-x^2)\frac{dy}{dx}+xy=x$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a conic whose centre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a conic, length of whose one 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an ellipse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$|x|&lt;1$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a hyperbola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$|x|&gt;1$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243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Separable / linear differential equations, Standard conics (ellipse and hyperbola)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equation homogeneous and separable, giving the conic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$Y=y-1$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equation homogeneous and separable, giving the conic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$(y-1)^2=C(x^2-1)$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left: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separable: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central conic with 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(A)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left: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$(1-x^2)\frac{dy}{dx}+x(y-1)=0$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$(1-x^2)\frac{dY}{dx}=-xY$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separable: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$\frac{dY}{Y}=\frac{x\,dx}{x^2-1}$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$\ln|Y|=\frac12\ln|x^2-1|+c_1$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$Y^2=C(x^2-1)$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$(y-1)^2=C(x^2-1)$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$x^2-\frac{(y-1)^2}{C}=1$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central conic with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(A)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axis along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semi-length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length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ellipse. (C)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hyperbola. (D)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four statements hold: (A),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axis along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semi-length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length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$x^2+\frac{(y-1)^2}{|C|}=1$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ellipse. (C)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$x^2-\frac{(y-1)^2}{C}=1$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hyperbola. (D)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four statements hold: (A), (B), (C),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it as a linear equation and use the integrating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it as a linear equation and use the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$(1-x^2)^{-1/2}$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$y=1+c\sqrt{1-x^2}$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 (for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$\frac{dy}{dx}+\frac{x}{1-x^2}\,y=\frac{x}{1-x^2}$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$P=Q=\frac{x}{1-x^2}$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$e^{\int\frac{x}{1-x^2}dx}=e^{-\frac12\ln(1-x^2)}=(1-x^2)^{-1/2}$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$\frac{d}{dx}\left[y(1-x^2)^{-1/2}\right]=\frac{x}{(1-x^2)^{3/2}}$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$y(1-x^2)^{-1/2}=(1-x^2)^{-1/2}+c$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ellipse with 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 axis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(A), (B), (C) follow.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same method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hyperbola with transverse axis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follows.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four statements hold.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$y=1+c\sqrt{1-x^2}$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$(y-1)^2=c^2(1-x^2)$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$x^2+\frac{(y-1)^2}{c^2}=1$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ellipse with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 axis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(A), (B), (C) follow.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same method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$|1-x^2|=x^2-1$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$y=1+c\sqrt{x^2-1}$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$x^2-\frac{(y-1)^2}{c^2}=1$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hyperbola with transverse axis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follows.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four statements hold.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solves the homogeneous equation; shifting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the integrating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family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conic with 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ellipse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same sign, hyperbola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the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decides which.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solution may live only on a sub-interval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because the coefficient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constants on the two pieces can be independent.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$P(x)=Q(x)\cdot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solves the homogeneous equation; shifting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the integrating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family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x^2+\beta (y-k)^2=\gamma$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conic with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ellipse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same sign, hyperbola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$(y-k)^2=C(x^2-1)$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decides which.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$\int\frac{x\,dx}{1-x^2}=-\frac12\ln|1-x^2|+c$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$\int\frac{x\,dx}{x^2-1}=\frac12\ln|x^2-1|+c$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solution may live only on a sub-interval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because the coefficient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constants on the two pieces can be independent.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252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integration constant, then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</m:rad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252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$\int\sqrt{\sec^2x+3}\,dx=\ln\left|f(x)+\sqrt{4+f^2(x)}\right|+\sqrt3\sin^{-1}\left(\frac{k\cdot g(x)}{2}\right)+C$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integration constant, then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$g(x)=\frac{f(x)}{\sqrt{1+f^2(x)}}$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$g^2(x)+\left(\sqrt{1+f^2(x)}\right)^{-2}=1$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$g^2(x)f'(x)=f'(x)-g^2(x)$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of irrational trigonometric functions (standard forms and substitution)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the numerator splits into two standard integrals.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$\sqrt{R}=\frac{R}{\sqrt 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$R=\sec^2x+3$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the numerator splits into two standard integrals.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$\sec^2x+3=\tan^2x+4$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$\int\sqrt{\sec^2x+3}\,dx=\int\frac{\sec^2x+3}{\sqrt{\sec^2x+3}}\,dx$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integral: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integral: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Result: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stem's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read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(A)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$=\int\frac{\sec^2x\,dx}{\sqrt{4+\tan^2x}}+\int\frac{3\cos x\,dx}{\sqrt{4-3\sin^2x}}$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$\frac{3}{\sqrt{\sec^2x+3}}=\frac{3\cos x}{\sqrt{1+3\cos^2x}}=\frac{3\cos x}{\sqrt{4-3\sin^2x}}$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$\int\frac{dt}{\sqrt{4+t^2}}=\ln\left|t+\sqrt{4+t^2}\right|$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$\theta=\sqrt3\sin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$d\theta=\sqrt3\cos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$3\cos x\,dx=\sqrt3\,d\theta$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$\int\frac{\sqrt3\,d\theta}{\sqrt{4-\theta^2}}=\sqrt3\sin^{-1}\frac\theta2$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Result: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$\ln\left|\tan x+\sqrt{4+\tan^2x}\right|+\sqrt3\sin^{-1}\left(\frac{\sqrt3\sin x}{2}\right)+C$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stem's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$\sqrt{4-f^2}$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read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$\sqrt{4+f^2}$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(A)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$\frac{f}{\sqrt{1+f^2}}=\frac{\tan x}{\sec x}=\sin x=g(x)$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versus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(D) is false as printed.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$g^2+\frac{1}{1+f^2}=\sin^2x+\cos^2x=1$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$g^2f'=\sin^2x\sec^2x=\tan^2x=\sec^2x-1=f'-1$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$f'-g^2=\sec^2x-\sin^2x\ne\tan^2x$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versus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(D) is false as printed.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it into rational integrals.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$\int\frac{\sqrt{t^2+4}}{1+t^2}dt$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$t=2\sinh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$s=\tanh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it into rational integrals.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cosh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sinh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cosh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sinh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$dx=\frac{dt}{1+t^2}$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$\int\sqrt{\sec^2x+3}\,dx=\int\frac{\sqrt{t^2+4}}{1+t^2}\,dt$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$t=2\sinh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$\sqrt{t^2+4}=2\cosh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$dt=2\cosh 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$\int\frac{4\cosh^2u}{1+4\sinh^2u}du$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$4\cosh^2u=(1+4\sinh^2u)+3$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$u+3\int\frac{du}{1+4\sinh^2u}$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e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h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sinh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result equals the first form up to the constant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absorbed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again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options (A), (B), (C) hold while (D) fails.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$s=\tanh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$ds=\mathrm{sech}^2u\,du$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$\sinh^2u=\frac{s^2}{1-s^2}$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$\int\frac{du}{1+4\sinh^2u}=\int\frac{ds}{1+3s^2}=\frac{1}{\sqrt3}\tan^{-1}(\sqrt3\,s)$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$u=\ln\frac{t+\sqrt{t^2+4}}{2}$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$s=\frac{t}{\sqrt{t^2+4}}=\frac{\tan x}{\sqrt{4+\tan^2x}}=\frac{\sin x}{\sqrt{4-3\sin^2x}}$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$\sqrt3\tan^{-1}(\sqrt3s)=\sqrt3\tan^{-1}\frac{\sqrt3\sin x}{\sqrt{4-3\sin^2x}}=\sqrt3\sin^{-1}\frac{\sqrt3\sin 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result equals the first form up to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absorbed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again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options (A), (B), (C) hold while (D) fails.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checkable by differentiation).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split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that each piece is the derivative of a substitution variable (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rewriting one expression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another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what makes the two substitutions independent.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fixed before removing the square root.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$\int\frac{dx}{\sqrt{x^2+a^2}}=\ln\left|x+\sqrt{x^2+a^2}\right|+C$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$\int\frac{dx}{\sqrt{a^2-x^2}}=\sin^{-1}\frac xa+C$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checkable by differentiation).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$\int\sqrt{R}\,dx$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$\int\frac{R}{\sqrt R}\,dx$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split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that each piece is the derivative of a substitution variable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$\sec^2x\,dx=d(\tan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x\,dx=d(\sin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$1+3\cos^2x=4-3\sin^2x$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$\sec^2x+3=\tan^2x+4$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rewriting one expression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another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what makes the two substitutions independent.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x=\frac{\tan x}{\sqrt{1+\tan^2x}}$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$\cos^2x=\frac{1}{1+\tan^2x}$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fixed before removing the square root.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214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question a student was given to find the derivative of the product of two functions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student by mistake thought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his question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 got the correct answer. Given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Which of the following is/are correct possibilities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214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question a student was given to find the derivative of the product of two functions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student by mistake thought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$(fg)'=f'g'$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his question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 got the correct answer. Given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$g(4)=1$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Which of the following is/are correct possibilities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$(-\infty,3)$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$(3,+\infty)$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$(3,+\infty)$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$(-\infty,3)$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 from a given relation (separable), Monotonicity of a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separable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sign fixes monotonicity.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$f'g'$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$f'g+fg'$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separable equation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$\frac{g'}{g}=\frac{-3}{x-3}$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sign fixes monotonicity.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student's answer is correct,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student's answer is correct,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$f'g'=f'g+fg'$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$3x^2g'=3x^2g+x^3g'$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some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only the branch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PDF writes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there, which would be negative, against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true, (B)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$g'\left(3x^2-x^3\right)=3x^2g$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$g'=\frac{3x^2}{x^2(3-x)}\,g=\frac{-3}{x-3}\,g$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$x\ne0,3$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$\frac{g'}{g}=\frac{-3}{x-3}$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g=-3\ln|x-3|+c$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$g(4)=1$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$0=-3\ln1+c$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$g(x)=\frac{1}{(x-3)^3}$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$g(x)=\frac{c'}{(3-x)^3}$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$c'&gt;0$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$g(4)=1$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only the branch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PDF writes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$\frac{1}{(x-3)^3}$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there, which would be negative, against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$g'=\frac{-3}{x-3}g&lt;0$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$x-3&gt;0$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true, (B)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true, (A)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$g'=\frac{-3}{x-3}g=\frac{3}{3-x}g&gt;0$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$(-\infty,3)$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true, (A)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monotonicity straight from the sign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without solving the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monotonicity straight from the sign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$\frac{g'}{g}=\frac{f'}{f'-f}$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without solving the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wherever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$f'g'=f'g+fg'$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$g'(f'-f)=f'g$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$\frac{g'}{g}=\frac{f'}{f'-f}$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$f'\ne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$\frac{g'}{g}=\frac{3x^2}{3x^2-x^3}=\frac{3}{3-x}$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sign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positive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negative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decreases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and (C). 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fixes the constant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not needed for the monotonicity.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$\frac{3}{3-x}$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positive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negative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$(-\infty,3)$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decreases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and (C).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$g(4)=1$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fixes the constant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not needed for the monotonicity.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each side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differ on each interval where the equation is continuous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an initial value fixes only its own interval.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sign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sign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monotonicity needs only that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use the modulus, which also records that the constant may change across the singular 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$(fg)'=f'g'$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$\frac{g'}{g}=\frac{f'}{f'-f}$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$f'\neq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$\frac{n}{n-x}$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$g=\frac{c}{|x-n|^{n}}$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each side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$\frac{g'}{g}=h(x)$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$g=Ce^{\int 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differ on each interval where the equation is continuous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an initial value fixes only its own interval.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$\frac{g'}{g}=(\ln g)'$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monotonicity needs only that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$\int\frac{dx}{x-c}=\ln|x-c|+C$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use the modulus, which also records that the constant may change across the singular 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35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definite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sec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Independent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dependent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p>
                        </m:sSup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35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definite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$\int_{-\infty}^{a}\frac{\left(\sin^{-1}e^x+\sec^{-1}e^{-x}\right)}{\left(\tan^{-1}e^a+\tan^{-1}e^{x}\right)\left(e^x+e^{-x}\right)}dx\ (a\in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Independent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dependent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$\frac\pi2\ln2$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$\frac\pi2\ln\left(2\tan^{-1}e^a\right)$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with substitution (improper limit), Inverse trigonometric identities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 it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$\sin^{-1}+\cos^{-1}=\frac\pi2$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$\frac{e^x}{e^{2x}+1}dx=d(\tan^{-1}e^x)$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 it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$\int\frac{dt}{P+t}$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integrand exists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effectively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$\sec^{-1}e^{-x}=\cos^{-1}e^x$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$\sin^{-1}e^x+\cos^{-1}e^x=\frac\pi2$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integrand exists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effectively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$\frac{1}{e^x+e^{-x}}=\frac{e^x}{e^{2x}+1}$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$I=\frac\pi2\int_{-\infty}^{a}\frac{1}{\tan^{-1}e^a+\tan^{-1}e^x}\cdot\frac{e^x}{e^{2x}+1}\,dx$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$t=\tan^{-1}e^x$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$dt=\frac{e^x}{e^{2x}+1}dx$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$x\to-\infty$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$t=\tan^{-1}e^a=P$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$I=\frac\pi2\int_0^{P}\frac{dt}{t+P}$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does not contain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and (C) are true; (B) is false, and (D) is false 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$=\frac\pi2\Big[\ln(t+P)\Big]_0^{P}=\frac\pi2\left[\ln2P-\ln P\right]$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$=\frac\pi2\ln2$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does not contain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and (C) are true; (B) is false, and (D) is false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$\frac\pi2\ln(2P)\ne\frac\pi2\ln2$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reducing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scale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integral is homogeneous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free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reducing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$\frac\pi2\int_0^P\frac{dt}{P+t}$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scale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$t=Pu$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integral is homogeneous of degree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free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$\frac{e^x\,dx}{e^{2x}+1}=dt$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$t=\tan^{-1}e^x\in(0,P)$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$I=\frac\pi2\int_0^P\frac{dt}{P+t}$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$t=Pu$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$dt=P\,du$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$P+t=P(1+u)$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$\int_0^P\frac{dt}{P+t}=\int_0^1\frac{du}{1+u}$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cancelled completely: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admissible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and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cancelled completely: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$\int_0^1\frac{du}{1+u}=\ln2$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$I=\frac\pi2\ln2$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admissible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and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and, more generally,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independent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(scale invariance).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domain of the integrand: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requires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upper limit cannot exceed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though the question says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$\sin^{-1}u+\cos^{-1}u=\frac\pi2$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$u\in[-1,1]$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$\sec^{-1}\frac1u=\cos^{-1}u$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$u\in(0,1]$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$\tan^{-1}u+\tan^{-1}\frac1u=\frac\pi2$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$\frac{e^x}{e^{2x}+1}dx=d\left(\tan^{-1}e^x\right)$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$\frac{1}{e^x+e^{-x}}=\frac12\,\mathrm{sech}\,x$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$\int_{-\infty}^{\infty}\frac{dx}{e^x+e^{-x}}=\frac\pi2$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$\int_0^P\frac{dt}{P+t}=\ln2$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and, more generally,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$\int_0^P\frac{dt}{cP+t}=\ln\left(1+\frac1c\right)$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independent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(scale invariance).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domain of the integrand: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requires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upper limit cannot exceed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though the question says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𝑒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𝑒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den>
                                </m:f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independent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$I=\int_{-1}^{1}\left(A\left(\sin^{-1}x\right)+B\left(\frac{e^{2x}-1}{e^{2x}+1}\right)+C[x^2]+D\sin|x|\right)dx$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independent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$A,B,C,D\in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$[\cdot]$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definite integrals: odd and even functions,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Odd integrands vanish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only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Odd integrands vanish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$[-1,1]$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$[x^2]=0$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$(-1,1)$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only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linearity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independent of a constant exactly when its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nary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(replacing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its negative),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linearity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$I=A\int_{-1}^1\sin^{-1}x\,dx+B\int_{-1}^1\frac{e^{2x}-1}{e^{2x}+1}dx+C\int_{-1}^1[x^2]dx+D\int_{-1}^1\sin|x|\,dx$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independent of a constant exactly when its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$\int_{-1}^{1}A\sin^{-1}x\,dx=0$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$\frac{e^{2x}-1}{e^{2x}+1}$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(replacing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$\frac{1-e^{2x}}{1+e^{2x}}$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its negative),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$\int_{-1}^{1}B\frac{e^{2x}-1}{e^{2x}+1}dx=0$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not affect the integral).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positive: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independent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dependent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Answer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$x^2\in[0,1)$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$[x^2]=0$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$\int_{-1}^{1}C[x^2]\,dx=0$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not affect the integral).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positive: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$\int_{-1}^{1}D\sin|x|\,dx=2D\int_0^1\sin x\,dx=2D(1-\cos1)$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$I=2D(1-\cos1)$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independent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dependent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$1-\cos1\ne0$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Answer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Skip symmetry: evaluate each integral with its antiderivative and see which ones vanish.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$\int\sin^{-1}x\,dx=x\sin^{-1}x+\sqrt{1-x^2}$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$\int_{-1}^{1}\sin^{-1}x\,dx=\frac\pi2-\frac\pi2=0$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$\frac{e^{2x}-1}{e^{2x}+1}=\tanh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$\int\tanh x\,dx=\ln\cosh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$\int_{-1}^{1}=\ln\cosh1-\ln\cosh(-1)=0$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function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except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its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0.919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only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$[x^2]=0$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function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except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its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$\int_{-1}^{1}\sin|x|\,dx=2(1-\cos1)\approx0.919\ne0$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$I=2D(1-\cos1)$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only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(A), (B),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integrable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splits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 plus odd), and only the even part survives.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odd;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even.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integrable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$[-a,a]$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$\int_{-a}^af=0$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$\int_{-a}^af=2\int_0^af$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$\frac{f(x)+f(-x)}{2}+\frac{f(x)-f(-x)}{2}$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(even plus odd), and only the even part survives.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$\frac{e^{2x}-1}{e^{2x}+1}=\tanh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$\ln\frac{1-x}{1+x}$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odd;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even.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Greatest integer: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integrand of a GIF is constant on pieces, so integrate piece by piece. Note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unless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parameter multiplying an odd function over a symmetric interval never affects the value, which is exactly what 'independent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tests.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Greatest integer: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$[x^2]=0$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$1\le|x|&lt;\sqrt2$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integrand of a GIF is constant on pieces, so integrate piece by piece. 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$[-x]\ne-[x]$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unless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parameter multiplying an odd function over a symmetric interval never affects the value, which is exactly what 'independent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tests.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inequality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$f(x)=\int_1^x\frac{dt}{2+t^4}$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inequality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$0&lt;f(2)&lt;\frac12$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$\frac{1}{18}&lt;f(2)&lt;\frac13$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$f(2)&gt;\frac13$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$f(2)&gt;1$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Estimation of definite integrals (bounds), Lagrange's mean value theorem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84734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LMVT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84734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LMVT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$f(2)=\frac{1}{2+c^4}$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$1&lt;c&lt;2$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$3&lt;2+c^4&lt;18$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264664"/>
                <a:ext cx="10725912" cy="441045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LMVT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264664"/>
                <a:ext cx="10725912" cy="441045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$f'(x)=\frac{1}{2+x^4}$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$f(1)=\int_1^1\frac{dt}{2+t^4}=0$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LMVT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$f'(c)=\frac{f(2)-f(1)}{2-1}$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$c\in(1,2)$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$f(2)=f'(c)=\frac{1}{2+c^4}$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$1&lt;c&lt;2\Rightarrow1&lt;c^4&lt;16\Rightarrow3&lt;2+c^4&lt;18$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and (D) are false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$\frac{1}{18}&lt;f(2)&lt;\frac13$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(B)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$0&lt;\frac1{18}$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$\frac13&lt;\frac12$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$0&lt;f(2)&lt;\frac12$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$f(2)&lt;\frac13$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and (D) are false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$f(2)\approx0.160$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the integrand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integrals are elementary, to get tighter bounds.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the integrand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$\frac{1}{3t^4}$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$\frac{1}{t^4}$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integrals are elementary, to get tighter bounds.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$t^4&lt;2+t^4\le3t^4$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$t^4\ge1$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$2\le2t^4$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$\frac{1}{3t^4}\le\frac{1}{2+t^4}&lt;\frac{1}{t^4}$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0.097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0.292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inside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inside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(A), (B) true; (C), (D)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$\int_1^2\frac{dt}{t^4}=\left[-\frac{1}{3t^3}\right]_1^2=\frac13\left(1-\frac18\right)=\frac{7}{24}$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$\frac{7}{72}&lt;f(2)&lt;\frac{7}{24}$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$0.097&lt;f(2)&lt;0.292$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inside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$\left(\frac1{18},\frac13\right)$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(A), (B) true; (C), (D)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(strict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constant); for a decreasing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true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0.1604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value theorem for integrals / LMVT: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sharper bound comes from comparing with an integrable function: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(FTC) makes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increasing wherever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already shows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$m\le\varphi\le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$m(b-a)\le\int_a^b\varphi\le M(b-a)$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(strict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constant); for a decreasing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$\varphi(b)(b-a)&lt;\int_a^b\varphi&lt;\varphi(a)(b-a)$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$\frac{1}{18}&lt;f(2)&lt;\frac13$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true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$0.1604$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value theorem for integrals / LMVT: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$\int_a^b\varphi=\varphi(c)(b-a)$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$c\in(a,b)$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sharper bound comes from comparing with an integrable function: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$\frac{1}{3t^4}\le\frac{1}{2+t^4}&lt;\frac1{t^4}$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$\frac{7}{72}&lt;f(2)&lt;\frac{7}{24}$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$f'(x)=\varphi(x)$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(FTC)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increasing wherever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already shows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$I_1=\int_1^e\frac{\ln(x+1)}{x^2}dx,\ I_2=\int_0^1\frac{e^x}{(x+1)^2}dx$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$I_2&lt;\ln2$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$I_1&lt;1,\ I_2&gt;\ln2$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998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Inequalities for definite integrals by comparing integrands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compare each integrand with a simple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$\ln(x+1)&lt;x$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$e^x&gt;x+1$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compare each integrand with a simple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(B) is true and (A)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$\ln(x+1)&lt;x$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$\frac{\ln(x+1)}{x^2}&lt;\frac1x$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$x\in[1,e]$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$[1,e]$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$I_1&lt;\int_1^e\frac{dx}{x}=1$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(B) is true and (A)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$x+1&lt;e^x$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(C)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together: (D), read as '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', is true. (Numerically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0.693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$\frac{e^x}{(x+1)^2}&gt;\frac{1}{x+1}$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$I_2&gt;\int_0^1\frac{dx}{x+1}=\ln2$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(C)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$I_2&gt;\ln2$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together: (D), read as '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$I_1&lt;1,\ I_2&gt;\ln2$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', is true.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$I_1\approx0.590$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$I_2\approx0.766$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$\ln2\approx0.693$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exactly by parts, and bound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below with the sharper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exactly by parts, and bound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$I_2-\ln2$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below with the sharper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$e^x\ge1+x+\frac{x^2}{2}$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ln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$u=\ln(1+x)$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$dv=x^{-2}dx$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$I_1=\left[-\frac{\ln(1+x)}{x}\right]_1^e+\int_1^e\frac{dx}{x(1+x)}$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$\int\frac{dx}{x(1+x)}=\ln\frac{x}{1+x}$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$I_1=\ln2-\frac{\ln(1+e)}{e}+\ln\frac{e}{1+e}+\ln2=1+2\ln2-\left(1+\frac1e\right)\ln(1+e)\approx0.590&lt;1$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$e^x\ge1+x+\frac{x^2}{2}$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$\frac{e^x}{(1+x)^2}-\frac1{1+x}=\frac{e^x-(1+x)}{(1+x)^2}\ge\frac{x^2}{2(1+x)^2}$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0.1137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0.057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(true 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0.073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and (D) as reconstructed.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$\int_0^1\frac{x^2}{(1+x)^2}dx=\int_0^1\left(1-\frac{2}{1+x}+\frac{1}{(1+x)^2}\right)dx=\frac32-2\ln2\approx0.1137$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$I_2-\ln2\ge\frac12\left(\frac32-2\ln2\right)\approx0.057&gt;0$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(true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$\approx0.073$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$I_2&gt;\ln2$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and (D) as reconstructed.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inequalities: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(continuous)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ψ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pick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known integral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decide size questions without evaluating.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inequalities: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$\ln(1+x)&lt;x$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$\frac{x}{1+x}&lt;\ln(1+x)$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$e^x&gt;1+x$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$e^x\ge1+x+\frac{x^2}{2}$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$\varphi&lt;\psi$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(continuous)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$\int_a^b\varphi&lt;\int_a^b\psi$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pick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known integral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decide size questions without evaluating.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elementary (it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the non-elementary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is why only inequalities are asked.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Strict comparison needs the inequality to hold on the whole interval with equality at most at points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endpoint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spoil it).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$\frac{d}{dx}\frac{e^x}{1+x}=\frac{x\,e^x}{(1+x)^2}$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$\int\frac{e^x}{(1+x)^2}dx$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elementary (it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$\frac{e^x}{1+x}$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the non-elementary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$\int\frac{e^x}{1+x}$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is why only inequalities are asked.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Strict comparison needs the inequality to hold on the whole interval with equality at most at points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endpoint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$e^x\ge1+x$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spoil it).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statement is/are correct: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$I_n=\int_0^{\pi/2}\frac{\sec^2x}{(\sec x+\tan x)^n}\,dx$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statement is/are correct: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$I_3=\frac{3}{8}$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$I_2+I_4=\frac{14}{15}$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$I_3+I_5=\frac{5}{12}$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$I_2+I_3=\frac{25}{24}$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Reduction formula for a definite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by parts against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$\sec^2x=\sec x\cdot\sec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by parts against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$d(\sec x+\tan 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$I_n=\frac{n}{n^2-1}$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have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 x(\sec x+\tan x)=\sec^2x+\sec x\tan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$I_n=\int_0^{\pi/2}\sec x\cdot\frac{\sec^2x+\sec x\tan x}{(\sec x+\tan x)^{n+1}}\,dx$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$dv=\frac{d(\sec x+\tan x)}{(\sec x+\tan x)^{n+1}}$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$v=-\frac{1}{n(\sec x+\tan x)^n}$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$I_n=\left[\frac{\sec x}{-n(\sec x+\tan x)^n}\right]_0^{\pi/2}+\frac1n\int_0^{\pi/2}\frac{\sec x\tan x}{(\sec x+\tan x)^n}\,dx$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bracket vanishes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term behaves like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the bracket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becomes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part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bracket vanishes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term behaves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$\frac{\sec x}{(2\sec x)^n}\to0$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the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$I_n=\frac1n+\frac1n\int_0^{\pi/2}\frac{\sec x\tan x}{(\sec x+\tan x)^n}\,dx$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 x\tan x=(\sec x\tan x+\sec^2x)-\sec^2x$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$\int_0^{\pi/2}\frac{\sec x\tan x+\sec^2x}{(\sec x+\tan x)^n}\,dx-I_n$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part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$\int\frac{d(\sec x+\tan x)}{(\sec x+\tan x)^n}=\left[\frac{1}{(1-n)(\sec x+\tan x)^{n-1}}\right]_0^{\pi/2}=\frac{1}{n-1}$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$I_n=\frac1n+\frac1n\left[\frac{1}{n-1}-I_n\right]$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$\left(1+\frac1n\right)I_n=\frac1n+\frac{1}{n(n-1)}=\frac{1}{n-1}$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correct. (B)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incorrect. (D)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$I_n=\frac{n}{n^2-1}$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$I_3=\frac38$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$I_4=\frac4{15}$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$I_5=\frac5{24}$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$I_3=\frac38$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correct.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$I_2+I_4=\frac23+\frac4{15}=\frac{14}{15}$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$I_3+I_5=\frac38+\frac5{24}=\frac{14}{24}=\frac7{12}\neq\frac5{12}$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incorrect.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$I_2+I_3=\frac23+\frac38=\frac{25}{24}$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integral becomes a pair of power integrals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$t=\sec x+\tan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$\sec x=\frac12\left(t+\frac1t\right)$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integral becomes a pair of power integrals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$[1,\infty)$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$t=\sec x+\tan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$dt=(\sec x\tan x+\sec^2x)\,dx=t\sec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$\sec^2x-\tan^2x=1$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 x-\tan x=\frac1t$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 x=\frac12\left(t+\frac1t\right)$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$x=0\Rightarrow 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$x\to\frac\pi2^-\Rightarrow t\to\infty$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$\sec^2x\,dx=\sec x\cdot\frac{dt}{t}=\frac{t+1/t}{2t}\,dt=\frac12\left(1+t^{-2}\right)dt$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true, while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answer (A, B,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$I_n=\frac12\int_1^\infty\left(t^{-n}+t^{-n-2}\right)dt$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$\int_1^\infty t^{-m}\,dt=\frac1{m-1}$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$I_n=\frac12\left[\frac1{n-1}+\frac1{n+1}\right]=\frac12\cdot\frac{2n}{n^2-1}=\frac{n}{n^2-1}$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$I_3=\frac38$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$I_2+I_4=\frac{14}{15}$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$I_2+I_3=\frac{25}{24}$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true,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$I_3+I_5=\frac7{12}\neq\frac5{12}$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answer (A, B,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Consequently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first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integral diverges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an integrand built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tamed by putting that sum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$t=\sec x+\tan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 x=\frac12\left(t+\frac1t\right)$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x=\frac12\left(t-\frac1t\right)$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$dt=t\sec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Consequently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$\int_0^{\pi/2}\frac{\sec x\,dx}{(\sec x+\tan x)^n}=\frac1n$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$\int_0^{\pi/2}\frac{\sec x\tan x\,dx}{(\sec x+\tan x)^n}=\frac1{n^2-1}$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first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$\int_0^{\pi/2}\frac{\sec^2x\,dx}{(\sec x+\tan x)^n}=\frac{n}{n^2-1}$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integral diverges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an integrand built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 x+\tan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$\csc x+\cot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$\sqrt{a^2+x^2}+x$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tamed by putting that sum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Choose the correct option(s), 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Choose the correct option(s),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$\int_{3/2}^{x}\frac{x^2+3}{x^4+x^3-x^2-3x+9}\,dx=f(x)$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$f(2)=\frac{2}{\sqrt{19}}\tan^{-1}\frac{2}{\sqrt{19}}$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$f(2)=\frac{2}{\sqrt{19}}\tan^{-1}\frac{4}{\sqrt{19}}$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$f(3)=\frac{2}{\sqrt{19}}\tan^{-1}\frac{5}{\sqrt{19}}$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$f(3)=\frac{2}{\sqrt{19}}\tan^{-1}\frac{3}{\sqrt{19}}$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506323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of rational functions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denominator becomes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denominator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$u^2+u+5$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$u=x-\frac3x$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$du=\left(1+\frac3{x^2}\right)dx$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limits are positive, so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exactly the numerator.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denominator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limits are positive, so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$\frac{1+3/x^2}{x^2+x-1-3/x+9/x^2}$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$u=x-\frac3x$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$du=\left(1+\frac3{x^2}\right)dx$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exactly the numerator.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$x^2+\frac9{x^2}=\left(x-\frac3x\right)^2+6=u^2+6$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denominator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$u^2+6+u-1=u^2+u+5$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$f(x)=\int\frac{du}{u^2+u+5}=\int\frac{du}{\left(u+\frac12\right)^2+\frac{19}4}=\frac{2}{\sqrt{19}}\tan^{-1}\frac{2u+1}{\sqrt{19}}+C$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$u=\frac32-2=-\frac12$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$2u+1=0$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$f\left(\frac32\right)=0$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$f(x)=\frac{2}{\sqrt{19}}\tan^{-1}\frac{2x-\frac6x+1}{\sqrt{19}}$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is correct and (B) is not.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(C) is correct and (D) is not.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$u=2-\frac32=\frac12$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$2u+1=2$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$f(2)=\frac2{\sqrt{19}}\tan^{-1}\frac2{\sqrt{19}}$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(A) is correct and (B) is not.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$u=3-1=2$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$2u+1=5$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$f(3)=\frac2{\sqrt{19}}\tan^{-1}\frac5{\sqrt{19}}$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(C) is correct and (D) is not.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Reverse-engineer the arctan from the options: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confirm by differentiating.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Reverse-engineer the arctan from the options: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$19+(2x+1-\frac6x)^2=\frac{4Q}{x^2}$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confirm by differentiating.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option has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option has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$\frac{2}{\sqrt{19}}\tan^{-1}\frac{k}{\sqrt{19}}$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$F(x)=\frac2{\sqrt{19}}\tan^{-1}w$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$w=\frac{1}{\sqrt{19}}\left(2x+1-\frac6x\right)$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$Q=x^4+x^3-x^2-3x+9$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$\left(2x+1-\frac6x\right)^2=4x^2+4x-23-\frac{12}x+\frac{36}{x^2}$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$19+\left(2x+1-\frac6x\right)^2=4x^2+4x-4-\frac{12}x+\frac{36}{x^2}=\frac{4Q}{x^2}$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$1+w^2=\frac{4Q}{19x^2}$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$w'=\frac1{\sqrt{19}}\left(2+\frac6{x^2}\right)=\frac{2(x^2+3)}{\sqrt{19}\,x^2}$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antiderivative.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(A, 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$F'(x)=\frac2{\sqrt{19}}\cdot\frac{w'}{1+w^2}=\frac2{\sqrt{19}}\cdot\frac{2(x^2+3)}{\sqrt{19}\,x^2}\cdot\frac{19x^2}{4Q}=\frac{x^2+3}{Q}$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antiderivative.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$2x+1-\frac6x=3+1-4=0$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$F\left(\frac32\right)=0$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$4+1-3=2$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$\tan^{-1}\frac2{\sqrt{19}}$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$6+1-2=5$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$\tan^{-1}\frac5{\sqrt{19}}$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(A, 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paired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sum form.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$Q(x)=x^4+px^3+qx^2-kpx+k^2$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$\frac{Q}{x^2}=\left(x-\frac kx\right)^2+p\left(x-\frac kx\right)+2k+q$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$u=x-\frac 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$du=\left(1+\frac k{x^2}\right)dx$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$k=3,p=1,q=-1$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$x^2+\frac{k^2}{x^2}=\left(x+\frac kx\right)^2-2k$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paired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$du=\left(1-\frac k{x^2}\right)dx$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sum form.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numerator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dividing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integrand here is positive,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$\int\frac{du}{u^2+bu+c}=\frac{2}{\sqrt{4c-b^2}}\tan^{-1}\frac{2u+b}{\sqrt{4c-b^2}}+C$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$4c&gt;b^2$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$b=1,c=5$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$1\pm\frac{k}{x^2}$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$u=x\mp\frac 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integrand here is positive,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155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real valued function satisfying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maximum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155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real valued function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$x\frac{dy}{dx}=x^2+y-2$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maximum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$f(3)=5$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243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equation, Maxima and minima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2.5(A little easier than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becomes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 y'-y=x^2(y/x)'$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$\left(\frac yx\right)'=1-\frac2{x^2}$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interval containing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$x\frac{dy}{dx}=x^2+y-2$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$x\frac{dy}{dx}-y=x^2-2$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$\frac{x\frac{dy}{dx}-y}{x^2}=1-\frac2{x^2}$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 yx\right)=1-\frac2{x^2}$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interval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yx=x+\frac2x+C$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$y=x^2+2+Cx$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$1=1+2+C$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$f(x)=x^2-2x+2$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correct, (B)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is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is incorrect.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$f'(x)=2x-2=0\Rightarrow 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$f''(x)=2&gt;0$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correct, (B)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$f(3)=9-6+2=5$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is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$f(2)=4-4+2=2\neq3$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is incorrect.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Superposition: solve the homogeneous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add a polynomial particular solution, then read the extremum off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Superposition: solve the homogeneous equation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$xy'=y$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add a polynomial particular solution, then read the extremum off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$(x-1)^2+1$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homogeneous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polynomial, so try the particular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coefficients: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polynomial, so try the particular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$y=ax^2+b$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$x(2ax)=x^2+ax^2+b-2$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coefficients: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$2a=1+a\Rightarrow 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$0=b-2\Rightarrow 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minimum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true, (B)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 true);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 false). Answer (A, 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$y=x^2+2+Cx$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$f(x)=x^2-2x+2=(x-1)^2+1$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$(x-1)^2\ge0$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minimum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true, (B)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$f(3)=4+1=5$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 true);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$f(2)=1+1=2\neq3$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 false). Answer (A, 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2.5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= homogeneous solution + any particular solution; for a polynomial right side, try a polynomial of the same degree.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quadratic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extremum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Useful exact differentials: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 y'-y=x^2\left(\frac yx\right)'$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P\,dx}$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= homogeneous solution + any particular solution; for a polynomial right side, try a polynomial of the same degree.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quadratic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$ax^2+bx+c$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extremum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 b{2a}$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$c-\frac{b^2}{4a}$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$-\frac{-2}{2}=1$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Useful exact differentials: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$d(xy)=x\,dy+y\,dx$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 yx\right)=\frac{x\,dy-y\,dx}{x^2}$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 xy\right)=\frac{y\,dx-x\,dy}{y^2}$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is/are: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$\frac{x+y\frac{dy}{dx}}{y-x\frac{dy}{dx}}=\frac{x\sin^2(x^2+y^2)}{y^3}$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is/are: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$-\cot(x^2+y^2)=\left(\frac xy\right)^2+c$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$\frac{y^2}{x^2+cy^2}=-\tan(x^2+y^2)$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$-\cot(x^2+y^2)=\left(\frac yx\right)^2+c$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$\frac{y^2+x^2c}{x^2}=-\tan(x^2+y^2)$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Exact differentials in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separate variables.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$d(x^2+y^2)=2(x\,dx+y\,dy)$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$d\left(\frac xy\right)=\frac{y\,dx-x\,dy}{y^2}$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separate variables.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532376"/>
                <a:ext cx="10725912" cy="214274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numerator and denominator on the left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532376"/>
                <a:ext cx="10725912" cy="214274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numerator and denominator on the left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$\frac{x\,dx+y\,dy}{y\,dx-x\,dy}=\frac{x\sin^2(x^2+y^2)}{y^3}$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the numerator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the right side accordingly):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right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(A)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the numerator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the right side accordingly):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$\frac{2x\,dx+2y\,dy}{y\,dx-x\,dy}=\frac{2x\sin^2(x^2+y^2)}{y^3}$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$2x\,dx+2y\,dy=d(x^2+y^2)$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$\frac{d(x^2+y^2)}{\sin^2(x^2+y^2)}=\frac{2x}{y^3}(y\,dx-x\,dy)$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$\frac{y\,dx-x\,dy}{y^2}=d\left(\frac xy\right)$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$2\cdot\frac xy\,d\left(\frac xy\right)$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$\csc^2(x^2+y^2)\,d(x^2+y^2)=2\left(\frac xy\right)d\left(\frac xy\right)$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$-\cot(x^2+y^2)=\left(\frac xy\right)^2+C$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(A)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form of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has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(D)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neither is the integral curve family, so they are incorrect. Answer (A, 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$\tan(x^2+y^2)=-\frac{1}{x^2/y^2+C}=-\frac{y^2}{x^2+Cy^2}$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$\frac{y^2}{x^2+cy^2}=-\tan(x^2+y^2)$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form of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 yx\right)^2$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(D)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$-\tan=\frac{y^2+cx^2}{x^2}$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neither is the integral curve family, so they are incorrect. Answer (A, 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Polar coordinates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 the equation into one with separated variables.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Polar coordinates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$x=\rho\cos\theta,\ y=\rho\sin\theta$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 the equation into one with separated variables.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Left: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$x=\rho\cos\theta$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$y=\rho\sin\theta$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$x\,dx+y\,dy=\rho\,d\rho$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$y\,dx-x\,dy=-\rho^2\,d\theta$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$\frac{\rho\,d\rho}{-\rho^2\,d\theta}=\frac{\rho\cos\theta\sin^2\rho^2}{\rho^3\sin^3\theta}$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$-\frac{\rho\,d\rho}{\sin^2\rho^2}=\frac{\cos\theta}{\sin^3\theta}\,d\theta$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Left: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$s=\rho^2$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$\int-\frac{\rho\,d\rho}{\sin^2\rho^2}=-\frac12\int\csc^2s\,ds=\frac12\cot\rho^2$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Right: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(A); inverting gives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Right: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$\int\frac{\cos\theta}{\sin^3\theta}\,d\theta=-\frac1{2\sin^2\theta}$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$\cot\rho^2=-\csc^2\theta+k=-\cot^2\theta+(k-1)$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$\cot\theta=\frac 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$\rho^2=x^2+y^2$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$-\cot(x^2+y^2)=\left(\frac xy\right)^2+c$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(A); inverting gives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Exact-differential table: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points to polar form: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implicit solution can be written in many equivalent forms; to compare with options, rearrange (e.g. invert both sides,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any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rather than expecting the same literal form.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Exact-differential table: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$d(x^2+y^2)=2(x\,dx+y\,dy)$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 yx\right)=\frac{x\,dy-y\,dx}{x^2}$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$d\left(\tan^{-1}\frac yx\right)=\frac{x\,dy-y\,dx}{x^2+y^2}$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$d\left(\ln\frac yx\right)=\frac{x\,dy-y\,dx}{xy}$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combination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$x\,dx+y\,dy$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$y\,dx-x\,dy$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points to polar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$x\,dx+y\,dy=\rho\,d\rho$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$x\,dy-y\,dx=\rho^2\,d\theta$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$\int\csc^2u\,du=-\cot u+C$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$\int\sec^2u\,du=\tan u+C$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implicit solution can be written in many equivalent forms; to compare with options, rearrange (e.g. invert both sides,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$c\to$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any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rather than expecting the same literal form.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bounded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less than or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 unit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 unit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 unit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 unit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bounded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$\min(|x|,|y|)=2015$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$\max(|x|,|y|)=2016$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less than or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 unit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 unit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 unit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 unit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bounded by curves (modulus and min/max functions)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region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four unit squares.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region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$\{2015\le|x|\le2016,\ 2015\le|y|\le2016\}$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four unit squares.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boundary of the square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first quadrant the closed region enclosed is bounded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unit square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$\min(|x|,|y|)=2015$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$|x|=2015$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$|y|\ge2015$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$|y|=2015$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$|x|\ge2015$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$\max(|x|,|y|)=2016$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boundary of the square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$|x|\le2016,|y|\le2016$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$x=\pm2016$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$y=\pm2016$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first quadrant the closed region enclosed is bounded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$x=2015$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$y=2015$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$x=2016$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$y=2016$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unit square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$[2015,2016]\times[2015,2016]$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holds in each of the other three quadrants, so there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unit squares.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 unit.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is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not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(A, 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holds in each of the other three quadrants, so there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unit squares.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$=4\times(1\times1)=4$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 unit.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is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not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(A, 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 the two conditions: 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lie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area is a product of two lengths.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 the two conditions: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$|y|$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lie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$[2015,2016]$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area is a product of two lengths.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or inside the described region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holds exactly when 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set of admissible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∪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total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likewise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or inside the described region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$\min(|x|,|y|)\ge2015$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$\max(|x|,|y|)\le2016$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holds exactly when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$[2015,2016]$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set of admissible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$[-2016,-2015]\cup[2015,2016]$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total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likewise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the Cartesian product of these two sets, so its area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fail. Answer (A, 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the Cartesian product of these two sets, so its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$2\times2=4$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$4\le4$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$4\le8$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fail. Answer (A, 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(A, 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square of side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diamond of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square frame of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that would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16124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different region).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consists of four corner squares of total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Level sets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'hash' lines and square frames; decide the region by writing the inequality form of the conditions.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$\{\max(|x|,|y|)\le b\}$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square of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$\{|x|+|y|\le k\}$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diamond of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$\{a\le\max(|x|,|y|)\le b\}$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square frame of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$4(b^2-a^2)$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that would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$4(2016^2-2015^2)=16124$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different region).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$\{a\le|x|\le b,\ a\le|y|\le b\}$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$\min\ge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$\max\le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consists of four corner squares of total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$4(b-a)^2$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Level sets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$\min$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$|x|,|y|$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'hash' lines and square frames; decide the region by writing the inequality form of the conditions.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is/are: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$y\left(2+2x^2\sqrt y\right)dx+\left(x^2\sqrt y+2\right)x\,dy=0$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is/are: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$xy\left(x^2\sqrt y+5\right)=c$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$xy\left(x^2\sqrt y+3\right)=c$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$xy\left(y^2\sqrt x+3\right)=c$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$xy\left(y^2\sqrt x+5\right)=c$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14596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Exact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Group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rest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Group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$2(y\,dx+x\,dy)=2\,d(xy)$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rest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$\frac23\,d\left(x^3y^{3/2}\right)$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Expanding, the equation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two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bracket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Expanding, 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$2y\,dx+2x\,dy+\left(2x^2y^{3/2}dx+x^3y^{1/2}dy\right)=0$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two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$2(y\,dx+x\,dy)=2\,d(xy)$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$d\left(x^3y^{3/2}\right)=3x^2y^{3/2}dx+\frac32x^3y^{1/2}dy$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bracket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$\frac23\,d\left(x^3y^{3/2}\right)$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$2\,d(xy)+\frac23\,d\left(x^3y^{3/2}\right)=0$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integrating: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factor: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is option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(A), (C), (D) have the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the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not solutions.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integrating: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$xy+\frac13x^3y^{3/2}=C$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$xy\left(3+x^2\sqrt y\right)=c$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is option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(A), (C), (D) have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$y^2\sqrt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not solutions.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exactness (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build the potential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exactness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$M_y=N_x$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build the potential function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$F_x=M,\ F_y=N$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equation is exact.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$M=2y+2x^2y^{3/2}$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$N=2x+x^3y^{1/2}$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$M_y=2+3x^2\sqrt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$N_x=2+3x^2\sqrt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$M_y=N_x$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equation is exact.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$F=\int M\,dx=2xy+\frac23x^3y^{3/2}+\varphi(y)$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equate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multiplying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$F_y=2x+x^3\sqrt y+\varphi'(y)$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$N=2x+x^3\sqrt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$\varphi'(y)=0$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$2xy+\frac23x^3y^{3/2}=C$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$3xy+x^3y^{3/2}=c$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$xy\left(x^2\sqrt y+3\right)=c$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 iff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 a simply connected domain);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group terms into such blocks, 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not exact, try an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solve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equality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it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equation is already exact).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sanity-check a printed ODE against the given key: a missing factor changes exactness.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$M_y=N_x$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 a simply connected domain);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$F=\int M\,dx+\varphi(y)$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$\varphi'=N-\int M_y\,dx$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$d\left(x^ay^b\right)=x^{a-1}y^{b-1}\left(a\,y\,dx+b\,x\,dy\right)$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group terms into such blocks,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$2x^2y^{3/2}dx+x^3y^{1/2}dy=\frac23\,d\left(x^3y^{3/2}\right)$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not exact, try an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$x^hy^k$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$M_y,N_x$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equality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$h,k$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it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equation is already exact).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sanity-check a printed ODE against the given key: a missing factor changes exactness.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Paragraph Based 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Q47 – Q56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No marking scheme printed; JEE Advanced default of 3 marks assumed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703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the differential equation: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None of these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703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$f(x)=\left(e^{-x}+e^{x}\right)\cos x-2x-\int_0^x(x-t)f'(t)\,dt$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the differential equation: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$\frac{dy}{dx}+y=e^{x}(\cos x-\sin x)-e^{-x}(\cos x+\sin x)$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$\frac{dy}{dx}=y+e^{x}(\cos x+\sin x)+e^{-x}(\cos x-\sin x)$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$\frac{dy}{dx}+y=e^{x}(\cos x+\sin x)-e^{-x}(\cos x+\sin x)$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None of these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for integral equations, Linear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under the integral: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under the integral: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$\frac{d}{dx}\int_0^x(x-t)f'(t)\,dt=f(x)-f(0)$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given equation: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given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$f(0)=(1+1)(1)-0-0=2$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(Leibniz rule):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(C) the first term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(B) has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(wrong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neither matches. Answer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(Leibniz rule):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$\frac{d}{dx}\int_0^x(x-t)f'(t)\,dt=(x-x)f'(x)+\int_0^xf'(t)\,dt=f(x)-f(0)=f(x)-2$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$\frac{d}{dx}\left[\left(e^{-x}+e^x\right)\cos x\right]=\left(e^x-e^{-x}\right)\cos x-\left(e^x+e^{-x}\right)\sin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$f'(x)=\left(e^x-e^{-x}\right)\cos x-\left(e^x+e^{-x}\right)\sin x-2-\left(f(x)-2\right)$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$f'(x)+f(x)=e^x(\cos x-\sin x)-e^{-x}(\cos x+\sin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(C) the first term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(B)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$f'=f+\dots$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(wrong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neither matches. Answer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first: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turning the equation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first: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$\int_0^x(x-t)f'(t)\,dt=\int_0^xf-xf(0)$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turning the equation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$f+\int_0^xf=2\cosh x\cos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equation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$\int_0^x(x-t)f'(t)\,dt=\left[(x-t)f(t)\right]_0^x+\int_0^xf(t)\,dt=-xf(0)+\int_0^xf(t)\,dt$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equation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$-2x+\int_0^xf$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$f(x)=2\cosh x\cos x-2x+2x-\int_0^xf$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$f(x)+\int_0^xf(t)\,dt=2\cosh 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cosh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$f'+f=2\left(\sinh x\cos x-\cosh x\sin 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$2\sinh x=e^x-e^{-x}$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$2\cosh x=e^x+e^{-x}$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$\left(e^x-e^{-x}\right)\cos x-\left(e^x+e^{-x}\right)\sin x=e^x(\cos x-\sin x)-e^{-x}(\cos x+\sin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(Leibniz: boundary term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also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</m:nary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differentiable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 equations: first set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initial values, then differentiate to remove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$\frac{d}{dx}\int_0^x(x-t)h(t)\,dt=\int_0^xh(t)\,dt$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(Leibniz: boundary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$(x-x)h(x)=0$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$\int_0^x(x-t)h(t)\,dt=\int_0^x\int_0^sh(r)\,dr\,ds$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$\int_0^x(x-t)f'(t)\,dt=\int_0^xf(t)\,dt-xf(0)$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differentiable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 equations: first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initial values, then differentiate to remove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d{dx}\int_{a(x)}^{b(x)}g(x,t)\,dt=g(x,b)b'-g(x,a)a'+\int_a^b\frac{\partial g}{\partial x}\,dt$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35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35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$f(x)=\left(e^{-x}+e^{x}\right)\cos x-2x-\int_0^x(x-t)f'(t)\,dt$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$f'(0)+f''(0)=$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43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for integral equations, Linear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derivative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$f'+f=\dots$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derivative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equation,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Q47: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right side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equation: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equation,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Q47: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$f'+f=e^x(\cos x-\sin x)-e^{-x}(\cos x+\sin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$(1-0)-(1+0)=0$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$f'(0)=-f(0)=-2$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$f''+f'=\frac{d}{dx}\left[e^x(\cos x-\sin x)\right]-\frac{d}{dx}\left[e^{-x}(\cos x+\sin x)\right]$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$\frac{d}{dx}\left[e^x(\cos x-\sin x)\right]=-2e^x\sin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$\frac{d}{dx}\left[e^{-x}(\cos x+\sin x)\right]=-2e^{-x}\sin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$f''+f'=-2e^x\sin x+2e^{-x}\sin x=-4\sinh x\sin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$f'(0)+f''(0)=0$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$f''(0)=-f'(0)=2$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in a power series: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match coefficients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in a power series: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$f+\int_0^xf=2\cosh x\cos x=2-\frac{x^4}3+\dots$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match coefficients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$1,x,x^2$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by parts (Q47 alternate),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den>
                        </m:f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right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by parts (Q47 alternate),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$f(x)+\int_0^xf(t)\,dt=2\cosh 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$\cosh x\cos x=\left(1+\frac{x^2}2+\frac{x^4}{24}\right)\left(1-\frac{x^2}2+\frac{x^4}{24}\right)+\dots=1-\frac{x^4}6+\dots$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$2+0\cdot x+0\cdot x^2+O(x^4)$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$f=a_0+a_1x+a_2x^2+\dots$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$f+\int_0^xf=a_0+(a_0+a_1)x+\left(a_1/2+a_2\right)x^2+\dots$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$a_0=2$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$a_0+a_1=0\Rightarrow a_1=-2$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$\frac{a_1}2+a_2=0\Rightarrow a_2=1$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$f'(0)=a_1=-2$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$f''(0)=2a_2=2$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$f'(0)+f''(0)=0$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derivatives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no explicit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Maclaurin coefficients: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purely imaginary.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handy exponential form.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$f+\int_0^xf=h$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$f(0)=h(0)$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$f'(0)=h'(0)-f(0)$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$f''(0)=h''(0)-f'(0)$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derivatives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no explicit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Maclaurin coefficients: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$a_k=\frac{f^{(k)}(0)}{k!}$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$f''(0)=2a_2$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$\cosh x\cos x=\mathrm{Re}\cos\left((1+i)x\right)=1-\frac{x^4}6+\dots$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$\cos((1+i)x)$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$-ix^2$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purely imaginary.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$2\cosh x\cos x=\mathrm{Re}\left[e^{(1+i)x}+e^{(-1+i)x}\right]$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handy exponential form.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703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None of these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703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$f(x)=\left(e^{-x}+e^{x}\right)\cos x-2x-\int_0^x(x-t)f'(t)\,dt$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$e^{-x}(\cos x-\sin x)+\frac{e^x}5(3\cos x+\sin x)+\frac25e^{-x}$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$e^{-x}(\cos x+\sin x)+\frac{e^x}5(3\cos x-\sin x)-\frac25e^{-x}$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$e^{-x}(\cos x-\sin x)+\frac{e^x}5(3\cos x-\sin x)+\frac25e^{-x}$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None of these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for integral equations, Linear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standard.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$y'+y=\dots$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e^{2x}\cos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e^{2x}\sin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standard.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Q47: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integrating factor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Q47: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$f'+f=e^x(\cos x-\sin x)-e^{-x}(\cos x+\sin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$\frac{d}{dx}\left(e^xf\right)=e^{2x}(\cos x-\sin x)-(\cos x+\sin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integrals: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integrals: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e^{2x}\cos x\,dx=\frac{e^{2x}(2\cos x+\sin x)}5$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e^{2x}\sin x\,dx=\frac{e^{2x}(2\sin x-\cos x)}5$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e^{2x}(\cos x-\sin x)\,dx=\frac{e^{2x}(3\cos x-\sin x)}5$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$\int(\cos x+\sin x)\,dx=\sin x-\cos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$e^xf=\frac{e^{2x}(3\cos x-\sin x)}5-\sin x+\cos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$f=\frac{e^x(3\cos x-\sin x)}5+e^{-x}(\cos x-\sin x)+Ce^{-x}$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$\frac35+1+C=2$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$f(x)=e^{-x}(\cos x-\sin x)+\frac{e^x}5(3\cos x-\sin x)+\frac25e^{-x}$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right side as real parts of complex exponentials;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particular solution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right side as real parts of complex exponentials;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$y'+y=Re^{\lambda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particular solution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$\frac{R}{\lambda+1}e^{\lambda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particular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$e^x(\cos x-\sin x)=\mathrm{Re}\left[(1+i)e^{(1+i)x}\right]$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$e^{-x}(\cos x+\sin x)=\mathrm{Re}\left[(1-i)e^{(-1+i)x}\right]$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$y'+y=Re^{\lambda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$\lambda\neq-1$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particular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$y=\frac{R}{\lambda+1}e^{\lambda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$\lambda=1+i$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$\frac{1+i}{2+i}=\frac{3+i}5$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$\mathrm{Re}\left[\frac{3+i}5e^{(1+i)x}\right]=\frac{e^x}5(3\cos x-\sin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the minus sign this contributes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homogeneous part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$\lambda=-1+i$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$\frac{1-i}{i}=-1-i$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$\mathrm{Re}\left[(-1-i)e^{(-1+i)x}\right]=e^{-x}(\sin x-\cos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the minus sign this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$e^{-x}(\cos x-\sin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homogeneous part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$f=\frac{e^x}5(3\cos x-\sin x)+e^{-x}(\cos x-\sin x)+Ce^{-x}$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$\frac35+1+C=2$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den>
                        </m:f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(resonance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first-order DE: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∫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option test: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 at one point; here option (B)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option (A) fails the 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e^{ax}\cos bx\,dx=\frac{e^{ax}(a\cos bx+b\sin bx)}{a^2+b^2}$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e^{ax}\sin bx\,dx=\frac{e^{ax}(a\sin bx-b\cos bx)}{a^2+b^2}$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$a=2,b=1$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$y'+py=\mathrm{Re}\left[Re^{\lambda x}\right]\Rightarrow y_p=\mathrm{Re}\left[\frac{R}{\lambda+p}e^{\lambda x}\right]$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$\lambda\neq-p$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(resonance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first-order 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$y'+Py=Q\Rightarrow y=e^{-\int P}\left(\int Qe^{\int P}\,dx+C\right)$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option test: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 at one point; here option (B)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$f(0)=\frac65\neq2$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option (A) fails the 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16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two differentiable functions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16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two differentiable functions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$6\int f(x)g(x)\,dx=x^6+3x^4+3x^2+c$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$2\int\frac{g(x)}{f(x)}\,dx=x^2+c$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$f(x)&gt;0\ \forall x\in\mathbb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$f'(1)+g'(2)$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25467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as the inverse of differentiation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both integral relations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both integral relations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$fg=x(x^2+1)^2$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 gf=x$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$f^2=(x^2+1)^2$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by continuity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$6\int fg\,dx=x^6+3x^4+3x^2+c$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$6f(x)g(x)=6x^5+12x^3+6x$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$f(x)g(x)=x^5+2x^3+x=(x^2+1)\left(x^3+x\right)=x(x^2+1)^2$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$2\int\frac{g}{f}\,dx=x^2+c$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$\frac{2g}{f}=2x$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$\frac{g(x)}{f(x)}=x$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$fg=x(x^2+1)^2$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$xf^2=x(x^2+1)^2$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$f^2=(x^2+1)^2$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by continuity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$g(x)=xf(x)=x^3+x$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$g'(x)=3x^2+1$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$g'(2)=13$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$f'(1)+g'(2)=2+13=15$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$x^6+3x^4+3x^2+1=(x^2+1)^3$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$f^2=\frac{fg}{g/f}$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$g^2=(fg)\cdot\frac gf$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merges with the constant).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by the chain rule: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second relation,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$x^6+3x^4+3x^2=(x^2+1)^3-1$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fg\,dx=\frac{(x^2+1)^3}6+c'$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merges with the constant).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by the chain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$fg=\frac{3(x^2+1)^2\cdot2x}6=x(x^2+1)^2$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second relation,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gf=x$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multiply: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 fixed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total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$f^2=\frac{fg}{g/f}=(x^2+1)^2$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multiply: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$g^2=(fg)\cdot\frac gf=x^2(x^2+1)^2$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$g=xf=x(x^2+1)$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 fixed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$g/f=x$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$g'(2)=3\cdot4+1=13$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 disappears on differentiation.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relations for the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positivity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a cube up to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Watch for the division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handle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separately or by continuity.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u\,dx=G(x)+c$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$u=G'(x)$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 disappears on differentiation.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relations for the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gf$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$f^2=\frac{fg}{g/f}$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$g^2=(fg)\cdot\frac gf$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positivity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$(a+b)^3=a^3+3a^2b+3ab^2+b^3$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$x^6+3x^4+3x^2+1=(x^2+1)^3$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a cube up to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Watch for the division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handle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separately or by continuity.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3616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two differentiable functions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3616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two differentiable functions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$6\int f(x)g(x)\,dx=x^6+3x^4+3x^2+c$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$2\int\frac{g(x)}{f(x)}\,dx=x^2+c$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$\int\left(f(x)+g(x)\right)dx$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$\frac{x^4}{4}+\frac{x^2}{2}+x+c$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$\frac{x^4}{4}+\frac{x^2}{3}+x^2+2x+c$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$\frac{x^4}{4}+\frac{x^3}{3}+\frac{x^2}{2}+x+c$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$\frac{x^4}{4}+\frac{x^3}{3}+c$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and functions from integral relations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both relations: they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÷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both relations: they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 gf$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$f^2=fg\div\frac gf$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$6\int fg\,dx=x^6+3x^4+3x^2+c$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$6f(x)g(x)=6x^5+12x^3+6x$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$fg=x^5+2x^3+x=x(x^2+1)^2=(x^2+1)(x^3+x)$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continuity).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term by term: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$2\int\frac gf\,dx=x^2+c$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$\frac{2g}{f}=2x$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$\frac{g}{f}=x$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$fg=x(x^2+1)^2$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$xf^2=x(x^2+1)^2$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$f^2=(x^2+1)^2$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continuity).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$g(x)=xf(x)=x^3+x$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$f(x)+g(x)=x^3+x^2+x+1$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term by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$\int(f+g)\,dx=\frac{x^4}{4}+\frac{x^3}{3}+\frac{x^2}{2}+x+c$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353312"/>
            <a:ext cx="10725912" cy="443484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This is option (C).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product and quotient of the two derived quantities.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$x^6+3x^4+3x^2+1=(x^2+1)^3$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product and quotient of the two derived quantities.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constant is arbitrary,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the second relation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$x^6+3x^4+3x^2+1=(x^2+1)^3$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constant is arbitrary,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$6\int fg\,dx=(x^2+1)^3+c'$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$6fg=3(x^2+1)^2\cdot2x$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$fg=x(x^2+1)^2$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the second relation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gf=x$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$f^2=\frac{fg}{g/f}=\frac{x(x^2+1)^2}{x}=(x^2+1)^2$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by differentiating the options: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$g^2=(fg)\cdot\frac gf=x^2(x^2+1)^2$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gf=x$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$g=x(x^2+1)$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$f+g=(x^2+1)(1+x)=x^3+x^2+x+1$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by differentiating the options: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$(C)'=x^3+x^2+x+1$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$(A)'=x^3+x+1$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$(D)'=x^3+x^2$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disappears, so each integral relation is just a statement about the derivative.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one gets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separates two entangled functions without solving a differential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Binomial cubes hide in polynomials: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general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that are antiderivatives can be tested by differentiating them;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u\,dx=h(x)+c$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$u=h'(x)$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disappears, so each integral relation is just a statement about the derivative.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$P=fg$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 gf$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$f,g\neq0$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one gets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$f^2=\frac 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$g^2=PR$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separates two entangled functions without solving a differential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Binomial cubes hide in polynomials: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$x^6+3x^4+3x^2+1=(x^2+1)^3$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general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$a^3+3a^2b+3ab^2+b^3=(a+b)^3$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that are antiderivatives can be tested by differentiating them;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$\frac{d}{dx}\left(\frac{x^4}{4}+\frac{x^3}{3}+\frac{x^2}{2}+x\right)=x^3+x^2+x+1$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06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non-constant differentiable functions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06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$y'(x)\phi(x)-y(x)\phi'(x)+y^2(x)=0$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non-constant differentiable functions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$\phi(2)=4$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57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First order differential equations (exact quotient form)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equation says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$\left(\frac{\phi}{y}\right)'=\frac{\phi'y-\phi y'}{y^2}$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equation says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$\left(\frac{\phi}{y}\right)'=1$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equation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defined):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$y'\phi-y\phi'+y^2=0$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$\frac{\phi}{y}$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defined):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$\frac{y'\phi-y\phi'}{y^2}+1=0$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$\frac{d}{dx}\left(\frac{\phi}{y}\right)=\frac{\phi'y-\phi y'}{y^2}=-\frac{y'\phi-y\phi'}{y^2}$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$\frac{d}{dx}\left(\frac{\phi(x)}{y(x)}\right)=1$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$\frac{\phi(x)}{y(x)}=x+C$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$\frac{\phi(x)}{y(x)}=x-1$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$\frac{\phi(2)}{y(2)}=1$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$y(2)=\phi(2)=4$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the equation collapses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$\phi=u\,y$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$u\,yy'$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the equation collapses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$u'=1$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Compute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$u(x)=\frac{\phi(x)}{y(x)}$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$\phi=u\,y$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$\phi'=u'y+uy'$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$y'\phi-y\phi'=uyy'-y(u'y+uy')=-u'y^2$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$-u'y^2+y^2=0$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$u(1)=\frac{\phi(1)}{y(1)}=0$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$u(2)=1$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$\phi(2)=y(2)$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where the denominator is non-zero).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an equation mixing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disguised derivative of the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look for it before trying any other method.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forced by the equation and the initial data alone.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$u'v-uv'=F\,v^2$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 uv\right)'=F$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$u'v-uv'=F\,u^2$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 vu\right)'=-F$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where the denominator is non-zero).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an equation mixing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$y'\phi-y\phi'$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disguised derivative of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$\frac\phi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y\phi$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look for it before trying any other method.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$\frac\phi y=x-1$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$\phi=(x-1)y$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$\phi(2)=y(2)$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forced by the equation and the initial data alone.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08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non-constant differentiable functions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den>
                            </m:f>
                          </m:e>
                        </m:d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ϕ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(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)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𝑦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(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)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08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$y'(x)\phi(x)-y(x)\phi'(x)+y^2(x)=0$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non-constant differentiable functions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$\phi(2)=4$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$\int_1^2\left(\frac{\phi(x)}{y(x)}\right)\frac{1}{x^2\sqrt{x^2+\left(\frac{\phi(x)}{y(x)}\right)^2}}\,dx$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$\frac{\sqrt5}{2}-1$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$\sqrt5-1$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$\sqrt5-2$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71677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out of the root so the integrand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out of the root so the integrand contains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$1-\frac1x$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$t=1-\frac1x$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Q52,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Q52,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$\frac{\phi}{y}=x-1$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$\int_1^2\frac{x-1}{x^2\sqrt{x^2+(x-1)^2}}\,dx$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$x-1=x\left(1-\frac1x\right)$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$x^2+(x-1)^2=x^2\left(1+\left(1-\frac1x\right)^2\right)$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$\frac{x\left(1-\frac1x\right)}{x^2\cdot x\sqrt{1+\left(1-\frac1x\right)^2}}=\frac{1-\frac1x}{\sqrt{1+\left(1-\frac1x\right)^2}}\cdot\frac{1}{x^2}$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$t=1-\frac1x$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$dt=\frac{dx}{x^2}$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becomes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$x=1\Rightarrow 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$x=2\Rightarrow t=\frac12$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$\int_0^{1/2}\frac{t}{\sqrt{1+t^2}}\,dt$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$\left[\sqrt{1+t^2}\right]_0^{1/2}$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$=\sqrt{1+\frac14}-1=\frac{\sqrt5}{2}-1$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$\frac{\sqrt5}{2}-1$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the integrand as the derivative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apply the fundamental theorem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the integrand as the derivative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$\frac{\sqrt{x^2+(x-1)^2}}{x}$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apply the fundamental theorem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(with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chain rule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$\frac\phi y=x-1$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$h(x)=\frac{x-1}{x^2\sqrt{x^2+(x-1)^2}}$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$F(x)=\frac{\sqrt{x^2+(x-1)^2}}{x}=\sqrt{1+\left(1-\frac1x\right)^2}$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chain rule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$F'(x)=\frac{\left(1-\frac1x\right)\cdot\frac{1}{x^2}}{\sqrt{1+\left(1-\frac1x\right)^2}}$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$1-\frac1x=\frac{x-1}{x}$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$\sqrt{1+\left(1-\frac1x\right)^2}=\frac{\sqrt{x^2+(x-1)^2}}{x}$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$F'(x)=\frac{x-1}{x^2\sqrt{x^2+(x-1)^2}}=h(x)$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$F(2)=\frac{\sqrt{4+1}}{2}=\frac{\sqrt5}{2}$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$F(1)=\frac{\sqrt{1+0}}{1}=1$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$F(2)-F(1)=\frac{\sqrt5}{2}-1$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$\frac{\sqrt5}{2}-1$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Homogenising trick: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integrand is the signal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standard integrals of this family.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$\frac{d}{dx}\sqrt{1+u^2}=\frac{u\,u'}{\sqrt{1+u^2}}$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$\int\frac{u\,u'}{\sqrt{1+u^2}}dx=\sqrt{1+u^2}+C$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$u=1-\frac1x$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$u'=\frac1{x^2}$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Homogenising trick: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$x^2+(x-a)^2=x^2\left(1+\left(1-\frac ax\right)^2\right)$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integrand is the signal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$d\left(\frac1x\right)=-\frac{dx}{x^2}$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$\int\frac{t}{\sqrt{1+t^2}}dt=\sqrt{1+t^2}$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$\int\frac{dt}{\sqrt{1+t^2}}=\ln\left(t+\sqrt{1+t^2}\right)$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standard integrals of this family.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404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non-constant differentiable functions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Which one of the following statements is correct for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area bounded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coordinate axes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but no maximum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but not differentiable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404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$y'(x)\phi(x)-y(x)\phi'(x)+y^2(x)=0$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non-constant differentiable functions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$\phi(2)=4$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Which one of the following statements is correct for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$g(x)=\frac{\phi(x)}{y(x)}$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area bounded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coordinate axes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minimum but no maximum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$|g(x)|$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but not differentiable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under curves, Continuity and differentiability of the modulus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every statement is a fact about a straight line, or about the V-shaped graph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$g=x-1$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every statement is a fact about a straight line, or about the V-shaped graph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$|x-1|$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Q52,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Q52,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$\frac{d}{dx}\left(\frac\phi y\right)=1$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$\frac{\phi(1)}{y(1)}=0$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$g(x)=\frac{\phi(x)}{y(x)}=x-1$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decreasing: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axes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bounded region is a right triangle with legs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 linear function with non-zero slope is unbounded on both sides, so it has neither a minimum nor a maximum: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everywhere (modulus of a continuous function).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derivative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right derivative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not differentiable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decreasing: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axes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bounded region is a right triangle with legs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$\frac12\neq\frac14$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 linear function with non-zero slope is unbounded on both sides, so it has neither a minimum nor a maximum: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$|g(x)|=|x-1|$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everywhere (modulus of a continuous function).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$|x-1|$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right derivative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not differentiable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but not differentiable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$|g|$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but not differentiable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finding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read all four statements from the sketch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finding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$g'=1$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$g(1)=0$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read all four statements from the sketch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$y=x-1$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$y=|x-1|$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given equation says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(Q52),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Sketch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line of slope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rises from left to right, so (A) fails.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between this line and the two axes is the triangle with vertices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(B) fails.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$g=\frac\phi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given equation says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(Q52),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$g(1)=\frac01=0$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Sketch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line of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rises from left to right, so (A) fails.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between this line and the two axes is the triangle with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$(0,0),(1,0),(0,-1)$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(B) fails.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of non-zero slope never turns around, so there is no maximum or minimum: (C) fails.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Reflecting the part below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gives the V-shaped graph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unbroken, but with a corner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unbroken graph with a corner is continuous but not differentiable there, so (D)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of non-zero slope never turns around, so there is no maximum or minimum: (C) fails.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Reflecting the part below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gives the V-shaped graph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$|x-1|$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unbroken, but with a corner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unbroken graph with a corner is continuous but not differentiable there, so (D)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continuous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non-differentiable exactly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the one-sided derivatives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two axes bound a right triangle of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functions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strictly monotonic and have no local or global extremum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fails to be differentiable at a simple zero of a differentiable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but is differentiable at a zero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double zero.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$|ax+b|$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continuous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non-differentiable exactly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 ba$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the one-sided derivatives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$\mp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$y=mx+c$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$m,c\neq0$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two axes bound a right triangle of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$\frac{c^2}{2|m|}$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functions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strictly monotonic and have no local or global extremum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fails to be differentiable at a simple zero of a differentiable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but is differentiable at a zero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double zero.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322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tangent at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meets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such that the 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the ratio of the ordinate to the abscissa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area bounded by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in the first quadrant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322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tangent at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meets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such that the 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the ratio of the ordinate to the abscissa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area bounded by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in the first quadrant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$\frac12&lt;A&lt;1$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$1&lt;A&lt;2$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$2&lt;A&lt;3$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$3&lt;A&lt;4$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equations from tangent geometry, Area under curves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sub-tangent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data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$\frac12\cdot BC\cdot PC$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sub-tangent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$BC=\frac{y}{y'}$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$y'=\pm\frac{xy}{2}$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data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$f=e^{(x^2-1)/4}$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the slope of the 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tangent meets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the slope of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tangent meets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$B=\left(x-\frac{y}{y'},0\right)$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$C=(x,0)$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(area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sign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given.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sign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contradicting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$BC=\left|\frac{y}{y'}\right|$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$PC=y$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$\frac12\cdot BC\cdot PC=\frac{y^2}{2|y'|}$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(area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 yx$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$\frac{y^2}{2|y'|}=\frac yx$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$|y'|=\frac{xy}{2}$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$\frac{dy}{y}=\pm\frac x2\,dx$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y=\pm\frac{x^2}{4}+C$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sign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f(3)=\frac94-\frac14=2$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given.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sign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f(3)=-\frac94+\frac14=-2$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contradicting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$f(x)=e^{(x^2-1)/4}$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curve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decreasing, so this is the only intersection; 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constant),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$f(1)=1=2-1$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curve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decreasing, so this is the only intersection;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$f(0)=e^{-1/4}&lt;2$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$f(x)\le y\le2-x$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$A=\int_0^1(2-x)\,dx-\int_0^1e^{(x^2-1)/4}dx=\frac32-\int_0^1f(x)\,dx$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$e^{-1/4}$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constant),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$e^{-1/4}&lt;\int_0^1f\,dx&lt;1$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$\frac12&lt;A&lt;\frac32-e^{-1/4}\approx0.72&lt;1$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$\frac12&lt;A&lt;1$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$A\approx0.651$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area condition says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two data points pick the sign in one step; then evaluate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a series.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$u=\ln 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area condition says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$|u'|=\frac x2$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two data points pick the sign in one step; then evaluate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a series.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area condition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sign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$u=\ln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$u'=\frac{y'}{y}$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area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$\frac{y^2}{2|y'|}=\frac yx$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$|u'|=\frac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$u(3)-u(1)=\ln e^2-\ln1=2$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$\int_1^3\frac x2\,dx=\frac{9-1}{4}=2$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$u'=+\frac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sign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$u(x)=u(1)+\int_1^x\frac t2\,dt=\frac{x^2-1}{4}$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$f(x)=e^{(x^2-1)/4}$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!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2688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1.0948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0.7788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1.0948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in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$A=\frac32-\int_0^1e^{(x^2-1)/4}dx=\frac32-e^{-1/4}\int_0^1e^{x^2/4}dx$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$e^{x^2/4}=\sum\frac{x^{2n}}{4^nn!}$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$\int_0^1e^{x^2/4}dx=\sum_{n\ge0}\frac{1}{4^nn!(2n+1)}=1+\frac1{12}+\frac1{160}+\frac1{2688}+\cdots\approx1.0948$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$A\approx1.5-0.7788\times1.0948\approx0.651$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$\left(\frac12,1\right)$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sub-tangent is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sub-normal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tangent meets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then a quadratic, which is why two data points fix both constants and the sign.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sub-tangent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$\left|\frac{y}{y'}\right|$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sub-normal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$|y\,y'|$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tangent meets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$x-\frac y{y'}$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$y-xy'$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$y'=kxy$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$y=Ce^{kx^2/2}$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then a quadratic, which is why two data points fix both constants and the sign.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found in closed form, trap it between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interval (monotone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or 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𝑙𝑖𝑛𝑒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consecutive intersections; locate the intersections first (guess integers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e^{cx^2}dx$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found in closed form, trap it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$\min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interval (monotone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or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$\int_0^1e^{cx^2}dx=\sum\frac{c^n}{n!(2n+1)}$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$=\left|\int(\text{line}-f)\,dx\right|$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consecutive intersections; locate the intersections first (guess integers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35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integers in the range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35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$f(x)=\int_0^x\left(f(t)\cos t-\cos(t-x)\right)dt$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integers in the range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43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Paragraph Based Single Correct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Integral equations and first order differential equations, Range of a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first; differentiating then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$\int_0^x\cos(t-x)dt=\sin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first; differentiating then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$f'=(f-1)\cos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equals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$f(x)=\int_0^xf(t)\cos t\,dt-\int_0^x\cos(t-x)\,dt$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$\int_0^x\cos(t-x)\,dt=\int_{-x}^0\cos u\,du=\sin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$\int_0^x\cos 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$f(x)=\int_0^xf(t)\cos t\,dt-\sin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$f'(x)=f(x)\cos x-\cos x=\left(f(x)-1\right)\cos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$\frac{f'(x)}{f(x)-1}=\cos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$\ln|f(x)-1|=\sin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the sign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vanishes, so the sign cannot change):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have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range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1.718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integers in the range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$\ln1=0+C$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$|f(x)-1|=e^{\sin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$f(x)=1\pm e^{\sin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the sign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vanishes, so the sign cannot change):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$f(x)=1-e^{\sin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$-1\le\sin 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$\frac1e\le e^{\sin x}\le 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range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$\left[1-e,\,1-\frac1e\right]$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$1-e\approx-1.718$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$1-\frac1e\approx0.632$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integers in the range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range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 from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$h=1-f$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$h'=h\cos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$h(0)=1$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range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 from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reads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vanish by uniqueness of the linear ODE),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$\int_0^x\cos(t-x)dt=\sin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reads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$f(x)=\int_0^xf(t)\cos t\,dt-\sin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$f'=(f-1)\cos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$h=1-f$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$h'=-f'=h\cos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$\frac{h'}{h}=\cos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$h=h(0)e^{\sin x}=e^{\sin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vanish by uniqueness of the linear ODE),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$f=1-e^{\sin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only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(minimum);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(maximum).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periodic, its range is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1.718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contains exactly the integers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$f'(x)=-e^{\sin x}\cos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only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(minimum);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$f=1-\frac1e$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(maximum).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periodic, its range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$\left[1-e,1-\frac1e\right]\approx[-1.718,0.632]$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contains exactly the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appears inside the integrand (as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evaluate that part first (here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then differentiate.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linear homogeneous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exp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range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compute integer counts from these end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periodic with a continuous derivative, its range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attained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$\frac{d}{dx}\int_0^xh(t)\,dt=h(x)$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appears inside the integrand (as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$\cos(t-x)$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evaluate that part first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$\int_0^x\cos(t-x)dt=\sin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then differentiate.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linear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$y'=p(x)y$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$y=y(0)\exp\left(\int_0^xp(t)\,dt\right)$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range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$a-b\,e^{\sin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$\left[a-be,\,a-\frac be\right]$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compute integer counts from these end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periodic with a continuous derivative, its range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$[\min f,\max f]$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attained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Q57 – Q99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No marking scheme printed; JEE Advanced default of 4 marks assumed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differentiable functions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minimum distance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differentiable functions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$f(x)=\frac{x^3}{2}+1-x\int_0^xg(t)\,dt$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$g(x)=x-\int_0^1f(t)\,dt$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minimum distance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Integral equations (Leibniz rule), Shortest distance between a curve and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constant makes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$g=x-k$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constant makes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$f'=2kx$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$f=kx^2+1$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$k=\int_0^1f$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first relation: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first relation: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$\int_0^1f(t)\,dt=k$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$g(x)=x-k$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first relation: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first relation: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$f'(x)=\frac{3x^2}{2}-xg(x)-\int_0^xg(t)\,dt$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$f'(x)=\frac{3x^2}{2}-x(x-k)-\int_0^x(t-k)\,dt$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$\int_0^x(t-k)\,dt=\frac{x^2}{2}-kx$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$f'(x)=\frac{3x^2}{2}-x^2+kx-\frac{x^2}{2}+kx=2kx$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parabola)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line).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$f(x)=kx^2+1$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$k=\int_0^1(kt^2+1)\,dt=\frac k3+1$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$f(x)=\frac32x^2+1$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parabola)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$g(x)=x-\frac32$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line).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from the parabola to the line is along the common normal, at the point where the tangent is parallel to the line: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from the parabola to the line is along the common normal, at the point where the tangent is parallel to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$f'(x)=3x=1$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$y=\frac32\cdot\frac19+1=\frac76$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$P=\left(\frac13,\frac76\right)$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$x-y-\frac32=0$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$d=\frac{\left|\frac13-\frac76-\frac32\right|}{\sqrt2}=\frac{7/3}{\sqrt2}=\frac{7}{3\sqrt2}$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$\sqrt2\,d=\frac73\approx2.33$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2.33  (exactly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2.33  (exactly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$\frac73$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straight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 differentiation), then minimise the distance as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completing the square.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$g=x-k$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straight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 differentiation), then minimise the distance as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completing the square.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constant,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in the first relation: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cubic terms cancel.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$g(x)=x-k$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$k=\int_0^1f\,dt$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constant,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$\int_0^xg\,dt=\frac{x^2}{2}-kx$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in the first relation: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$f(x)=\frac{x^3}{2}+1-x\left(\frac{x^2}{2}-kx\right)=kx^2+1$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cubic terms cancel.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$k=\int_0^1(kt^2+1)\,dt=\frac k3+1\Rightarrow k=\frac32$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$f=\frac32x^2+1$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numerator is always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minimum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$(x,f(x))$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$x-y-\frac32=0$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$D(x)=\frac{\left|x-\frac32x^2-1-\frac32\right|}{\sqrt2}=\frac{\frac32x^2-x+\frac52}{\sqrt2}$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numerator is always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$\frac32x^2-x+\frac52=\frac32\left(x-\frac13\right)^2+\frac73$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minimum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$\frac{7/3}{\sqrt2}$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$\sqrt2\,d=\frac73\approx2.33$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2.33  (exactly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2.33  (exactly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$\frac73$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a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lying below it, the shortest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a curve and a line not meeting it is attained where the tangent is parallel to the line (the common normal is perpendicular to both).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with a constant such as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treat that integral as an unknown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solve a linear equation for it at the end.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$y=ax^2+c$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$y=mx+b$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lying below it, the shortest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$\frac{c-b-\frac{m^2}{4a}}{\sqrt{1+m^2}}$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$\frac{7/3}{\sqrt2}$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a curve and a line not meeting it is attained where the tangent is parallel to the line (the common normal is perpendicular to both).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$F(x)=\int_a^x\cdots$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with a constant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treat that integral as an unknown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solve a linear equation for it at the end.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$\frac{|Ax_0+By_0+C|}{\sqrt{A^2+B^2}}$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the area bounded by the region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the area bounded by the region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$2y-x\ge0$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$ax+y-3\le0$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region bounded by straight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region is a triangle with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-axis; its height is the abscissa of the intersection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region is a triangle with base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-axis; its height is the abscissa of the intersection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$y=\frac x2$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$y=3-ax$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lies to the right of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above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 the origin side of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below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lies to the right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above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 the origin side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$y=3-ax$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the triangle with vertices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base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height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$y=3-ax$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$2(3-ax)=x$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$x=\frac{6}{2a+1}$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$y=\frac{3}{2a+1}$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the triangle with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$\left(\frac{6}{2a+1},\frac{3}{2a+1}\right)$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base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height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$\frac{6}{2a+1}$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(which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$=\frac12(3)\left(\frac{6}{2a+1}\right)=3$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$\frac{9}{2a+1}=3$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(which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area by integrating the vertical gap between the two lines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their intersection.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area by integrating the vertical gap between the two lines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their intersection.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region lies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(below)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(above), where the lines meet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 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region lies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(below)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$y=3-ax$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(above), where the lines meet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$x_0=\frac{6}{2a+1}$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$=\int_0^{x_0}\left(3-ax-\frac x2\right)dx=3x_0-\frac{2a+1}{4}x_0^2$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$3x_0=\frac{18}{2a+1}$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$\frac{2a+1}{4}x_0^2=\frac{2a+1}{4}\cdot\frac{36}{(2a+1)^2}=\frac{9}{2a+1}$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$=\frac{18}{2a+1}-\frac{9}{2a+1}=\frac{9}{2a+1}$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$\frac{9}{2a+1}=3\Rightarrow 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a triangle of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a vertex at the origin and others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makes the two lines meet in the first quadrant;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region is unbounded and no finite area exists.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$y\ge m_1x$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 c-m_2x$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$m_1+m_2&gt;0$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a triangle of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$\frac{c^2}{2(m_1+m_2)}$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$m_1=\frac12$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$m_2=a$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$\frac{9}{2a+1}$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a vertex at the origin and others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$(x_1,y_1),(x_2,y_2)$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$\frac12|x_1y_2-x_2y_1|$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$m_1+m_2&gt;0$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makes the two lines meet in the first quadrant;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$2a+1\le0$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region is unbounded and no finite area exists.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area bounded by the curves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$y\frac{d^2y}{dx^2}-2\left(\frac{dy}{dx}\right)^2=0$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area bounded by the curves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$y=2\sqrt{\frac{2}{f(x)}}$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$f(x)=\frac2e$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S5$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738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equations reducible to first order, Area under curves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read the region carefully.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$\frac{y''}{y'}=\frac{2y'}{y}$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$y'=ky^2$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$y=\frac{2}{x+1}$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read the region carefully.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$y\,y''=2y'^2$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$\frac{y''}{y'}=\frac{2y'}{y}$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$f(0)\neq f(1)$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y'=2\ln y+\ln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$\frac{dy}{dx}=ky^2$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$\frac{dy}{y^2}=k\,dx$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$-\frac1y=kx+c'$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$y=-\frac{1}{kx+c}$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curve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vertical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$-\frac{1}{k+c}=1$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$2=-\frac1c$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$f(x)=\frac{2}{x+1}$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curve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$y=2\sqrt{\frac{2}{f(x)}}=2\sqrt{x+1}$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$f(x)=\frac2e$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$\frac{2}{x+1}=\frac2e$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vertical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curves meet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region lies under the lower curve: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above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02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book key prints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truncated value).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curves meet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$2\sqrt{x+1}=\frac{2}{x+1}$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$(x+1)^{3/2}=1$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region lies under the lower curve: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$y=2\sqrt{x+1}$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$-1\le x\le0$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$y=\frac2{x+1}$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 e-1$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above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$S=\int_{-1}^02\sqrt{x+1}\,dx+\int_0^{e-1}\frac{2}{x+1}\,dx=\left[\frac43(x+1)^{3/2}\right]_{-1}^0+\left[2\ln(x+1)\right]_0^{e-1}$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$S=\frac43+2=\frac{10}{3}$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S5=\frac23\approx0.67$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book key prints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truncated value).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0.67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(key prints 0.66)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$\frac23\approx0.67$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(key prints 0.66)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linear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$u=\frac1y$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$yy''-2y'^2=0$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$u''=0$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linear function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therefore means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$u=\frac1y$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$u'=-\frac{y'}{y^2}$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$u''=-\frac{y\,y''-2y'^2}{y^3}$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$yy''-2y'^2=0$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therefore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$u=ax+b$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bounding vertical line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curves cross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02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$\frac1y=\frac{x+1}{2}$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$f(x)=\frac{2}{x+1}$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$2\sqrt{\frac{2}{f}}=2\sqrt{x+1}$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bounding vertical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$f=\frac2e$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curves cross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$S=\int_{-1}^02\sqrt{x+1}\,dx+\int_0^{e-1}\frac{2}{x+1}\,dx=\frac43+2=\frac{10}{3}$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S5=\frac23\approx0.67$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0.67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(key prints 0.66)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$\frac23\approx0.67$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(key prints 0.66)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solved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two curves cross, split the area at the intersection and use the lower (or upper) curve on each piece.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boundary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translates into a vertical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value like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rounds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 decimals); a key written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been truncated.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$yy''=ny'^2$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solved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$u=y^{1-n}$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$y=(ax+b)^{\frac1{1-n}}$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$y=\frac1{ax+b}$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$y=Ce^{kx}$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two curves cross, split the area at the intersection and use the lower (or upper) curve on each piece.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$\int\frac{dx}{x+1}=\ln|x+1|$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$\int\sqrt{x+1}\,dx=\frac23(x+1)^{3/2}$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boundary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$f(x)=\frac2e$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translates into a vertical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$x=f^{-1}\left(\frac2e\right)$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value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$\frac23=0.666\ldots$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rounds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 decimals); a key written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been truncated.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satisfying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least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$f'(x)=f^2(x)$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$\frac{\sqrt2}{\pi}\int_0^1\left(\frac{1-x}{f(x)(x^4+1)}+\frac{2}{x^4+1}\right)dx=\frac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least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$(p+q)$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Variables separable differential equations, Definite integration of rational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two terms merge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two terms merge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$\frac{x^2+1}{x^4+1}$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divide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$t=x-\frac1x$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$\frac{dy}{y^2}=dx$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$-\frac1y=x+c$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$y=-\frac{1}{x+1}$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$\frac{1}{f(x)}=-(x+1)$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$\frac{1-x}{f(x)(x^4+1)}=-\frac{(1-x)(1+x)}{x^4+1}=\frac{x^2-1}{x^4+1}$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expression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$\frac{x^2-1}{x^4+1}+\frac{2}{x^4+1}=\frac{x^2+1}{x^4+1}$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expression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$\frac{\sqrt2}{\pi}\int_0^1\frac{x^2+1}{x^4+1}\,dx$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$\frac{1+\frac1{x^2}}{x^2+\frac1{x^2}}=\frac{1+\frac1{x^2}}{\left(x-\frac1x\right)^2+2}$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$x-\frac1x=t$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$dt=\left(1+\frac1{x^2}\right)dx$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$t\to-\infty$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least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$\frac{\sqrt2}{\pi}\int_{-\infty}^0\frac{dt}{t^2+2}=\frac{\sqrt2}{\pi}\cdot\frac1{\sqrt2}\left[\tan^{-1}\frac{t}{\sqrt2}\right]_{-\infty}^0$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$=\frac1\pi\left(0+\frac\pi2\right)=\frac12=\frac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pq=\frac12$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$(p,q)=(k,2k)$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least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symmetry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extend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the standard beta-type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symmetry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$x\to\frac1x$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extend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$\frac12\int_0^\infty$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the standard beta-type integral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$\int_0^\infty\frac{x^{m-1}}{1+x^4}dx=\frac{\pi}{4\sin(m\pi/4)}$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in the primary solution,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integrand simplifies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sign flip,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in the primary solution,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$f(x)=-\frac1{x+1}$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integrand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$\frac{x^2+1}{x^4+1}$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$I=\int_0^1\frac{x^2+1}{x^4+1}dx$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$\frac{x^2+1}{x^4+1}dx=\frac{\frac1{u^2}+1}{\frac1{u^4}+1}\cdot\frac{du}{u^2}=\frac{u^2+1}{u^4+1}du$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$u:\infty\to1$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sign flip,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$I=\int_1^\infty\frac{u^2+1}{u^4+1}du$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$2I=\int_0^\infty\frac{x^2+1}{x^4+1}dx$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least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$0&lt;m&lt;4$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$\int_0^\infty\frac{x^{m-1}}{1+x^4}dx=\frac{\pi}{4\sin(m\pi/4)}$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$\frac{\pi}{4\cdot\frac{\sqrt2}2}=\frac{\pi}{2\sqrt2}$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$2I=\frac{\pi}{2\sqrt2}+\frac{\pi}{2\sqrt2}=\frac{\pi}{\sqrt2}$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$\frac{\sqrt2}{\pi}\cdot\frac{\pi}{2\sqrt2}=\frac12$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least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solutions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Pattern: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integral);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logarithm).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logarithmic partner of this question's integral).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solutions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$y=\frac{1}{C-x}$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$y=-\frac1{x+1}$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Pattern: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$\frac{x^2+1}{x^4+1}=\frac{1+x^{-2}}{x^2+x^{-2}}$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$t=x-\frac1x$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integral);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$\frac{x^2-1}{x^4+1}=\frac{1-x^{-2}}{x^2+x^{-2}}$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$t=x+\frac1x$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logarithm).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$\int_0^1\frac{1-x^2}{1+x^4}dx=\frac{1}{\sqrt2}\ln\left(1+\sqrt2\right)\approx0.623$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logarithmic partner of this question's integral).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particular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fraction in lowest terms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every pair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minimum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$\int_0^\infty\frac{x^{m-1}}{1+x^n}dx=\frac{\pi}{n\sin(m\pi/n)}$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$0&lt;m&lt;n$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particular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$\int_0^\infty\frac{dx}{1+x^4}=\frac{\pi}{2\sqrt2}$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pq=r$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fraction in lowest terms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every pair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$(kp_0,kq_0)$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minimum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$p_0+q_0$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 with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relatively prime positive integers,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$f:\mathbb{R}\to\mathbb{R}$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f(x)f'(x)\,dx=0$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f^2(x)f'(x)\,dx=18$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f^4(x)f'(x)\,dx=\frac{p}{q}$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relatively prime positive integers, 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$(p+q)$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626611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Integration by parts and the integral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626611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Integration by parts and the integral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$f^n f'$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depends only on the end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given integrals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f^n f'\,dx$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depends only on the end values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given integrals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$f(1)=3,\ f(0)=-3$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on the second: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on the first: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 f'\,dx=0$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f^2 f'\,dx=18$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on the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f^2f'\,dx=\left[f^2\cdot f\right]_0^1-\int_0^1 2f\cdot f'\cdot f\,dx=f^3(1)-f^3(0)-2\int_0^1 f^2f'\,dx$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 18=f^3(1)-f^3(0)$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$f^3(1)-f^3(0)=54$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on the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ff'\,dx=\left[f^2\right]_0^1-\int_0^1 ff'\,dx$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$2\int_0^1 ff'\,dx=f^2(1)-f^2(0)$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$f^2(1)=f^2(0)$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$f(1)=-f(0)$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(1) would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impossible.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(1) would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impossible.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$f(1)=-f(0)$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$2f^3(1)=54$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$f^3(1)=27$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f^4f'\,dx=\left[f^4\cdot f\right]_0^1-\int_0^1 4f^3f'\cdot f\,dx=f^5(1)-f^5(0)-4\int_0^1 f^4f'\,dx$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$5\int_0^1 f^4f'\,dx=f^5(1)-f^5(0)=3^5-(-3)^5=2\times 3^5=486$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f^4f'\,dx=\frac{486}{5}=\frac{p}{q}$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$\gcd(486,5)=1$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$p+q=491$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491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end values matter.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 f^nf'\,dx=\int_{f(0)}^{f(1)}u^n\,du$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end values matter.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$a=f(1),\ b=f(0)$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$du=f'(x)dx$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f^nf'\,dx=\int_b^a u^n\,du=\frac{a^{n+1}-b^{n+1}}{n+1}$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$\frac{a^2-b^2}{2}=0$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$a=\pm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$\frac{a^3-b^3}{3}=18$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$a^3-b^3=54$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(coprime)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$0\neq54$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$a^3-b^3=2a^3=54$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$a=3,\ b=-3$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f^4f'\,dx=\frac{a^5-b^5}{5}=\frac{3^5+3^5}{5}=\frac{486}{5}$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$p=486,\ q=5$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(coprime)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$p+q=491$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491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Such integrals never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itself, only the two end values; set up one equation per given integral and solve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use another condition to reject one sign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make the odd-power integral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 here: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f^n(x)f'(x)\,dx=\frac{f(b)^{n+1}-f(a)^{n+1}}{n+1}$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$n\neq-1$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$\ln\left|\frac{f(b)}{f(a)}\right|$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Such integrals never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itself, only the two end values; set up one equation per given integral and solve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$f(a),f(b)$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$f(a)^2=f(b)^2$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$f(b)=\pm f(a)$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use another condition to reject one sign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make the odd-power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 here: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$f(1)=-f(0)=3$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f^{2m}f'\,dx=\frac{2\cdot3^{2m+1}}{2m+1}$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$\frac{486}{5}$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real 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infinitely many solutions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Find the area of the figure enclosed by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real number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$|x+2|+|x-5|=r$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infinitely many solutions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Find the area of the figure enclosed by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$5x^2+6xy+2y^2+rx+6y+6=0$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246120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Modulus equation: number of solutions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enclosed by a curve (conic)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246120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Modulus equation: number of solutions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$|x-a|+|x-b|=r$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enclosed by a curve (conic)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equality on a whole interval,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curve is an ellipse found from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$|x+2|+|x-5|\ge7$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equality on a whole interval,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$r=7$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curve is an ellipse found from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exactly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infinitely many solutions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none).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Regard it as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discriminant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$|x+2|+|x-5|\ge|(x+2)-(x-5)|=7$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exactly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$-2\le x\le5$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infinitely many solutions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$r&lt;7$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none).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$5x^2+6xy+2y^2+7x+6y+6=0$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Regard it as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$2y^2+(6x+6)y+(5x^2+7x+6)=0$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discriminant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$(6x+6)^2-8(5x^2+7x+6)=-4x^2+16x-12=4(3-x)(x-1)$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real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branches differ by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is the area of a semicircle of radius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$y=\frac{-3(1+x)\pm\sqrt{(3-x)(x-1)}}{2}$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real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x\le3$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branches differ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$y_1-y_2=\sqrt{(3-x)(x-1)}$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$=\int_1^3|y_1-y_2|\,dx=\int_1^3\sqrt{(3-x)(x-1)}\,dx$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$(3-x)(x-1)=1-(x-2)^2$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is the area of a semicircle of radius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$\frac{\pi(3-1)^2}{8}=\frac{4\pi}{8}=\frac{\pi}{2}$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the centre and use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encloses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the centre and use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$ax^2+bxy+cy^2=k$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encloses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$\frac{2\pi k}{\sqrt{4ac-b^2}}$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conic is an ellipse.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Centre: solve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the origin to the centre, the constant becomes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$A=5,B=6,C=2$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$4AC-B^2=40-36=4&gt;0$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conic is an ellipse.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Centre: 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$10x+6y+7=0$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$6x+4y+6=0$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$(x_0,y_0)=\left(2,-\frac{9}{2}\right)$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the origin to the centre, the constant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$F'=6+\frac{7x_0+6y_0}{2}=6+\frac{14-27}{2}=-\frac{1}{2}$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ellipse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area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ellipse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$5X^2+6XY+2Y^2=\frac{1}{2}$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$aX^2+bXY+cY^2=k$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$4ac-b^2&gt;0$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 k}{\sqrt{4ac-b^2}}$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$=\frac{2\pi\cdot\frac12}{\sqrt{4}}=\frac{\pi}{2}$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all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equality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two solutions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infinitely many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none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conic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ellipse when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non-degenerate); solving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branches whose gap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ra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(semicircle of diameter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Ellipse area from the shifted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reduces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all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$|x-a|+|x-b|\ge|a-b|$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equality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$|x-a|+|x-b|=r$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two solutions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$r&gt;|a-b|$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infinitely many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$r=|a-b|$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none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$r&lt;|a-b|$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$Ax^2+Bxy+Cy^2+Dx+Ey+F=0$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ellipse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$B^2-4AC&lt;0$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non-degenerate); solving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branches whose gap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$\frac{\sqrt{b^2-4ac}}{|2a|}$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$ay^2+by+c=0$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$=\int|y_1-y_2|\,dx$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$\int_a^b\sqrt{(b-x)(x-a)}\,dx=\frac{\pi(b-a)^2}{8}$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(semicircle of diameter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Ellipse area from the shifted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$aX^2+bXY+cY^2=k$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 k}{\sqrt{4ac-b^2}}$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$\frac{x^2}{p^2}+\frac{y^2}{q^2}=1$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reduces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615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area bounded by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units. One of the diameters of the circle circumscribing the rectangle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order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find the area of the rectangle.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615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$f(x)=x^2-4x+3\ \forall\ 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area bounded by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$y=|f(|x|)|$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$1\le|x|\le3$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$\frac{2k}{3}$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units. One of the diameters of the circle circumscribing the rectangle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order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$ky=x+7$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find the area of the rectangle.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370323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Area under curves with modulus: graph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Circle and rectangle: circumcentre and diameter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370323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Area under curves with modulus: graph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$y=|f(|x|)|$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Circle and rectangle: circumcentre and diameter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circumcentre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(bisector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on the diameter.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$\frac{8}{3}$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circumcentre lies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(bisector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on the diameter.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graph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even: the part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mirrored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mirror image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Sup>
                          <m:e>
                            <m:d>
                              <m:dPr>
                                <m:begChr m:val="["/>
                                <m:sepChr m:val=""/>
                                <m:endChr m:val="]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b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$f(x)=x^2-4x+3=(x-1)(x-3)$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graph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$y=|f(|x|)|$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even: the part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$|x^2-4x+3|$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mirrored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$1\le|x|\le3$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x\le3$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mirror 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$-3\le x\le-1$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$[1,3]$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$|f|=-(x^2-4x+3)$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$=2\left|\int_1^3(x^2-4x+3)\,dx\right|=2\left|\left[\frac{x^3}{3}-2x^2+3x\right]_1^3\right|$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 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diameter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adjacent vertices,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horizontal side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circumcentre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perpendicular bisector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 \right]_1^3=0-\frac{4}{3}=-\frac{4}{3}$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$2\cdot\frac{4}{3}=\frac{8}{3}$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$=\frac{2k}{3}$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$\frac{2k}{3}=\frac{8}{3}$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diameter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$4y=x+7$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$B(5,4)$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adjacent vertices,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horizontal side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circumcentre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perpendicular bisector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lies on the diameter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both diagonals: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rectangle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area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lies on the diameter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$4y=x+7$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$4y=8$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$O=(1,2)$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both diagonals: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$C=2O-A=(5,0)$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$D=2O-B=(-3,0)$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rectangle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$8\times4$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parabola-area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place the rectangle by symmetry about its centre with unknown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parabola-area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$\frac{|a|(\beta-\alpha)^3}{6}$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place the rectangle by symmetry about its centre with unknown height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Between its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parabola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enclose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even graph doubles it: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horizontal,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rectangle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Between its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parabola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$y=x^2-4x+3$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enclose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$\frac{|a|(\beta-\alpha)^3}{6}=\frac{1\cdot2^3}{6}=\frac{4}{3}$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even graph doubles it: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$=\frac{8}{3}=\frac{2k}{3}$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horizontal,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$D=(-3,4-h)$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$C=(5,4-h)$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rectangle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$AD\perp 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circumcentre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circumcentre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$O=\left(1,4-\frac{h}{2}\right)$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$4y=x+7$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$16-2h=8$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$=AB\times h=8\times4=32$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(or a chord) over the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by direct integration).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keep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and reflect it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reflect the parts below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upwards.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both; the region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two congruent pieces.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$y=ax^2+bx+c$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(or a chord) over the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$\frac{|a|(\beta-\alpha)^3}{6}$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$\frac{1\cdot 8}{6}=\frac43$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by direct integration).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$y=f(|x|)$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keep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and reflect it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$y=|f(x)|$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reflect the parts below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upwards.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$y=|f(|x|)|$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both; the region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$1\le|x|\le3$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two congruent pieces.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circumcentre of a rectangle is the intersection of its diagonals, the midpoint of each diagonal, and lies on the perpendicular bisector of every side;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diameter of the circumcircle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this to locate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knowing the diagonals. Area of rectangle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circumcentre of a rectangle is the intersection of its diagonals, the midpoint of each diagonal, and lies on the perpendicular bisector of every side;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$C=2O-A$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$D=2O-B$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diameter of the circumcircle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this to locate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knowing the diagonals. Area of rectangle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$=|AB|\cdot2d(O,AB)$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$8\times 2\times2=32$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expressed as a rational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its lowest form, then find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$I_n=\int_{-1}^{1}|x|\left(1+x+\frac{x^2}{2}+\frac{x^3}{3}+\dots+\frac{x^{2n}}{2n}\right)dx$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$\lim_{n\to\infty}I_n$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expressed as a rational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$\frac{p}{q}$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its lowest form, then find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$pq(p+q)$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Even and odd properties of definite integrals, Telescoping series and limit of a sum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even, so all odd powers drop out; the even terms give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telescopes.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even, so all odd powers drop out; the even terms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$\frac{1}{k(k+1)}$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telescopes.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the even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survive.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$|x|\cdot\frac{x^{2k-1}}{2k-1}$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$[-1,1]$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the even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$1,\frac{x^2}{2},\dots,\frac{x^{2n}}{2n}$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survive.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$I_n=2\int_0^1 x\left(1+\frac{x^2}{2}+\frac{x^4}{4}+\dots+\frac{x^{2n}}{2n}\right)dx=2\int_0^1\left(x+\frac{x^3}{2}+\frac{x^5}{4}+\dots+\frac{x^{2n+1}}{2n}\right)dx$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$=2\left[\frac{x^2}{1\cdot2}+\frac{x^4}{2\cdot4}+\frac{x^6}{4\cdot6}+\dots+\frac{x^{2n+2}}{2n(2n+2)}\right]_0^1$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$=2\left[\frac{1}{1\cdot2}+\frac{1}{2\cdot4}+\frac{1}{4\cdot6}+\dots+\frac{1}{2n(2n+2)}\right]$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Telescoping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$\frac{1}{2k(2k+2)}=\frac{1}{4k(k+1)}$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$I_n=1+\frac{1}{2}\left(\frac{1}{1\cdot2}+\frac{1}{2\cdot3}+\dots+\frac{1}{n(n+1)}\right)$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Telescoping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$\frac{1}{k(k+1)}=\frac1k-\frac{1}{k+1}$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$I_n=1+\frac{1}{2}\left(1-\frac{1}{n+1}\right)$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$\lim_{n\to\infty}I_n=1+\frac12=\frac32=\frac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$p=3,\ 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$pq(p+q)=3\cdot2\cdot5=30$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the limit inside first: the polynomial tends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integrate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-type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the limit inside first: the polynomial tends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$1-\ln(1-x)$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$(-1,1)$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$|x|\ln(1-x^2)$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-type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(Partial sums are dominated by an integrable function, so the limit may be taken inside.)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Split the second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$1+x+\frac{x^2}{2}+\dots\to1+\sum_{k\ge1}\frac{x^k}{k}=1-\ln(1-x)$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(Partial sums are dominated by an integrable function, so the limit may be taken inside.)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 I_n=\int_{-1}^{1}|x|\bigl(1-\ln(1-x)\bigr)dx=\int_{-1}^1|x|\,dx-\int_{-1}^1|x|\ln(1-x)\,dx$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$\int_{-1}^1|x|\,dx=1$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Split the second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$[-1,0]$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$\int_{-1}^1|x|\ln(1-x)\,dx=\int_0^1x\bigl[\ln(1-x)+\ln(1+x)\bigr]dx=\int_0^1x\ln(1-x^2)\,dx$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$\int_0^1x\ln(1-x^2)\,dx=\frac12\int_0^1\ln(1-u)\,du=\frac12(-1)=-\frac12$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 I_n=1-\left(-\frac12\right)=\frac32$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$p=3,q=2$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$pq(p+q)=30$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𝑜𝑑𝑑 𝑝𝑜𝑤𝑒𝑟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vanishes.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 telescope: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Checked: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$\int_{-a}^a g=2\int_0^a 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$\int_{-a}^a g=0$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$|x|\cdot(\text{odd power})$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vanishes.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 telescope: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$\frac{1}{k(k+1)}=\frac1k-\frac1{k+1}$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$\sum_{k=1}^n\frac{1}{k(k+1)}=1-\frac{1}{n+1}$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$\frac{1}{k(k+m)}=\frac1m\left(\frac1k-\frac1{k+m}\right)$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$\sum_{k\ge1}\frac{x^k}{k}=-\ln(1-x)$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$-1\le 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$\int_0^1\ln(1-u)\,du=-1$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$I_1=\frac54,\ I_2=\frac43,\ I_5=\frac{17}{12}$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$1+\frac12\left(1-\frac1{n+1}\right)$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​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​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co-prime numbers.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$\lim_{n\to\infty}\left(\frac{{}^{3n}C_n}{{}^{2n}C_n}\right)^{\frac1n}$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co-prime numbers.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Binomial coefficients and factorial ratios, Limit of a sum as a definite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ratio is a product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factors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-th root's logarithm is a Riemann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ratio is a product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factors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$\frac{3n-r}{2n-r}$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-th root's logarithm is a Riemann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​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​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s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!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!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 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!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!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 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!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!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simplifies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!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equal to this).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each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$y=\lim\left(\frac{{}^{3n}C_n}{{}^{2n}C_n}\right)^{1/n}=\lim\left[\frac{(3n)!}{(2n)!\,n!}\cdot\frac{n!\,n!}{(2n)!}\right]^{1/n}$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$\frac{(3n)!\,n!}{\left((2n)!\right)^2}=\frac{(3n)!/(2n)!}{(2n)!/n!}$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$\frac{(3n)!}{(2n)!\,n!}$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equal to this).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$\frac{(3n)!}{(2n)!}=(3n)(3n-1)\cdots(2n+1)$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$\frac{(2n)!}{n!}=(2n)(2n-1)\cdots(n+1)$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each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bracket is </a:t>
                </a:r>
                <a14:m>
                  <m:oMath xmlns:m="http://schemas.openxmlformats.org/officeDocument/2006/math">
                    <m:nary>
                      <m:naryPr>
                        <m:chr m:val="∏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first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second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$\prod_{r=0}^{n-1}\frac{3n-r}{2n-r}$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y=\lim\frac1n\sum_{r=0}^{n-1}\ln\frac{3n-r}{2n-r}=\lim\frac1n\sum_{r=0}^{n-1}\ln\frac{3-\frac rn}{2-\frac rn}$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y=\int_0^1\ln\frac{3-x}{2-x}\,dx=\int_0^1\ln(3-x)\,dx-\int_0^1\ln(2-x)\,dx$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$x\to1-x$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$=\int_0^1\ln(x+2)\,dx-\int_0^1\ln(x+1)\,dx$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$\int\ln(x+a)\,dx=(x+a)\ln(x+a)-(x+a)$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$=(3\ln3-3)-(2\ln2-2)=3\ln3-2\ln2-1$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second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$=(2\ln2-2)-(0-1)=2\ln2-1$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y=3\ln3-4\ln2=\ln\frac{27}{16}$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$y=\frac{27}{16}$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$a=27,\ b=16$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apply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$c_n&gt;0$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$\frac{c_{n+1}}{c_n}\to 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$c_n^{1/n}\to 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apply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$c_n=\frac{(3n)!\,n!}{((2n)!)^2}$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positive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$c_n=\frac{{}^{3n}C_n}{{}^{2n}C_n}=\frac{(3n)!\,n!}{((2n)!)^2}&gt;0$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$\frac{c_{n+1}}{c_n}\to 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$c_n^{1/n}\to 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$\frac{c_{n+1}}{c_n}=\frac{(3n+3)(3n+2)(3n+1)\,(n+1)}{(2n+2)^2(2n+1)^2}$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required limit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$\frac{3\cdot3\cdot3\cdot1}{2^2\cdot2^2}=\frac{27}{16}$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required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$\frac{27}{16}$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Stirling: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!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only the exponential parts survive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-th root.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Stirling: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$m!\sim\sqrt{2\pi m}\,(m/e)^m$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only the exponential parts survive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-th root.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-powers cancel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the square-root factor tends to a constant, so 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root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$\frac{(3n)!\,n!}{((2n)!)^2}\sim\frac{\sqrt{6\pi n}\sqrt{2\pi n}}{2\pi\cdot2n}\cdot\frac{(3n)^{3n}\,n^n}{(2n)^{4n}}\cdot e^{-3n-n+4n}$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-powers cancel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$-3n-n+4n=0$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the square-root factor tends to a constant, so 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root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root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$\frac{(3n)^{3n}n^n}{(2n)^{4n}}=\frac{3^{3n}n^{4n}}{2^{4n}n^{4n}}$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$\frac{27}{16}$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$=\frac{27}{16}$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limit of 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root of a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exp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positive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the right limit exists (ratio-root principle).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​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b>
                            </m:sSub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$\lim\frac1n\sum_{r=0}^{n-1}f\left(\frac rn\right)=\int_0^1 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limit of 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root of a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$\prod g(r/n)$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$\exp\int_0^1\ln 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 c_n^{1/n}=\lim\frac{c_{n+1}}{c_n}$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the right limit exists (ratio-root principle).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$\lim\left({}^{an}C_{bn}\right)^{1/n}=\frac{a^a}{b^b(a-b)^{a-b}}$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${}^{3n}C_n\to\frac{27}{4}$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${}^{2n}C_n\to4$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$\frac{27}{16}$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$\int_0^1\ln(x+a)\,dx=(1+a)\ln(1+a)-a\ln 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rate at which a substance cools in moving air is proportional to the difference between the temperatures of the substance and that of the air. If the temperature of the air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 and the substance cools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minutes, when will the temperature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K? (answer in minutes)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rate at which a substance cools in moving air is proportional to the difference between the temperatures of the substance and that of the air. If the temperature of the air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 and the substance cools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minutes, when will the temperature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K? (answer in minutes)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 (Newton's law of cooling)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Separate variables: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conditions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time.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Separate variables: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$\ln(T-290)$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conditions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time.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temperature at time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Rate of cooling is proportional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the variables: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290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temperature at time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Rate of cooling is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$T-290$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$-\frac{dT}{dt}=k(T-290)$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the variables: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$\frac{dT}{T-290}=-k\,dt$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$\int_{370}^{330}\frac{dT}{T-290}=-k\int_0^{10}dt$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$\ln40-\ln80=-10k$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$\ln2=10k$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$k=\frac{\ln2}{10}$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integrate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295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290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temperature will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 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minutes.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integrate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$\int_{370}^{295}\frac{dT}{T-290}=-k\int_0^{t}dt$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$\ln5-\ln80=-kt$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$\ln16=kt$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$t=\frac{\ln16}{k}=\frac{4\ln2}{\ln2/10}=40$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temperature will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 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minutes.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excess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290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decays by a fixed factor in equal times, so it halves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minutes.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excess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$T-290$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decays by a fixed factor in equal times, so it halves every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minutes.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excess over the air temperature shrinks by a constant factor per unit time.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excess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excess halves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minutes.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$\frac{dT}{dt}=-k(T-290)$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$T-290=(T_0-290)e^{-kt}$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excess over the air temperature shrinks by a constant factor per unit time.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excess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$370-290=80$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$330-290=40$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excess halves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minutes.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 the excess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 halvings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minutes,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 the excess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$5=\frac{80}{16}=80\cdot2^{-4}$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 halvings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$4\times10=40$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minutes,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Newton's law of cooling: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(air/ambient temperature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excess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falls by the same factor in equal times: half-life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Time to go from excess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Avoid the common slip of integrating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directly; use the excess. The temperature never reaches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finite time.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pattern: radioactive decay and continuous compounding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Newton's law of cooling: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$\frac{dT}{dt}=-k(T-T_a)$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$T-T_a=(T_0-T_a)e^{-kt}$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(air/ambient temperature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$T&gt;T_a$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excess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$T-T_a$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falls by the same factor in equal times: half-life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$t_{1/2}=\frac{\ln2}{k}$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Time to go from excess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$t=\frac1k\ln\frac{d_1}{d_2}$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Avoid the common slip of integrating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directly; use the excess. The temperature never reaches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finite time.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pattern: radioactive decay and continuous compounding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$\frac{dN}{dt}=\pm kN$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$N=N_0e^{\pm kt}$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tangent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circle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straight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then the length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What constant interest rate (in percent per year) is required if an initial deposit placed into an account that accrues interest compounded continuously is to double its value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years?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0.6930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tangent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circle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$x^2+y^2+6x+6y=2$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straight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$5x-2y+6=0$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then the length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What constant interest rate (in percent per year) is required if an initial deposit placed into an account that accrues interest compounded continuously is to double its value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years?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$(\ln2=0.6930)$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Length of a tangent from a point to a circle, Exponential growth: continuous compounding (doubling time)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$PQ=\sqrt{S_1}$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$Q=(0,3)$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$e^{r(\lambda+1)}=2$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$r=\frac{\ln2}{\lambda+1}$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circle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Power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outside the circle.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tangent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$5x-2y+6=0$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$Q=(0,3)$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circle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$x^2+y^2+6x+6y-2=0$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$C(-3,-3)$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$r^2=9+9+2=20$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$S_1=0+9+0+18-2=25&gt;0$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outside the circle.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tangent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$PQ=\sqrt{S_1}=5$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$CQ^2=9+36=45$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$PQ^2=45-20=25$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deposit must double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years. With continuous compounding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0.6930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0.6930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0.1155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 year.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a percentage the required rate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deposit must double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years. With continuous compounding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$A=A_0e^{rt}$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$e^{6r}=2$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$6r=\ln2=0.6930$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$r=\frac{0.6930}{6}=0.1155$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 year.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a percentage the required rate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$11.55\%$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11.55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(Pythagoras)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growth ODE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Right triangle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(Pythagoras)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growth ODE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$\frac{dA}{dt}=rA$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the radius at the point of contact is perpendicular to the tangent,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$CP\perp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the radius at the point of contact is perpendicular to the tangent,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CPQ$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$CQ^2=(0+3)^2+(3+3)^2=45$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$CP^2=20$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$PQ=\sqrt{45-20}=5=\lambda$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Continuous compounding means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grows linearly: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Doubling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0.6930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0.1155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Continuous compounding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$\frac{dA}{dt}=rA$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grows linearly: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$\ln\frac{A(t)}{A_0}=rt$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Doubling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$\ln2=6r$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$r=\frac{0.6930}{6}=0.1155=11.55\%$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11.55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tangent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(real iff the point is outside); equivalently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tangents from an external point have equal length,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depend on which tangent is meant.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Continuous compounding: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doubling time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given doubling time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(rule of 70: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%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0.6930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0.1155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 year (the rule-of-70 estimate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close).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tangent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$x^2+y^2+2gx+2fy+c=0$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$\sqrt{x_1^2+y_1^2+2gx_1+2fy_1+c}$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(real iff the point is outside); 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$\sqrt{CQ^2-r^2}$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tangents from an external point have equal length,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depend on which tangent is meant.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Continuous compounding: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$A=A_0e^{rt}$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doubling time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$t_d=\frac{\ln2}{r}$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given doubling time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$\frac{\ln2}{t_d}$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(rule of 70: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$r\%\approx\frac{70}{t_d}$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$\frac{0.6930}{6}=0.1155$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$11.55\%$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 year (the rule-of-70 estimate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$11.7\%$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close).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invertible.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$f(x)=\int_4^{x^2}\sqrt{9+t^2}\,dt$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invertible.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$100\,(f^{-1})'(0)$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Differentiation of an integral (Leibniz rule), Derivative of the inverse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$(f^{-1})'(0)=\frac{1}{f'(a)}$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$f(a)=0$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$f(a)=0$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taken on the branch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it is one-one only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Leibniz' rule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$g=f^{-1}$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$f(x)=\int_4^{x^2}\sqrt{9+t^2}\,dt$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taken on the branch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it is one-one only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$f(x)=0\Rightarrow x^2=4\Rightarrow 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Leibniz' rule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$f'(x)=\sqrt{9+x^4}\cdot2x$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$g'(y)=\frac{1}{f'(g(y))}$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$g'(0)=\frac{1}{f'(2)}$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rad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$f'(2)=2\cdot2\cdot\sqrt{9+16}=4\cdot5=20$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$g'(0)=\frac{1}{2x\sqrt{9+x^4}}\Big|_{x=2}=\frac{1}{20}$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$100\,(f^{-1})'(0)=100\cdot\frac{1}{20}=5$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∘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invert each piece: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∘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$f=F\circ 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$F(u)=\int_4^u\sqrt{9+t^2}dt$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$s(x)=x^2$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invert each piece: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$f^{-1}=\sqrt{\cdot}\circ F^{-1}$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𝐹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branch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the fundamental theorem,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𝐹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$f^{-1}(y)=\sqrt{F^{-1}(y)}$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branch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$F'(u)=\sqrt{9+u^2}$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the fundamental theorem,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$F^{-1}(0)=4$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$(F^{-1})'(0)=\frac{1}{F'(4)}=\frac{1}{\sqrt{25}}=\frac15$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Chain rule: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𝐹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Chain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$(f^{-1})'(0)=\frac{1}{2\sqrt{F^{-1}(0)}}\cdot(F^{-1})'(0)=\frac{1}{2\cdot2}\cdot\frac15=\frac{1}{20}$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$100\,(f^{-1})'(0)=5$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and one-one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Invertibility needs monotonicity: an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(such as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not one-one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restrict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flips the sign of the answer: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Compositions invert in reverse order: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Checked numerically: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5.0000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and one-one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$f'(a)\neq0$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$(f^{-1})'(f(a))=\frac{1}{f'(a)}$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$\frac{d}{dx}\int_{u(x)}^{v(x)}g(t)\,dt=g(v)v'-g(u)u'$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$f(x)=\int_a^{x}g$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$(f^{-1})'(0)=\frac{1}{g(a)}$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Invertibility needs monotonicity: an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$\int_4^{x^2}$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not one-one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restrict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flips the sign of the answer: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Compositions invert in reverse order: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$(F\circ s)^{-1}=s^{-1}\circ F^{-1}$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Checked numerically: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$100\,g'(0)=5.0000$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set of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satisfying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curve enclosing a region of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relatively prime positive integers.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set of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$x^{2/5}+|y|=1$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curve enclosing a region of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$\frac{p}{q}$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relatively prime positive integers. 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enclosed by a curve using symmetry (power functions)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both even, so the area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first-quadrant area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$x^{2/5}$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$|y|$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both even, so the area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$4\times$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first-quadrant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$\int_0^1(1-x^{2/5})dx$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real and even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curve is symmetric about both axes.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requires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(first-quadrant area)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$x^{2/5}=\left(x^{1/5}\right)^2$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real and even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curve is symmetric about both axes.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$|y|\le1-x^{2/5}$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requires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$x^{2/5}\le1$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(first-quadrant area)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$=4\int_0^1\left(1-x^{2/5}\right)dx$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x^{2/5}\,dx=\frac{x^{7/5}}{7/5}=\frac57x^{7/5}$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$=4\left[x-\frac57x^{7/5}\right]_0^1=4\left(1-\frac57\right)$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$=4\cdot\frac27=\frac87$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$p=8,\ q=7$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instead: the curve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with respect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instead: the curve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$x=\pm(1-|y|)^{5/2}$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Width of the region at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7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$x^{2/5}=1-|y|$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$|x|=(1-|y|)^{5/2}$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Width of the region at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$2(1-|y|)^{5/2}$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$=4\int_0^1(1-y)^{5/2}\,dy=4\left[-\frac{(1-y)^{7/2}}{7/2}\right]_0^1=4\cdot\frac27$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Fractional powers like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defined for negative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give even functions (the odd root exists); the graph has a cusp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square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curve is easier to solve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terms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integrate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(strips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$\int_0^1x^m\,dx=\frac{1}{m+1}$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$m&gt;-1$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$\int_0^1\left(1-x^{a}\right)dx=\frac{a}{a+1}$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Fractional powers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$x^{2/5}=(x^{1/5})^2$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defined for negative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give even functions (the odd root exists); the graph has a cusp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$|x|^{p}+|y|^{q}=1$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$\frac4p\,B\left(\frac1p,\frac1q+1\right)$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$p=\frac25,q=1$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square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$|x|+|y|=1$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curve is easier to solve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terms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integrate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(strips parallel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 the area formed by the elements of set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defined below.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fractional part function. Then find the value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 the area formed by the elements of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defined below.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$A=\{(x,y)\in\mathbb{R}\times\mathbb{R}:\ y\le[x]+\sqrt{\{x\}},\ y\ge0,\ 0\le x\le n,\ n\in\mathbb{N}\}$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$[\cdot]$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$\{\cdot\}$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fractional part function. Then find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$A_3+A_6$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under curves involving greatest integer and fractional part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curve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translate of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raised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each strip has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$[k,k+1)$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curve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$y=k+\sqrt{x-k}$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translate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raised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each strip has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$k+\frac23$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{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}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region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y\le[x]+\sqrt{\{x\}}$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$A_n=\int_0^n\left([x]+\sqrt{\{x\}}\right)dx$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$[k,k+1)$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$\{x\}=x-k$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$y=k+\sqrt{x-k}$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$A_n=\int_0^1\sqrt x\,dx+\int_1^2\left(1+\sqrt{x-1}\right)dx+\int_2^3\left(2+\sqrt{x-2}\right)dx+\dots+\int_{n-1}^n\left((n-1)+\sqrt{x-(n-1)}\right)dx$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$\int_k^{k+1}\left(k+\sqrt{x-k}\right)dx=\left[kx+\frac23(x-k)^{3/2}\right]_k^{k+1}=k+\frac23$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$A_n=\frac23+\left(1+\frac23\right)+\left(2+\frac23\right)+\dots+\left((n-1)+\frac23\right)$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$=n\cdot\frac23+\left(0+1+2+\dots+(n-1)\right)=\frac{2n}{3}+\frac{n(n-1)}{2}$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$A_3=2+3=5$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$A_6=4+15=19$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$A_3+A_6=5+19=24$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integrand: the staircase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triangular-number area,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integrand: the staircase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triangular-number area,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$\sqrt{\{x\}}$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{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terms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(rectangles of width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heights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{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$A_n=\int_0^n[x]\,dx+\int_0^n\sqrt{\{x\}}\,dx$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$\int_0^n[x]\,dx=0+1+2+\dots+(n-1)=\frac{n(n-1)}{2}$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(rectangles of width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heights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$0,1,\dots,n-1$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$\sqrt{\{x\}}$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$\int_0^n\sqrt{\{x\}}\,dx=n\int_0^1\sqrt x\,dx=\frac{2n}{3}$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$A_3=3+2=5$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$A_6=15+4=19$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$A_3+A_6=24$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periodic with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substitute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treat each unit strip separately; shifting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change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form: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{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}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$\int_0^n[x]\,dx=\frac{n(n-1)}{2}$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$\int_0^n\{x\}\,dx=\frac 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periodic with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$\int_a^{a+nT}g=n\int_0^Tg$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$\int_0^n h(\{x\})\,dx=n\int_0^1h(t)\,dt$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$[k,k+1)$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$\{x\}=x-k$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treat each unit strip separately; shifting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change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$\int_0^n\left([x]+\{x\}^{a}\right)dx=\frac{n(n-1)}{2}+\frac{n}{a+1}$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$\frac{n(n-1)}{2}+\frac{2n}{3}$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two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at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lowest terms).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two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$AB:\ \left(\int_0^{2t}\left(\frac{\sin x}{x}+1\right)dx\right)x+y=3t$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$AC:\ 2tx+y=0$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at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lowest terms). 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363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definite-integral function (L'Hôpital's rule), Intersection of two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the lines to 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the lines to 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$\int_0^{2t}\frac{\sin x}{x}dx\approx 2t$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both lines, so subtract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both lines, so subtract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$2tx+y=0$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$\left(\int_0^{2t}\left(\frac{\sin x}{x}+1\right)dx\right)x+y=3t$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eliminate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$\left(\int_0^{2t}\left(\frac{\sin x}{x}+1\right)dx-2t\right)x=3t$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$x_A=\lim_{t\to0}\frac{3t}{\int_0^{2t}\left(\frac{\sin x}{x}+1\right)dx-2t}$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$\int_0^{2t}\left(\frac{\sin x}{x}+1\right)dx=\int_0^{2t}\frac{\sin x}{x}dx+\int_0^{2t}1\,dx=\int_0^{2t}\frac{\sin x}{x}dx+2t$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$x_A=\lim_{t\to0}\frac{3t}{\int_0^{2t}\frac{\sin x}{x}dx}$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By L'Hôpital's rule it equals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$x_A=\lim_{t\to0}\frac{3}{\frac{1}{t}\int_0^{2t}\frac{\sin x}{x}dx}$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$\lim_{t\to0}\frac{\int_0^{2t}\frac{\sin x}{x}dx}{t}$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By L'Hôpital's rule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$\lim_{t\to0}\frac{\frac{\sin 2t}{2t}\cdot2}{1}$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$=2\lim_{t\to0}\frac{\sin2t}{2t}=2\cdot1=2$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$x_A=\frac{3}{2}$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$p=3,\ 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mean value theorem for integrals: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continuous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quotient tends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mean value theorem for integrals: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$\int_0^{2t}g=2t\,g(\xi)$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$g(x)=\frac{\sin x}{x}$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continuous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quotient tends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$g(0)=1$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subtraction as before: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mean value theorem for integrals there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subtraction as before: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$x_A=\lim_{t\to0}\frac{3t}{\int_0^{2t}\frac{\sin x}{x}dx}$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$g(x)=\frac{\sin 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mean value theorem for integrals there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$\xi\in(0,2t)$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$\int_0^{2t}g(x)dx=2t\,g(\xi)$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ξ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ξ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$x_A=\lim_{t\to0}\frac{3t}{2t\,g(\xi)}=\frac{3}{2\lim g(\xi)}$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$\xi\to0$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$g(\xi)\to g(0)=1$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$x_A=\frac32$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$p=3,\ 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(Leibniz), the engine of L'Hôpital for integral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behaves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eliminating a variable between two lines, keep every term of the same order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taking a limit: dropping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here changes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$\lim_{t\to0}\frac1t\int_0^{ct}g(x)dx=c\,g(0)$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$g=\frac{\sin x}{x},\ 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$\frac{d}{dt}\int_0^{u(t)}g(x)dx=g(u(t))\,u'(t)$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(Leibniz), the engine of L'Hôpital for integral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$\int_0^x\frac{\sin t}{t}dt=x-\frac{x^3}{18}+\frac{x^5}{600}-\cdots$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behaves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eliminating a variable between two lines, keep every term of the same order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taking a limit: dropping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here changes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Find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</m:nary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Find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$I=\sum_{r=0}^{10}\int_r^{r+4}|x-1-r|\,|x-2-r|\,|x-3-r|\,dx$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modulus functions and shifting of limits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shift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all 11 integrals identical: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shift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$u=x-r$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all 11 integrals identical: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$I=11\int_0^4|u-1||u-2||u-3|\,du$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integral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integrand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every term of the sum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independent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integral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$r\to r+4$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$0\to4$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integrand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$|u-1||u-2||u-3|$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every term of the sum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$K=\int_0^4|u-1||u-2||u-3|\,du$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independent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$r=0,1,\dots,10$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$I=11K$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$v=u-2$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$(u-1)(u-2)(u-3)=(v+1)v(v-1)=v^3-v$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$K=\int_{-2}^{2}|v^3-v|\,dv$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$v^3-v$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$|v^3-v|$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$K=2\int_0^2|v^3-v|\,dv$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𝑣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𝑣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v\le1$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$v^3-v\le0$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v\le2$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$v^3-v\ge0$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$K=2\left[\int_0^1(v-v^3)dv+\int_1^2(v^3-v)dv\right]$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$\int_0^1(v-v^3)dv=\frac12-\frac14=\frac14$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$\int_1^2(v^3-v)dv=\left[\frac{v^4}{4}-\frac{v^2}{2}\right]_1^2=(4-2)-\left(\frac14-\frac12\right)=\frac94$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$K=2\left(\frac14+\frac94\right)=5$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$I=11\cdot5=55$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$3I=165$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165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directly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antiderivative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the sign-change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sum of absolute increments.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directly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antiderivative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$(u-1)(u-2)(u-3)$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the sign-change points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$0,1,2,3,4$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sum of absolute increments.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the shift,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the shift,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$K=\int_0^4|p(u)|\,du$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$p(u)=(u-1)(u-2)(u-3)=u^3-6u^2+11u-6$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$P(u)=\frac{u^4}{4}-2u^3+\frac{11u^2}{2}-6u$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$K=\sum|P(c_{i+1})-P(c_i)|$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$0,1,2,3,4$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Absolute increments: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$P(0)=0,\ P(1)=-\frac94,\ P(2)=-2,\ P(3)=-\frac94,\ P(4)=0$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Absolute increments: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$\frac94,\ \frac14,\ \frac14,\ \frac94$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$I=11K=55$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$3I=165$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165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only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sum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</m:nary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(number of terms)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shift the variable to see the repetition.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cubic with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$c_1&lt;\dots&lt;c_m$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$\int_a^b|f|=\sum|F(c_{i+1})-F(c_i)|$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$c_0=a,\ c_{m+1}=b$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$\sum_{r}\int_{r}^{r+m}g(x-r)\,dx$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(number of terms)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$\times\int_0^mg(u)\,du$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shift the variable to see the repetition.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$\int_{-a}^{a}|p|=2\int_0^a|p|$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$p(v)=v^3-v$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$\int_0^1|p|=\frac14$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$\int_1^2|p|=\frac94$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$\int_0^{4}|(u-1)(u-2)(u-3)|\,du=5$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cubic with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$\left(\sin(x^2y)+2x^2y\cos(x^2y)\right)dx+\left(x^3\cos(x^2y)+1\right)dy=0$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$y(\alpha)=1$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$|\alpha\sin(\alpha^2)|$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Exact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exact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exact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$d\left(x\sin(x^2y)\right)$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solution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$x\sin(x^2y)+y=C$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is exact.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$M=\sin(x^2y)+2x^2y\cos(x^2y)$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$N=x^3\cos(x^2y)+1$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$\frac{\partial M}{\partial y}=x^2\cos(x^2y)+2x^2\cos(x^2y)-2x^4y\sin(x^2y)=3x^2\cos(x^2y)-2x^4y\sin(x^2y)$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$\frac{\partial N}{\partial x}=3x^2\cos(x^2y)-x^3\cdot2xy\sin(x^2y)=3x^2\cos(x^2y)-2x^4y\sin(x^2y)$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$\frac{\partial M}{\partial y}=\frac{\partial N}{\partial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is exact.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$d\left(x\sin(x^2y)\right)=\sin(x^2y)dx+x\cos(x^2y)\left(2xy\,dx+x^2dy\right)=M\,dx+x^3\cos(x^2y)\,dy$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equation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general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$d\left(x\sin(x^2y)\right)+dy=0$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general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$x\sin(x^2y)+y=C$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$0\cdot\sin0+0=C$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$x\sin(x^2y)+y=0$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$y(\alpha)=1$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$\alpha\sin(\alpha^2)+1=0$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$\alpha\sin(\alpha^2)=-1$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$|\alpha\sin(\alpha^2)|=1$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potential systematically: integrate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(by parts) holding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fixed, then fix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-part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potential systematically: 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(by parts) holding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fixed, then fix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-part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Exactness (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checked as before, so a potential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cancels the second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Exactness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$M_y=N_x$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checked as before, so a potential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$\varphi_x=M,\ \varphi_y=N$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$\varphi=\int M\,dx=\int\sin(x^2y)dx+\int2x^2y\cos(x^2y)dx$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$\int\sin(x^2y)dx=x\sin(x^2y)-\int x\cdot2xy\cos(x^2y)dx$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cancels the second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$\varphi=x\sin(x^2y)+g(y)$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$\varphi_y=x^3\cos(x^2y)+g'(y)$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$N=x^3\cos(x^2y)+1$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$g'(y)=1$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$x\sin(x^2y)+y=C$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$y(\alpha)=1$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$\alpha\sin(\alpha^2)=-1$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$|\alpha\sin(\alpha^2)|=1$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 iff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 a simply connected region); the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Pattern: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exactly the given form (checked symbolically).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Useful exact differentials: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initial value problem, substitute the condition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once to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need to solve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$M_y=N_x$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 a simply connected region); the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$\varphi(x,y)=C$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$\varphi_x=M,\ \varphi_y=N$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Pattern: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$d\left[x\,\phi(x^2y)\right]=\left(\phi+2x^2y\,\phi'\right)dx+x^3\phi'\,dy$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$\phi=\sin$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exactly the given form (checked symbolically).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Useful exact differentials: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$d(xy)=x\,dy+y\,dx$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 yx\right)=\frac{x\,dy-y\,dx}{x^2}$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$d\left(\tan^{-1}\frac yx\right)=\frac{x\,dy-y\,dx}{x^2+y^2}$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initial value problem, substitute the condition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once to fix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need to solve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$\int\sin4x\,e^{\tan^2x}dx=c-A\cos^4x\,e^{\tan^2x}$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$\sin4x$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$t=\tan^2x$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e^t(f+f')dt=e^tf$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$I=\int\sin4x\,e^{\tan^2x}dx$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$\sin4x=2\sin2x\cos2x=4\sin x\cos x\cos2x$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$\cos2x=\frac{1-\tan^2x}{1+\tan^2x}$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$I=4\int\sin x\cos x\cdot\frac{1-\tan^2x}{1+\tan^2x}\,e^{\tan^2x}dx$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x\cos x=\tan x\cos^2x$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$\frac{1}{1+\tan^2x}=\cos^2x$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$I=4\int\tan x\sec^2x\cos^6x\,(1-\tan^2x)\,e^{\tan^2x}dx$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$dt=2\tan x\sec^2x\,dx$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$\cos^6x=\frac{1}{(1+t)^3}$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$I=2\int\frac{(1-t)e^t}{(1+t)^3}dt$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$\frac{d}{dt}\left[\frac{e^t}{(1+t)^2}\right]=\frac{e^t}{(1+t)^2}-\frac{2e^t}{(1+t)^3}=\frac{(t-1)e^t}{(1+t)^3}$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$\int\frac{(1-t)e^t}{(1+t)^3}dt=-\frac{e^t}{(1+t)^2}$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$I=-\frac{2e^t}{(1+t)^2}+c=-2\cos^4x\,e^{\tan^2x}+c$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$\frac{1}{(1+\tan^2x)^2}=\cos^4x$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$c-A\cos^4x\,e^{\tan^2x}$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proposed antiderivative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match it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read off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proposed antiderivative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$-A\cos^4x\,e^{\tan^2x}$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match it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$\sin4x\,e^{\tan^2x}$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read off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claim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equals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claim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$\frac{d}{dx}\left[c-A\cos^4x\,e^{\tan^2x}\right]=\sin4x\,e^{\tan^2x}$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$\frac{d}{dx}\left[\cos^4x\,e^{\tan^2x}\right]=-4\cos^3x\sin x\,e^{\tan^2x}+\cos^4x\,e^{\tan^2x}\cdot2\tan x\sec^2x$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$\cos^4x\cdot2\tan x\sec^2x=2\sin 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$e^{\tan^2x}\left(2\sin x\cos x-4\sin x\cos^3x\right)$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$2\sin x\cos x\left(1-2\cos^2x\right)=-2\sin x\cos x\cos2x=-\frac12\sin4x$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$\frac{d}{dx}\left[-A\cos^4x\,e^{\tan^2x}\right]=\frac A2\sin4x\,e^{\tan^2x}$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$\sin4x\,e^{\tan^2x}$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answer's form is given, differentiate it and match: the unknown constant is fixed by one comparison.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e^{t}\left(f(t)+f'(t)\right)dt=e^{t}f(t)+c$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$f=\frac{1}{(1+t)^2}$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$f+f'=\frac{t-1}{(1+t)^3}$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$\cos^2x=\frac1{1+t}$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$\sin^2x=\frac t{1+t}$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$\cos2x=\frac{1-t}{1+t}$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answer's form is given, differentiate it and match: the unknown constant is fixed by one comparison.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$\sin4x=4\sin x\cos x\cos2x=2\sin2x\cos2x$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$\frac{d}{dx}\tan^2x=2\tan x\sec^2x$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area bounded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into two equal parts, then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$y=k\cos\frac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area bounded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into two equal parts,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$\left(k+\sqrt2\right)$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bounded by curves (area bisection)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meeting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set the upper part's area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x=2\sin\frac x2\cos\frac x2$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meeting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$\sin\frac{x_0}2=\frac k2$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set the upper part's area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part must have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Meeting point: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part above the curve has area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$[0,\pi]$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$\int_0^\pi\sin x\,dx=2$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part must have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Meeting point: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$k\cos\frac x2=\sin x=2\sin\frac x2\cos\frac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 x2\ne0$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 x2=\frac k2$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$x_0=2\sin^{-1}\frac k2$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$0&lt;k\le2$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$x_0&lt;x&lt;\pi$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x&gt;k\cos\frac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part above the curve has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$\int_{x_0}^{\pi}\left(\sin x-k\cos\frac x2\right)dx=1$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bracket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$-\cos x-2k\sin\frac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$\left[-\cos x-2k\sin\frac x2\right]_{x_0}^{\pi}$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bracket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x_0=1-2\sin^2\frac{x_0}2=1-\frac{k^2}2$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$2k\sin\frac{x_0}2=k^2$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$-\left(1-\frac{k^2}{2}\right)-k^2=-1-\frac{k^2}2$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$(1-2k)-\left(-1-\frac{k^2}2\right)=1$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$2-2k+\frac{k^2}2=1$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$k^2-4k+2=0$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$k=2\pm\sqrt2$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$\sin\frac{x_0}2=\frac k2\le1$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$k+\sqrt2=2$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the part below the curve instead,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area uses only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simple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the part below the curve instead,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$\theta=\frac x2$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area uses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simple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meeting point is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part below the curve is the area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the area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meeting point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$\theta_0=\frac{x_0}{2}$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$\sin\theta_0=\frac k2$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part below the curve is the area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$[0,x_0]$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the area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$y=k\cos\frac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$[x_0,\pi]$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$\int_0^{x_0}\sin x\,dx=1-\cos x_0=2\sin^2\theta_0=\frac{k^2}{2}$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the sum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$\int_{x_0}^{\pi}k\cos\frac x2\,dx=2k\left[\sin\frac x2\right]_{x_0}^{\pi}=2k\left(1-\frac k2\right)=2k-k^2$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the sum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$\frac{k^2}{2}+2k-k^2=1$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$k^2-4k+2=0$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$k+\sqrt2=2$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To bisect a region, set one side's area to half the total and use whichever side needs fewer subtractions.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find intersections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removes inverse-trig values from the evaluation.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root against the domain: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meets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both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region between is bounded by these two points.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$\int_0^\pi\sin x\,dx=2$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To bisect a region, set one side's area to half the total and use whichever side needs fewer subtractions.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x=2\sin\frac x2\cos\frac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find intersections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$k\cos\frac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x=1-2\sin^2\frac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removes inverse-trig values from the evaluation.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root against the domain: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$\sin\frac{x_0}{2}=\frac k2$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$y=k\cos\frac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$(\pi,0)$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region between is bounded by these two points.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$\int_0^\infty\frac{t^4\,dt}{(1+t^2)^6}=\frac{3\pi}{64k}$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by trigonometric substitution and Wallis' formula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(Wallis).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$\frac{t^4}{(1+t^2)^6}dt$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$\sin^4\theta\cos^6\theta\,d\theta$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$[0,\frac\pi2]$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(Wallis).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$I=\int_0^\infty\frac{t^4\,dt}{(1+t^2)^6}$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$dt=\sec^2\theta\,d\theta$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$t=0,\ \theta=0$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$t\to\infty,\ \theta\to\frac\pi2$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$I=\int_0^{\pi/2}\frac{\tan^4\theta\,\sec^2\theta}{\sec^{12}\theta}\,d\theta$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$1+t^2=\sec^2\theta$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$\frac{\tan^4\theta}{\sec^{10}\theta}=\sin^4\theta\cos^6\theta$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$I=\int_0^{\pi/2}\sin^4\theta\cos^6\theta\,d\theta$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Wallis' formula,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3840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Wallis' formula,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$\int_0^{\pi/2}\sin^m\theta\cos^n\theta\,d\theta=\frac{(m-1)!!\,(n-1)!!}{(m+n)!!}\cdot\frac\pi2$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$m=4,\ n=6$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$I=\frac{(3\cdot1)(5\cdot3\cdot1)}{10\cdot8\cdot6\cdot4\cdot2}\cdot\frac\pi2=\frac{45}{3840}\cdot\frac\pi2=\frac{3\pi}{512}$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$I=\frac{3\pi}{64k}$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$\frac{3\pi}{64k}=\frac{3\pi}{512}$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$64k=512$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recognise the Beta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$u=t^2$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recognise the Beta integral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$\int_0^\infty\frac{u^{a-1}}{(1+u)^{a+b}}du=B(a,b)$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$dt=\frac{du}{2\sqrt 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$t^4=u^2$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$I=\frac12\int_0^\infty\frac{u^{3/2}}{(1+u)^6}du$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$\frac{u^{a-1}}{(1+u)^{a+b}}$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$a-1=\frac32$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$I=\frac12B\left(\frac52,\frac72\right)=\frac12\cdot\frac{\Gamma(5/2)\Gamma(7/2)}{\Gamma(6)}$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$\Gamma\left(\frac52\right)=\frac{3\sqrt\pi}{4}$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$\Gamma\left(\frac72\right)=\frac{15\sqrt\pi}{8}$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$\Gamma(6)=120$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$I=\frac12\cdot\frac{45\pi/32}{120}=\frac{3\pi}{512}$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Wallis: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d>
                      <m:dPr>
                        <m:begChr m:val="{"/>
                        <m:sepChr m:val=""/>
                        <m:endChr m:val="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π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  <m:r>
                                <m:rPr>
                                  <m:nor/>
                                </m:rP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 𝑏𝑜𝑡ℎ 𝑒𝑣𝑒𝑛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nor/>
                                </m:rP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𝑜𝑡ℎ𝑒𝑟𝑤𝑖𝑠𝑒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integers).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Beta form: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denominator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suggests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both Wallis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Beta.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Wallis: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$\int_0^{\pi/2}\sin^m\theta\cos^n\theta\,d\theta=\frac{(m-1)!!(n-1)!!}{(m+n)!!}\times\begin{cases}\frac\pi2&amp;m,n\text{ both even}\\1&amp;\text{otherwise}\end{cases}$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$m,n\ge0$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integers).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Beta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$\int_0^{\pi/2}\sin^{2a-1}\theta\cos^{2b-1}\theta\,d\theta=\frac12B(a,b)$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$\int_0^\infty\frac{u^{a-1}}{(1+u)^{a+b}}du=B(a,b)$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$(1+t^2)^n$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denominator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suggests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$1+t^2=\sec^2\theta$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$[0,\infty)\to[0,\frac\pi2)$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$\int_0^\infty\frac{dt}{(1+t^2)^2}=\frac\pi4$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both Wallis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$m=0,n=2$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Beta.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piecewise-linear function whose graph is a triangle: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 rises linearly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falls linearly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there exist real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twice continuously differentiable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piecewise-linear function whose graph is a triangle: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 rises linearly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falls linearly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$A&lt;0&lt;B$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there exist real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$\int_A^Bh(x)f''(x)\,dx=\alpha f(A)+\beta f(B)+\gamma 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twice continuously differentiable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parts for definite integrals (piecewise linear function)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twice-differentiable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on each piece,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reduces to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twice-differentiable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on each piece,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hf''$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reduces to values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graph,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den>
                            </m:f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𝐵</m:t>
                                </m:r>
                              </m:den>
                            </m:f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the first part by parts: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</m:den>
                                </m:f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den>
                            </m:f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first part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graph,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$h(x)=C-\frac CAx$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 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$h(x)=C-\frac CBx$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$h(A)=h(B)=0$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$h(0)=C$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$I=\int_A^0\left(C-\frac CAx\right)f''(x)dx+\int_0^B\left(C-\frac CBx\right)f''(x)dx$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the first part 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$\left[\left(C-\frac CAx\right)f'(x)\right]_A^0-\int_A^0\left(-\frac CA\right)f'(x)dx$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$Cf'(0)-0$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first part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$Cf'(0)+\frac CA\left[f(x)\right]_A^0$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part: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</m:t>
                                    </m:r>
                                  </m:den>
                                </m:f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𝐵</m:t>
                                </m:r>
                              </m:den>
                            </m:f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Add: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$\left[\left(C-\frac CBx\right)f'(x)\right]_0^B-\int_0^B\left(-\frac CB\right)f'(x)dx=-Cf'(0)+\frac CB\left[f(x)\right]_0^B$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Add: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$Cf'(0)$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 CA\left[f(0)-f(A)\right]+\frac CB\left[f(B)-f(0)\right]$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 CAf(A)+\frac CBf(B)+\left(\frac CA-\frac CB\right)f(0)$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 CA,\ \beta=\frac CB,\ \gamma=\frac CA-\frac CB$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identity holds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test it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left side vanishes.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identity holds for every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test it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$f''=0$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left side vanishes.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relation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for all twice continuously differentiable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relation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$\int_A^Bhf''=\alpha f(A)+\beta f(B)+\gamma 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for all twice continuously differentiable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(triangle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A+\beta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A^2+\beta B^2=2\int_A^Bh=C(B-A)$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(triangle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$\frac12C(B-A)$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 CB,\ \alpha=-\frac CA,\ \gamma=\frac CA-\frac CB$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piecewise-linear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kinks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ℎ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b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</m:sup>
                            </m:sSub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ℎ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b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</m:sup>
                            </m:sSub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the ends (take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outside the support).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for a compactly supported tent the coefficients (jumps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always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formula must hold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class, test with simple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kills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Integration by parts: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boundary terms vanish at endpoints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piecewise-linear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kinks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h f''dx=\sum_j\left[h'(x_j^+)-h'(x_j^-)\right]f(x_j)$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the ends (take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outside the support).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for a compactly supported tent the coefficients (jumps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always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 CA+\frac CB+\frac CA-\frac CB=0$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formula must hold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class, test with simple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$1,\,x,\,x^2,\dots$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kills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Integration 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hf''=\left[hf'\right]-\int h'f'$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boundary terms vanish at endpoints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value of the definite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find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value of the definite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$\int_0^1\frac{\tan^{-1}x}{1+x}dx$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$\frac{\pi\ln2}{k}$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find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644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integral: substitution, by parts and king property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by parts,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solved by the king property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$x=\tan 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by parts,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$\int_0^{\pi/4}\ln(1+\tan t)\,dt$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solved by the king property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$t\to\frac\pi4-t$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integrate by parts.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$I=\int_0^1\frac{\tan^{-1}x}{1+x}dx$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$x=\tan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$dx=\sec^2t\,dt$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$x=0,\ 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$x=1,\ t=\frac\pi4$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$I=\int_0^{\pi/4}\frac{t\sec^2t}{1+\tan 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$\frac{d}{dt}\ln(1+\tan t)=\frac{\sec^2t}{1+\tan 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integrate by parts.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$I=\left[t\ln(1+\tan t)\right]_0^{\pi/4}-\int_0^{\pi/4}\ln(1+\tan 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comparing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$J=\int_0^{\pi/4}\ln(1+\tan 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$t\to\frac\pi4-t$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$1+\tan\left(\frac\pi4-t\right)=\frac{2}{1+\tan 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$\ln\left(1+\tan\left(\frac\pi4-t\right)\right)=\ln2-\ln(1+\tan 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$J=\int_0^{\pi/4}\left(\ln2-\ln(1+\tan t)\right)dt=\frac\pi4\ln2-J$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$2J=\frac\pi4\ln2$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$J=\frac\pi8\ln2$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$I=\frac\pi4\ln2-\frac\pi8\ln2=\frac\pi8\ln2$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$\frac{\pi\ln2}{k}$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self-map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under which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invariant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self-map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$x\to\frac{1-x}{1+x}$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under which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$\frac{dx}{1+x}$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invariant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$\tan^{-1}x\to\frac\pi4-\tan^{-1}x$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$x=\frac{1-u}{1+u}$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$x=0\leftrightarrow 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$x=1\leftrightarrow 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$1+x=\frac{2}{1+u}$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$dx=-\frac{2}{(1+u)^2}du$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$\frac{dx}{1+x}=-\frac{du}{1+u}$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$\tan^{-1}\frac{1-u}{1+u}=\frac\pi4-\tan^{-1}u$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$u\in[0,1]$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$I=\int_0^1\frac{\frac\pi4-\tan^{-1}u}{1+u}du=\frac\pi4\ln2-I$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$2I=\frac\pi4\ln2$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$I=\frac\pi8\ln2$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involution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equivalently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valid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$x\mapsto\frac{1-x}{1+x}$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involution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$\frac{dx}{1+x}\mapsto-\frac{dx}{1+x}$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$\tan^{-1}x\mapsto\frac\pi4-\tan^{-1}x$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$\int_0^{\pi/4}\ln(1+\tan t)\,dt=\frac\pi8\ln2$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$\int_0^1\frac{\ln(1+x)}{1+x^2}dx=\frac\pi8\ln2$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$\tan^{-1}\frac{1-x}{1+x}=\frac\pi4-\tan^{-1}x$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valid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$\int_0^af(x)dx=\int_0^af(a-x)dx$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$f(x)+f(a-x)=c$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eccentricity of a hyperbola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eccentricity of its conjugate hyperbola.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eccentricity of a hyperbola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eccentricity of its conjugate hyperbola.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$2\int_1^{\sqrt2}\left(f(e)+f(f(e))\right)de$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Eccentricity of a hyperbola and its conjugate, Definite integration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since conjugating twice returns the curve.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$\frac1{e^2}+\frac1{f^2}=1$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$f(e)=\frac{e}{\sqrt{e^2-1}}$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$f(f(e))=e$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since conjugating twice returns the curve.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conjugate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$\frac{x^2}{a^2}-\frac{y^2}{b^2}=1$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$e^2=1+\frac{b^2}{a^2}$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conjugate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$\frac{y^2}{b^2}-\frac{x^2}{a^2}=1$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$f^2=1+\frac{a^2}{b^2}$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$f=f(e)$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$\frac1{e^2}+\frac1{f^2}=\frac{a^2}{a^2+b^2}+\frac{b^2}{a^2+b^2}=1$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$f(e)^2=\frac{e^2}{e^2-1}$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$f(e)=\frac{e}{\sqrt{e^2-1}}$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conjugate of the conjugate is the original hyperbola,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𝑒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rad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(improper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convergent).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conjugate of the conjugate is the original hyperbola,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$f(f(e))=e$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$f^2-1=\frac1{e^2-1}$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$\frac{f}{\sqrt{f^2-1}}=\frac{e}{\sqrt{e^2-1}}\cdot\sqrt{e^2-1}=e$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$2\int_1^{\sqrt2}\left(\frac{e}{\sqrt{e^2-1}}+e\right)de$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(improper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convergent).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$\int_1^{\sqrt2}\frac{e}{\sqrt{e^2-1}}de=\left[\sqrt{e^2-1}\right]_1^{\sqrt2}=1-0=1$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$\int_1^{\sqrt2}e\,de=\frac{(\sqrt2)^2-1}{2}=\frac12$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$2\left(1+\frac12\right)=3$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becomes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$e=\sec\theta$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$f(e)=\csc\theta$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integrand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$\sec^2\theta\,(1+\tan\theta)$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$\left[0,\frac\pi4\right]$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$e=\sec\theta$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$\theta\in\left[0,\frac\pi4\right]$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$de=\sec\theta\tan\theta\,d\theta$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$\sqrt{e^2-1}=\tan\theta$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$f(e)=\frac{\sec\theta}{\tan\theta}=\csc\theta$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$f(f(e))=e=\sec\theta$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$\left(f(e)+f(f(e))\right)de=(\csc\theta+\sec\theta)\sec\theta\tan\theta\,d\theta=\left(\sec^2\theta+\sec^2\theta\tan\theta\right)d\theta$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tan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$\int_0^{\pi/4}\sec^2\theta\,d\theta=1$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$\int_0^{\pi/4}\sec^2\theta\tan\theta\,d\theta=\left[\frac{\tan^2\theta}{2}\right]_0^{\pi/4}=\frac12$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$=2\left(1+\frac12\right)=3$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hyperbola and its conjugate,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relation is symmetric,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i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rectangular hyperbola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fixed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conjugate has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 infinite integrand at an endpoint is still integrable when the antiderivative is finite there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hyperbola and its conjugate,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$\frac1{e^2}+\frac1{e'^2}=1$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$e'=\frac{e}{\sqrt{e^2-1}}$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relation is symmetric,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$f\circ f=\mathrm{id}$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rectangular hyperbola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fixed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$f(\sqrt2)=\sqrt2$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$e=\sec\theta$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$b/a=\tan\theta$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conjugate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$e'=\csc\theta$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$\int\frac{e}{\sqrt{e^2-1}}de=\sqrt{e^2-1}$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 infinite integrand at an endpoint is still integrable when the antiderivative is finite there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$e\to1^+$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$I_1=\int_0^{100\pi}\left(\sin(\cos x)+\cos(\sin 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$I_2=\int_0^1\frac{\cos x\,dx}{\sqrt{1-x^2}}$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$\frac{I_1}{50I_2}$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644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definite integrals (periodicity, king property)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Reduce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symmetries until it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Reduce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$2\pi$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symmetries until it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$200\int_0^{\pi/2}\cos(\sin x)\,dx$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 and (ii):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$f(x)=\sin(\cos x)+\cos(\sin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$\int_0^{100\pi}f=50\int_0^{2\pi}f$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$f(2\pi-x)=f(x)$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$\int_0^{2\pi}f=2\int_0^\pi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$I_1=100\int_0^\pi\left(\sin(\cos x)+\cos(\sin 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$\cos(\pi-x)=-\cos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$\sin(\pi-x)=\sin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$I_1=100\int_0^\pi\left(-\sin(\cos x)+\cos(\sin 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 and (ii):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$2I_1=200\int_0^\pi\cos(\sin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$I_1=100\int_0^\pi\cos(\sin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200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$\sin(\pi-x)=\sin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$I_1=200\int_0^{\pi/2}\cos(\sin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$dx=\frac{dt}{\sqrt{1-t^2}}$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$I_1=200\int_0^1\frac{\cos t}{\sqrt{1-t^2}}dt=200I_2$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$\frac{I_1}{50I_2}=\frac{200I_2}{50I_2}=4$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odd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every period, leaving 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$\sin(\cos 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odd under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 x+\pi$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integrates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every period, leaving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$\cos(\sin 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(50 periods)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contributes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cosine is even),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blocks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$g(x)=\sin(\cos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$g(x+\pi)=\sin(-\cos x)=-g(x)$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$\int_0^{2\pi}g\,dx=\int_0^\pi g+\int_\pi^{2\pi}g=\int_0^\pi g-\int_0^\pi g=0$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(50 periods)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$\sin(\cos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$I_1=\int_0^{100\pi}\cos(\sin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$\sin(x+\pi)=-\sin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cosine is even),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blocks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$\int_0^\pi\cos(\sin 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block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symmetry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block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$2\int_0^{\pi/2}\cos(\sin 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symmetry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$I_1=200\int_0^{\pi/2}\cos(\sin 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$200I_2$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$\frac{I_1}{50I_2}=4$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positive integer).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this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equal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1.2020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$\int_0^{nT}f=n\int_0^Tf$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positive integer).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$f(a-x)=-f(x)$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$\sin(\cos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this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$\int_0^{\pi/2}g(\sin x)\,dx=\int_0^1\frac{g(t)}{\sqrt{1-t^2}}dt$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$g=\cos$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$\frac\pi2J_0(1)\approx1.2020$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$f(x)=f(a-x)$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$\int_0^af=2\int_0^{a/2}f$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polynomial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polynomial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$f:\mathbb{R}\to\mathbb{R}$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f(x)(x-f(x))\,dx=\frac{1}{12}$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$[f(1)+f(2)+f(3)]$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$[\cdot]$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a polynomial function and completing the square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Completing the square,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given value is the maximum possible.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Completing the square,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$f(x-f)=\frac{x^2}{4}-\left(f-\frac x2\right)^2$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given value is the maximum possible.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integrand by completing the square: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integrand by completing the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$f(x)(x-f(x))=f(x)x-f(x)^2=\frac{x^2}{4}-\left(f(x)-\frac{x}{2}\right)^2$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f(x)(x-f(x))dx=\int_0^1\frac{x^2}{4}dx-\int_0^1\left(f(x)-\frac x2\right)^2dx$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$\int_0^1\frac{x^2}{4}dx=\frac14\cdot\frac13=\frac{1}{12}$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given equation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the square of a continuous function, so it is non-negative and continuous; zero integral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given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$\frac{1}{12}-\int_0^1\left(f(x)-\frac x2\right)^2dx=\frac{1}{12}$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$\int_0^1\left(f(x)-\frac x2\right)^2dx=0$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the square of a continuous function, so it is non-negative and continuous; zero integral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$f(x)-\frac x2=0$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polynomial that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infinitely many points is identically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polynomial that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infinitely many points is identically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$f(1)+f(2)+f(3)=\frac12+1+\frac32=3$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$[f(1)+f(2)+f(3)]=[3]=3$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Cauchy-Schwarz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equality, which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Cauchy-Schwarz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xf$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f^2$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equality, which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$f=cx$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says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Cauchy-Schwarz: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nary>
                              <m:naryPr>
                                <m:chr m:val="∫"/>
                                <m:limLoc m:val="subSup"/>
                                <m:subHide m:val="off"/>
                                <m:supHide m:val="off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naryPr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nary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equality holds in Cauchy-Schwarz.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$A=\int_0^1 f^2dx$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$B=\int_0^1 xf\,dx$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says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$B-A=\frac1{12}$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$B=A+\frac1{12}$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Cauchy-Schwarz: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$B^2=\left(\int_0^1 xf\right)^2\le\int_0^1x^2dx\cdot\int_0^1f^2dx=\frac A3$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$B=A+\frac1{12}$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$\left(A+\frac1{12}\right)^2\le\frac A3$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$A^2-\frac A6+\frac1{144}\le0$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$\left(A-\frac1{12}\right)^2\le0$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equality holds in Cauchy-Schwarz.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in Cauchy-Schwarz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polynomial, hence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floor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in Cauchy-Schwarz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$A=\frac{c^2}{3}=\frac1{12}$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$c=\pm\frac12$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 c3=\frac16$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polynomial, hence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$f(1)+f(2)+f(3)=3$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floor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polynomial vanishing on an interval is the zero polynomial.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Cauchy-Schwarz for integrals: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∫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equality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proportional (for continuous functions).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that says 'expression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 maximum (or minimum)' usually hides a perfect square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h^2dx=0$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$h\equiv0$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polynomial vanishing on an interval is the zero polynomial.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f(g-f)\,dx=\int\frac{g^2}{4}dx-\int\left(f-\frac g2\right)^2dx\le\int\frac{g^2}{4}dx$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 g2$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Cauchy-Schwarz for integrals: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$\left(\int uv\right)^2\le\int u^2\int v^2$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equality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proportional (for continuous functions).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that says 'expression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 maximum (or minimum)' usually hides a perfect square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num>
                              <m:den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$I_n=\int_0^{\pi/2}\cos^nx\cos(nx)\,dx$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$\left(\frac{I_n}{I_{n+1}}\right)^3$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integrals: reduction by integration by parts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by parts on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$\cos(n+1)x=\cos nx\cos x-\sin nx\sin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by parts on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$I_{n+1}=I_n-I_{n+1}$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integral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the second, combine: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is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$I_{n+1}=\int_0^{\pi/2}\cos^{n+1}x\cos(nx+x)dx=\int_0^{\pi/2}\cos^{n+1}x(\cos nx\cos x-\sin nx\sin 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$\cos^{n+1}x\cos nx\cos x=\cos^nx\cos nx(1-\sin^2x)$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$I_{n+1}=\int_0^{\pi/2}\cos^nx\cos nx\,dx-\int_0^{\pi/2}\left[\cos^nx\cos nx\sin^2x+\cos^{n+1}x\sin nx\sin x\right]dx$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the second, combine: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nx\sin x+\sin nx\cos x=\sin(n+1)x$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$\cos^nx\sin x\sin(n+1)x$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$I_{n+1}=I_n-\int_0^{\pi/2}\cos^nx\sin x\cdot\sin(n+1)x\,dx$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first function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second: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(at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remaining integral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num>
                              <m:den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$\sin(n+1)x$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first function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$\cos^nx\sin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$\int\cos^nx\sin x\,dx=-\frac{\cos^{n+1}x}{n+1}$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$\left[-\sin(n+1)x\frac{\cos^{n+1}x}{n+1}\right]_0^{\pi/2}$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(at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$\cos\frac\pi2=0$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remaining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$+\int_0^{\pi/2}(n+1)\cos(n+1)x\cdot\frac{\cos^{n+1}x}{n+1}dx=I_{n+1}$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$I_{n+1}=I_n-I_{n+1}$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$2I_{n+1}=I_n$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$\frac{I_n}{I_{n+1}}=2$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$\left(\frac{I_n}{I_{n+1}}\right)^3=8$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binomial theorem; only the constant term survives.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$\cos^nx\,e^{inx}=2^{-n}(1+e^{2ix})^n$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binomial theorem; only the constant term survives.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Binomial theorem: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$I_n=\mathrm{Re}\int_0^{\pi/2}\cos^nx\,e^{inx}dx$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nx=\mathrm{Re}\,e^{inx}$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$\cos^nx$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$\cos^nx\,e^{inx}=\left(\frac{e^{ix}+e^{-ix}}{2}\right)^ne^{inx}=\frac{(e^{2ix}+1)^n}{2^n}$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Binomial theorem: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$(1+e^{2ix})^n=\sum_{k=0}^n\binom nk e^{2ikx}$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Real part of the integral: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</m:e>
                        </m:d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cube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Real part of the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$I_n=\frac1{2^n}\sum_{k=0}^n\binom nk\int_0^{\pi/2}\cos(2kx)dx$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k\pi}{2k}=0$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$I_n=\frac{\pi}{2^{n+1}}$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$\frac{I_n}{I_{n+1}}=2$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cube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complex form turns products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binomial sums.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usual tools for recurrences between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$\int_0^{\pi/2}\cos^nx\cos(nx)dx=\frac{\pi}{2^{n+1}}$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$\int_0^{\pi/2}\cos^nx\sin(nx)dx=\frac1{2^{n+1}}\sum_{k=1}^n\frac{2^k}{k}$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$\cos^nx\,e^{inx}=2^{-n}(1+e^{2ix})^n$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complex form turns products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$\cos^nx\cos nx$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$\cos^nx\sin nx$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binomial sums.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nx\sin x+\sin nx\cos x=\sin(n+1)x$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$\cos(n+1)x=\cos nx\cos x-\sin nx\sin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usual tools for recurrences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$\int_0^{\pi/2}\cos^2x\,dx=\frac\pi4=\frac{\pi}{2^2}$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composed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times),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$f(x)=\frac{x}{x-1}$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 (f\circ f\circ\cdots\circ f)(x)\,dx$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composed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times),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$G(2)=1$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$[G(e+1)]$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$[\cdot]$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Composition of functions (involution) and indefinite integration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an odd number of compositions is just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$f(f(x))=x$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an odd number of compositions is just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involution (this step is implicit in the PDF).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-fold composition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$f(f(x))=\frac{\frac{x}{x-1}}{\frac{x}{x-1}-1}=\frac{x/(x-1)}{1/(x-1)}=x$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involution (this step is implicit in the PDF).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-fold composition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$G(x)=\int\frac{x}{x-1}dx$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$\frac{x}{x-1}=\frac{x-1}{x-1}+\frac1{x-1}$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$G(x)=\int\left(1+\frac1{x-1}\right)dx=x+\ln|x-1|+C$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3.718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$G(2)=2+\ln1+C=1$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$G(x)=(x-1)+\ln|x-1|$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$G(e+1)=e+\ln e=e+1\approx3.718$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$[G(e+1)]=[e+1]=3$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Fundamental Theorem from the initial point: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 constant needed).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Fundamental Theorem from the initial point: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$G(e+1)=G(2)+\int_2^{e+1}f(x)\,dx$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 constant needed).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an odd number of iterations of the involution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floor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an odd number of iterations of the involution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$f(x)=\frac{x}{x-1}$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$G(e+1)=G(2)+\int_2^{e+1}\frac{x}{x-1}dx$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$\int_2^{e+1}\left(1+\frac1{x-1}\right)dx=\left[x+\ln(x-1)\right]_2^{e+1}=(e+1+1)-(2+0)=e$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$G(e+1)=1+e$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$2&lt;e&lt;3$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$3&lt;e+1&lt;4$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floor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Mobius map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(trace zero,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an involution: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involution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-fold composition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the identity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the same period-2 idea applies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(period 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divide first, giving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with a given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only valid on the interval containing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Mobius map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$\frac{ax+b}{cx-a}$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(trace zero,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$a^2+bc\ne0$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an involution: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$f(f(x))=x$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$a=1,b=0,c=1$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involution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-fold composition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the identity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the same period-2 idea applies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(period 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$\int\frac{ax+b}{cx+d}dx$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divide first,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ac x+\frac{bc-ad}{c^2}\ln|cx+d|$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with a given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only valid on the interval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region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such that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region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$\sin^2x-\sin x\sin y+\sin^2y\le\frac34$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$x,y\in\left[0,\frac\pi2\right]$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under curves, Inverse/standard trigonometric identities and region of an inequality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boundary as a quadratic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boundary is made of straight lines.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boundary as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x=\sin\left(y\pm\frac\pi3\right)$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boundary is made of straight lines.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quadratic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discriminant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stops here and shows the figure).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quadratic opens upward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inequality holds between the roots: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$\sin^2x-\sin x\sin y+\sin^2y=\frac34$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discriminant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$\sin^2y-4\left(\sin^2y-\frac34\right)=3\cos^2y$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x=\frac{\sin y}{2}\pm\frac{\sqrt3\cos y}{2}=\sin\left(y\pm\frac\pi3\right)$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stops here and shows the figure).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quadratic opens upward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inequality holds between the roots: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$\sin\left(y-\frac\pi3\right)\le\sin x\le\sin\left(y+\frac\pi3\right)$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Lower bound: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(automatic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Upper bound: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lines: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three lines in the PDF's figure).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Lower bound: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 y-\frac\pi3$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(automatic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$y&lt;\frac\pi3$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$\sin(y-\frac\pi3)&lt;0\le\sin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Upper bound: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 y+\frac\pi3$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$y&gt;\frac\pi6$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$\sin\left(y+\frac\pi3\right)=\sin\left(\frac{2\pi}3-y\right)$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$\frac{2\pi}{3}-y\in\left[\frac\pi6,\frac\pi2\right)$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$x\le\frac{2\pi}{3}-y$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lines: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$x=y+\frac\pi3$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$x=y-\frac\pi3$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$x+y=\frac{2\pi}3$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three lines in the PDF's figure).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Cut-off corner triangles in the square of side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legs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likewise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legs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Cut-off corner triangles in the square of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 y+\frac\pi3$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legs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$\frac{\pi^2}{72}$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 y-\frac\pi3$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likewise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$\frac{\pi^2}{72}$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$x+y\ge\frac{2\pi}3$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legs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$=\frac{\pi^2}{4}-\frac{\pi^2}{72}-\frac{\pi^2}{72}-\frac{\pi^2}{18}=\frac{\pi^2}{6}$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$\frac{\pi^2}{k}=\frac{\pi^2}{6}$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the width of the region over horizontal strips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subtracting triangles.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the width of the region over horizontal strips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$y\in[0,\frac\pi2]$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subtracting triangles.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fixed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allowed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boundary lines).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width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width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width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fixed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allowed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$\max(0,y-\frac\pi3)\le x\le\min\left(y+\frac\pi3,\frac{2\pi}3-y\right)$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boundary lines).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y\le\frac\pi6$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width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$=y+\frac\pi3$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$\frac\pi6\le y\le\frac\pi3$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width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$=\frac{2\pi}3-y$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$\frac\pi3\le y\le\frac\pi2$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width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$=\left(\frac{2\pi}3-y\right)-\left(y-\frac\pi3\right)=\pi-2y$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$\int_0^{\pi/6}\left(y+\frac\pi3\right)dy=\frac{\pi^2}{72}+\frac{\pi^2}{18}=\frac{5\pi^2}{72}$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$\int_{\pi/6}^{\pi/3}\left(\frac{2\pi}3-y\right)dy=\frac{\pi^2}9-\frac12\left(\frac{\pi^2}9-\frac{\pi^2}{36}\right)=\frac{5\pi^2}{72}$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$\int_{\pi/3}^{\pi/2}(\pi-2y)\,dy=\left[\pi y-y^2\right]_{\pi/3}^{\pi/2}=\frac{\pi^2}4-\frac{2\pi^2}9=\frac{2\pi^2}{72}$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$=\frac{(5+5+2)\pi^2}{72}=\frac{\pi^2}6$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inequality that is a quadratic in one variable (with positive leading coefficient) holds between its two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Fold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boundary of a region is a set of straight lines inside a square,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(square)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(corner triangles); a right isosceles triangle of leg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$\sin^2x-2\sin x\sin y\cos\varphi+\sin^2y=\sin^2\varphi$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x=\sin(y\pm\varphi)$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$\cos\varphi=\frac12$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$\sin^2\varphi=\frac34$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inequality that is a quadratic in one variable (with positive leading coefficient) holds between its two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Fold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$\sin\theta=\sin(\pi-\theta)$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$x\in[0,\frac\pi2]$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x\le\sin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$c\le\frac\pi2$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$x\le\pi-c$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$c&gt;\frac\pi2$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boundary of a region is a set of straight lines inside a square,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(square)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(corner triangles); a right isosceles triangle of leg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8940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following figure shows the graph of a continuous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co-ordinates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parallel,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being tangent to the curve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area under the graph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units, then find the area (in square units) of the shaded region.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Figure: the curve rises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maximum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falls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parallel 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meeting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shaded region lies between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curve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8940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following figure shows the graph of a continuous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$[1,3]$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co-ordinates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parallel,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being tangent to the curve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area under the graph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units, then find the area (in square units) of the shaded region.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Figure: the curve rises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maximum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falls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$2y-x=1$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parallel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$2y-x=4$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meeting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$D\left(1,\frac52\right)$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$E\left(3,\frac72\right)$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shaded region lies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curve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x\le3$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under curves, Area between a curve and a tangent line (trapezium subtraction)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shaded region is the trapezium under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minus the area under the curve.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shaded region is the trapezium under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minus the area under the curve.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slope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slope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$L_2:2y-x=1$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$L_1\parallel 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$L_1:2y-x=4$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shaded region = (trapezium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under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(area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Trapezium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under the curve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(given).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Shaded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$D\left(1,\frac52\right)$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$E\left(3,\frac72\right)$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shaded region = (trapezium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$DEFG$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(area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Trapezium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$=\frac12\left(\frac52+\frac72\right)\times2=\frac12\cdot6\cdot2=6$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under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(given).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Shaded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$=6-4=2$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Vertical shift: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raised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strip between them is a parallelogram.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Vertical shift: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raised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strip between them is a parallelogram.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Vertical gap between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between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under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trapezium with heights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Vertical gap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$L_1:y=\frac x2+2$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$L_2:y=\frac x2+\frac12$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x\le3$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$\frac32\times2=3$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$[1,3]$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trapezium with heights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$\frac12(1+2)\times2=3$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curve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curve lies above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parallelogram splits into this region and the shaded region, so shaded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curve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$=4-3=1$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curve lies above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parallelogram splits into this region and the shaded region, so shaded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$=3-1=2$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two parallel lines over 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-interval of width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vertical gap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parallelogram).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curve lies between a chord and the parallel tangent, region(tangent, curve)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region(curve, chord) = parallelogram area.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under a straight line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trapezium: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reuse any known area.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two parallel lines over 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-interval of width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vertical gap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$d\cdot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parallelogram).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curve lies between a chord and the parallel tangent, region(tangent, curve)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region(curve, chord) = parallelogram area.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under a straight line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trapezium: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$\frac12(y_a+y_b)(b-a)$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$g\ge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$\int(g-f)dx=\int g-\int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reuse any known area.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$\int_{-1}^{1}\frac{(3x^2+5x^4)\,dx}{1+(1+x^2+x^4)^x}$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definite integrals (king property)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Apply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denominator into the complementary fraction,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Apply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$g^{-x}=1/g^x$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denominator into the complementary fraction,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$2I=\int(3x^2+5x^4)dx$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numerator is even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reciprocal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this step).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$I=\int_{-1}^{1}\frac{(3x^2+5x^4)dx}{1+(1+x^2+x^4)^x}$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$\int_a^bf(x)dx=\int_a^bf(a+b-x)dx$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numerator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$(1+x^2+x^4)^{-x}$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reciprocal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$(1+x^2+x^4)^{x}$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$I=\int_{-1}^{1}\frac{(3x^2+5x^4)(1+x^2+x^4)^x}{1+(1+x^2+x^4)^x}dx$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this step).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two forms: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stops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writes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two forms: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$2I=\int_{-1}^{1}(3x^2+5x^4)\frac{1+g^x}{1+g^x}dx=\int_{-1}^{1}(3x^2+5x^4)dx$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$g=1+x^2+x^4$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$2I=\left[x^3+x^5\right]_{-1}^{1}=(1+1)-(-1-1)=4$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$I=\frac{4}{2}=2$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stops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writes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answer).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second part is odd and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$\frac1{1+g^x}=\frac12-\frac12\tanh\left(\frac{x\ln g}{2}\right)$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second part is odd and integrates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 odd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$g=1+x^2+x^4&gt;0$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$u=x\ln 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 odd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$\frac1{1+e^{u}}=\frac12-\frac12\tanh\frac u2$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$\frac12(3x^2+5x^4)-\frac12(3x^2+5x^4)\tanh\frac u2$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odd, so its integral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$(3x^2+5x^4)\tanh\frac u2$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odd, so its integral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$[-1,1]$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$I=\frac12\int_{-1}^{1}(3x^2+5x^4)dx=\frac12\cdot4=2$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the symmetric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an even numerator halves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More generally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the denominator does not vanish.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answer against the pairing: the result must be exactly half of the plain integral of the numerator,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$\int_{-a}^{a}\frac{f(x)}{1+k^x}dx=\int_0^af(x)\,dx$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$\frac1{1+k^x}+\frac1{1+k^{-x}}=1$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the symmetric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$[-a,a]$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an even numerator halves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More 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$\int_a^b\frac{f(x)}{f(x)+f(a+b-x)}dx=\frac{b-a}2$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the denominator does not vanish.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answer against the pairing: the result must be exactly half of the plain integral of the numerator,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differential equation of a curve passing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differential equation of a curve passing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$\left(0,-\frac\pi4\right)$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y\left(\frac{dy}{dx}+e^{-x}\right)+\sin y\left(e^{-x}-\frac{dy}{dx}\right)=e^{-x}$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$te^{e^{-t}}$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 (integrating factor) with a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equation becomes the linear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y+\sin y=t$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equation becomes the linear equation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$\frac{dt}{dx}+te^{-x}=e^{-x}$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calls 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the linear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$(\cos y-\sin y)dy+(\cos y+\sin y)e^{-x}dx=e^{-x}dx$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$u=\cos y+\sin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calls 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$du=(\cos y-\sin y)dy$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the linear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$\frac{du}{dx}+ue^{-x}=e^{-x}$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sign slip).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e^{-x}dx}=e^{-e^{-x}}$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$e^{e^{-x}}$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sign slip).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$\frac{d}{dx}\left(ue^{-e^{-x}}\right)=e^{-x}e^{-e^{-x}}$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$ue^{-e^{-x}}=e^{-e^{-x}}+C$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$u=1+Ce^{e^{-x}}$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$\left(0,-\frac\pi4\right)$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$u=\cos\frac\pi4-\sin\frac\pi4=0$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$0=1+Ce$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$C=-\frac1e$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y+\sin y=1-e^{e^{-x}-1}$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need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no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satisfies: the curve never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 is a different solution of the equation).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question, as printed, has no consistent value; the PDF's relation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what produces the keyed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Keyed answer retained: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(see note; not derivable from the printed data).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0+\sin0=1$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$e^{e^{-t}-1}=0$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no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satisfies: the curve never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 is a different solution of the equation).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question, as printed, has no consistent value; the PDF's relation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$ue^{e^{-x}}=x$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what produces the keyed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Keyed answer retained: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(see note; not derivable from the printed data).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here) the constant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solution, so the general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recognise this combination whenever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a derived solution by substitution: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symbolically).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P\,dx}$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$e^{-e^{-x}}$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$e^{e^{-x}}$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here) the constant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solution, so the general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$u=1+Ce^{-\int P\,dx}$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$\frac{d}{dx}(\cos y+\sin y)=(\cos y-\sin y)\frac{dy}{dx}$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y+\sin y=\sqrt2\sin\left(y+\frac\pi4\right)$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recognise this combination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$(\cos y\pm\sin y)dy$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a derived solution by substitution: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$u=1-e^{e^{-x}-1}$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$u'+ue^{-x}=e^{-x}$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symbolically).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have integration constant zero)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$P=\int e^{3x}\cos(2013x)\,dx$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$Q=\int e^{3x}\sin(2013x)\,dx$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have integration constant zero)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$f(x)=\ln\left[(P^2+Q^2)(3^2+2013^2)\right]$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516884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Integration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516884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$e^{ax}\cos bx$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$e^{ax}\sin bx$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84734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2013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84734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$P^2+Q^2=\frac{e^{6x}}{3^2+2013^2}$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$f(x)=6x$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264664"/>
                <a:ext cx="10725912" cy="441045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formula: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equals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(cross terms cancel,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264664"/>
                <a:ext cx="10725912" cy="441045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formula: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$P=\frac{e^{3x}}{3^2+2013^2}\left(3\cos2013x+2013\sin2013x\right)$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$Q=\frac{e^{3x}}{3^2+2013^2}\left(3\sin2013x-2013\cos2013x\right)$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$P^2+Q^2=\frac{e^{6x}}{(3^2+2013^2)^2}\left[(3\cos\theta+2013\sin\theta)^2+(3\sin\theta-2013\cos\theta)^2\right]$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$\theta=2013x$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$3^2+2013^2$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(cross terms cancel,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$\sin^2+\cos^2=1$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$P^2+Q^2=\frac{e^{6x}}{3^2+2013^2}$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$(P^2+Q^2)(3^2+2013^2)=e^{6x}$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$f(x)=\ln e^{6x}=6x$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$P+iQ=\int e^{(3+2013i)x}dx$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$|P+iQ|^2=P^2+Q^2$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154936"/>
                <a:ext cx="10725912" cy="36332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(zero constant).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modulus squared: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154936"/>
                <a:ext cx="10725912" cy="36332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$P+iQ=\int e^{3x}(\cos2013x+i\sin2013x)dx=\int e^{(3+2013i)x}dx=\frac{e^{(3+2013i)x}}{3+2013i}$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(zero constant).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modulus squared: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$P^2+Q^2=\frac{|e^{3x}e^{2013ix}|^2}{|3+2013i|^2}=\frac{e^{6x}}{3^2+2013^2}$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$(P^2+Q^2)(3^2+2013^2)=e^{6x}$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$f(x)=6x$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symbolically).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gets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arg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information for free.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(rotation preserves length).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Real and imaginary parts of one complex integral are the efficient way to handle 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pair together.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e^{ax}\cos bx\,dx=\frac{e^{ax}}{a^2+b^2}(a\cos bx+b\sin bx)$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e^{ax}\sin bx\,dx=\frac{e^{ax}}{a^2+b^2}(a\sin bx-b\cos bx)$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symbolically).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$P+iQ=\int e^{(a+ib)x}dx=\frac{e^{(a+ib)x}}{a+ib}$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gets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$P^2+Q^2=\frac{e^{2ax}}{a^2+b^2}$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$\arg$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information for free.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$(a\cos\theta+b\sin\theta)^2+(a\sin\theta-b\cos\theta)^2=a^2+b^2$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(rotation preserves length).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Real and imaginary parts of one complex integral are the efficient way to handle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pair together.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Water is flowing in a container at a rate proportional to the square of the amount of water present inside the container. If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volume of water inside the tank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takes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hours for the volume to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time (in hours) taken for the volume to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Water is flowing in a container at a rate proportional to the square of the amount of water present inside the container. If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volume of water inside the tank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takes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hours for the volume to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$2V_0$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time (in hours) taken for the volume to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$4V_0$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equations: variable separable (rate problems)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84734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decrease linearly in time.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84734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$\frac{dV}{dt}=kV^2$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decrease linearly in time.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264664"/>
                <a:ext cx="10725912" cy="441045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and 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264664"/>
                <a:ext cx="10725912" cy="441045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$\frac{dV}{dt}=kV^2$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and 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$\int\frac{dV}{V^2}=\int k\,dt$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$-\frac1V=kt+C$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$V=V_0$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$C=-\frac1{V_0}$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$\frac1{V_0}-\frac1V=kt$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hours.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$V=2V_0$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$6k=\frac1{V_0}-\frac1{2V_0}=\frac1{2V_0}$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$k=\frac1{12V_0}$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$V=4V_0$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$kt=\frac1{V_0}-\frac1{4V_0}=\frac3{4V_0}$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$t=\frac{3}{4V_0}\times12V_0=9$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hours.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falls at a constant rate, use proportion on the drop 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falls at a constant rate, use proportion on the drop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 at a constant rate.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hours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drop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$\frac{d}{dt}\left(\frac1V\right)=-\frac{V'}{V^2}=-k$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 at a constant rate.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hours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$\frac1{V_0}$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$\frac1{2V_0}$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drop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$\frac1{2V_0}$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reach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go 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drop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first drop.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time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hours.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reach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$4V_0$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go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$\frac1{V_0}$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$\frac1{4V_0}$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drop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$\frac3{4V_0}$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first drop.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time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$\frac32\times6=9$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hours.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blows up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*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Time to reach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*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Contrast: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constant doubling time;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an ever-shortening doubling time.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recipe: separate variables, use the initial condition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second condition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$\frac{dV}{dt}=kV^2$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$V=\frac{V_0}{1-kV_0t}$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blows up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$t^*=\frac1{kV_0}$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Time to reach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$nV_0$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$t^*\left(1-\frac1n\right)=12\left(1-\frac1n\right)$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$n=2\to6$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$n=4\to9$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$n=8\to10.5$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Contrast: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$\frac{dV}{dt}=kV$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$V=V_0e^{kt}$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constant doubling time;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$\frac{dV}{dt}=kV^2$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an ever-shortening doubling time.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recipe: separate variables, use the initial condition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second condition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given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area bounded by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$f:[0,2\pi]\to\mathbb{R}$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given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$f(x)=\sin x\ \forall x\in\left[0,\frac\pi2\right]$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$f(x)+f(\pi-x)=2\ \forall x\in\left(\frac\pi2,\pi\right]$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$f(x)=f(2\pi-x)\ \forall x\in(\pi,2\pi)$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area bounded by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081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bounded by curves (piecewise-defined function), Functional relations and symmetry of a graph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relations to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piecewise; all pieces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relations to 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piecewise; all pieces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$\ge0$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$=\int_0^{2\pi}f$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$\left[0,\frac\pi2\right]$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$\left(\frac\pi2,\pi\right]$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$\pi-x\in\left[0,\frac\pi2\right)$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$f(x)=2-f(\pi-x)=2-\sin(\pi-x)=2-\sin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$\left(\pi,\frac{3\pi}2\right]$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$2\pi-x\in\left[\frac\pi2,\pi\right)$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$f(x)=f(2\pi-x)=2-\sin(2\pi-x)=2+\sin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$\left(\frac{3\pi}2,2\pi\right]$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$2\pi-x\in\left[0,\frac\pi2\right)$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$f(x)=\sin(2\pi-x)=-\sin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four pieces are non-negative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middle two,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outer ones), so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four pieces are non-negative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middle two,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$-\sin 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outer ones), so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$=\int_0^{2\pi}f(x)dx$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 x\,dx=1$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$\int_{\pi/2}^{\pi}(2-\sin x)dx=\pi-1$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$\int_\pi^{3\pi/2}(2+\sin x)dx=\pi-1$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$\int_{3\pi/2}^{2\pi}(-\sin x)dx=1$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$=1+(\pi-1)+(\pi-1)+1=2\pi$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$k\pi=2\pi$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the symmetry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avoid finding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$\pi-x$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the symmetry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$f(2\pi-x)=f(x)$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avoid finding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area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$f(x)=f(2\pi-x)$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$\int_0^{2\pi}f=2\int_0^{\pi}f$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$x\in\left[0,\frac\pi2\right]$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$\pi-x\in\left[\frac\pi2,\pi\right]$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$f(x)+f(\pi-x)=2$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$x\in[0,\frac\pi2]$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x+(2-\sin x)=2$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$\int_0^{\pi}f=\int_0^{\pi/2}f(x)dx+\int_0^{\pi/2}f(\pi-x)dx=\int_0^{\pi/2}2\,dx=\pi$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$2\cdot\pi=2\pi$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graph is symmetric about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(mirror symmetry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bounded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otherwise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rules: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check which interval the reflected argument falls 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$f(x)+f(a-x)=2c$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$\int_0^af(x)dx=ca$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graph is symmetric about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 a2,c\right)$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$f(2a-x)=f(x)$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$\int_0^{2a}f=2\int_0^af$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(mirror symmetry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bounded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otherwise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$\int|f|$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rules: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$f(\pi-x)=2-f(x)$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$f=\sin$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$[0,\frac\pi2]$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$(\frac\pi2,\pi]$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check which interval the reflected argument falls 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satisfying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find least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$f'(x)=f^2(x)$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$\frac{\sqrt2}{\pi}\int_0^1\left(\frac{1-x}{f(x)(x^4+1)}+\frac{2}{x^4+1}\right)dx=\frac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$p,q\in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find least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$(p+q)$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955795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Differential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(variable separable), Definite integration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substitution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955795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(variable separable), Definite integration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$\frac{x^2+1}{x^4+1}$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substitution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solved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$f=-\frac1{x+1}$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integrand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$\frac{x^2+1}{x^4+1}$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solved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$x-\frac1x=t$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$f'=f^2\Rightarrow\frac{f'}{f^2}=1$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$-\frac1f=x+C$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$f(0)=-1\Rightarrow 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$f(x)=-\frac{1}{x+1}$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$\frac{1-x}{f(x)(x^4+1)}=-\frac{(1-x)(x+1)}{x^4+1}=\frac{x^2-1}{x^4+1}$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$\frac{x^2-1}{x^4+1}+\frac2{x^4+1}=\frac{x^2+1}{x^4+1}$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$\frac{\sqrt2}{\pi}\int_0^1\frac{x^2+1}{x^4+1}dx$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$\int_0^1\frac{1+\frac1{x^2}}{x^2+\frac1{x^2}}dx=\int_0^1\frac{1+\frac1{x^2}}{\left(x-\frac1x\right)^2+2}dx$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$x-\frac1x=t$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$\left(1+\frac1{x^2}\right)dx=dt$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$x:0\to1$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$t:-\infty\to0$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$\int_{-\infty}^0\frac{dt}{t^2+2}=\left[\frac1{\sqrt2}\tan^{-1}\frac t{\sqrt2}\right]_{-\infty}^0=\frac1{\sqrt2}\cdot\frac\pi2$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$=\frac{\sqrt2}{\pi}\cdot\frac{\pi}{2\sqrt2}=\frac12$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pq=\frac12$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$p+q=1+2=3$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symmetry: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split at the standard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values.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$x\to\frac1x$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symmetry: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$\int_0^1\frac{x^2+1}{x^4+1}dx=\frac12\int_0^\infty\frac{x^2+1}{x^4+1}dx$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split at the standard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$\int_0^\infty$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values.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 and the integrand reduces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$f(x)=-\frac1{x+1}$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 and the integrand reduces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$\frac{x^2+1}{x^4+1}$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$\frac{x^2+1}{x^4+1}\,dx\to\frac{\frac1{x^2}+1}{\frac1{x^4}+1}\cdot\frac{dx}{x^2}=\frac{x^2+1}{x^4+1}dx$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$\int_1^\infty=\int_0^1$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$\int_0^1\frac{x^2+1}{x^4+1}dx=\frac12\int_0^\infty\frac{x^2+1}{x^4+1}dx$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sum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times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$\int_0^\infty\frac{dx}{1+x^4}=\frac{\pi}{2\sqrt2}$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$\int_0^\infty\frac{x^2dx}{1+x^4}=\frac\pi{2\sqrt2}$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(plus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type equations separate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checked numerically).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more generally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calls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$f'=f^2$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$\left(-\frac1f\right)'=1$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$f=-\frac{1}{x+C}$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(plus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$f\equiv0$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$f'=kf^n$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type equations separate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$\int\frac{x^2+1}{x^4+1}dx=\frac1{\sqrt2}\tan^{-1}\frac{x-1/x}{\sqrt2}$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$\int\frac{x^2-1}{x^4+1}dx=\frac1{2\sqrt2}\ln\left|\frac{x^2-\sqrt2x+1}{x^2+\sqrt2x+1}\right|$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checked numerically).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$\int_0^\infty\frac{dx}{1+x^4}=\int_0^\infty\frac{x^2dx}{1+x^4}=\frac{\pi}{2\sqrt2}$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more 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$\int_0^\infty\frac{x^{m-1}}{1+x^n}dx=\frac{\pi}{n\sin(m\pi/n)}$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$0&lt;m&lt;n$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$\frac{1\pm\frac1{x^2}}{x^2+\frac1{x^2}}$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calls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$x\mp\frac1x=t$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$x^2+\frac1{x^2}=t^2+2$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given non-constant differentiable function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$y^2(x)g(x)g'(x)+y(x)y'(x)=g(x)g'(x)$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given non-constant differentiable function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$g(0)=g(e)=1$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equations reducible to linear form (integrating factor)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left side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$2e^{g^2}$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left side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$\frac{d}{dx}\left[e^{g^2}y^2\right]$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both sides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left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integral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$y^2gg'+yy'=gg'$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both sides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$2e^{g^2(x)}$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$2y^2gg'e^{g^2}+2yy'e^{g^2}=2gg'e^{g^2}$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$\frac{d}{dx}e^{g^2}=2gg'e^{g^2}$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$\frac{d}{dx}\left[e^{g^2(x)}y^2(x)\right]$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$\frac{d}{dx}\left[e^{g^2(x)}y^2(x)\right]=2g(x)g'(x)e^{g^2(x)}$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$e^{g^2(x)}y^2(x)=\int 2g(x)g'(x)e^{g^2(x)}dx$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$g^2(x)=t$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$2g(x)g'(x)dx=dt$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$e^{g^2(x)}y^2(x)=e^{g^2(x)}+c$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$e^{1}\cdot0=e^{1}+c$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$e^{g^2(x)}y^2(x)=e^{g^2(x)}-e$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$g(e)=1$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$e\,y^2(e)=e-e=0$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$y(e)=0$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equation separates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integrating factor.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$w=1-y^2$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equation separates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$w=e^{1-g^2}$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integrating factor.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equation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separable equation).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solution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vanish if it is non-zero at one point).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equation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$yy'=gg'(1-y^2)$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$w=1-y^2$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$w'=-2yy'$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$yy'=-\frac{w'}{2}$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$-\frac{w'}{2}=gg'\,w$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$w'=-2gg'\,w$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separable equation).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$w(0)=1-y(0)^2=1\neq0$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solution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$w'=-2gg'w$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vanish if it is non-zero at one point).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$\frac{w'}{w}=-2gg'=-\frac{d}{dx}g^2$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$\ln|w|=-g^2(x)+C$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$0=-1+C$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$w=e^{1-g^2(x)}$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$y^2=1-e^{1-g^2(x)}$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$g(e)=1$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$y^2(e)=1-e^{0}=0$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$y(e)=0$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solved with the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constant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general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enters only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via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That is why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such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terms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(no plain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suggest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$\frac{d}{dx}\left(e^{h(x)}u\right)=e^{h}(u'+h'u)$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$u'+h'u=q$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solved with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$h=g^2$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$yy'=\frac12(y^2)'$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$u'+P(x)u=P(x)$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constant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general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$u=1+Ae^{-\int P\,dx}$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$P=2gg'$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$y^2=1+Ae^{-g^2}$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enters only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via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$g(x)=g(0)$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That is why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$g(e)=g(0)=1$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such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$y^2\phi'(x)$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(no plain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suggest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curve passing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 satisfies the differential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curve passing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$(e,e^{e})$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 satisfies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$(2ny+xy\log_e x)\,dx-x\log_e x\,dy=0$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 x\neq0$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$g(x)=\lim_{n\to\infty}f(x)$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$\int_{1/e}^{e}g(x)\,dx=$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Variable-separable differential equations, Limit of a sequence of functions and definite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$(\ln x)^{2n}\to0$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$|\ln x|&lt;1$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$g\equiv0$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$(1/e,e)$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positive integer).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Integrate,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Exponentiate: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$(2ny+xy\ln x)\,dx=x\ln x\,dy$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positive integer).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$\frac{dy}{y}=\left(\frac{2n}{x\ln x}+1\right)dx$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Integrate,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$\int\frac{dx}{x\ln x}=\ln|\ln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y=2n\ln|\ln x|+x+c$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Exponentiate: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$y=e^{2n\ln|\ln x|}\,e^{x}e^{c}=(\ln x)^{2n}\,e^{x}A$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$A=e^{c}$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$(e,e^{e})$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$e^{e}=(\ln e)^{2n}e^{e}A=e^{e}A$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(outside the interval of integration).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finite there; two points do not affect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$f(x)=e^{x}(\ln x)^{2n}$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$\frac1e&lt;x&lt;e$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$|\ln 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$(\ln x)^{2n}=|\ln x|^{2n}\to0$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$0&lt;x&lt;\frac1e$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$|\ln x|&gt;1$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$(\ln x)^{2n}\to\infty$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(outside the interval of integration).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$(\ln x)^{2n}=1$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finite there; two points do not affect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$\int_{1/e}^{e}g(x)\,dx=\int_{1/e}^{e}0\,dx=0$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first and take the limit afterwards: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integral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squeezed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first and take the limit afterwards: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$x=e^{u}$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integral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squeezed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differential equation and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$f_n(x)=e^{x}(\ln x)^{2n}$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differential equation and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$(e,e^{e})$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$dx=e^{u}du$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$\int_{1/e}^{e}f_n\,dx=\int_{-1}^{1}e^{e^{u}}\,u^{2n}\,e^{u}\,du$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$[-1,1]$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$e^{e^{u}}\le e^{e}$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$e^{u}\le 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$u^{2n}\ge0$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tends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limit may be taken inside the integral (bounded convergence):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$0\le\int_{1/e}^{e}f_n\,dx\le e^{e+1}\int_{-1}^{1}u^{2n}du=\frac{2e^{e+1}}{2n+1}$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tends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$\int_{1/e}^{e}f_n\,dx\to0$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f_n\le e^{e}$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$[\frac1e,e]$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$f_n\to 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limit may be taken inside the integral (bounded convergence):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g=\lim\int f_n=0$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power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break points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Changing a bounded integrand at finitely many points does not change a Riemann integral, so the finite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irrelevant.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finite interval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pointwise,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(bounded convergence). Always check the restriction to the interval of integration,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outside it is harmless.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$\frac{dy}{dx}=p(x)\,y$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$y=A\,e^{\int p\,dx}$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$\int\frac{dx}{x\ln x}=\ln|\ln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$\int\frac{dx}{x(\ln x)^k}$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$\lim_{n\to\infty}a^{n}=0$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$a=(\ln x)^2$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break points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$x=e^{\pm1}$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Changing a bounded integrand at finitely many points does not change a Riemann integral, so the finite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$g(e),g(1/e)$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irrelevant.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$|f_n|\le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finite interval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$f_n\to 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pointwise,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f_n\to\int 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(bounded convergence). Always check the restriction to the interval of integration,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outside it is harmless.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2392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two curves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their tangents at the points with equal abscissa intersect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Then the area bounded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unit. Tangents are drawn to the parabola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three tangents form a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inclinations of these tangents with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such that their cotangents form an arithmetic progression (in the same order)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find the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 sq. units).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2392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two curves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$g(x)=\int_{-\infty}^{x}f(t)\,dt$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their tangents at the points with equal abscissa intersect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Then the area bounded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$k\left(e^{1/4}-1\right)$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unit. Tangents are drawn to the parabola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three tangents form a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$\theta_1,\theta_2,\theta_3$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inclinations of these tangents with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such that their cotangents form an arithmetic progression (in the same order)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find the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 sq. units).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 from a tangent condition and area under curves, Triangle formed by tangents to a parabola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-intercepts of the two tangents give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exponential.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-intercepts of the two tangents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$f^2=gf'$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$g'=Cg$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exponential.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abscissa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tangent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meets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abscissa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tangent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$Y-f=f'(X-x)$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meets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$X=x-\frac{f}{f'}$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tangent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meets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tangents meet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Integrating,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𝑐𝑜𝑛𝑠𝑡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required).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tangent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$Y-g=f\,(X-x)$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meets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$X=x-\frac{g}{f}$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tangents meet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$\frac{f}{f'}=\frac{g}{f}$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$f^2=g\,f'$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$(g')^2=g\,g''$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$\frac{g''}{g'}=\frac{g'}{g}$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Integrating,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g'=\ln g+\text{const}$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$g'=Cg$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$f(0)=g'(0)=1$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$g(x)=4e^{x/4}$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$f(x)=e^{x/4}$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$g(-\infty)=0$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required).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$g\ge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$=\int_0^1\left(4e^{x/4}-e^{x/4}\right)dx=3\left[4e^{x/4}\right]_0^1=12\left(e^{1/4}-1\right)$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parabola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tangent at the point with parameter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slope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AP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Tangents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these are the vertices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triangle.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parabola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$y^2=12x=4ax$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tangent at the point with parameter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$ty=x+3t^2$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slope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$\cot\theta=t$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$t_1,t_2,t_3$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AP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$t_2=t_1+2$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$t_3=t_1+4$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$(3t_it_j,\;3(t_i+t_j))$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these are the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triangle.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triangle formed by the tangents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triangle formed by the tangents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$t_1,t_2,t_3$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$\frac{a^2}{2}\left|(t_1-t_2)(t_2-t_3)(t_3-t_1)\right|=\frac92\cdot|(-2)(-2)(4)|$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PQR=\frac92\times16=72$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-intercepts mean equal subtangents: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(no second-order equation).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-intercepts mean equal subtangents: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$\frac{f}{f'}=\frac{g}{g'}$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$f/g$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(no second-order equation).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tangent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abscissa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intercept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Equal intercepts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𝑐𝑜𝑛𝑠𝑡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tangent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$y=\phi(x)$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abscissa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$x-\frac{\phi}{\phi'}$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intercept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$x-\frac{f}{f'}$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$x-\frac{g}{g'}$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Equal intercepts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$\frac{f'}{f}=\frac{g'}{g}$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f=\ln g+\text{const}$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$f=\lambda 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parabola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 g4$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$g'=f=\frac g4$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$g=4e^{x/4}$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$f=e^{x/4}$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$=\int_0^1\left(g-f\right)dx=\int_0^1 3e^{x/4}dx=12\left(e^{1/4}-1\right)$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parabola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$y^2=12x$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72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Shifting all parameters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area-preserving shear of the parabola, so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the simple triangle.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Shifting all parameters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area-preserving shear of the parabola, so take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$t=-2,0,2$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the simple triangle.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of contact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map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sends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maps the 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map has determinant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shear plus a translation), so it preserves areas.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$y^2=12x$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$x-ty+3t^2=0$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of contact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$(3t^2,6t)$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$(x,y)\mapsto(x+sy+3s^2,\;y+6s)$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sends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$(3t^2,6t)$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$(3(t+s)^2,6(t+s))$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maps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map has determinant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shear plus a translation), so it preserves areas.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area depends only on the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Vertices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triangle with vertices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area depends only on the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$t=-2,0,2$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$(3t_it_j,3(t_i+t_j))$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$(-2,0)\to(0,-6)$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$(0,2)\to(0,6)$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$(-2,2)\to(-12,0)$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triangle with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$(0,-6),(0,6),(-12,0)$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$=\frac12\cdot12\cdot12=72$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72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Subtangent rule: the tangent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Two curves whose tangents at equal abscissae meet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satisfy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area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𝐿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Subtangent rule: the tangent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$y=\phi(x)$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$x-\frac{\phi}{\phi'}$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Two curves whose tangents at equal abscissae meet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$\frac{\phi_1'}{\phi_1}=\frac{\phi_2'}{\phi_2}$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$\phi_1/\phi_2$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$g'=cg$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$g=g(0)e^{cx}$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area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$Ae^{cx}$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$Be^{cx}$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$[0,L]$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$\frac{|A-B|}{c}\left(e^{cL}-1\right)$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$\frac{3}{1/4}=12$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tangents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formed by three tangents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exactly half the area of the triangle of the contact points.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AP with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$y^2=4ax$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$ty=x+at^2$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$1/t$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$\cot\theta=t$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tangents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$t_i,t_j$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$(at_it_j,\,a(t_i+t_j))$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formed by three tangents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$t_1,t_2,t_3$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$\frac{a^2}{2}\left|(t_1-t_2)(t_2-t_3)(t_3-t_1)\right|$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exactly half the area of the triangle of the contact points.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AP with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$a^2d^3$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$9\cdot8=72$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$\frac{dy}{dx}=\frac{(x+y)^2}{(x+2)(y-2)}$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Homogeneous differential equation after shifting the origin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shifting the origin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equation homogeneous.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$x+y=(x+2)+(y-2)$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shifting the origin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$(-2,2)$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equation homogeneous.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the square,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homogeneous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variables: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$x+y=(x+2)+(y-2)$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$\frac{dy}{dx}=\frac{[(x+2)+(y-2)]^2}{(x+2)(y-2)}$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the square,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$\frac{dy}{dx}=\frac{x+2}{y-2}+\frac{y-2}{x+2}+2$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$\frac{dY}{dX}=\frac{X}{Y}+\frac{Y}{X}+2$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homogeneous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$\frac{dY}{dX}=v+X\frac{dv}{dX}$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$v+X\frac{dv}{dX}=\frac1v+v+2$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$X\frac{dv}{dX}=\frac{1+2v}{v}$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variables: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$\frac{v}{1+2v}\,dv=\frac{dX}{X}$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Exponentiating,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constant,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$\frac{v}{1+2v}=\frac12\cdot\frac{2v+1-1}{2v+1}$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$\left[1-\frac{1}{2v+1}\right]dv=2\,\frac{dX}{X}$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$v-\frac12\ln|2v+1|=2\ln|X|+c$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 YX$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YX-\frac12\ln\left|\frac{2Y}{X}+1\right|=2\ln|X|+c$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$\frac{2Y}{X}=\ln\left|\frac{2Y+X}{X}\right|+\ln X^4+d$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Exponentiating,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$Ke^{2Y/X}=X^4\left(1+\frac{2Y}{X}\right)$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constant,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$X^4\left(1+\frac{2Y}{X}\right)=Ke^{2Y/X}$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where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$X=x+2$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$Y=y-2$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a homogeneous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integrating factor; then integrate the exact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a homogeneous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$\frac{1}{MX+NY}$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integrating factor; then integrate the exact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homogeneous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$(X+Y)^2dX-XY\,dY=0$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$M=(X+Y)^2$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$N=-XY$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homogeneous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$\frac{1}{MX+NY}$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$MX+NY=X(X+Y)^2-XY^2=X^2(X+2Y)$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$M'=\frac{(X+Y)^2}{X^2(X+2Y)}$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$N'=\frac{-Y}{X(X+2Y)}$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$M'dX+N'dY=0$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$\frac{(X+Y)^2}{X^2(X+2Y)}=\frac{3}{4X}+\frac{Y}{2X^2}+\frac{1}{4(X+2Y)}$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equals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multiplying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exponentiating,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the same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$\phi=\frac34\ln X-\frac{Y}{2X}+\frac14\ln|X+2Y|+h(Y)$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$\frac{\partial\phi}{\partial Y}=-\frac{1}{2X}+\frac{1}{2(X+2Y)}+h'(Y)=\frac{-Y}{X(X+2Y)}+h'(Y)$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$h'(Y)=0$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$\frac34\ln X-\frac Y{2X}+\frac14\ln|X+2Y|=c$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exponentiating,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$X^3(X+2Y)e^{-2Y/X}=K$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the same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$X^4\left(1+\frac{2Y}{X}\right)=Ke^{2Y/X}$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$X^4\left(1+\frac{2Y}{X}\right)=Ke^{2Y/X}$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where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$X=x+2$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$Y=y-2$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 of origin: if the right side is built from linear factors such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remove the constants and reach a homogeneous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degree)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integrating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any expression symmetric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homogeneous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a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 first: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 of origin: if the right side is built from linear factors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remove the constants and reach a homogeneous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degree)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$Mx+Ny\neq0$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$\frac{1}{Mx+Ny}$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$\frac{(a+b)^2}{ab}=\frac ab+\frac ba+2$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any expression symmetric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homogeneous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a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 ba$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$\int\frac{av+b}{cv+d}dv$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$\frac{v}{1+2v}=\frac12-\frac{1}{2(1+2v)}$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v2-\frac14\ln|1+2v|$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 bounds a curvilinear trapezoid with the base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whose area is proportional to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power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 bounds a curvilinear trapezoid with the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whose area is proportional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$(n+1)^{\text{th}}$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$\{f(10)\}^{n}=k$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$\frac{k}{4}$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98467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curvilinear trapezoid and integral equations, Variable-separable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the area relation makes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constant,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the area relation makes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$f^{n-1}f'$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constant,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$f^n$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of the curvilinear trapezoid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is proportional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proportionality; the PDF calls 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of the curvilinear trapezoid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is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$\{f(x)\}^{n+1}$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$\int_0^xf(t)\,dt=\lambda\{f(x)\}^{n+1}$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proportionality; the PDF calls 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$f(x)=\lambda(n+1)\{f(x)\}^{n}f'(x)$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$\{f(x)\}^{n-1}f'(x)=\frac{1}{\lambda(n+1)}$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$\frac{\{f(x)\}^n}{n}=\frac{x}{\lambda(n+1)}+c$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$\frac{\{f(0)\}^n}{n}=0+c$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(The PDF prints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here; it must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$\{f(x)\}^n=\frac{n\,x}{\lambda(n+1)}$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$1=\frac{n}{\lambda(n+1)}$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(The PDF prints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here; it must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$\{f(x)\}^n=x$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$f(x)=x^{1/n}$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$\lambda=\frac{n}{n+1}$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$\{f(10)\}^n=10=k$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k4=\frac{10}{4}=\frac52$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$\frac52$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the area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itself: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separable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the area function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$F(x)=\int_0^xf$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itself: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$F'=f=(F/\lambda)^{1/(n+1)}$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separable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𝐹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𝐹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separable equation: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$F=\lambda f^{n+1}$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$f=\left(\frac F\lambda\right)^{1/(n+1)}$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$F'=\left(\frac F\lambda\right)^{1/(n+1)}$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separable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$F^{-1/(n+1)}dF=\lambda^{-1/(n+1)}dx$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$\frac{n+1}{n}F^{\frac{n}{n+1}}=\lambda^{-\frac1{n+1}}x$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𝐹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den>
                            </m:f>
                          </m:e>
                        </m:d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vanishes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$f^n=\left(\frac F\lambda\right)^{\frac n{n+1}}=\lambda^{-\frac{n}{n+1}}F^{\frac n{n+1}}=\frac{n}{n+1}\cdot\frac{x}{\lambda}$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vanishes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$f^n=x\,f(1)^n$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$f(x)^n=x$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$f(10)^n=10$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k4=\frac52$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$\frac52$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constant of integration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the relation already holds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solution is a power law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property 'area under the curve is a fixed function of the ordinate' always turns into a first-order separable DE after one differentiation.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$\int_0^xf=\phi(f(x))$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$f=\phi'(f)f'$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$\frac{\phi'(f)}{f}df=dx$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constant of integration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the relation already holds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$\int_0^xf=\lambda f^{m}$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solution is a power law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$f=c\,x^{1/(m-1)}$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$f=c\,x^{1/n}$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$f=x^{1/n}$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$\int_0^xf=\frac{n}{n+1}x^{\frac{n+1}{n}}=\frac n{n+1}f^{n+1}$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 n{n+1}$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property 'area under the curve is a fixed function of the ordinate' always turns into a first-order separable DE after one differentiation.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Prove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$f(x)=x^{\sin x+\cos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Prove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$0.4\le\int_0^1f(x)\,dx\le0.5$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Estimation of definite integrals (bounds)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larger exponent gives a smaller power: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$0&lt;x\le1$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larger exponent gives a smaller power: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$x\ge x^{\sin x+\cos x}\ge x^{\sqrt2}$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⊂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power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increases. 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three functions are non-negative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we may integrate the inequalities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Upper bound: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x+\cos x=\sqrt2\sin\left(x+\frac\pi4\right)$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$x+\frac\pi4\in\left[\frac\pi4,\frac\pi4+1\right]\subset\left[\frac\pi4,\frac{3\pi}{4}\right]$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$1\le\cos x+\sin x\le\sqrt2$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power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$x^{1}\ge x^{\cos x+\sin x}\ge x^{\sqrt2}$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three functions are non-negative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we may integrate the inequalities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Upper bound: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$\int_0^1f(x)\,dx\le\int_0^1x\,dx=\frac12$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Lower bound: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2.5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proves the claim.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Lower bound: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$\int_0^1f(x)\,dx\ge\int_0^1x^{\sqrt2}dx=\frac{1}{\sqrt2+1}$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$\sqrt2&lt;1.5$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$\frac{1}{\sqrt2+1}&gt;\frac{1}{1.5+1}=\frac1{2.5}=0.4$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$0.4&lt;\frac1{\sqrt2+1}\le\int_0^1f(x)\,dx\le\frac12=0.5$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proves the claim.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Proved: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0.4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Proved: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$0.4\le\int_0^1f(x)\,dx\le0.5$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integral becomes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bounds are two exponential integrals.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$x=e^{-u}$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integral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$\int_0^\infty e^{-(1+s)u}du$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$s\in[1,\sqrt2]$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bounds are two exponential integrals.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corresponds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$x=e^{-u}$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$dx=-e^{-u}du$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$x:0\to1$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corresponds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$u:\infty\to0$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$\int_0^1x^{s(x)}dx=\int_0^\infty e^{-s\,u}\,e^{-u}du=\int_0^\infty e^{-(1+s)u}\,du$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$s=\sin x+\cos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$x=e^{-u}\in(0,1]$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s\le\sqrt2&lt;\frac32$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$2\le1+s&lt;\frac52$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(In fact the true value is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$e^{-\frac52u}&lt;e^{-(1+s)u}\le e^{-2u}$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 e^{-\frac52u}du=\frac25=0.4$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 e^{-2u}du=\frac12=0.5$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$0.4&lt;\int_0^1f(x)\,dx\le0.5$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(In fact the true value is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$0.433$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Proved: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0.4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Proved: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$0.4\le\int_0^1f(x)\,dx\le0.5$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inequality reverses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the power with exponent range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squeezed between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ψ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pick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elementary integrals such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always, and it lies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0.4328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inside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f>
                          <m:fPr>
                            <m:type m:val="li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0.4142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$x^{b}\le x^{a}$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inequality reverses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the power with exponent range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squeezed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$\phi\le f\le\psi$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$\int_a^b\phi\le\int_a^bf\le\int_a^b\psi$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pick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$\phi,\psi$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elementary integrals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$\int_0^1x^p\,dx=\frac1{p+1}$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$p\sin x+q\cos x=\sqrt{p^2+q^2}\sin(x+\alpha)$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x+\cos x\in[-\sqrt2,\sqrt2]$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always, and it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$[1,\sqrt2]$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$[0,\frac\pi2]$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$\int_0^1x^{\sin x+\cos x}dx\approx0.4328$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$\left(\sqrt2-1,\,\tfrac12\right)=(0.4142,\,0.5)$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$\frac1{\sqrt2+1}=\sqrt2-1$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 such that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Show that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defined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 function.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$f:(0,\infty)\to\mathbb{R}$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 such that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Show that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defined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$g(x)=\int_x^{2x}\frac{f(t)}{t}\,dt$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 function.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for the derivative of an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Leibniz rule: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Leibniz rule: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$g'(x)=2\cdot\frac{f(2x)}{2x}-\frac{f(x)}{x}=0$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$f(2x)=f(x)$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by the fundamental theorem of calculus (Leibniz rule)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continuously differentiable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$t\mapsto\frac{f(t)}{t}$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by the fundamental theorem of calculus (Leibniz rule)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continuously differentiable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$g'(x)=\frac{d}{dx}\left(\int_x^{2x}\frac{f(t)}{t}dt\right)=2\cdot\frac{f(2x)}{2x}-\frac{f(x)}{x}$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function with zero derivative on the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 function.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$g'(x)=\frac{f(2x)}{x}-\frac{f(x)}{x}=\frac{f(2x)-f(x)}{x}$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function with zero derivative on 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 function.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constant (equal to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constant (equal to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$\int_1^2\frac{f(t)}{t}dt$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integral of 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-periodic function over one full period, which is independent of the start.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$t=e^{u}$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integral of 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-periodic function over one full period, which is independent of the start.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continuous function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an interval of length one period.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$t=e^{u}$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$\frac{dt}{t}=du$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$h(u)=f(e^{u})$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continuous function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$h(u+\ln2)=f(2e^{u})=f(e^{u})=h(u)$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$g(x)=\int_x^{2x}\frac{f(t)}{t}dt=\int_{\ln x}^{\ln x+\ln2}h(u)\,du$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an interval of length one period.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-periodic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depend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equals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-periodic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$\frac{d}{da}\int_a^{a+T}h=h(a+T)-h(a)=0$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$\int_a^{a+T}h$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depend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$\int_0^{\ln2}h(u)du=\int_1^2\frac{f(t)}{t}dt$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constant (equal to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constant (equal to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$\int_1^2\frac{f(t)}{t}dt$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differentiable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-periodic,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independent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Multiplicative version: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independent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the periodic case with period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Example: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​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(which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$\frac{d}{dx}\int_{a(x)}^{b(x)}\phi(t)\,dt=\phi(b(x))\,b'(x)-\phi(a(x))\,a'(x)$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differentiable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-periodic,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$\int_a^{a+T}\phi(t)\,dt$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independent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$\int_0^T\phi$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Multiplicative version: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$\int_x^{cx}\frac{\phi(t)}{t}dt$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independent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$\phi(ct)=\phi(t)$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$t=e^u$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the periodic case with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Example: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$f\equiv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$g(x)=c\ln2$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$f(t)=2+\sin\!\left(\frac{2\pi\ln t}{\ln2}\right)$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(which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$f(2t)=f(t)$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$g\equiv2\ln2$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defined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range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defined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$f(x)=\int_3^{x}\left(t^2-7t+12\right)dt$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$3\le x\le6$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range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$\left(3a+\frac b9\right)$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Functions defined by integrals: derivative and range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falls till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rises, so compare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$f'(x)=(x-3)(x-4)$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falls till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rises, so compare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$f(6)$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 of calculus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decreases;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increases. The minimum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Explicitly,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constant makes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 of calculus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$f'(x)=x^2-7x+12=(x-3)(x-4)$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$3\le x\le6$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decreases;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$(4,6]$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increases. The minimum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Explicitly,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$f(x)=\frac{x^3}{3}-\frac{7x^2}{2}+12x-\frac{27}{2}$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constant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so its range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$f(4)=\frac{64}{3}-56+48-\frac{27}{2}=-\frac16$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$f(6)=72-126+72-\frac{27}{2}=\frac92$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so its range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$[\min,\max]=\left[-\frac16,\frac92\right]$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$3a+\frac b9=3\left(-\frac16\right)+\frac{9/2}{9}=-\frac12+\frac12=0$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vertex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odd cubic plus a constant and the extrema are read off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vertex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$\frac72$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$t^2-7t+12=s^2-\frac14$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odd cubic plus a constant and the extrema are read off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$s=\pm\frac12$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​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$s=t-\frac72$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$t^2-7t+12=s^2-\frac14$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$t=3\leftrightarrow s=-\frac12$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$u=x-\frac72\in\left[-\frac12,\frac52\right]$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$f=\int_{-1/2}^{u}\left(s^2-\frac14\right)ds=G(u)-G\!\left(-\frac12\right)$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$G(u)=\frac{u^3}{3}-\frac u4$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$G(-\frac12)=-\frac1{24}+\frac18=\frac1{12}$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$G\left(\frac12\right)=-\frac1{12}$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minimum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right end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$G'(u)=u^2-\frac14$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$u=\pm\frac12$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$[-\frac12,\frac52]$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minimum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$G=-\frac1{12}$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$f_{\min}=-\frac1{12}-\frac1{12}=-\frac16$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right end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$G=\frac{125}{24}-\frac58=\frac{110}{24}$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$f_{\max}=\frac{110}{24}-\frac{2}{24}=\frac92$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$[a,b]=\left[-\frac16,\frac92\right]$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$3a+\frac b9=-\frac12+\frac12=0$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extrema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sign; the range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endpoints and those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Completing the square,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shifting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the integrand even and the antiderivative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endpoint values: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maximum is at the right end, not at a critical 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$F(x)=\int_c^{x}h(t)\,dt$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extrema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sign; the range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$[p,q]$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$[\min,\max]$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endpoints and those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$\int_\alpha^\beta(t-\alpha)(t-\beta)\,dt=-\frac{(\beta-\alpha)^3}{6}$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$\alpha=3,\beta=4$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$f(4)=-\frac16$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Completing the square,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$at^2+bt+c=a\left(t+\frac b{2a}\right)^2+\left(c-\frac{b^2}{4a}\right)$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shifting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 b{2a}$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the integrand even and the antiderivative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endpoint values: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$f(6)=\frac92&gt;f(3)=0$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maximum is at the right end, not at a critical 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Matching List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Q100 – Q103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No marking scheme printed; JEE Advanced default of 3 marks assumed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6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the following columns.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The function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not defined at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 value of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The value of the definite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deg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g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are integers;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equals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Given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0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has the value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(p)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(q)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(r)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(s)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(a)-(p), (b)-(q), (c)-(r), (d)-(s)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(a)-(q), (b)-(p), (c)-(r), (d)-(s)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(a)-(q), (b)-(p), (c)-(s), (d)-(r)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(a)-(s), (b)-(q), (c)-(r), (d)-(p)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the following columns.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The function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$f(x)=\frac{e^{x\cos x}-1-x}{\sin x^2}$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not defined at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. The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so that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The value of the definite integral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$\int_0^1\frac{dx}{\sqrt x+\sqrt[3]x}$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$a+b\ln2$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are integers; then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$(a+b)$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equals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Given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$e^{n}\int_0^{n}\frac{\sec^2\theta-\tan\theta}{e^{\theta}}d\theta=1$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$\tan(n)$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$a_n=\int_{1/(n+1)}^{1/n}\tan^{-1}(nx)\,dx$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$b_n=\int_{1/(n+1)}^{1/n}\sin^{-1}(nx)\,dx$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$\lim_{n\to\infty}\frac{a_n}{b_n}$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has the value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(a)-(p), (b)-(q), (c)-(r), (d)-(s)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(a)-(q), (b)-(p), (c)-(r), (d)-(s)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(a)-(q), (b)-(p), (c)-(s), (d)-(r)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(a)-(s), (b)-(q), (c)-(r), (d)-(p)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List Type(3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Continuity and limits (series expansion), Definite integration: substitution,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and limit of integrals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List Type(3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Continuity and limits (series expansion), Definite integration: substitution,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$e^{x}[f+f']$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and limit of integrals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independent evaluations: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only (C) agrees with three of them.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independent evaluations: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only (C) agrees with three of them.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Expand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$f(0)=\lim_{x\to0}f(x)$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Expand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$e^{x\cos x}=1+x\cos x+\frac{(x\cos x)^2}{2}+\cdots$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$x(\cos x-1)+\frac{x^2\cos^2x}{2}+\cdots$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(The limit is the same whether the denominator is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term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behaves like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second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x-1=-2\sin^2\frac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$f(0)=\lim_{x\to0}\left[\frac{-2x\sin^2(x/2)}{\sin^2x}+\frac{x^2\cos^2x}{2\sin^2x}\right]$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(The limit is the same whether the denominator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behaves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second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$x=t^6$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$dx=6t^5dt$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$I=\int_0^1\frac{6t^5}{t^3+t^2}dt=6\int_0^1\frac{t^3}{t+1}dt$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$\frac{t^3}{t+1}=\frac{t^3+1-1}{t+1}=t^2-t+1-\frac{1}{t+1}$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line 'I = 5 - ln 2' is a slip).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$I=6\left[\frac{t^3}{3}-\frac{t^2}{2}+t-\ln(t+1)\right]_0^1=6\left[\frac13-\frac12+1-\ln2\right]=5-6\ln2$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line 'I = 5 - ln 2' is a slip).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$e^{n}\int_0^ne^{-\theta}(\sec^2\theta-\tan\theta)d\theta=1$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$I=-e^{n}\int_0^{-n}e^{t}(\sec^2t+\tan 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$\frac{d}{dt}(e^t\tan t)=e^t(\tan t+\sec^2t)$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$I=-e^{n}\left[e^{t}\tan t\right]_0^{-n}=-e^{n}e^{-n}\tan(-n)=\tan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$x\in\left[\frac1{n+1},\frac1n\right]$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$nx\in\left[\frac{n}{n+1},1\right]$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$\tan^{-1}\frac{n}{n+1}\le\tan^{-1}(nx)\le\frac\pi4$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$\sin^{-1}\frac n{n+1}\le\sin^{-1}(nx)\le\frac\pi2$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integrals are over the same interval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bounds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(r). The PDF's Leibniz-rule step differentiates only the limits and does not give this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integrals are over the same interval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$\ell=\frac1n-\frac1{n+1}$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$\frac{\tan^{-1}\frac n{n+1}}{\pi/2}\le\frac{a_n}{b_n}\le\frac{\pi/4}{\sin^{-1}\frac n{n+1}}$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 n{n+1}\to\frac\pi4$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$\sin^{-1}\frac n{n+1}\to\frac\pi2$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bounds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$\lim\frac{a_n}{b_n}=\frac12$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(r). The PDF's Leibniz-rule step differentiates only the limits and does not give this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Results: (a)-(r), (b)-(p), (c)-(s), (d)-(r). No option has (a)-(r); option (C) agrees on (b), (c), (d) and would be exactly right if (a) were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denominator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PDF key (A) matches none of the four values, so (C) is the best fit.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Results: (a)-(r), (b)-(p), (c)-(s), (d)-(r). No option has (a)-(r); option (C) agrees on (b), (c), (d) and would be exactly right if (a) were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PDF key (A) matches none of the four values, so (C) is the best fit.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 tool for each item: L'Hopital for (a), the shift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(b), an exact derivative for (c),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(d).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 tool for each item: L'Hopital for (a), the shift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$s=t+1$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(b), an exact derivative for (c),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$u=nx$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$\varepsilon=\frac1{n+1}$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(d).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(L'Hopital twice).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$N=e^{x\cos x}-1-x$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$N(0)=N'(0)=0$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$D(0)=D'(0)=0$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(L'Hopital twice).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$N'=e^{x\cos x}(\cos x-x\sin x)-1$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$N''=e^{x\cos x}\left[(\cos x-x\sin x)^2-2\sin x-x\cos x\right]$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$N''(0)=1$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$D''(0)=2$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 ND=\frac{N''(0)}{D''(0)}=\frac12$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Recognise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$I=6\int_0^1\frac{t^3}{t+1}dt$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$s=t+1$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$I=6\int_1^2\frac{(s-1)^3}{s}ds=6\int_1^2\left(s^2-3s+3-\frac1s\right)ds$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$=6\left[\frac{s^3}{3}-\frac{3s^2}{2}+3s-\ln s\right]_1^2=6\left[\left(\frac83-\ln2\right)-\frac{11}{6}\right]=6\left[\frac56-\ln2\right]=5-6\ln2$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Recognise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$\frac{d}{d\theta}\left(e^{-\theta}\tan\theta\right)=e^{-\theta}(\sec^2\theta-\tan\theta)$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$e^{n}\int_0^ne^{-\theta}(\sec^2\theta-\tan\theta)d\theta=e^{n}\cdot e^{-n}\tan n=\tan 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ε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ε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integrals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by L'Hopital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(derivative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ε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$u=nx$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$\varepsilon=\frac1{n+1}$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$a_n=\frac1n\int_{1-\varepsilon}^1\tan^{-1}u\,du$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$b_n=\frac1n\int_{1-\varepsilon}^1\sin^{-1}u\,du$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$\varepsilon\to0^+$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integrals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by L'Hopital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$\varepsilon$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$\int_{1-\varepsilon}^1\phi$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$\phi(1-\varepsilon)$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$\lim\frac{a_n}{b_n}=\frac{\tan^{-1}1}{\sin^{-1}1}=\frac{\pi/4}{\pi/2}=\frac12$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limits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expand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keep terms up to the first power that does not cancel; 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∼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fractional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lcm of the denominators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continuous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for an interval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shrinking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∫"/>
                            <m:limLoc m:val="subSup"/>
                            <m:subHide m:val="off"/>
                            <m:sup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𝐽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b>
                            </m:sSub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</m:nary>
                      </m:num>
                      <m:den>
                        <m:nary>
                          <m:naryPr>
                            <m:chr m:val="∫"/>
                            <m:limLoc m:val="subSup"/>
                            <m:subHide m:val="off"/>
                            <m:sup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𝐽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b>
                            </m:sSub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ψ</m:t>
                            </m:r>
                          </m:e>
                        </m:nary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ψ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$0/0$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limits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expand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$e^{u}=1+u+\frac{u^2}2+\cdots$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keep terms up to the first power that does not cancel;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$e^{x\cos x}-1-x\sim\frac{x^2}{2}$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e^{\lambda x}\left[\phi'(x)+\lambda\phi(x)\right]dx=e^{\lambda x}\phi(x)+C$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e^{-\theta}(\sec^2\theta-\tan\theta)\,d\theta=e^{-\theta}\tan\theta$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$\int\frac{dx}{x^{p}\pm x^{q}}$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fractional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$x=t^{L}$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lcm of the denominators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$\phi,\psi$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continuous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$\psi(c)\ne0$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for an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shrinking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$\frac{\int_{J_n}\phi}{\int_{J_n}\psi}\to\frac{\phi(c)}{\psi(c)}$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$u=nx$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the following columns.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0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0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0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0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0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0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0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sSup>
                                      <m:e>
                                        <m:r>
                                          <a:rPr lang="en-IN" sz="20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0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e>
                                </m:rad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defined as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</m:sSup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If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</m:e>
                    </m:nary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(p)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(q)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(r)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(s)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a-s; b-p; c-q; d-r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a-p; b-q; c-s; d-r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a-q; b-p; c-r; d-s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a-r; b-s; c-q; d-p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the following columns.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$\int_0^1\frac{dx}{\sqrt{1-x^2}\left(1+\sqrt{1-x^2}\right)}$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$f:\mathbb{R}\to\mathbb{R}$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defined as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$f(x)=x^5+e^2+e^{x^3}$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$g(x)=f^{-1}(x)$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$g'(2)$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$\lim_{n\to\infty}\frac{1}{\sqrt n}\left(1+\frac1{\sqrt2}+\frac1{\sqrt3}+\cdots+\frac1{2\sqrt n}\right)$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If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$f(x)=\int_{x-1}^{2x}\left(t^3-2t+4\right)dt$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a-s; b-p; c-q; d-r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a-p; b-q; c-s; d-r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a-q; b-p; c-r; d-s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a-r; b-s; c-q; d-p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Matching List Type(3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integrals, limit as a sum and Leibniz rule, Derivative of an inverse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item is one standard move: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Riemann sum, the Leibniz rule.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item is one standard move: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$x=\sin\theta$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$g'(f)=\frac1{f'}$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Riemann sum, the Leibniz rule.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$dx=\cos\theta\,d\theta$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$\sqrt{1-x^2}=\cos\theta$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$I=\int_0^{\pi/2}\frac{\cos\theta\,d\theta}{\cos\theta(1+\cos\theta)}=\int_0^{\pi/2}\frac{d\theta}{1+\cos\theta}$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(s). (The PDF has no working for (a).)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PDF uses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takes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(p). (The printed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see the note.)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general term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last term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corresponds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$\frac{1}{1+\cos\theta}=\frac12\sec^2\frac\theta2$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$I=\left[\tan\frac\theta2\right]_0^{\pi/2}=\tan\frac\pi4=1$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(s). (The PDF has no working for (a).)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$g(f(x))=x$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$g'(f(x))\,f'(x)=1$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$g'(f(x))=\frac{1}{f'(x)}$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PDF uses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$g'(2)=\frac{1}{f'(0)}$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$g'(2)=2$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(p). (The printed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see the note.)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The general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$T_r=\frac{1}{\sqrt n\sqrt r}=\frac{1}{n\sqrt{r/n}}$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last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$\frac{1}{2\sqrt n}=\frac1{\sqrt{4n}}$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corresponds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$r=4n$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(q).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(Leibniz rule).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(a)-(s), (b)-(p), (c)-(q), (d)-(r), which is option (A). The PDF key (C) = (a)-q, (b)-p, (c)-r, (d)-s contradicts its own values for (c) and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$\lim_{n\to\infty}\sum_{r=1}^{4n}\frac{1}{n\sqrt{r/n}}=\int_0^4\frac{dx}{\sqrt x}=\left[2\sqrt x\right]_0^4=4$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(q).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$f'(x)=\left[(2x)^3-2(2x)+4\right]\cdot2-\left[(x-1)^3-2(x-1)+4\right]\cdot1$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(Leibniz rule).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$f'(1)=2(8-4+4)-(0-0+4)=16-4=12$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(a)-(s), (b)-(p), (c)-(q), (d)-(r), which is option (A). The PDF key (C) = (a)-q, (b)-p, (c)-r, (d)-s contradicts its own values for (c) and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(a) Weierstrass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integrand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(c) squeeze the sum between two integrals; (d) differentiate the explicit antiderivative.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(a) Weierstrass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$x=\frac{2t}{1+t^2}$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integrand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(c) squeeze the sum between two integrals; (d) differentiate the explicit antiderivative.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$x=\frac{2t}{1+t^2}$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$t:0\to1$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$\sqrt{1-x^2}=\frac{1-t^2}{1+t^2}$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$1+\sqrt{1-x^2}=\frac{2}{1+t^2}$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$dx=\frac{2(1-t^2)}{(1+t^2)^2}dt$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$=\frac{2(1-t^2)}{(1+t^2)^2}\cdot\frac{1+t^2}{1-t^2}\cdot\frac{1+t^2}{2}\,dt=1\cdot 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$I=\int_0^1dt=1$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only tool is the inverse-function rule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the primary solution).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left side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right side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by squeeze 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antiderivative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The only tool is the inverse-function rule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$g'(y_0)=\frac{1}{f'(x_0)}$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$f(x_0)=y_0$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$g'(2)=2$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in the primary solution).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$\int_1^{4n+1}\frac{dx}{\sqrt x}\le\sum_{r=1}^{4n}\frac1{\sqrt r}\le1+\int_1^{4n}\frac{dx}{\sqrt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$2\sqrt{4n+1}-2\le\sum_{r=1}^{4n}\frac1{\sqrt r}\le2\sqrt{4n}-1$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left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$\to2\cdot2=4$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right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by squeeze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$F(t)=\frac{t^4}{4}-t^2+4t$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antiderivative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$t^3-2t+4$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$f(x)=F(2x)-F(x-1)$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$f'(x)=2F'(2x)-F'(x-1)=2\left(8x^3-4x+4\right)-\left((x-1)^3-2(x-1)+4\right)$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$f'(1)=2\cdot8-4=12$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Inverse-function rule: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First find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(often by inspection, e.g.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Riemann sums: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​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particular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rad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Integrals with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integrates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Inverse-function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$(f^{-1})'(y_0)=\frac{1}{f'(x_0)}$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$f(x_0)=y_0$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$f'(x_0)\ne0$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First 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(often by inspection,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Riemann sums: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$\lim_{n\to\infty}\frac1n\sum_{r=1}^{cn}\phi\!\left(\frac rn\right)=\int_0^c\phi(x)\,dx$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particular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$\lim\frac{1}{\sqrt n}\sum_{r=1}^{cn}\frac1{\sqrt r}=2\sqrt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$\frac{d}{dx}\int_{u(x)}^{v(x)}\phi(t)\,dt=\phi(v)v'-\phi(u)u'$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$x=\frac{2t}{1+t^2}$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$\frac{1}{1+\cos\theta}=\frac12\sec^2\frac\theta2$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$\tan\frac\theta2$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the following columns.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0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0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Let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a parameter and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are twice differentiable functions.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Let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</m:sup>
                        </m:sSup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(p)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(q)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(r)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(t) Natural number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(a)-pt; (b)-t; (c)-pt; (d)-r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(a)-pt; (b)-t; (c)-pt; (d)-t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(a)-st; (b)-r; (c)-qt; (d)-qrs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(a)-pt; (b)-qs; (c)-rt; (d)-rs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the following columns.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$\int\cos^5x\,dx=\sin x+\frac{\sin^3x}{m}+\frac{\sin^5x}{n}+c$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$n+2m$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$\int\frac{x\,dx}{x^2-8x+15}=\ln\left|\frac{(x-5)^a}{(x-3)^b}\right|+c$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$y=f(t)$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$x=g(t)$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a parameter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$f,g$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are twice differentiable functions. If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$f'(1)=0$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$g'(1)=1$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$f''(1)=2$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$\frac{d^2y}{dx^2}$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$L=\lim_{x\to0^+}(-\ln x)^{nx}$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L$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(t) Natural number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(a)-pt; (b)-t; (c)-pt; (d)-r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(a)-pt; (b)-t; (c)-pt; (d)-t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(a)-st; (b)-r; (c)-qt; (d)-qrs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(a)-pt; (b)-qs; (c)-rt; (d)-rs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List Type(3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integration: reduction and partial fractions, Parametric second derivative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limits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List Type(3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integration: reduction and partial fractions, Parametric second derivative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$0^\infty$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limits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item has a standard move; note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also natural numbers, so they match (t) too.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item has a standard move; note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also natural numbers, so they match (t) too.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$\int\cos^5x\,dx=\int(1-\sin^2x)^2\cos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(p) and (t).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natural number: (t).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$=\int(1-t^2)^2dt=\int(1+t^4-2t^2)dt=t-\frac{2t^3}{3}+\frac{t^5}{5}+c=\sin x-\frac23\sin^3x+\frac{\sin^5x}{5}+c$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$n+2m=5-\frac32\times2=2$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(p) and (t).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$I=\int\frac{x\,dx}{(x-3)(x-5)}$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$2x=5(x-3)-3(x-5)$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$2I=\int\frac{5(x-3)-3(x-5)}{(x-3)(x-5)}dx=\int\frac{5\,dx}{x-5}-\int\frac{3\,dx}{x-3}$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$2I=\ln|x-5|^5-\ln|x-3|^3$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$I=\ln\left|\frac{(x-5)^{5/2}}{(x-3)^{3/2}}\right|+c$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natural number: (t).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$\frac{dy}{dx}=\frac{f'(t)}{g'(t)}$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$\frac{d^2y}{dx^2}=\frac{g'(t)f''(t)-f'(t)g''(t)}{(g'(t))^2}\cdot\frac{1}{g'(t)}$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(p) and (t).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PDF solves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</m:sup>
                        </m:sSup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By L'Hopital,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printed exponent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</m:sup>
                        </m:sSup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Either way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(r).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Matching: (a)-pt, (b)-t, (c)-pt, (d)-r, which is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$\frac{d^2y}{dx^2}=\frac{(1)(2)-(0)\,g''(1)}{1^2}\cdot\frac11=2$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(p) and (t).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The PDF solves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$L=\lim_{x\to0^+}(-\ln x)^{1/\ln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L=\lim\frac{\ln(-\ln x)}{\ln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By L'Hopital,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$\frac{\frac{1}{-\ln x}\cdot\frac{-1}{x}}{\frac1x}=\frac1{\ln x}\to0$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printed exponent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L=\lim_{x\to0^+}nx\ln(-\ln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$t=-\ln x\to\infty$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$x=e^{-t}$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$n\,e^{-t}\ln t\to0$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Either way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L=0$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$L=e^0=1$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(r).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Matching: (a)-pt, (b)-t, (c)-pt, (d)-r, which is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 tool per item: differentiate the given form and compare coefficients (a), cover-up rule (b), local quadratic (Taylor) picture (c), inequality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 tool per item: differentiate the given form and compare coefficients (a), cover-up rule (b), local quadratic (Taylor) picture (c), inequality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 u&lt;u$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Differentiate the given right side: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equal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coefficients of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Cover-up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Differentiate the given right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x\left(1+\frac{3\sin^2x}{m}+\frac{5\sin^4x}{n}\right)$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$\cos^5x=\cos x(1-\sin^2x)^2=\cos x(1-2\sin^2x+\sin^4x)$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$\sin^4x$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$\frac3m=-2$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$n+2m=2$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Cover-up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$\frac{x}{(x-3)(x-5)}=\frac{A}{x-3}+\frac{B}{x-5}$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$A=\frac{3}{3-5}=-\frac32$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$B=\frac{5}{5-3}=\frac52$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locally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$\int=\frac52\ln|x-5|-\frac32\ln|x-3|=\ln\left|\frac{(x-5)^{5/2}}{(x-3)^{3/2}}\right|$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$a+b=\frac52+\frac32=4$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$x-x_0\approx(t-1)$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$y-y_0\approx\frac12f''(1)(t-1)^2=(t-1)^2$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locally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$y\approx y_0+(x-x_0)^2$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$\frac{d^2y}{dx^2}=2$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PDF's exponent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well.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$t=-\ln x\to\infty$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$0&lt;\ln t&lt;t$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$0&lt;x\ln(-\ln x)=e^{-t}\ln t&lt;te^{-t}\to0$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L=\lim nx\ln(-\ln 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PDF's exponent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$\frac1{\ln x}=-\frac1t$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L=-\frac{\ln t}{t}\to0$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well.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Cover-up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Parametric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</m:sup>
                        </m:sSup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(like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In JEE convention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a natural number.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$\int\cos^{2k+1}x\,dx$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$\int(1-t^2)^kdt$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$t-\frac{2t^3}{3}+\frac{t^5}{5}$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Cover-up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$\frac{px+q}{(x-\alpha)(x-\beta)}=\frac{A}{x-\alpha}+\frac{B}{x-\beta}$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$A=\frac{p\alpha+q}{\alpha-\beta}$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$B=\frac{p\beta+q}{\beta-\alpha}$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Parametric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$x=g(t)$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$\frac{d^2y}{dx^2}=\frac{g'f''-f'g''}{(g')^3}$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$\lim_{x\to0^+}x^p(\ln x)^q=0$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$x\ln(-\ln x)\to0$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$(-\ln x)^{cx}\to1$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$x^x\to1$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In JEE convention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a natural number.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the following columns.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0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0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0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Let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a parameter and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are twice differentiable functions.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Let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0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</m:sup>
                        </m:sSup>
                      </m:sub>
                    </m:sSub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0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0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0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sup>
                    </m:sSup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(p)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(q)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(r)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(t) Natural number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0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0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endParaRPr sz="20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53949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0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Match the following columns.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$\int\cos^5x\,dx=\sin x+\frac{\sin^3x}{m}+\frac{\sin^5x}{n}+c$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$n+2m$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$\int\frac{x\,dx}{x^2-8x+15}=\ln\left|\frac{(x-5)^a}{(x-3)^b}\right|+c$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$y=f(t)$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$x=g(t)$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a parameter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$f,g$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are twice differentiable functions. If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$f'(1)=0$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$g'(1)=1$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$f''(1)=2$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$\frac{d^2y}{dx^2}$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Let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$L=\lim_{x\to0^-}(-\ln x)^{\frac1{\ln x}}$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L$</a:t>
                </a: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 is equal to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Column-II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(p)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(q)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(r)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(s)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(t) Natural number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$a\to p;\ b\to r;\ c\to q;\ d\to s$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$a\to s;\ b\to q;\ c\to p;\ d\to r$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$a\to q;\ b\to p;\ c\to s;\ d\to t$</a:t>
                </a:r>
                <a:endParaRPr sz="20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000">
                    <a:solidFill>
                      <a:srgbClr val="111827"/>
                    </a:solidFill>
                  </a:defRPr>
                </a:pPr>
                <a:r>
                  <a:rPr sz="20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0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$a\to t;\ b\to s;\ c\to r;\ d\to p$</a:t>
                </a:r>
                <a:endParaRPr sz="20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List Type(3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integration: reduction and partial fractions, Parametric second derivative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limits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List Type(3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integration: reduction and partial fractions, Parametric second derivative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$0^\infty$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limits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items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 printed option fits, so the PDF key is kept as closest.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items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$2,4,2,0$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 printed option fits, so the PDF key is kept as closest.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$\int\cos^5x\,dx=\int(1-t^2)^2dt$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$=t-\frac{2t^3}{3}+\frac{t^5}{5}$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$n+2m=5-3=2$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meaningful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undefined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printed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misprint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</m:sup>
                        </m:sSup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by L'Hopital this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values are 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(p, t),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(t),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(p, t),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$2I=\int\frac{5(x-3)-3(x-5)}{(x-3)(x-5)}dx=\ln|x-5|^5-\ln|x-3|^3$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$I=\ln\left|\frac{(x-5)^{5/2}}{(x-3)^{3/2}}\right|+c$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$\frac{d^2y}{dx^2}=\frac{g'f''-f'g''}{(g')^3}$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$\frac{(1)(2)-0}{1}=2$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$L=\lim(-\ln x)^{1/\ln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meaningful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undefined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printed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$0^-$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misprint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L=\lim_{x\to0^+}\frac{\ln(-\ln x)}{\ln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by L'Hopital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$\lim\frac{\frac1{x\ln x}}{\frac1x}=\lim\frac1{\ln 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L=0$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values are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(p, t),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(t),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(p, t),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353312"/>
            <a:ext cx="10725912" cy="443484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None of the options (A)-(D) is consistent with these values: (A) has (b)-r, (c)-q, (d)-s; (B) has (a)-s, (b)-q; (C) and (D) disagree on most items.</a:t>
            </a:r>
            <a:endParaRPr sz="2400">
              <a:solidFill>
                <a:srgbClr val="111827"/>
              </a:solidFill>
            </a:endParaRPr>
          </a:p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The PDF key is (B), which agrees on (c)-p and (d)-r (two of four items) and is the closest option. Its answer working (page 45-46) starts with other integrals, so key (B) belongs to a different version of Column-I that is not printed here.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 tool per item: compare coefficients after differentiating (a), cover-up rule (b), local quadratic picture (c),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 tool per item: compare coefficients after differentiating (a), cover-up rule (b), local quadratic picture (c),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$t=-\ln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$\frac{\ln t}{t}\to0$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derivative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equate it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Cover-up: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The 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x+\frac{\sin^3x}{m}+\frac{\sin^5x}{n}$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x\left(1+\frac{3\sin^2x}{m}+\frac{5\sin^4x}{n}\right)$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equate it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x(1-2\sin^2x+\sin^4x)$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$\frac3m=-2$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$n+2m=5-3=2$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Cover-up: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$\frac{x}{(x-3)(x-5)}=\frac{-3/2}{x-3}+\frac{5/2}{x-5}$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in the primary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$x-x_0\approx t-1$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$y-y_0\approx\frac12f''(1)(t-1)^2=(t-1)^2$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$y\approx y_0+(x-x_0)^2$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$\frac{d^2y}{dx^2}=2$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$t=-\ln x\to\infty$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x=-t$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L=\lim\frac{\ln t}{-t}=-\lim\frac{\ln t}{t}=0$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t&lt;\sqrt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$0&lt;\frac{\ln t}{t}&lt;\frac1{\sqrt t}\to0$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$2,4,2,0$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in the primary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Cover-up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Parametric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$\int\cos^{2k+1}x\,dx$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$\int(1-t^2)^kdt$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$t-\frac{2t^3}{3}+\frac{t^5}{5}$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Cover-up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$\frac{px+q}{(x-\alpha)(x-\beta)}=\frac{A}{x-\alpha}+\frac{B}{x-\beta}$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$A=\frac{p\alpha+q}{\alpha-\beta}$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$B=\frac{p\beta+q}{\beta-\alpha}$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Parametric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$x=g(t)$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$\frac{d^2y}{dx^2}=\frac{g'f''-f'g''}{(g')^3}$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3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</m:sup>
                        </m:sSup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(like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In JEE convention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a natural number.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matching question whose key contradicts every computed value, check the printed items against the options: a misprint in the question (here a lost Column-I) is more likely than four independent errors.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$\lim_{x\to0^+}x^p(\ln x)^q=0$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$x\ln(-\ln x)\to0$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$(-\ln x)^{cx}\to1$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$x^x\to1$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In JEE convention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a natural number.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matching question whose key contradicts every computed value, check the printed items against the options: a misprint in the question (here a lost Column-I) is more likely than four independent errors.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(4/21)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(5/21)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(6/21)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2.5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little easier than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(7/21)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(8/21)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(9/21)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2.5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little easier than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(10/21)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(11/21)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(12/21)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Paragraph 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(13/21)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(14/21)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(15/21)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(16/21)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(17/21)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(18/21)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(19/21)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(20/21)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(21/21)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Matching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Matching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Matching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Matching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31520" y="1417320"/>
            <a:ext cx="4754880" cy="3291840"/>
          </a:xfrm>
          <a:prstGeom prst="roundRect">
            <a:avLst>
              <a:gd name="adj" fmla="val 8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37160" bIns="73152"/>
          <a:lstStyle>
            <a:lvl1pPr>
              <a:defRPr sz="3000">
                <a:solidFill>
                  <a:srgbClr val="0B1F3A"/>
                </a:solidFill>
              </a:defRPr>
            </a:lvl1pPr>
          </a:lstStyle>
          <a:p>
            <a:pPr algn="ctr">
              <a:defRPr sz="3000">
                <a:solidFill>
                  <a:srgbClr val="0B1F3A"/>
                </a:solidFill>
              </a:defRPr>
            </a:pPr>
            <a:r>
              <a:rPr sz="3000" b="1">
                <a:solidFill>
                  <a:srgbClr val="0B1F3A"/>
                </a:solidFill>
                <a:latin typeface="Arial"/>
              </a:rPr>
              <a:t>Difficulty Index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8800" b="1">
                <a:solidFill>
                  <a:srgbClr val="0B1F3A"/>
                </a:solidFill>
                <a:latin typeface="Arial"/>
              </a:rPr>
              <a:t>2.35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2400" b="0">
                <a:solidFill>
                  <a:srgbClr val="0B1F3A"/>
                </a:solidFill>
                <a:latin typeface="Arial"/>
              </a:rPr>
              <a:t>out of 5</a:t>
            </a:r>
            <a:endParaRPr sz="3000">
              <a:solidFill>
                <a:srgbClr val="0B1F3A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5852160" y="1417320"/>
            <a:ext cx="5605272" cy="603504"/>
          </a:xfrm>
          <a:prstGeom prst="rect">
            <a:avLst/>
          </a:prstGeom>
          <a:solidFill>
            <a:srgbClr val="93C47D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JEE Main or easier:  11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852160" y="2093976"/>
            <a:ext cx="5605272" cy="603504"/>
          </a:xfrm>
          <a:prstGeom prst="rect">
            <a:avLst/>
          </a:prstGeom>
          <a:solidFill>
            <a:srgbClr val="FFD966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Below average:  51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852160" y="2770632"/>
            <a:ext cx="5605272" cy="603504"/>
          </a:xfrm>
          <a:prstGeom prst="rect">
            <a:avLst/>
          </a:prstGeom>
          <a:solidFill>
            <a:srgbClr val="F6B26B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Average Advanced:  36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852160" y="3447288"/>
            <a:ext cx="5605272" cy="603504"/>
          </a:xfrm>
          <a:prstGeom prst="rect">
            <a:avLst/>
          </a:prstGeom>
          <a:solidFill>
            <a:srgbClr val="E88080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Above average:  5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852160" y="4123944"/>
            <a:ext cx="5605272" cy="603504"/>
          </a:xfrm>
          <a:prstGeom prst="rect">
            <a:avLst/>
          </a:prstGeom>
          <a:solidFill>
            <a:srgbClr val="CC4125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FFFFFF"/>
                </a:solidFill>
              </a:defRPr>
            </a:lvl1pPr>
          </a:lstStyle>
          <a:p>
            <a:pPr algn="l">
              <a:defRPr sz="2400">
                <a:solidFill>
                  <a:srgbClr val="FFFFFF"/>
                </a:solidFill>
              </a:defRPr>
            </a:pPr>
            <a:r>
              <a:rPr sz="2400" b="1">
                <a:solidFill>
                  <a:srgbClr val="FFFFFF"/>
                </a:solidFill>
                <a:latin typeface="Arial"/>
              </a:rPr>
              <a:t>Very difficult:  0 questions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31520" y="5029200"/>
            <a:ext cx="10725912" cy="1097280"/>
          </a:xfrm>
          <a:prstGeom prst="rect">
            <a:avLst/>
          </a:prstGeom>
          <a:solidFill>
            <a:srgbClr val="FFFFFF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Total: 103 questions, 398 marks.  Index = Σ(marks × level) ÷ Σ marks, on the 0-5 scale.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Difficulty Profile of the Paper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Chart 2"/>
          <p:cNvGraphicFramePr>
            <a:graphicFrameLocks noGrp="1"/>
          </p:cNvGraphicFramePr>
          <p:nvPr/>
        </p:nvGraphicFramePr>
        <p:xfrm>
          <a:off x="457200" y="1280160"/>
          <a:ext cx="11274552" cy="5349240"/>
        </p:xfrm>
        <a:graphic>
          <a:graphicData uri="http://schemas.openxmlformats.org/drawingml/2006/chart">
            <c:chart xmlns:c="http://schemas.openxmlformats.org/drawingml/2006/chart" r:id="rId2"/>
          </a:graphicData>
        </a:graphic>
      </p:graphicFrame>
    </p:spTree>
  </p:cSld>
  <p:clrMapOvr>
    <a:masterClrMapping/>
  </p:clrMapOvr>
</p:sld>
</file>

<file path=ppt/slides/slide7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Comparison with JEE Advanced Papers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1661007" y="1371600"/>
          <a:ext cx="8869680" cy="4526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720"/>
                <a:gridCol w="3108960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Paper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Difficulty Index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2.76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2023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3.19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2024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2.59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2025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3.02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B1 Assignment Integral Calculus Detailed solutions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2.35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731520" y="6080759"/>
            <a:ext cx="10725912" cy="45720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lvl1pPr>
              <a:defRPr sz="2000">
                <a:solidFill>
                  <a:srgbClr val="111827"/>
                </a:solidFill>
              </a:defRPr>
            </a:lvl1pPr>
          </a:lstStyle>
          <a:p>
            <a:pPr algn="ctr">
              <a:defRPr sz="2000">
                <a:solidFill>
                  <a:srgbClr val="111827"/>
                </a:solidFill>
              </a:defRPr>
            </a:pPr>
            <a:r>
              <a:rPr sz="2000" b="0">
                <a:solidFill>
                  <a:srgbClr val="111827"/>
                </a:solidFill>
                <a:latin typeface="Arial"/>
              </a:rPr>
              <a:t>Marks-weighted difficulty index on the 0-5 scale</a:t>
            </a:r>
            <a:endParaRPr sz="20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