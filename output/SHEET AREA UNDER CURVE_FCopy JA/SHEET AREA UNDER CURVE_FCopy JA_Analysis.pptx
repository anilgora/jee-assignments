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Sheet1!$A$2:$A$23</c:f>
              <c:strCache>
                <c:ptCount val="2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3.0</c:v>
                </c:pt>
                <c:pt idx="1">
                  <c:v>2.0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1.0</c:v>
                </c:pt>
                <c:pt idx="9">
                  <c:v>2.0</c:v>
                </c:pt>
                <c:pt idx="10">
                  <c:v>3.0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3.0</c:v>
                </c:pt>
                <c:pt idx="16">
                  <c:v>3.0</c:v>
                </c:pt>
                <c:pt idx="17">
                  <c:v>4.0</c:v>
                </c:pt>
                <c:pt idx="18">
                  <c:v>2.0</c:v>
                </c:pt>
                <c:pt idx="19">
                  <c:v>2.0</c:v>
                </c:pt>
                <c:pt idx="20">
                  <c:v>2.0</c:v>
                </c:pt>
                <c:pt idx="21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marks (A) as correct in the key but never shows why: added $1-\frac1e&gt;\frac1e$ (so (B) implies (A)). Also added the concavity reason for 'curve lies above the chord' used in the trapezium bound. Answer ABD unchanged (checked: $S=0.7468$).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Part (B): the PDF's first line is mis-typed ('$1+\cos2x=2\cos2y$') and it never says why the factor $\sin X+2\sin Y$ is rejected; both fixed. Part (A): added that $X+Y=\pi-Z$ is what turns $\sin(X+Y)$ into $\sin Z$. Part (D): the integral for $\alpha=1$ is written out. All matches (A-PRS, B-P, C-PQ, D-ST)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derives the equation and the range but never checks options (A) and (C) explicitly; added these checks (A is wrong because $\alpha&gt;\frac12$; C is wrong because $t^2+4t-1\ne0$ at the actual root). Answer BD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algebra is garbled: it writes $y\,e^{-2x}$ where $y\,e^{-x}$ is meant in the first lines, and the integration-by-parts step $y\,e^{-2x}=-\frac{(2x-3)-1}2+ce^{2x}$ loses the $e^{-2x}$ factors. Rewritten cleanly ($f=(1-x)+ce^{2x}$, $c=0$). The ODE, $f=1-x$ and answer BC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As printed (no sign restriction on $x$) the region also contains the part with $x\le-1$, where $xy\le8$ is automatic and $1\le y\le x^2$ gives infinite area. The intended region is the first-quadrant one; I stated this assumption. The key $16\ln2-\frac{14}3$ is correct for that region (checked numerically).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dismisses (D) in one vague line ('remaining coloured part of (C)') and for (A) only says 'true when $h=\frac34$'. Replaced by explicit arguments (a bound $G_b\le\frac16$ for (A); sign changes of $R_a-G_b$ at both ends for (D)). The key BCD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'$h-k^2&lt;0$' for the condition that the chord is real; the correct condition is $h-k^2&gt;0$ (the mid-point of a chord lies inside the parabola; indeed the final locus has $h-k^2=1&gt;0$). Also its area formula is shown for the $x\leftrightarrow y$ interchanged picture without saying so; explained. Answer AC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Area Under Curve (Exercise J-A)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JA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Exercise J-A: JEE Advanced previous-year questions (2012-2026)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for single-correct, one-or-more-correct and numerical; +3 for the matching question (Q5)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enclosed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enclosed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$S\ge\frac1e$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$S\ge1-\frac1e$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$S\le\frac14\left(1+\frac1{\sqrt e}\right)$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$S\le\frac1{\sqrt2}+\frac1{\sqrt e}\left(1-\frac1{\sqrt2}\right)$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a curve and bounds on a definite integral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438144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Bound the area by comparing the curve with simpler figures: a rectangle, a chord-trapezium and step rectangles.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lies inside the unit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lies inside the unit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is concave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lies above the chord joining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trapezium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rad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$e^{-x^2}&gt;e^{-x}$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$S&gt;\int_0^1e^{-x}dx=1-\frac1e$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$1-\frac1e&gt;\frac12&gt;\frac1e$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$S&gt;1-\frac1e&gt;\frac1e$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$\left[0,\frac1{\sqrt2}\right]$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is concave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$y''=(4x^2-2)e^{-x^2}\le0$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lies above the chord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$\left(\frac1{\sqrt2},\frac1{\sqrt e}\right)$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$ACDO$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$=\frac12\left(1+\frac1{\sqrt e}\right)\frac1{\sqrt2}=\frac1{2\sqrt2}\left(1+\frac1{\sqrt e}\right)\approx0.568$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 in (C),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smaller than this lower bound,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impossible: (C)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decreasing: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most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(rectangles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is (D). Hence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 in (C),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$\frac14\left(1+\frac1{\sqrt e}\right)\approx0.402$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smaller than this lower bound,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$S\le0.402$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impossible: (C)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decreasing: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$\left[0,\frac1{\sqrt2}\right]$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$\left[\frac1{\sqrt2},1\right]$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$e^{-1/2}=\frac1{\sqrt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$S\le\frac1{\sqrt2}\cdot1+\left(1-\frac1{\sqrt2}\right)\frac1{\sqrt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(rectangles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$ABDO$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$CEFD$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is (D). Hence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simple bounds: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simple bounds: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$1-t\le e^{-t}\le\frac1{1+t}$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$\frac23\le S\le\frac\pi4$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integrate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true. (A):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$e^{-t}\ge1-t$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$e^{-t}\le\frac1{1+t}$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$e^t\ge1+t$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integrate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$\int_0^1(1-x^2)dx\le S\le\int_0^1\frac{dx}{1+x^2}$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$\frac23\le S\le\frac\pi4\approx0.785$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$1-\frac1e\approx0.632&lt;\frac23\le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true.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$\frac1e\approx0.368&lt;\frac23\le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the bound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the bound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the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$\frac14\left(1+\frac1{\sqrt e}\right)\approx0.402&lt;\frac23\le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$S\le0.402$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the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$\frac1{\sqrt2}+\frac1{\sqrt e}\left(1-\frac1{\sqrt2}\right)\approx0.885&gt;\frac\pi4\ge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decreasing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(right-end rectangle sum)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(left-end rectangle sum).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concave curve lies above each chord, so the trapezium under a chord is a lower bound; a convex curve gives an upper bound.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bounds: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They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0.7468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of the form 'area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number' are settled by sandwiching the area between easy figures; the exact area is not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decreasing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(right-end rectangle sum)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$\le\int_a^bf\le$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(left-end rectangle sum).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concave curve lies above each chord, so the trapezium under a chord is a lower bound; a convex curve gives an upper bound.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bounds: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$1-t\le e^{-t}\le\frac1{1+t}$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They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$\frac23\le\int_0^1e^{-x^2}dx\le\frac\pi4$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$0.7468$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of the form 'area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number' are settled by sandwiching the area between easy figures; the exact area is not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$y=|\cos x-\sin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$4\left(\sqrt2-1\right)$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$2\sqrt2\left(\sqrt2-1\right)$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$2\left(\sqrt2+1\right)$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$2\sqrt2\left(\sqrt2+1\right)$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trigonometric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vertical gap is twice the smaller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$p+q-|p-q|=2\min(p,q)$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vertical gap is twice the smaller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x,\cos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curves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curve in between.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x=\sqrt2\sin\left(x+\frac\pi4\right)$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x-\sin x|=\sqrt2\left|\cos\left(x+\frac\pi4\right)\right|$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x\ge\sin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x-\sin x|=\cos 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curves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curve in between.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$=\int_0^{\pi/4}\left[(\sin x+\cos x)-(\cos x-\sin x)\right]dx+\int_{\pi/4}^{\pi/2}\left[(\sin x+\cos x)-(\sin x-\cos x)\right]dx$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$=\int_0^{\pi/4}2\sin x\,dx+\int_{\pi/4}^{\pi/2}2\cos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$=\left[-2\cos x\right]_0^{\pi/4}+\left[2\sin x\right]_{\pi/4}^{\pi/2}$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$=(2-\sqrt2)+(2-\sqrt2)=4-2\sqrt2=2\sqrt2\left(\sqrt2-1\right)$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$2\sqrt2(\sqrt2-1)$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vertical gap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doubles the first half.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vertical gap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$(p+q)-|p-q|=2\min(\sin x,\cos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$x\to\frac\pi2-x$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doubles the first half.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interchanges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integrals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$(p+q)-|q-p|=2\min(p,q)$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$\int_0^{\pi/2}2\min(\sin x,\cos 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interchanges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$=2\cdot\int_0^{\pi/4}2\sin x\,dx=4\left[-\cos x\right]_0^{\pi/4}=4\left(1-\frac1{\sqrt2}\right)$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$=4-2\sqrt2=2\sqrt2(\sqrt2-1)$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$2\sqrt2(\sqrt2-1)$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gap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region is symmetric under a reflection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compute one half and double.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locating touching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$p+q-|p-q|=2\min(p,q)$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$p+q+|p-q|=2\max(p,q)$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gap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$|f-g|$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$2\min(f,g)$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region is symmetric under a reflection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compute one half and double.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$\int_0^{\pi/2}\min(\sin x,\cos x)dx=2-\sqrt2$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x\pm\cos x=\sqrt2\sin\left(x\pm\frac\pi4\right)$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locating touching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positive, non-constant and differentiable function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$f:\left[\frac12,1\right]\to\mathbb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positive, non-constant and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$\int_{1/2}^1f(x)\,dx$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$(2e-1,\,2e)$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$(e-1,\,2e-1)$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$\left(\frac{e-1}2,\,e-1\right)$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$\left(0,\,\frac{e-1}2\right)$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from a differential inequality (integrating factor), Bounds on a definite integral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$f'&lt;2f$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$e^{-2x}f(x)$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$f(x)&lt;e^{2x-1}$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$f'(x)-2f(x)&lt;0$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$e^{-2x}f'(x)-2e^{-2x}f(x)&lt;0$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$\frac{d}{dx}\left(e^{-2x}f(x)\right)$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$g(x)=e^{-2x}f(x)$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$g(x)&lt;g\left(\frac12\right)=e^{-1}f\left(\frac12\right)=\frac1e$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$e^{-2x}f(x)&lt;\frac1e$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$f(x)&lt;e^{2x-1}$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$\int_{1/2}^1f(x)dx&lt;\frac1e\int_{1/2}^1e^{2x}dx$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integral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$\frac1e\left[\frac{e^{2x}}2\right]_{1/2}^1=\frac1{2e}\left(e^2-e\right)=\frac{e-1}2$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$\int_{1/2}^1f(x)dx&lt;\frac{e-1}2$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$\int_{1/2}^1f(x)dx&gt;0$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integral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$\left(0,\frac{e-1}2\right)$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$\left(0,\frac{e-1}2\right)$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must hold for every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one admissible test function eliminates three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must hold for every admissible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one admissible test function eliminates three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positive, non-constant, differentiable,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it is admissible.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it,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0.6487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in the answer must contain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0.6487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no.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$f(x)=e^{x-1/2}$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positive, non-constant, differentiable,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$f'(x)=f(x)&lt;2f(x)$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it is admissible.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$\int_{1/2}^1e^{x-1/2}dx=e^{1/2}-1\approx0.6487$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in the answer must contain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$0.6487$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$(2e-1,2e)\approx(4.44,5.44)$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$(e-1,2e-1)\approx(1.72,4.44)$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no.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yes.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can be the interval that always contains the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$\left(\frac{e-1}2,e-1\right)\approx(0.859,1.718)$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$\left(0,\frac{e-1}2\right)\approx(0,0.859)$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yes.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can be the interval that always contains the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$\left(0,\frac{e-1}2\right)$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Gronwall-type comparison).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Reverse inequalities give lower bounds in the same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'Lies in the interval' means for every admissible function: one test function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eliminate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Sharpness: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tends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shrunk.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$f'&lt;kf$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$e^{-kx}f(x)$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$f(x)&lt;f(a)e^{k(x-a)}$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Gronwall-type comparison).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$f'&lt;kf\iff(\ln f)'&lt;k$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Reverse inequalities give lower bounds in the same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'Lies in the interval' means for every admissible function: one test function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eliminate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Sharpness: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$f=e^{k(x-1/2)}$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$\int=\frac{e^{k/2}-1}{k}$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$k\to2^-$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$\left(0,\frac{e-1}2\right)$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shrunk.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region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$F(x)=\int_x^{x^2+\pi/6}2\cos^2t\,dt$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$f:\left[0,\frac12\right]\to[0,\infty)$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$a\in\left[0,\frac12\right]$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region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081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Leibniz rule for differentiating an integral, Area under a curve as an integral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081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Leibniz rule for differentiating an integral, Area under a curve as an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area identity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more: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area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$F'(a)+2=\int_0^af$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more: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$f(a)=F''(a)$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Leibniz rule: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the right side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$F(x)=\int_x^{x^2+\pi/6}2\cos^2t\,dt$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Leibniz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$F'(x)=2\cos^2\left(x^2+\frac\pi6\right)\cdot2x-2\cos^2x$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$F'(a)+2=\int_0^af(x)dx$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$a\in\left[0,\frac12\right]$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$4a\cos^2\left(a^2+\frac\pi6\right)-2\cos^2a+2=\int_0^af(x)dx$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the right side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$\frac{d}{da}\left[4a\cos^2\left(a^2+\frac\pi6\right)\right]=4\cos^2\left(a^2+\frac\pi6\right)+4a\cdot2\cos\left(a^2+\frac\pi6\right)\left(-\sin\left(a^2+\frac\pi6\right)\right)\cdot2a$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$\frac{d}{da}\left[-2\cos^2a\right]=4\cos a\sin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$f(a)=4\cos^2\left(a^2+\frac\pi6\right)-16a^2\cos\left(a^2+\frac\pi6\right)\sin\left(a^2+\frac\pi6\right)+4\cos a\sin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$f(0)=4\cos^2\frac\pi6=4\left(\frac{\sqrt3}2\right)^2=3$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closed form first, then differentiate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$2\cos^2t=1+\cos2t$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closed form first, then differentiate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the zero area.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$2\cos^2t=1+\cos2t$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$F(x)=\left[t+\frac12\sin2t\right]_x^{x^2+\pi/6}=x^2-x+\frac\pi6+\frac12\sin\left(2x^2+\frac\pi3\right)-\frac12\sin2x$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$F'(x)=2x-1+2x\cos\left(2x^2+\frac\pi3\right)-\cos2x$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$F'(a)+2=2a+1+2a\cos\left(2a^2+\frac\pi3\right)-\cos2a$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the zero area.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$F'(a)+2=\int_0^af$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$f(a)=2+2\cos\left(2a^2+\frac\pi3\right)-8a^2\sin\left(2a^2+\frac\pi3\right)+2\sin2a$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$f(0)=2+2\cos\frac\pi3=2+1=3$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 rule: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function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any expression given for the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such integrals elementary;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$\frac{d}{dx}\int_{u(x)}^{v(x)}\phi(t)dt=\phi(v)v'-\phi(u)u'$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function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$A(a)=\int_0^af$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$A'(a)=f(a)$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derivative of any expression given for the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$2\cos^2t=1+\cos2t$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$2\sin^2t=1-\cos2t$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such integrals elementary;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$f(a)=F''(a)$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$f(0)=4\cos^2\frac\pi6=3$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In a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lengths of the sides opposite to the angles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possible values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In a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lengths of the sides opposite to the angles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possible value(s)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position vectors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respect to the origin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respectively. If the distance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from the bisector of the acute angle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possible value(s)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Suppose that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denotes the area of the region bounded by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Then the value(s)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1   (Q) 2   (R) 3   (S) 5   (T) 6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In a triangle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XYZ$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lengths of the sides opposite to the angles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$2(a^2-b^2)=c^2$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$\lambda=\frac{\sin(X-Y)}{\sin Z}$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possible values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$\cos(n\pi\lambda)=0$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In a triangle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XYZ$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lengths of the sides opposite to the angles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$1+\cos2X-2\cos2Y=2\sin X\sin Y$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possible value(s)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In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$\sqrt3\hat i+\hat j$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i+\sqrt3\hat j$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$\beta\hat i+(1-\beta)\hat j$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position vectors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respect to the origin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respectively. If the distance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from the bisector of the acute angle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$\overrightarrow{OX}$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$\overrightarrow{OY}$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$\frac3{\sqrt2}$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possible value(s)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$|\beta|$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Suppose that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denotes the area of the region bounded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$y=|\alpha x-1|+|\alpha x-2|+\alpha 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$\alpha\in\{0,1\}$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Then the value(s)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$F(\alpha)+\frac83\sqrt2$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is (are)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1   (Q) 2   (R) 3   (S) 5   (T) 6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a triangle and trigonometric equations, Area under curves with modulus;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each item to a standard fact: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homogeneous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point-to-line distance; and areas of trapezia.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each item to a standard fact: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$\sin(X-Y)/\sin Z=(a^2-b^2)/c^2$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homogeneous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X,\sin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point-to-line distance; and areas of trapezia.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By the sine rule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etc.,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By the sine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$a=2R\sin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etc.,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$2(a^2-b^2)=c^2$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$2\left(\sin^2X-\sin^2Y\right)=\sin^2Z$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integer. From Column II,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R,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$\sin^2X-\sin^2Y=\sin(X-Y)\sin(X+Y)=\sin(X-Y)\sin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$X+Y=\pi-Z$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$2\sin(X-Y)\sin Z=\sin^2Z$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$\lambda=\frac{\sin(X-Y)}{\sin Z}=\frac12$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$\cos(n\pi\lambda)=\cos\frac{n\pi}2=0$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integer. From Column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$n=1,3,5$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R,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$\cos2X=1-2\sin^2X$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$\cos2Y=1-2\sin^2Y$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$1+\cos2X-2\cos2Y=2-2\sin^2X-2+4\sin^2Y=4\sin^2Y-2\sin^2X$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$4\sin^2Y-2\sin^2X=2\sin X\sin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$\sin^2X+\sin X\sin Y-2\sin^2Y=0$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X-\sin Y)(\sin X+2\sin 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X+2\sin 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bisector of the acute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(Equivalently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upper branch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$|OX|=|OY|=2$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$X(\sqrt3,1)$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bisector of the acute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$XOY$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$Z(\beta,1-\beta)$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$\frac{|\beta-(1-\beta)|}{\sqrt2}=\frac{|2\beta-1|}{\sqrt2}=\frac3{\sqrt2}$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$|2\beta-1|=3$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$\left(\beta-\frac12\right)^2+\left(\beta-\frac12\right)^2=\frac92$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$|\beta|=2$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$y=|0-1|+|0-2|+0=3$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upper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 x\le2\sqrt2&lt;3$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$F(0)=\int_0^2\left(3-2\sqrt x\right)dx=6-\frac{8\sqrt2}3$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$F(0)+\frac{8\sqrt2}3=6$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S. Therefore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$y=|x-1|+|x-2|+x$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$F(1)=\int_0^1\left(3-x-2\sqrt x\right)dx+\int_1^2\left(x+1-2\sqrt 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$=\left[3x-\frac{x^2}2-\frac43x^{3/2}\right]_0^1+\left[\frac{x^2}2+x-\frac43x^{3/2}\right]_1^2=\frac76+\left(4-\frac{8\sqrt2}3-\frac16\right)=5-\frac{8\sqrt2}3$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$F(1)+\frac{8\sqrt2}3=5$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S. Therefore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- P, R, S; (B) - P; (C) - P, Q; (D) - S, 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the identity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quadratic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 the parabola part cancels, leaving a plain area under a broken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$\frac{a^2-b^2}{c^2}=\frac{\sin(X-Y)}{\sin Z}$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quadratic in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 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 the parabola part cancels, leaving a plain area under a broken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identity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P, R,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divided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positive root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$\frac{a^2-b^2}{c^2}=\frac{\sin(X-Y)}{\sin 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$a=2R\sin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$\lambda=\frac{a^2-b^2}{c^2}=\frac12$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$2(a^2-b^2)=c^2$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$\cos\frac{n\pi}2=0$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P, R,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$t=\frac{\sin X}{\sin Y}=\frac ab&gt;0$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$\sin^2X+\sin X\sin Y-2\sin^2Y=0$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$t^2+t-2=0$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positive root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Direct vector method: the bisector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distance formula then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P,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given top boundary; the second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under the broken line - no radicals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Direct vector method: the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$\overrightarrow{OX}+\overrightarrow{OY}=(\sqrt3+1)(1,1)$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distance formula then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$|2\beta-1|=3$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$|\beta|\in\{2,1\}$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P,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$F(\alpha)=\int_0^2\psi\,dx-\int_0^22\sqrt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given top boundary; the second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$\frac43\cdot2\sqrt2=\frac{8\sqrt2}3$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$F(\alpha)+\frac{8\sqrt2}3=\int_0^2\psi\,dx$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under the broken line - no radicals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of a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trapezia, each of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of a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$\psi=3-x$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trapezia, each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$\frac12(3+2)\cdot1=\frac52$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- P, R, S; (B) - P; (C) - P, Q; (D) - S, 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homogeneous of degree 2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quadratic in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discard negative roots because sides are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vectors of equal length from the origin, the angle bisector is along their sum; the 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𝑡𝑜𝑝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𝑏𝑜𝑡𝑡𝑜𝑚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common bottom curve,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𝑏𝑜𝑡𝑡𝑜𝑚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area under the top curve alone.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$\frac{a^2-b^2}{c^2}=\frac{\sin(X-Y)}{\sin 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$a^2-b^2=4R^2\sin(X-Y)\sin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homogeneous of degree 2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X,\sin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quadratic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discard negative roots because sides are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vectors of equal length from the origin, the angle bisector is along their sum;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$\frac{|p-q|}{\sqrt2}$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$\int(\text{top}-\text{bottom})$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common bottom curve,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$F+\int\text{bottom}$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area under the top curve alone.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e>
                            <m:r>
                              <m:rPr>
                                <m:scr m:val="double-struck"/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$\left\{(x,y)\in\mathbb R^2:y\ge\sqrt{|x+3|},\ 5y\le x+9\le15\right\}$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a modulus-root curve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the two curve-pieces from the trapezium under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the two curve-pieces from the trapezium under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the origin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becomes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other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beyond the curve: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below the curve).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region is bounded by the curve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(above) and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the origin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$\left\{y\ge\sqrt{|u|},\ 5y\le u+6\le15\right\}$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$5y=u+6$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$y=\sqrt{-u}$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$u^2-13u+36=0$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other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beyond the curve: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below the curve).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region is bounded by the curve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(above) and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Desired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trapezium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Trapezium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Desired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[area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$DCOD$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$OBAO$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].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$=\frac12(1+2)\times5=\frac{15}2$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$\int_{-1}^0\sqrt{-u}\,du=\frac23$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$\int_0^4\sqrt u\,du=\frac{16}3$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$=\frac{15}2-\left(\frac23+\frac{16}3\right)=\frac{15}2-6=\frac32$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strip has a simple width.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$y\ge\sqrt{|u|}$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$|u|\le 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strip has a simple width.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strip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strip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width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$y\ge\sqrt{|u|}\iff|u|\le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$-y^2\le u\le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$u\ge5y-6$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$u\le9$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$5y-6\le-y^2$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$y^2+5y-6=(y+6)(y-1)\le0$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strip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$-y^2\le u\le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$5y-6\ge-y^2$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$5y-6\le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$(y-2)(y-3)\ge0$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strip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$5y-6\le u\le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$y^2-5y+6$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strip is empty (lower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until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a single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strip is empty (lower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$5y-6&gt;y^2$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until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$u\le9$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a single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$=\int_0^12y^2dy+\int_1^2\left(y^2-5y+6\right)dy=\frac23+\left(\frac73-\frac{15}2+6\right)=\frac23+\frac56=\frac32$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same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symmetric strip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integrate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region is bounded by a line and a curve, the segment area can be found as (trapezium or triangle under the line) minus (areas under the curve) - sketch with intercepts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origin to the centre of the modulus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removes the constants.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$y\ge\sqrt{|u|}$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same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symmetric strip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integrate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$\int_{-a}^b\sqrt{|u|}\,du=\frac23\left(a^{3/2}+b^{3/2}\right)$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region is bounded by a line and a curve, the segment area can be found as (trapezium or triangle under the line) minus (areas under the curve) - sketch with intercepts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origin to the centre of the modulus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removes the constants.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area of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e>
                            <m:r>
                              <m:rPr>
                                <m:scr m:val="double-struck"/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two equal parts,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area of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$R=\left\{(x,y)\in\mathbb R^2:x^3\le y\le x,\ 0\le x\le1\right\}$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two equal parts,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$0&lt;\alpha\le\frac12$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$2\alpha^4-4\alpha^2+1=0$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$\alpha^4+4\alpha^2-1=0$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$\frac12&lt;\alpha&lt;1$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two curves cut by a vertical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half of the total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$\int_0^\alpha(x-x^3)dx$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half of the total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curves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half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to the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8: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curves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$=\int_0^1\left(x-x^3\right)dx=\frac12-\frac14=\frac14$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half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to the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$\int_0^\alpha\left(x-x^3\right)dx=\frac{\alpha^2}2-\frac{\alpha^4}4=\frac18$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8: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$4\alpha^2-2\alpha^4=1$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$2\alpha^4-4\alpha^2+1=0$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0.293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(D) is correct and (A)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wrong. Correct options: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$2t^2-4t+1=0$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$t=\frac{4\pm\sqrt{16-8}}4=1\pm\frac1{\sqrt2}$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$0&lt;\alpha&lt;1$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$\alpha^2=1-\frac1{\sqrt2}\approx0.293$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$1+\frac1{\sqrt2}&gt;1$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$0.293&gt;\frac14$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$\frac12&lt;\alpha&lt;1$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(D) is correct and (A)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$t=\alpha^2=0.293$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$\alpha^4+4\alpha^2-1=t^2+4t-1\approx0.086+1.172-1=0.257\ne0$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wrong. Correct options: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Locate the root by sign changes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the quartic.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Locate the root by sign changes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the quartic.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to the left,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halving point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true, (A)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a root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that is the halving point: (B)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to the left,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$A(\alpha)=\frac{\alpha^2}2-\frac{\alpha^4}4$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$\alpha-\alpha^3\ge0$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$A\left(\frac12\right)=\frac18-\frac1{64}=\frac7{64}&lt;\frac8{64}=\frac18$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halving point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true, (A)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$g(\alpha)=2\alpha^4-4\alpha^2+1$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$\frac18-1+1=\frac18&gt;0$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$2-4+1=-1&lt;0$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has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that is the halving point: (B)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no root there: (C)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$h(\alpha)=\alpha^4+4\alpha^2-1$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$h\left(\frac12\right)=\frac1{16}+1-1&gt;0$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no root there: (C)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(B)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to the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root is unique and can be located by comparing values at test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biquadratic with only even powers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the root lies in the allowed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$\frac12-\frac1{n+1}$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to the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root is unique and can be located by comparing values at test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biquadratic with only even powers is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the root lies in the allowed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40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statement(s)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40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$f:[0,\infty)\to\mathbb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$f(x)=1-2x+\int_0^xe^{x-t}f(t)\,dt$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statement(s)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$\left\{(x,y)\in[0,1]\times\mathbb R:f(x)\le y\le\sqrt{1-x^2}\right\}$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$\frac{\pi-2}4$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$\left\{(x,y)\in[0,1]\times\mathbb R:f(x)\le y\le\sqrt{1-x^2}\right\}$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$\frac{\pi-1}4$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from an integral equation, Area under curve (circle and a line)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once after writing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linear ODE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once after writing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$e^{x-t}=e^xe^{-t}$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linear ODE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$f'-2f=2x-3$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$e^{x-t}=e^xe^{-t}$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$f(x)=1-2x+e^x\int_0^xe^{-t}f(t)dt$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$f'(x)=-2+e^x\int_0^xe^{-t}f(t)dt+e^xe^{-x}f(x)$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original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linear ODE with 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false.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original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$e^x\int_0^xe^{-t}f(t)dt=f(x)-1+2x$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$f'(x)=-2+f(x)-1+2x+f(x)$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$f'(x)-2f(x)=2x-3$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linear ODE with 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$\frac{d}{dx}\left(f(x)e^{-2x}\right)=(2x-3)e^{-2x}$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$\int(2x-3)e^{-2x}dx=-\frac{(2x-3)e^{-2x}}2-\frac{e^{-2x}}2+c=-(x-1)e^{-2x}+c$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$f(x)e^{-2x}=(1-x)e^{-2x}+c$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$f(x)=(1-x)+ce^{2x}$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$f(1)=0\ne2$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quarter disc minus a right triangle: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(C) is true and (D) is false. Correct options: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$\left\{0\le x\le1,\ 1-x\le y\le\sqrt{1-x^2}\right\}$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quarter disc minus a right triangle: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$=\frac\pi4-\frac12=\frac{\pi-2}4$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(C) is true and (D) is false. Correct options: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verify it satisfies the integral equation, and use uniqueness of the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$f(x)=1-x$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verify it satisfies the integral equation, and use uniqueness of the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Uniqueness: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continuous solutions,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$\frac{d}{dt}\left(te^{-t}\right)=e^{-t}(1-t)$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$\int_0^xe^{x-t}(1-t)dt=e^x\left[te^{-t}\right]_0^x=x$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$1-2x+x=1-x=f(x)$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$f_1,f_2$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continuous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$d=f_1-f_2$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$d(x)=\int_0^xe^{x-t}d(t)dt$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$d'=2d$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circular segment (the quarter disc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triangle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true, (D)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circular segment (the quarter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$\frac{\pi-2}4$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true, (D)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such Volterra equations have a unique continuous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guess-and-verify check works well when the integral equation has a simple form: verify, then argue uniqueness from the ODE.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unit circle in the first quadrant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$f(x)=g(x)+\int_0^xe^{x-t}f(t)dt$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$f'-2f=g'-g$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such Volterra equations have a unique continuous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guess-and-verify check works well when the integral equation has a simple form: verify, then argue uniqueness from the ODE.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unit circle in the first quadrant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farmer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land in the shape of a triangle with vertices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this land, a neighbouring farmer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away the region which lies between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curve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region taken away by the farmer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farmer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land in the shape of a triangle with vertices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this land, a neighbouring farmer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away the region which lies between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curve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$(n&gt;1)$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region taken away by the farmer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curves and finding a parameter from the area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$\frac12-\frac1{n+1}$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 taken away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 taken away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$A=\int_0^1\left(x-x^n\right)dx=\left[\frac{x^2}2-\frac{x^{n+1}}{n+1}\right]_0^1=\frac12-\frac1{n+1}$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$\frac12-\frac1{n+1}=\frac3{10}$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$\frac1{n+1}=\frac15$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region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region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$y\le x\le y^{1/n}$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y\le1$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the region horizontally,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extends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it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the region horizontally,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extends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$x=y^{1/n}$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$y^{1/n}\ge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$=\int_0^1\left(y^{1/n}-y\right)dy=\frac{n}{n+1}-\frac12$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it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n{n+1}=\frac45$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$5n=4n+4$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readings (in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the same area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half the lens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Percent-of-area conditions on a triangle: first find the triangle's area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$\int_0^1\left(x-x^n\right)dx=\frac12-\frac1{n+1}=\frac{n-1}{2(n+1)}$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readings (in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the same area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n{n+1}-\frac12=\frac12-\frac1{n+1}$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$y=x^{1/n}$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half the lens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$y=x^{1/n}$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Percent-of-area conditions on a triangle: first find the triangle's area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$\frac12\cdot2\cdot1=1$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$\left\{(x,y):xy\le8,\ 1\le y\le x^2\right\}$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$16\log_e2-6$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$8\log_e2-\frac{14}3$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$16\log_e2-\frac{14}3$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$8\log_e2-\frac73$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a hyperbola and parabolas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meet, and integrate the top minus the bottom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meet, and integrate the top minus the bottom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taken in the first quadrant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automatically and the region would be unbounded.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taken in the first quadrant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automatically and the region would be unbounded.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is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x\le8$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$=\int_1^2\left(x^2-1\right)dx+\int_2^8\left(\frac8x-1\right)dx$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$\int_1^2\left(x^2-1\right)dx=\left[\frac{x^3}3-x\right]_1^2=\left(\frac83-2\right)-\left(\frac13-1\right)=\frac43$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$\int_2^8\left(\frac8x-1\right)dx=\left[8\ln x-x\right]_2^8=8\ln8-8-8\ln2+2=8\ln4-6=16\ln2-6$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$=\frac43+16\ln2-6=16\ln2-\frac{14}3$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$16\log_e2-\frac{14}3$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a single integral: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a single integral: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$1\le y\le4$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runs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$x=\frac8y$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say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non-empty when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y\le x\le\frac8y$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non-empty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y\le\frac8y$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$y^{3/2}\le8$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$=\int_1^4\left(\frac8y-\sqrt y\right)dy=\left[8\ln y-\frac23y^{3/2}\right]_1^4$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$=8\ln4-\frac23(8-1)=16\ln2-\frac{14}3$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$16\log_e2-\frac{14}3$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top/bottom curves swap in vertical slices (two pieces), try horizontal slices: here one integral instead of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top/bottom curves swap in vertical slices (two pieces), try horizontal slices: here one integral instead of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$x\ge\sqrt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$\int\frac{dx}x=\ln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$k\ln\frac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81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in the first quadrant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9818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$f(x)=e^{x-1}-e^{-|x-1|}$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$g(x)=\frac12\left(e^{x-1}+e^{1-x}\right)$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of the region in the first quadrant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$(2-\sqrt3)+\frac12(e-e^{-1})$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$(2+\sqrt3)+\frac12(e-e^{-1})$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$(2-\sqrt3)+\frac12(e+e^{-1})$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$(2+\sqrt3)+\frac12(e+e^{-1})$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exponential curves involving a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curves meet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$f=e^{x-1}-e^{1-x}$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curves meet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$e^{2(x-1)}=3$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between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$f(x)=e^{x-1}-e^{1-x}$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$f(x)=e^{x-1}-e^{x-1}=0$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$g(x)=\frac12\left(e^{x-1}+e^{1-x}\right)$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lies between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meet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Beyond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 ends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$\frac12\left(e^{x-1}+e^{1-x}\right)=e^{x-1}-e^{1-x}$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$e^{x-1}=3e^{1-x}$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$e^{2(x-1)}=3$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$x=\alpha=1+\ln\sqrt3$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$e^{\alpha-1}=\sqrt3$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 ends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$=\int_0^1g\,dx+\int_1^\alpha(g-f)dx$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$\int_0^1\frac{e^{x-1}+e^{1-x}}2dx=\frac12\left[e^{x-1}-e^{1-x}\right]_0^1=\frac12\left(e-\frac1e\right)$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$g-f=\frac12e^{x-1}+\frac12e^{1-x}-e^{x-1}+e^{1-x}=\frac32e^{1-x}-\frac12e^{x-1}$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$\int_1^\alpha\left(\frac32e^{1-x}-\frac12e^{x-1}\right)dx=\left[-\frac32e^{1-x}-\frac12e^{x-1}\right]_1^\alpha=-\frac3{2\sqrt3}-\frac{\sqrt3}2+2=2-\sqrt3$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$=\left(2-\sqrt3\right)+\frac12\left(e-e^{-1}\right)$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$(2-\sqrt3)+\frac12(e-e^{-1})$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modulus in an exponent makes the function piecewise: split the integration at the break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$e^{t}-e^{-t}=2\sinh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$\frac12\left(e^t+e^{-t}\right)=\cosh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$g=\cosh(x-1)$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$f=2\sinh(x-1)$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 t=2\sinh t\iff\tanh t=\frac12\iff e^{2t}=3$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modulus in an exponent makes the function piecewise: split the integration at the break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$\int(\cosh t-2\sinh t)dt=\sinh t-2\cosh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 t=\frac1{\sqrt3}$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 t=\frac2{\sqrt3}$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$\left\{(x,y):0\le x\le\frac94,\ 0\le y\le1,\ x\ge3y,\ x+y\ge2\right\}$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$\frac{35}{96}$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$\frac{37}{96}$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$\frac{13}{32}$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straight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vertices; split the polygon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triangle and a trapezium.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vertices; split the polygon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triangle and a trapezium.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lines: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axes. The region is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region by the vertical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into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trapezium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lines: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axes. The region is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$E=\left(\frac32,\frac12\right)$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$A\left(\frac94,0\right)$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$F\left(\frac94,\frac34\right)$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$H\left(2,\frac23\right)$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region by the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into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$DEH$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$AFHD$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horizontal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Trapezium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distance between them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$DEH$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$DH=\frac23$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horizontal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$=\frac12\cdot\frac23\cdot\frac12=\frac16$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$AFHD$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$DH=\frac23$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distance between them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$=\frac12\left(\frac23+\frac34\right)\cdot\frac14=\frac{17}{96}$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$=\frac16+\frac{17}{96}=\frac{16}{96}+\frac{17}{96}=\frac{33}{96}=\frac{11}{32}$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$\frac{11}{32}$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strip runs from the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strip runs from the right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$x=2-y$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$x=\frac94$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fixed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strip is non-empty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end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strip is non-empty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$3y\le\frac94$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$3y\ge2-y\iff y\ge\frac12$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end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 y\le\frac34$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$=\int_0^{1/2}\left[\frac94-(2-y)\right]dy+\int_{1/2}^{3/4}\left[\frac94-3y\right]dy$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$\int_0^{1/2}\left(y+\frac14\right)dy=\frac18+\frac18=\frac14$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$\left[\frac94y-\frac32y^2\right]_{1/2}^{3/4}=\frac{27}{32}-\frac34=\frac3{32}$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$=\frac14+\frac3{32}=\frac{11}{32}$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$\frac{11}{32}$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polygons, list the vertices and apply the shoelace formula, or split into a triangle and a trapezium by a line through a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the slicing direction so that the left/right boundaries change fewer times shortens the work (here horizontal gives two pieces, each a simple linear integral).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trapezium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works for vertical parallel sides too.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polygons, list the vertices and apply the shoelace formula, or split into a triangle and a trapezium by a line through a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the slicing direction so that the left/right boundaries change fewer times shortens the work (here horizontal gives two pieces, each a simple linear integral).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trapezium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$\frac12(p+q)h$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works for vertical parallel sides too.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004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004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$g(x)=\begin{cases}2\left(1-\frac{4|x|}3\right),&amp;|x|\le\frac34\\0,&amp;|x|&gt;\frac34\end{cases}$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$\left\{(x,y)\in\mathbb R\times\mathbb R:|x|\le\frac34,\ 0\le y\le\min\{f(x),g(x)\}\right\}$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0923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the minimum of two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functions are even: find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 the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functions are even: find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 the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 functions,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is negative). There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 functions,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$g(x)=2-\frac{8x}3$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$x^2+\frac5{12}=2-\frac{8x}3\Rightarrow12x^2+32x-19=0\Rightarrow(2x-1)(6x+19)=0$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is negative). 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$f=g=\frac23$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$f=\frac5{12}&lt;2=g$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 x\le\frac34$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$\alpha=2\left[\int_0^{1/2}\left(x^2+\frac5{12}\right)dx+\int_{1/2}^{3/4}\left(2-\frac{8x}3\right)dx\right]$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triangle with base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$\int_0^{1/2}\left(x^2+\frac5{12}\right)dx=\frac1{24}+\frac5{24}=\frac14$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$\int_{1/2}^{3/4}\left(2-\frac{8x}3\right)dx$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triangle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$g\left(\frac12\right)=\frac23$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$\frac12\cdot\frac14\cdot\frac23=\frac1{12}$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$\alpha=2\left(\frac14+\frac1{12}\right)=\frac23$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Start from the whole tent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the part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Start from the whole tent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 the part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above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tent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triangle with base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$\min(f,g)=g-(g-f)^+$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$\alpha=\int_{-3/4}^{3/4}g\,dx-\int_{-1/2}^{1/2}(g-f)\,dx$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tent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triangle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$\frac12\cdot\frac32\cdot2=\frac32$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$\int_{-1/2}^{1/2}(g-f)dx=2\int_0^{1/2}\left(\frac{19}{12}-\frac{8x}3-x^2\right)dx=2\left[\frac{19}{12}x-\frac43x^2-\frac{x^3}3\right]_0^{1/2}=2\left(\frac{19}{24}-\frac13-\frac1{24}\right)=\frac56$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$\alpha=\frac32-\frac56=\frac23$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the 'excess' region instead of splitting at the crossing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integrands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compute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'tent'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meeting points with a parabola come from a quadratic,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$\int\min(f,g)=\int g-\int(g-f)^+$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 the 'excess' region instead of splitting at the crossing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integrands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compute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'tent'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$h\left(1-\frac{|x|}{w}\right)$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$[-w,w]$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meeting points with a parabola come from a quadratic,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$12x^2+32x-19=(2x-1)(6x+19)$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function defined by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Consider the square region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called the green region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called the red region.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horizontal line drawn at a height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Then which of the following statements is(are)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There exists an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the area of the green region above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equals the area of the green region below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There exists an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the area of the red region above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equals the area of the red region below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There exists an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the area of the green region above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equals the area of the red region below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There exists an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the area of the red region above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equals the area of the green region below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49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$f:[0,1]\to[0,1]$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function defined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$f(x)=\frac{x^3}3-x^2+\frac59x+\frac{17}{36}$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Consider the square region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$S=[0,1]\times[0,1]$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$G=\{(x,y)\in S:y&gt;f(x)\}$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called the green region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$R=\{(x,y)\in S:y&lt;f(x)\}$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called the red region.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$L_h=\{(x,h)\in S:x\in[0,1]\}$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the horizontal line drawn at a height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$h\in[0,1]$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Then which of the following statements is(are)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There exists an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$h\in\left[\frac14,\frac23\right]$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the area of the green region above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$L_h$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equals the area of the green region below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$L_h$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There exists an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$h\in\left[\frac14,\frac23\right]$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the area of the red region above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$L_h$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equals the area of the red region below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$L_h$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There exists an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$h\in\left[\frac14,\frac23\right]$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the area of the green region above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$L_h$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equals the area of the red region below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$L_h$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There exists an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$h\in\left[\frac14,\frac23\right]$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such that the area of the red region above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$L_h$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equals the area of the green region below the line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$L_h$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a curve and existence of a line balancing areas (IVT)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Total 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total green area,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ranges only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324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use extreme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IVT.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Total red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$=\int_0^1f=\frac12=$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total green area,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ranges only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$\left[\frac{13}{36},\frac{181}{324}\right]$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use extreme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IVT.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$f'(x)=x^2-2x+\frac59=0$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$\left[\frac13,1\right]$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 area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green area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Notation for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green area above/below it,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red area above/below it;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works; (A) is false (it holds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$f(0)=\frac{17}{36}$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$f(1)=\frac{13}{36}\approx0.36$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$f\left(\frac13\right)=\frac{181}{324}\approx0.558$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$\left[\frac{13}{36},\frac{181}{324}\right]$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$A_R=\int_0^1f(x)dx=\frac1{12}-\frac13+\frac5{18}+\frac{17}{36}=\frac12$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green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$A_G=\frac12$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Notation for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$G_a,G_b$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green area above/below it,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$R_a,R_b$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red area above/below it;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$G_a+G_b=R_a+R_b=\frac12$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$G_a=G_b$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$G_b=\frac14$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$G_b(h)=\int(h-f)^+dx$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$G_b=\frac23-\frac12=\frac16&lt;\frac14$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$h\in\left[\frac14,\frac23\right]$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works; (A) is false (it holds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below the curve everywhere,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whole curve is above the line: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IVT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$R_a=R_b$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$R_b=\frac14$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$h\le\frac{13}{36}$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below the curve everywhere,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$R_b=h$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$R_b=\frac14$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$R_a=\frac12-\frac14=\frac14$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$G_a-R_b$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$h=\frac{13}{36}$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whole curve is above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$R_b=\frac{13}{36}$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$h=\frac{181}{324}$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$R_b=\int f=\frac12$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$G_a=1-h=\frac{143}{324}&lt;\frac12$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IVT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$h\in\left(\frac{13}{36},\frac{181}{324}\right)\subset\left[\frac14,\frac23\right]$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IVT it vanishes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that range: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(B),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$R_a-G_b$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$h=\frac{13}{36}$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$R_a=\frac12-\frac{13}{36}=\frac5{36}&gt;0$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$h=\frac{181}{324}$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$G_b=h-\frac12&gt;0$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IVT it vanishes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that range: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(B),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exact identities: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(C) and (D) hold exactly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exact identities: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$R_a-G_b=G_a-R_b=\frac12-h$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(C) and (D) hold exactly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hold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(C), (D)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$R_a-G_b=\int_0^1(f-h)^+dx-\int_0^1(h-f)^+dx=\int_0^1(f-h)dx=\frac12-h$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$G_a=\frac12-G_b$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$R_b=\frac12-R_a$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$G_a-R_b=R_a-G_b=\frac12-h$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$R_a=G_b$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$G_a=R_b$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hold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$\frac12\in\left[\frac14,\frac23\right]$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(C), (D)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$R_a=R_b$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$R_b=\frac14$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$h\le\frac{13}{36}$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$R_b=h$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$G_a=G_b$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$G_b=\frac14$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$G_b(h)\le G_b\left(\frac23\right)=\frac23-\frac12=\frac16&lt;\frac14$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unit square, 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green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(red above)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(green below)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exact linear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(green above)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(red below) is the same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Existence of a balancing line: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where the difference has opposite signs and apply the intermediate value theorem to this continuous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Extreme values of the cubic: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maximum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the endpoint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f\le1$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unit square, 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green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$=1-\int_0^1f$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(red above)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(green below)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$=\int_0^1(f-h)dx$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exact linear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(green above)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(red below) is the same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Existence of a balancing line: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where the difference has opposite signs and apply the intermediate value theorem to this continuous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Extreme values of the cubic: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$\frac{181}{324}$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the endpoint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102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natural number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that the area of the region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maximum value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102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natural number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$f:[0,1]\to\mathbb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$f(x)=\begin{cases}n(1-2nx),&amp;0\le x\le\frac1{2n}\\2n(2nx-1),&amp;\frac1{2n}\le x\le\frac3{4n}\\4n(1-nx),&amp;\frac3{4n}\le x\le\frac1n\\\frac n{n-1}(nx-1),&amp;\frac1n\le x\le1\end{cases}$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that the area of the region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maximum value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a piecewise linear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piece is a straight segment, so the area is a sum of triangles all of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piece is a straight segment, so the area is a sum of triangles all of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pieces: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graph consists of three triangles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and 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pieces: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$f\left(\frac1{2n}\right)=0$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$f\left(\frac3{4n}\right)=n$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$f\left(\frac1n\right)=0$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graph consists of three triangles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and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$\left[0,\frac1{2n}\right]$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 n\cdot\frac1{2n}=\frac14$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$\left[\frac1{2n},\frac1n\right]$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$x=\frac3{4n}$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 n\cdot\frac1{2n}=\frac14$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$\left[\frac1n,1\right]$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 n\left(1-\frac1n\right)=\frac{n-1}2$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$\Delta_1+\Delta_2+\Delta_3=\frac14+\frac14+\frac{n-1}2=\frac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triangles have the same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their bases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triangles have the same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their bases add up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$\frac12\cdot n\cdot1=\frac n2$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triangles stand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with bases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gaps; their lengths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triangle has apex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triangles stand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with bases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$\left[0,\frac1{2n}\right]$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$\left[\frac1{2n},\frac1n\right]$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$\left[\frac1n,1\right]$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gaps; their lengths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triangle has apex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$x=\frac3{4n}$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 n\cdot\left(\frac1{2n}+\frac1{2n}+1-\frac1n\right)=\frac12\cdot n\cdot1=\frac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f=n=8$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zig-zag of triangles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each of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bases adding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piecewise linear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maximum occurs at a breakpoint or endpoint: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continuity at the junctions (here all 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using geometry.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zig-zag of triangles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each of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bases adding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$\frac12hL$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piecewise linear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maximum occurs at a breakpoint or endpoint: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continuity at the junctions (here all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using geometry.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𝑎𝑛𝑑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$S=\left\{(x,y)\in\mathbb R\times\mathbb R:x\ge0,\ y\ge0,\ y^2\le4x,\ y^2\le12-2x\text{ and }3y+\sqrt8x\le5\sqrt8\right\}$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parabolas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passes through the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two parabolas and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passes through the intersection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$A(2,2\sqrt2)$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two parabolas and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$C(5,0)$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binding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lies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below the line);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the lowest of the three boundaries (e.g.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$4x=12-2x$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$A\left(2,2\sqrt2\right)$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$3y+\sqrt8x=5\sqrt8$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$3\cdot2\sqrt2+2\sqrt8=6\sqrt2+4\sqrt2=10\sqrt2=5\sqrt8$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binding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lies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$y=\sqrt{12-2x}$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below the line);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x\le5$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the lowest of the three boundaries (e.g.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 of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$\int_0^22\sqrt x\,dx=\frac43x^{3/2}\Big|_0^2=\frac43\cdot2\sqrt2=\frac{8\sqrt2}3$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$BC=5-2=3$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$=\frac12\cdot3\cdot2\sqrt2=3\sqrt2$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$=\frac{8\sqrt2}3+3\sqrt2=\frac{17}3\sqrt2$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$\alpha=\frac{17}3$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$\frac{17}3$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runs from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line, one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y\le2\sqrt2$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runs from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$x=\frac{y^2}4$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line, one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horizontal reading, the left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boundary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to the right of the line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horizontal reading, the left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boundary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$x=5-\frac{3y}{2\sqrt2}$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$x=6-\frac{y^2}2$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to the right of the line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$\left[0,2\sqrt2\right]$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$=\int_0^{2\sqrt2}\left(5-\frac{3y}{2\sqrt2}-\frac{y^2}4\right)dy=5\cdot2\sqrt2-\frac3{2\sqrt2}\cdot4-\frac{\left(2\sqrt2\right)^3}{12}$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$=10\sqrt2-3\sqrt2-\frac{4\sqrt2}3=\frac{17\sqrt2}3$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$\alpha=\frac{17}3$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$\frac{17}3$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bounded by parabolas with a horizontal axis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line, integrating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gives one simple integral.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straight-line part of the boundary gives a triangle whose base and height are read off from the intercepts.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which boundary is lowest on each interval (compare values at a test point) before writing the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bounded by parabolas with a horizontal 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line, integrating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gives one simple integral.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$\int_0^c2\sqrt x\,dx=\frac43c^{3/2}$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straight-line part of the boundary gives a triangle whose base and height are read off from the intercepts.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which boundary is lowest on each interval (compare values at a test point) before writing the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numbers. Then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numbers. Then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$\left\{(x,y)\in\mathbb R\times\mathbb R:x&gt;0,\ y&gt;\frac1x,\ 5x-4y-1&gt;0,\ 4x+4y-17&lt;0\right\}$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$\frac{17}{16}-\log_e4$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$\frac{33}8-\log_e4$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$\frac{57}8-\log_e4$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$\frac{17}2-\log_e4$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a hyperbola and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sits under two lines and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𝑙𝑖𝑛𝑒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trapezia minus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sits under two lines and above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$=\int(\text{line})-\int\frac1x$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trapezia minus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curves: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is below both lines and above the hyperbola.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hyperbola: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Boundary curves: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$y=\frac{5x-1}4$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$y=\frac{17-4x}4$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region is below both lines and above the hyperbola.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$5x-1=\frac4x\Rightarrow5x^2-x-4=0\Rightarrow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$L_1\cap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$5x-1=17-4x\Rightarrow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$\left(2,\frac94\right)$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hyperbola: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rejected because the region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boundary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line-integrals are areas of trapezia: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$17-4x=\frac4x\Rightarrow4x^2-17x+4=0\Rightarrow 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rejected because the region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$\left(4,\frac14\right)$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$=\int_1^2\frac{5x-1}4dx+\int_2^4\frac{17-4x}4dx-\int_1^4\frac1xdx$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line-integrals are areas of trapezia: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$\frac12\left(1+\frac94\right)\cdot1=\frac{13}8$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$\frac12\left(\frac94+\frac14\right)\cdot2=\frac52$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$\int_1^4\frac1xdx=\ln4$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$A=\frac{13}8+\frac52-\ln4=\frac{33}8-\ln4$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$\frac{33}8-\log_e4$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Triangle on the three vertices plus the thin segment between the chord and the hyperbola.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has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hyperbola arc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replacing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Shoelace area of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has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$Q\left(2,\frac94\right)$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$T\left(4,\frac14\right)$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hyperbola arc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replacing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Shoelace area of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$\frac12\left|1\left(\frac94-\frac14\right)+2\left(\frac14-1\right)+4\left(1-\frac94\right)\right|=\frac12\left|2-\frac32-5\right|=\frac94$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hyperbola lies below it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segment between them has area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$y=\frac{5-x}4$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hyperbola lies below it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$x(5-x)\ge4$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segment between them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$\int_1^4\left(\frac{5-x}4-\frac1x\right)dx=\frac{15}8-\ln4$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$=\frac94+\frac{15}8-\ln4=\frac{33}8-\ln4$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$\frac{33}8-\log_e4$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intersection abscissas; the log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intersections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line have product of abscissas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Polygon-with-one-curved-side areas: (polygon on the chord)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(segment between chord and curve).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$px+qy=r$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$\int\left(\frac{r-px}q-\frac1x\right)dx$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intersection abscissas; the log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$\ln\frac{x_2}{x_1}$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intersections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line have product of abscissas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$4x+4y=17$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$\{4,\frac14\}$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Polygon-with-one-curved-side areas: (polygon on the chord)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(segment between chord and curve).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224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locus of the mid-points of those chords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area of the region enclosed between the parabola and the chord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region lying in the first quadrant, enclosed by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224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locus of the mid-points of those chords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area of the region enclosed between the parabola and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region lying in the first quadrant, enclosed by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$\left(4,\sqrt3\right)\in 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$\left(5,\sqrt2\right)\in 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$\frac{14}3-2\sqrt3$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$\frac{14}3-\sqrt3$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Chords of a parabola and locus of mid-points, Area between parabolic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midpoints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cuts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$\frac{d^3}6$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midpoints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$h-k^2=1$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$S:\ x=y^2+1$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mid-point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$ky-\frac{x+h}2=k^2-h$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$x-2ky+2k^2-h=0$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$x=2ky-2k^2+h$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real chord the mid-point lies inside the parabola: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Interchange the roles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area: the chord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Their intersections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this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real chord the mid-point lies inside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$h-k^2&gt;0$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Interchange the roles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area: the chord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$y=2kx-2k^2+h$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Their intersections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$x^2-2kx+\left(2k^2-h\right)=0$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$|\alpha-\beta|=\sqrt{4k^2-4\left(2k^2-h\right)}=\sqrt{4h-4k^2}$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them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$=\int_\alpha^\beta\left(2kx+h-2k^2-x^2\right)dx=\frac{|\alpha-\beta|^3}6=\frac{\left(4h-4k^2\right)^{3/2}}6$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this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$\left(4h-4k^2\right)^{3/2}=8$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$4h-4k^2=4$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$h-k^2=1$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(above),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(C) is true and (D) is false. Correct options: (A),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$2+1=3\ne5$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(below)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(above),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$R=\int_1^4\left(\sqrt x-\sqrt{x-1}\right)dx=\frac23\left[x^{3/2}-(x-1)^{3/2}\right]_1^4=\frac23\left(8-3\sqrt3-1\right)=\frac{14}3-2\sqrt3$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(C) is true and (D) is false. Correct options: (A),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chord by its end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chord by its end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$(t_1^2,t_1)$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$(t_2^2,t_2)$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$=\frac{|t_1-t_2|^3}6$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$h-k^2=\frac{(t_1-t_2)^2}4$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chord with ends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between chord and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𝑐ℎ𝑜𝑟𝑑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𝑐𝑢𝑟𝑣𝑒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it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Locus: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(A) true, (B)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chord with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$\left(t_1^2,t_1\right)$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$\left(t_2^2,t_2\right)$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between chord and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$\int\left(\text{chord}-\text{curve}\right)dy=\frac{|t_1-t_2|^3}6$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it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$|t_1-t_2|^3=8$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$|t_1-t_2|=2$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$(h,k)=\left(\frac{t_1^2+t_2^2}2,\frac{t_1+t_2}2\right)$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$h-k^2=\frac{t_1^2+t_2^2}2-\frac{(t_1+t_2)^2}4=\frac{(t_1-t_2)^2}4=1$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Locus: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(A) true, (B)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 the region by horizontal strips: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clipped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Width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true, (D) false; correct options (A),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read the region by horizontal strips: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clipped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y\le\sqrt3$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$\sqrt3\le 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$=\int_0^1y^2dy+\int_1^{\sqrt3}1\,dy+\int_{\sqrt3}^2\left(4-y^2\right)dy$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$=\frac13+\left(\sqrt3-1\right)+\left[4y-\frac{y^3}3\right]_{\sqrt3}^2=\frac13+\sqrt3-1+\left(\frac{16}3-3\sqrt3\right)=\frac{14}3-2\sqrt3$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true, (D) false; correct options (A),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between the parabola and the chord joining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chord: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chord's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locus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original parabola translated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between the parabola and the chord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$(t_1^2,t_1)$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$(t_2^2,t_2)$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$\frac{|t_1-t_2|^3}6$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$\frac{|y_1-y_2|^3}{24a}$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chord: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$h-k^2=\frac{(t_1-t_2)^2}4$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chord's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locus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original parabola translated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Question stem for Questions 19 and 20: Consider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total number of points of intersection of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of the points of intersection of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Question stem for Questions 19 and 20: Consider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$x\in[0,10\pi]$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$y=e^{-x}(\sin x+\cos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$x\in[0,10\pi]$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total number of points of intersection of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$\alpha_1,\alpha_2,\dots,\alpha_n\in[0,10\pi]$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of the points of intersection of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$\alpha_1&lt;\alpha_2&lt;\dots&lt;\alpha_n$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exponential-trigonometric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cancels: intersections are the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cancels: intersections are the solutions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x+\cos 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$[0,10\pi]$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intersection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intersection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$e^{-x}=e^{-x}(\sin x+\cos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$\sqrt2\cos\left(x-\frac\pi4\right)=1$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$\cos\left(x-\frac\pi4\right)=\frac1{\sqrt2}$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$x-\frac\pi4=2k\pi+\frac\pi4\Rightarrow x=2k\pi+\frac\pi2$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$x-\frac\pi4=2k\pi-\frac\pi4\Rightarrow x=2k\pi$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(6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points; the next,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$[0,10\pi]$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$0,2\pi,4\pi,6\pi,8\pi,10\pi$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(6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$x=2k\pi+\frac\pi2$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$\frac\pi2,\frac{5\pi}2,\frac{9\pi}2,\frac{13\pi}2,\frac{17\pi}2$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points; the next,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$\frac{21\pi}2&gt;10\pi$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$\alpha_1=0,\ \alpha_2=\frac\pi2,\ \alpha_3=2\pi,\ \alpha_4=\frac{5\pi}2,\dots,\alpha_{11}=10\pi$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unit circle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cuts the circle at only two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x+\cos 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$(\cos x,\sin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unit circle lies on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$u+v=1$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cuts the circle at only two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$v=1-u$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$u^2+(1-u)^2=1\Rightarrow2u^2-2u=0$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(five full turns, both ends included):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$x\equiv0\pmod{2\pi}$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$x\equiv\frac\pi2\pmod{2\pi}$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$[0,10\pi]$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(five full turns, both ends included):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$x\equiv\frac\pi2$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unit circle meets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solutions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both endpoints included: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$y=e^{-x}h(x)$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$x\equiv0,\frac\pi2\pmod{2\pi}$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unit circle meets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$[0,2m\pi]$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both endpoints included: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$2k\pi+\frac\pi2$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406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Question stem for Questions 19 and 20: Consider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total number of points of intersection of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of the points of intersection of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enclosed between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406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Question stem for Questions 19 and 20: Consider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$x\in[0,10\pi]$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$y=e^{-x}(\sin x+\cos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$x\in[0,10\pi]$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total number of points of intersection of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$\alpha_1,\alpha_2,\dots,\alpha_n\in[0,10\pi]$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of the points of intersection of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$\alpha_1&lt;\alpha_2&lt;\dots&lt;\alpha_n$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enclosed between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$-\frac1\pi\log_e\left(\beta-2e^{-\pi/2}\right)$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curves using an antiderivative with a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an antiderivative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add the absolute changes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consecutive intersection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an antiderivative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$e^{-x}(\sin x+\cos x-1)$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add the absolute changes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consecutive intersection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Q19: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Q19: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$\alpha_3=2\pi$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$\alpha_4=\frac{5\pi}2$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$\beta=\int_0^{5\pi/2}\left|y_{C_1}-y_{C_2}\right|dx=\int_0^{5\pi/2}e^{-x}\left|1-\sin x-\cos x\right|dx$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antiderivative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only at the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antiderivative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$e^{-x}(\sin x+\cos 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$F(x)=e^{-x}(1-\cos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$F'(x)=-e^{-x}(1-\cos x)+e^{-x}\sin x=e^{-x}(\sin x+\cos 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$e^{-x}(\sin x+\cos 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only at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$(\frac\pi2,2\pi)$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$(2\pi,\frac{5\pi}2)$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$\beta=|F(\alpha_2)-F(\alpha_1)|+|F(\alpha_3)-F(\alpha_2)|+|F(\alpha_4)-F(\alpha_3)|$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$F\left(\frac\pi2\right)=e^{-\pi/2}$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$F(2\pi)=0$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$F\left(\frac{5\pi}2\right)=e^{-5\pi/2}$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$\beta=\left|e^{-\pi/2}-0\right|+\left|0-e^{-\pi/2}\right|+\left|e^{-5\pi/2}-0\right|=2e^{-\pi/2}+e^{-5\pi/2}$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$\beta-2e^{-\pi/2}=e^{-5\pi/2}$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$\log_e\left(\beta-2e^{-\pi/2}\right)=-\frac{5\pi}2$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$-\frac1\pi\log_e\left(\beta-2e^{-\pi/2}\right)=-\frac1\pi\cdot\left(-\frac{5\pi}2\right)=\frac52=2.5$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2.5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only at known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turning values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$\frac{d}{dx}\left[e^{-x}\cos x\right]=-e^{-x}(\sin x+\cos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e^{-x}(\sin x+\cos x)dx=-e^{-x}\cos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e^{ax}\sin bx\,dx=\frac{e^{ax}(a\sin bx-b\cos bx)}{a^2+b^2}$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only at known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$c_0&lt;c_1&lt;\dots$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$\int_{c_0}^{c_m}|h|=\sum|G(c_{i})-G(c_{i-1})|$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$G(x)=e^{-x}(1-\cos 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turning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$e^{-5\pi/2}$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Question stem for Questions 21 and 22: Consider the ellipses given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in the first quadrant where the given ellipses intersect.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acute angle between the tangents to the given ellipses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Question stem for Questions 21 and 22: Consider the ellipses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in the first quadrant where the given ellipses intersect.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acute angle between the tangents to the given ellipses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ellipses and the angle between them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ellipses meet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their tangent 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ellipses meet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their tangent slopes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$\tan\theta=\left|\frac{m_1-m_2}{1+m_1m_2}\right|$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equations: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quadrant,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$\left(4x^2+y^2\right)-\left(x^2+4y^2\right)=0\Rightarrow3x^2-3y^2=0\Rightarrow x^2=y^2$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first quadrant,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$P=\left(\frac1{\sqrt5},\frac1{\sqrt5}\right)$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$2x+8y\frac{dy}{dx}=0$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 x{4y}$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$8x+2y\frac{dy}{dx}=0$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$\frac{dy}{dx}=-\frac{4x}y$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$\tan\theta=\left|\frac{m_1-m_2}{1+m_1m_2}\right|=\left|\frac{-\frac14+4}{1+\left(-\frac14\right)(-4)}\right|=\frac{\frac{15}4}2=\frac{15}8$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$4\tan\theta=4\times\frac{15}8=\frac{15}2=7.5$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7.5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angle between the tangents equals the angle between the normals, i.e. between the gradient vectors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angle between the tangents equals the angle between the normals, i.e. between the gradient vectors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normals are along the gradients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two curves equals the angle between their normals: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$P=\left(\frac1{\sqrt5},\frac1{\sqrt5}\right)$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normals are along the gradients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$(2x,8y)\propto(1,4)$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$(8x,2y)\propto(4,1)$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two curves equals the angle between their normals: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$\cos\theta=\frac{(1,4)\cdot(4,1)}{17}=\frac8{17}&gt;0$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$\sin\theta=\sqrt{1-\frac{64}{289}}=\frac{15}{17}$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$\tan\theta=\frac{15}8$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$4\tan\theta=\frac{15}2=7.5$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7.5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two curves at a point equals the angle between their normals (gradients);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normal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curves are reflections of each other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 on that line, their tangent slopes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 meet on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between two curves at a point equals the angle between their normals (gradients);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normal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$\nabla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curves are reflections of each other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 on that line, their tangent slopes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$\tan\theta=\frac{\left|m-\frac1m\right|}2$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$\frac{|-\frac14+4|}2=\frac{15}8$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$x\leftrightarrow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 meet on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Question stem for Questions 21 and 22: Consider the ellipses given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common region that lies inside both the given ellipses,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Question stem for Questions 21 and 22: Consider the ellipses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the common region that lies inside both the given ellipses,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common to two ellipses (polar form of integration)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eight-fold symmetry the common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integral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eight-fold symmetry the common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$8\times\frac12\int_0^{\pi/4}r_2^2\,d\theta$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integral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$\int\frac{dt}{4+t^2}$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ellipses are symmetric in all four quadrants and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use polar coordinates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ellipse: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ellipse: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inner curve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ellipses are symmetric in all four quadrants and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use polar coordinates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$y=r\sin\theta$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$r^2\cos^2\theta+4r^2\sin^2\theta=1\Rightarrow r_1^2=\frac1{1+3\sin^2\theta}$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$4r^2\cos^2\theta+r^2\sin^2\theta=1\Rightarrow r_2^2=\frac1{4-3\sin^2\theta}$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$r_1^2=r_2^2=\frac25$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$0\le\theta&lt;\frac\pi4$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$1+3\sin^2\theta&lt;4-3\sin^2\theta$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$r_2&lt;r_1$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inner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region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congruent pieces: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region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congruent pieces: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$\alpha=8\times\frac12\int_0^{\pi/4}r_2^2\,d\theta=4\int_0^{\pi/4}\frac{d\theta}{4-3\sin^2\theta}$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$\frac{\sec^2\theta}{4\sec^2\theta-3\tan^2\theta}=\frac{\sec^2\theta}{4+\tan^2\theta}$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$\alpha=4\int_0^{\pi/4}\frac{\sec^2\theta}{4+\tan^2\theta}d\theta$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$dt=\sec^2\theta\,d\theta$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$\alpha=4\int_0^1\frac{dt}{4+t^2}=4\left[\frac12\tan^{-1}\frac t2\right]_0^1=2\tan^{-1}\frac12$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$\tan\alpha=\frac{2\tan\beta}{1-\tan^2\beta}=\frac{2\cdot\frac12}{1-\frac14}=\frac43$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$\cot\alpha=\frac34=0.75$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0.75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area of an elliptic sector in the eccentric angle: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integration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area of an elliptic sector in the eccentric angle: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$=\frac{ab}2\Delta\varphi$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integration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Parametrise the inner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(semi-axes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swept from the centre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piece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Parametrise the inner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(semi-axes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swept from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$\frac12\int(x\,dy-y\,dx)=\frac12\int\left(\frac12\cos^2\varphi+\frac12\sin^2\varphi\right)d\varphi=\frac14\Delta\varphi$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piece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$\frac12\cos\varphi_0=\sin\varphi_0$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$\tan\varphi_0=\frac12$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that piece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by the eightfold symmetry,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angle),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that piece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by the eightfold symmetry,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$\alpha=8\cdot\frac14\tan^{-1}\frac12=2\tan^{-1}\frac12$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angle),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$\cot\alpha=\frac34=0.75$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0.75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an elliptic sector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eccentric angle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polar form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region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by the inner ellipse in each of 8 symmetric sectors; its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inverse tangent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an elliptic 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$=\frac{ab}2\Delta\varphi$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eccentric angle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$y=b\sin\varphi$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polar form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$\frac12\int r^2d\theta$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$\int\frac{d\theta}{a^2\cos^2\theta+b^2\sin^2\theta}=\frac1{ab}\tan^{-1}\left(\frac ba\tan\theta\right)$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region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by the inner ellipse in each of 8 symmetric sectors; 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$2\tan^{-1}\frac12\approx0.927$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$\tan\left(2\tan^{-1}t\right)=\frac{2t}{1-t^2}$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inverse tangent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$\cot\alpha=\frac{1-t^2}{2t}$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2.68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22 questions, 87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Area Under Curve JA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2.68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