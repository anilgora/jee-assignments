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4.0</c:v>
                </c:pt>
                <c:pt idx="4">
                  <c:v>3.0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  <c:pt idx="8">
                  <c:v>3.0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For $r=\frac43$ the PDF writes $a=-9k$; it should be $a=9k$ (the listed G.P.s $(9,12,16),(18,24,32)$ are correct). Sign typo fixed; counts and answer unchanged. Count of 28 verified by brute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writes the sum of probabilities up to $190$ words ($\sum_{i=1}^{190}$); there are only $5!=120$ words. The working that follows ($2^{119}x$, $2^{120}-1$) already uses $120$; the typo is corrected. Rank $64$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Bayes expression the second term is written with $\binom{52}n$ in the denominator; the drawing is always from the $51$ remaining cards, so it is $\binom{51}n$ (the two denominators cancel, which the PDF's next line silently assumes). Fixed in the working; the result $n=2$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table for the yellow balls is headed $0,1,3,4$ (with the entries $\binom52\binom41,\binom51\binom42,\binom50\binom43$); the correct values of $Y$ for these entries are $1,2,3$ (the entries themselves, $40,30,4$, and the sum $40+60+12=112$ are right). Heading fixed;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'$a,b,c$ are different' before listing the cases. That is not part of the question and is false for its own list (it contains $(1,2,1),(1,3,1),(4,4,1)$ etc.). The condition is removed; the list of $12$ triples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derivative is typed with $(x-10)^{98}$ and later $10^{98}$; it should be $(x-10)^{48}$ and $10^{48}$ (as the next line, $a_2=50\cdot49\cdot10^{48}$, uses). Exponent typo fixed;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13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Probability and Binomial Theorem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that turns up when a fair die is rolled. If the probability that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21   (B) 18   (C) 20   (D) 19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that turns up when a fair die is rolled. If the probability that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$2x+Ny+2z=2$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$3x+3y+Nz=3$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21   (B) 18   (C) 20   (D) 19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an event, Unique solution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linear system of three equations in three unknowns has a unique solution exactly when its determinant is non-zero,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linear system of three equations in three unknowns has a unique solution exactly when its determinant is non-zero,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has a unique solution iff the coefficient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unique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has a unique solution iff the coefficient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$\Delta=\left|\begin{matrix}1&amp;1&amp;1\\2&amp;N&amp;2\\3&amp;3&amp;N\end{matrix}\right|=1(N^2-6)-1(2N-6)+1(6-3N)=N^2-5N+6=(N-2)(N-3)$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unique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favourable: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𝑢𝑛𝑖𝑞𝑢𝑒 𝑠𝑜𝑙𝑢𝑡𝑖𝑜𝑛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favourable: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$P(\text{unique solution})=\frac46=\frac k6\Rightarrow 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$=k+(1+4+5+6)$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$=4+1+4+5+6=20$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directly: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$R_3-3R_1$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$(N-2)y=0$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$(N-3)z=0$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$(2x+Ny+2z)-2(x+y+z)=0$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$R_3-3R_1$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$(3x+3y+Nz)-3(x+y+z)=0$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$(N-3)z=0$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infinitely many solutions.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has a unique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$z=0,x=1-y$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infinitely many solutions.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has a unique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$=4+1+4+5+6=20$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it has infinitely many solutions (consistent), not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if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only the diagonal entry changed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triangular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target carefully: 'the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it has infinitely many solutions (consistent), not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if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$i\,(1,1,\dots,1)$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only the diagonal entry changed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$R_i-iR_1$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triangular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$\det=\prod_{i\ge2}(d_i-i)$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$(N-2)(N-3)$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target carefully: 'the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$k+\sum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$k\cdot\sum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event. Given below are two statements: (S1):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(S2):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(S1) and (S2)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$A\subseteq\Omega$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event. Given below are two statements: (S1):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(S2):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(S1) and (S2)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Sample space and events, Impossible and sure events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not force an event to be empty or the whole space; one counterexample on a continuous sample space refutes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not force an event to be empty or the whole space; one counterexample on a continuous sample space refutes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continuous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equal to length.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continuous sample space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equal to length.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single point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(S1)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missing). So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statements are false; the answer is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the statements would hold if every outcome had positive probability (for example a finite sample space with equally likely outcomes), but nothing in the question says so.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$A=\left\{\frac12\right\}$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single point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(S1)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$B=[0,1]\setminus\left\{\frac12\right\}$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$P(B)=1-0=1$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missing). So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statements are false; the answer is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the statements would hold if every outcome had positive probability (for example a finite sample space with equally likely outcomes), but nothing in the question says so.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both (S1) and (S2) are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counterexample suffices: a two-point sample space in which one outcome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counterexample suffices: a two-point sample space in which one outcome has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satisfies all the axioms (non-negative,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(S1)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false,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$P(\{a\})=1$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$P(\{b\})=0$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satisfies all the axioms (non-negative,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(S1)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false,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both (S1) and (S2) are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does not mean 'impossible' and 'probability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does not mean 'certain':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hold, not the converses.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converses are true when every outcome has positive probability (finite, equally likely outcomes).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continuous distribution every single value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('almost sure' events),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statements are complements of each other and fail together.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does not mean 'impossible' and 'probability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does not mean 'certain':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$A=\phi\Rightarrow 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$A=\Omega\Rightarrow P(A)=1$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hold, not the converses.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converses are true when every outcome has positive probability (finite, equally likely outcomes).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continuous distribution every single value has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('almost sure' events),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$P(A)=1\iff P(\overline 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statements are complements of each other and fail together.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maximum value of the product of two positive integers when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sample space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event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 𝑚𝑢𝑙𝑡𝑖𝑝𝑙𝑒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maximum value of the product of two positive integers when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sample space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Z:x(66-x)\ge\frac59M\right\}$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event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 S:x\text{ is a multiple of }3\}$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$\frac{15}{44}$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probability, AM-GM inequality and quadratic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fixed sum the product is largest at equal parts,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fixed sum the product is largest at equal parts,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$x(66-x)\ge605$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$(x-11)(x-55)\le0$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two positive integers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AM-GM,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two positive integers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$\frac{x+y}2\ge(xy)^{1/2}$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$xy\le33^2$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$M=33^2=1089$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$\frac59M=\frac59\cdot1089=605=55\times11$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$S=\{x\in\mathbb Z: x(66-x)\ge605\}$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$x(66-x)-605=-(x^2-66x+605)=-(x-11)(x-55)$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$(x-11)(x-55)\le0$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$11\le x\le55$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$S=\{11,12,13,\dots,55\}$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$A=\{12,15,18,\dots,54\}$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$n(A)=\frac{54-12}3+1=15$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$P(A)=\frac{n(A)}{n(S)}=\frac{15}{45}=\frac13$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at the symmetric point: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at the symmetric point: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$x=33+t$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$x(66-x)=1089-t^2$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$x=33+t$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$66-x=33-t$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$x(66-x)=1089-t^2$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$\frac59M=605$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$1089-t^2\ge605\iff t^2\le484\iff|t|\le22$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$t\in\{-22,\dots,22\}$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$x\in[11,55]$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$t=-21,-18,\dots,21$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$P(A)=\frac{15}{45}=\frac13$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integers with even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range symmetric about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too, which makes counting quick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range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$x(s-x)=\frac{s^2}4-\left(x-\frac s2\right)^2$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$x(s-x)\ge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$\left|x-\frac s2\right|\le\sqrt{\frac{s^2}4-c}$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integers with even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range symmetric about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too, which makes counting quick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range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answers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numbers are selected randomly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the selected numbers are in an increasing G.P.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numbers are selected randomly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$\{1,2,3,\dots,40\}$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the selected numbers are in an increasing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probability,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increasing integer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(lowest terms) the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largest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increasing integer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 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(lowest terms) the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$(kq^2,kpq,kp^2)$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largest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$kp^2\le40$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selection is a G.P.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selections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selection is a G.P.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a&lt;ar&lt;ar^2\le40$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selections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$=\binom{40}3=9880$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Integer ratios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Non-integer ratios are also possible.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$25a\le40$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$36a\le40$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$49a&gt;40$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Integer ratios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$10+4+2+1+1=18$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Non-integer ratios are also possible.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$ar^2=\frac{9a}4$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$(4,6,9),(8,12,18),(12,18,27),(16,24,36)$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$25k\le40$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$(4,10,25)$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$16k\le40$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$(9,12,16),(18,24,32)$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Non-integer ratios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2470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$(9,15,25)$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$(16,20,25)$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$(25,30,36)$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Non-integer ratios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$4+1+2+1+1+1=10$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$=18+10=28$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$P=\frac{28}{9880}=\frac7{2470}$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$m+n=7+2470=2477$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2477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every integer G.P.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by the largest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every integer G.P.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$(kq^2,kpq,kp^2)$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$\gcd(p,q)=1$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$p&gt;q$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by the largest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$kp^2\le40$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lowest terms,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G.P.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increasing G.P.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exactly one triple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count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lowest terms,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$q^2\mid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$(kq^2,\,kpq,\,kp^2)$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increasing G.P.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$\{1,\dots,40\}$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exactly one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$p&gt;q\ge1$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$\gcd(p,q)=1$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$kp^2\le40$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$\left\lfloor\frac{40}{p^2}\right\rfloor$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$\sum_p\varphi(p)\left\lfloor\frac{40}{p^2}\right\rfloor$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2470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$p^2&gt;40$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$=10+8+4+4+2=28$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$P=\frac{28}{9880}=\frac7{2470}$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$m+n=2477$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2477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integers in G.P.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(lowest terms) are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 squared equals the product of the outer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increasing integer G.P.s with all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stop at integer ratios: rational ratios such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 classic omission in such counting.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integers in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(lowest terms)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$(kq^2,kpq,kp^2)$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 squared equals the product of the outer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increasing integer G.P.s with all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$\sum_{p\ge2}\varphi(p)\left\lfloor\frac N{p^2}\right\rfloor$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stop at integer ratios: rational ratios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$\frac32,\frac43$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 classic omission in such counting.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five letter words are made using all the letters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arranged as in an English dictionary with serial numbers. Let the word at serial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denoted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choosing the word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five letter words are made using all the letters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arranged as in an English dictionary with serial numbers. Let the word at serial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denoted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choosing the word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$P(W_n)=2P(W_{n-1})$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$P(CDBEA)=\frac{2^\alpha}{2^\beta-1}$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Permutations: rank of a word, Probability distribution with G.P. weights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probabilities form a G.P. in the serial number,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total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words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probabilities form a G.P. in the serial number,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$P(W_n)=2^{n-1}P(W_1)$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total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words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$P(W_1)$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words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$W_1,\dots,W_{120}$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$P(W_1)=x$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$P(W_n)=2^{n-1}x$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$\sum_{n=1}^{120}P(W_n)=1$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$x+2x+2^2x+\dots+2^{119}x=1$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$x\cdot\frac{2^{120}-1}{2-1}=1$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$x=\frac1{2^{120}-1}$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$CDBEA$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words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word,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$CDBAE$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$CDBEA$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$24+24+6+6+2+1=63$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$CDBEA$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word,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$CDBEA=W_{64}$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$P(W_{64})=2P(W_{63})=\dots=2^{63}P(W_1)=\frac{2^{63}}{2^{120}-1}$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$\frac{2^\alpha}{2^\beta-1}$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$\alpha=63,\ \beta=120$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rank with the factorial number system (count smaller unused letters at each position),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rank with the factorial number system (count smaller unused letters at each position),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$P(W_n)=\frac{2^{n-1}}{2^{120}-1}$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𝑛𝑢𝑚𝑏𝑒𝑟 𝑜𝑓 𝑢𝑛𝑢𝑠𝑒𝑑 𝑙𝑒𝑡𝑡𝑒𝑟𝑠 𝑠𝑚𝑎𝑙𝑙𝑒𝑟 𝑡ℎ𝑎𝑛 𝑡ℎ𝑒 𝑙𝑒𝑡𝑡𝑒𝑟 𝑖𝑛 𝑡ℎ𝑎𝑡 𝑝𝑙𝑎𝑐𝑒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𝑙𝑒𝑡𝑡𝑒𝑟𝑠 𝑠𝑡𝑖𝑙𝑙 𝑡𝑜 𝑝𝑙𝑎𝑐𝑒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unused smaller letters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$-1=\sum(\text{number of unused letters smaller than the letter in that place})\times(\text{letters still to place})!$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unused smaller letters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$2\times4!=48$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$\{A,B,D,E\}$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$2\times3!=12$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$\{A,B,E\}$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$1\times2!=2$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$\{A,E\}$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$1\times1!=1$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binary number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$-1=48+12+2+1=63$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$1,2,4,\dots,2^{119}$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binary number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$P(W_n)=\frac{2^{n-1}}{2^{120}-1}$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$P(W_{64})=\frac{2^{63}}{2^{120}-1}$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$\alpha+\beta=63+120=183$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of a permutation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unused letters smaller than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letter.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word is as likely as all earlier words together plus one unit.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of a permutation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$=1+\sum_i c_i\,(n-i)!$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unused letters smaller than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letter.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$P_n=2P_{n-1}$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$P_n=\frac{2^{n-1}}{2^N-1}$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$P_n=\frac{r^{n-1}(r-1)}{r^N-1}$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$2^{n-1}=1+\sum_{j&lt;n}2^{j-1}$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word is as likely as all earlier words together plus one unit.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card from a pack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is lost. From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are drawn and are found to be spades. If the probability of the lost card to be a spade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card from a pack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is lost. From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are drawn and are found to be spades. If the probability of the lost card to be a spade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Bayes'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Bayes' theorem: both likelihoods are over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posterior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Bayes' theorem: both likelihoods are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$\binom{51}n$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posterior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$\frac{\binom{12}n}{\binom{12}n+3\binom{13}n}$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'lost card is a spade';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drawn from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spades'.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lost card is a spade,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spades remain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it is not a spade,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spades remain: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'lost card is a spade';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$P(L)=\frac{13}{52}$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$P(\overline L)=\frac{39}{52}$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drawn from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spades'.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lost card is a spade,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spades remain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$P(E|L)=\frac{\binom{12}n}{\binom{51}n}$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it is not a spade,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spades remain: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$P(E|\overline L)=\frac{\binom{13}n}{\binom{51}n}$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$P(L|E)=\dfrac{\frac{13}{52}\cdot\frac{\binom{12}n}{\binom{51}n}}{\frac{13}{52}\cdot\frac{\binom{12}n}{\binom{51}n}+\frac{39}{52}\cdot\frac{\binom{13}n}{\binom{51}n}}=\dfrac{\binom{12}n}{\binom{12}n+3\binom{13}n}=\frac{11}{50}$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$50\binom{12}n=11\binom{12}n+33\binom{13}n$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$13\binom{12}n=11\binom{13}n$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$\binom{13}n=\frac{13}{13-n}\binom{12}n$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$13=\frac{11\cdot13}{13-n}$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$\frac{66}{66+3\cdot78}=\frac{66}{300}=\frac{11}{50}$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lost card is equally likely to be any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cards that were not seen,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spades.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lost card is equally likely to be any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$52-n$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cards that were not seen, of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$13-n$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spades.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drawn cards are all spades, the lost card is, by symmetry, equally likely to be any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not seen.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those are spades,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𝑙𝑜𝑠𝑡 𝑖𝑠 𝑎 𝑠𝑝𝑎𝑑𝑒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drawn cards are all spades, the lost card is, by symmetry, equally likely to be any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cards not seen.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those are spades,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$P(\text{lost is a spade})=\frac{13-n}{52-n}$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$\frac{13-n}{52-n}=\frac{11}{50}$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$650-50n=572-11n$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$78=39n$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'Lost card' problems: the lost card is exchangeable with the unseen cards,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𝑙𝑜𝑠𝑡 ℎ𝑎𝑠 𝑝𝑟𝑜𝑝𝑒𝑟𝑡𝑦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𝑑𝑎𝑡𝑎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𝑢𝑛𝑠𝑒𝑒𝑛 𝑐𝑎𝑟𝑑𝑠 𝑤𝑖𝑡ℎ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𝑎𝑙𝑙 𝑢𝑛𝑠𝑒𝑒𝑛 𝑐𝑎𝑟𝑑𝑠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 in odds form: posterior odds = prior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 ratio. Here prior odds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likelihood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all likelihoods share the same denominator (here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it cancels before you compute anything.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'Lost card' problems: the lost card is exchangeable with the unseen cards,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$P(\text{lost has property }F\mid\text{data})=\frac{\text{unseen cards with }F}{\text{all unseen cards}}$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 in odds form: posterior odds = prior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 ratio. Here prior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likelihood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$\frac{\binom{12}n}{\binom{13}n}=\frac{13-n}{13}$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all likelihoods share the same denominator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it cancels before you compute anything.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tournament, a team plays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with probabilities of winning and losing each match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matches that the team wins,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matches that team loses. If the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tournament, a team plays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with probabilities of winning and losing each match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matches that the team wins,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matches that team loses. If the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$P(|x-y|\le2)$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$x-y=2x-10$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$|x-y|\le2$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$x\in\{4,5,6\}$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x,y\le10$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$x-y=2x-10$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$(x,y)=(4,6),(5,5),(6,4)$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$P=\binom{10}4\left(\frac13\right)^4\left(\frac23\right)^6+\binom{10}5\left(\frac13\right)^5\left(\frac23\right)^5+\binom{10}6\left(\frac13\right)^6\left(\frac23\right)^4$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24864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24864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$P=\frac{2^5}{3^{10}}\left(\frac{10!}{4!\,6!}\cdot2+\frac{10!}{5!\,5!}+\frac{10!}{6!\,4!}\cdot\frac12\right)=\frac{2^5}{3^{10}}(420+252+105)$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$P=\frac{32\times777}{3^{10}}=\frac{24864}{3^{10}}$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$3^9p=\frac{24864}3=8288$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8288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random walk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the same parity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terms are linked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neighbouring terms quickly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denominators: write everything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pull out the common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adding.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$y=n-x$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$|x-y|=|2x-n|$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random walk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the same parity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terms are linked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$\frac{P(x+1)}{P(x)}=\frac{n-x}{x+1}\cdot\frac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neighbouring terms quickly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$P(5,5)/P(4,6)=\frac35$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denominators: write everything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pull out the common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adding.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lot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items, which include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defective items, a sample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is drawn at random. Let the random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defective items in the sample. If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lot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items, which include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defective items, a sample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is drawn at random. Let the random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defective items in the sample. If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a probability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hypergeometric: tabulate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hypergeometric: tabulate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$P(X=k)=\binom3k\binom7{5-k}\big/\binom{10}5$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$\sigma^2=E(X^2)-[E(X)]^2$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$\binom{10}5=252$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$P(X=0)=\frac{\binom75}{252}=\frac{21}{252}=\frac1{12}$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$P(X=1)=\frac{3\binom74}{252}=\frac{105}{252}=\frac5{12}$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$P(X=2)=\frac{\binom32\binom73}{252}=\frac{105}{252}=\frac5{12}$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$P(X=3)=\frac{\binom33\binom72}{252}=\frac{21}{252}=\frac1{12}$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p_ix_i=0+\frac5{12}+\frac{10}{12}+\frac3{12}=\frac{18}{12}$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p_ix_i^2=0+\frac5{12}+\frac{20}{12}+\frac9{12}=\frac{34}{12}$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$\sigma^2=\sum p_ix_i^2-\left(\sum p_ix_i\right)^2=\frac{34}{12}-\left(\frac{18}{12}\right)^2=\frac{34}{12}-\frac{27}{12}=\frac7{12}$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$96\sigma^2=96\times\frac7{12}=56$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hypergeometric variance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hypergeometric variance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$n\frac KN\left(1-\frac KN\right)\frac{N-n}{N-1}$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defective, sample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defective, sample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$\sigma^2=n\cdot\frac KN\left(1-\frac KN\right)\cdot\frac{N-n}{N-1}=5\cdot\frac3{10}\cdot\frac7{10}\cdot\frac59$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$\sigma^2=\frac{5\cdot3\cdot7\cdot5}{10\cdot10\cdot9}=\frac{525}{900}=\frac7{12}$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$96\sigma^2=96\times\frac7{12}=56$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Hypergeometric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one kind, sample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replacement):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last factor is the finite-population correction).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table.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probabilities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catches arithmetic slips before the mean and variance are built on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Hypergeometric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one kind, sample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replacement):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$E(X)=\frac{nK}N$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$\mathrm{Var}(X)=n\frac KN\left(1-\frac KN\right)\frac{N-n}{N-1}$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last factor is the finite-population correction).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this question: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$E(X)=5\cdot\frac3{10}=\frac32=\frac{18}{12}$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table.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probabilities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$\frac1{12}+\frac5{12}+\frac5{12}+\frac1{12}=1$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catches arithmetic slips before the mean and variance are built on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the standard deviation of the probability distribution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the standard deviation of the probability distribution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$X=\alpha,1,0,-3$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$P(X)=\frac13,K,\frac16,\frac14$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$\sigma-\mu=2$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standard deviation of a probability distribution,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squares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duplicates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rejected.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$\sigma=\mu+2$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squares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$\sigma^2=(\mu+2)^2$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duplicates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rejected.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$\frac13+K+\frac16+\frac14=1\Rightarrow K=\frac14$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$\mu=\frac13\alpha+K\cdot1+0-\frac34=\frac13\alpha-\frac12$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$\sigma^2=\sum X_i^2P_i-\mu^2=\left(\frac13\alpha^2+K+0+\frac94\right)-\mu^2=\frac13\alpha^2+\frac52-\mu^2$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$\sigma-\mu=2\Rightarrow\sigma^2=(\mu+2)^2$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$\frac13\alpha^2+\frac52=\mu^2+(\mu+2)^2=\left(\frac13\alpha-\frac12\right)^2+\left(\frac13\alpha+\frac32\right)^2$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right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a value of the distribution (the values must be distinct).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$\frac29\alpha^2+\frac23\alpha+\frac52$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$\frac19\alpha^2=\frac23\alpha$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$\alpha(\alpha-6)=0$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a value of the distribution (the values must be distinct).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$\sigma=\mu+2=\frac72$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$\sigma^2=12+\frac52-\frac94=\frac{49}4$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$\sigma+\mu=\frac72+\frac32=5$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condition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squared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the end).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Unknown values or probabilities: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everything else is in the unknown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Reject roots that make two entries of the table coincide;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merge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would also give a different answer,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$\sigma=\sqrt{E(X^2)-\mu^2}$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condition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$\sigma-\mu=c$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squared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$\sigma^2=(\mu+c)^2$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the end).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Unknown values or probabilities: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everything else is in the unknown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Reject roots that make two entries of the table coincide;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merge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would also give a different answer,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lot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defectives, a sample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is drawn at random. Let the random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defective items in the sample. Let items in the sample be drawn one by one without replacement. If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lot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defectives, a sample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is drawn at random. Let the random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defective items in the sample. Let items in the sample be drawn one by one without replacement. If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a probability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hypergeometric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hypergeometric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$P(X=k)=\binom3k\binom9{5-k}\big/\binom{12}5$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$\binom{12}5=792$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$P(X=k)=\frac{\binom3k\binom9{5-k}}{\binom{12}5}$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$P(0)=\frac{\binom95}{792}=\frac{126}{792}$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$P(1)=\frac{\binom31\binom94}{792}=\frac{378}{792}$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$P(2)=\frac{\binom32\binom93}{792}=\frac{252}{792}$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$P(3)=\frac{\binom33\binom92}{792}=\frac{36}{792}$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 p_ix_i}{\sum p_i}=\frac{378+2\cdot252+3\cdot36}{792}=\frac{990}{792}=\frac54$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$E(X^2)=\frac{378+4\cdot252+9\cdot36}{792}=\frac{1710}{792}=\frac{95}{44}$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$\sigma^2=\frac{95}{44}-\left(\frac54\right)^2=\frac{380-275}{176}=\frac{105}{176}$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$\gcd(105,176)=1$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$176=2^4\cdot11$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$m=105,\ n=176$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$n-m=71$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hypergeometric variance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hypergeometric variance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$n\frac KN\left(1-\frac KN\right)\frac{N-n}{N-1}$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KN=\frac14$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 KN=\frac34$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$\sigma^2=5\cdot\frac14\cdot\frac34\cdot\frac{12-5}{12-1}=\frac{15}{16}\cdot\frac7{11}=\frac{105}{176}$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$\gcd(105,176)=1$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$n-m=176-105=71$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Hypergeometric variance: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smaller than the binomial variance by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Indicator view: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correction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gcd only at the end: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nothing.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Hypergeometric 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$\mathrm{Var}=n\frac KN\left(1-\frac KN\right)\frac{N-n}{N-1}$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smaller than the binomial variance by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$\frac{N-n}{N-1}$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Indicator view: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$X=\sum I_j$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$\mathrm{Cov}(I_j,I_k)=-\frac{pq}{N-1}$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$j\ne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correction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gcd only at the end: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$105=3\cdot5\cdot7$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$176=2^4\cdot11$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nothing.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balls are drawn at random from a bag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yellow balls. Let the random variables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number of blue and yellow balls. If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means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balls are drawn at random from a bag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yellow balls. Let the random variables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number of blue and yellow balls.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means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$7\bar X+4\bar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of a probability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hypergeometric table gives both means.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hypergeometric table gives both means.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to draw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(blue):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$\binom93=84$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to draw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(blue):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$P(X=k)=\frac{\binom5k\binom4{3-k}}{84}$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$P(X=0)=\frac4{84}$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$P(X=1)=\frac{\binom51\binom42}{84}=\frac{30}{84}$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$P(X=2)=\frac{\binom52\binom41}{84}=\frac{40}{84}$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$P(X=3)=\frac{\binom53}{84}=\frac{10}{84}$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X=\frac{30+2\cdot40+3\cdot10}{84}=\frac{140}{84}=\frac53$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$7\bar X=\frac{35}3$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(yellow):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(yellow):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$P(Y=1)=\frac{\binom52\binom41}{84}=\frac{40}{84}$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$P(Y=2)=\frac{\binom51\binom42}{84}=\frac{30}{84}$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$P(Y=3)=\frac{\binom43}{84}=\frac4{84}$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Y=\frac{40+2\cdot30+3\cdot4}{84}=\frac{112}{84}=\frac43$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$4\bar Y=\frac{16}3$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$7\bar X+4\bar Y=\frac{35}3+\frac{16}3=\frac{51}3=17$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Linearity of expectation: each drawn ball is blue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table.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Linearity of expectation: each drawn ball is blue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$E(X)=3\cdot\frac59$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table.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ball drawn is blue.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each ball drawn is blue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(draws without replacement are exchangeable),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$X=I_1+I_2+I_3$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ball drawn is blue.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each ball drawn is blue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(draws without replacement are exchangeable),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X=3\cdot\frac59=\frac53$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each ball is yellow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each ball is yellow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Y=3\cdot\frac49=\frac43$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Y=3-\bar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$7\bar X+4\bar Y=\frac{35}3+\frac{16}3=17$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draws without replacement,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𝑛𝑢𝑚𝑏𝑒𝑟 𝑜𝑓 𝑖𝑡𝑒𝑚𝑠 𝑜𝑓 𝑎 𝑡𝑦𝑝𝑒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linearity of expectation; independence is not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quick check on both means.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build the full table when only the mean is asked.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draws without replacement,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$E(\text{number of items of a type})=n\cdot\frac{K}{N}$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linearity of expectation; independence is not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X+\bar 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$\frac53+\frac43=3$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quick check on both means.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build the full table when only the mean is asked.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outcome of three independent rolls of a fair tetrahedral die, whose four faces are marked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real roots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outcome of three independent rolls of a fair tetrahedral die, whose four faces are marked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real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an event, Discriminant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roots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work, and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roots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$b^2\ge4ac$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the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work, and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$ac\le\frac{b^2}4$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ordered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different: repeats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allowed.)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$4^3=64$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ordered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different: repeats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allowed.)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$1\ge4ac$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$ac\le\frac94$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$(1,1),(1,2),(2,1)$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lists them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$(1,1),(1,2),(1,3),(1,4),(2,1),(2,2),(3,1),(4,1)$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$=0+1+3+8=12$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lists them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$(1,2,1),(1,3,1),(1,3,2),(2,3,1),\dots,(1,4,4)$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$P=\frac{12}{64}=\frac3{16}$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$m+n=3+16=19$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from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side: for each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side: for each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 the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$b^2\ge4ac$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$b^2\ge4s$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$4s\ge20&gt;16$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$(1,4),(2,2),(4,1)$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triples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$=1\cdot3+2\cdot2+2\cdot1+3\cdot1=12$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$P=\frac{12}{64}=\frac3{16}$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roots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roots count as real); repeated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allowed unless the question says 'distinct'.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coefficients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matters: the list is short.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matters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outcomes.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$b^2\ge4ac$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roots count as real); repeated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allowed unless the question says 'distinct'.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coefficients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$b^2\le 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$ac\le\frac{k^2}4$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matters: the list is short.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matters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outcomes.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die is tossed repeatedly until a six is obtained.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tosses required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die is tossed repeatedly until a six is obtained.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tosses required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$a=P(X=3)$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$b=P(X\ge3)$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$c=P(X\ge6\,|\,X&gt;3)$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$\frac{b+c}a$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probability, Infinite G.P.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tosses are not sixes),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$P(X\ge k)=\left(\frac56\right)^{k-1}$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tosses are not sixes),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$\{X\ge6\}\subset\{X&gt;3\}$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𝑠𝑖𝑥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$P(\text{six})=\frac16$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$a=P(X=3)=\frac56\cdot\frac56\cdot\frac16=\frac{25}{216}$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$b=P(X\ge3)=\left(\frac56\right)^2\frac16+\left(\frac56\right)^3\frac16+\dots=\frac{25/216}{1-\frac56}=\frac{25}{36}$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$c=\frac{P(X\ge6\cap X&gt;3)}{P(X&gt;3)}=\frac{P(X\ge6)}{P(X&gt;3)}$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$P(X\ge6)=\left(\frac56\right)^5\frac16\cdot\frac1{1-\frac56}=\left(\frac56\right)^5$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$P(X&gt;3)=\left(\frac56\right)^3\frac16\cdot\frac1{1-\frac56}=\left(\frac56\right)^3$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$c=\left(\frac56\right)^2=\frac{25}{36}$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$\frac{b+c}a=\frac{\frac{50}{36}}{\frac{25}{216}}=\frac{50}{36}\cdot\frac{216}{25}=12$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Memoryless property: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later tosses are a fresh start,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Memoryless property: given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later tosses are a fresh start,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$b/a=1/p$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geometric distribution is memoryless: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distribution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geometric distribution is memoryless: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distribution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$X\ge6\iff X'\ge3$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$c=P(X'\ge3)=P(X\ge3)=b$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ba=\frac{(5/6)^2}{(5/6)^2\cdot\frac16}=6$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$\frac{b+c}a=\frac{2b}a=12$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success probability,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Memoryless property: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conditional tail questions reduce to unconditional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tail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single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success probability,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$P(X=k)=q^{k-1}p$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k)=q^{k-1}$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$P(X&gt;k)=q^k$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$E(X)=\frac1p$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Memoryless property: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$P(X&gt;m+n\mid X&gt;m)=P(X&gt;n)$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conditional tail questions reduce to unconditional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$\frac{P(X\ge k)}{P(X=k)}=\frac1p$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tail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single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probability of getting head for a biased coin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tossed repeatedly until a head appears.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tosses required. If the probability that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probability of getting head for a biased coin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tossed repeatedly until a head appears.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tosses required. If the probability that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$64x^2+5Nx+1=0$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distribution, Discriminant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real roots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restricts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real roots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$25N^2&lt;256$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restricts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$64x^2+5Nx+1=0$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$D=25N^2-256&lt;0\Rightarrow-\frac{16}5&lt;N&lt;\frac{16}5$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$\frac{16}5=3.2$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$P(N=1)=\frac14$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$P(N=2)=\frac34\cdot\frac14$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$P(N=3)=\left(\frac34\right)^2\frac14$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$P=\frac14+\frac3{16}+\frac9{64}=\frac{16+12+9}{64}=\frac{37}{64}$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complement and the geometric tail: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complement and the geometric tail: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$P(N\ge4)=\left(\frac34\right)^3$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event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complement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first three tosses are all tails: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event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$\{N\le3\}$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complement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$\{N\ge4\}$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first three tosses are all tails: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$P(N\ge4)=\left(\frac34\right)^3=\frac{27}{64}$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$P(N\le3)=1-\frac{27}{64}=\frac{37}{64}$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$q-p=64-37=27$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tail: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number of tosses until the first head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probability of tail).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real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(strict); with real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coprimality of the final fraction before computing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and does not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tail: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$P(N\ge k)=q^{k-1}$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$P(N\le k)=1-q^k$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number of tosses until the first head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probability of tail).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real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(strict); with real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coprimality of the final fraction before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and does not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faces die is rolled repeatedly until a number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If the mean of the number of tosses required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faces die is rolled repeatedly until a number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If the mean of the number of tosses required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of a geometric distribution, Infinite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toss succeeds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number of tosses is geometric with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toss succeeds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$\frac{n-1}n$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number of tosses is geometric with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n{n-1}$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number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toss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gives a smaller number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number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toss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gives a smaller number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$=\sum_{r=1}^{\infty}r\left(\frac{n-1}n\right)\left(\frac1n\right)^{r-1}=\frac{n-1}n\sum_{r=1}^{\infty}r\left(\frac1n\right)^{r-1}$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$=\frac{n-1}n\left[1+2x+3x^2+4x^3+\dots\right]$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$1+2x+3x^2+\dots=\frac1{(1-x)^2}=\frac{n^2}{(n-1)^2}$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$=\frac{n-1}n\cdot\frac{n^2}{(n-1)^2}=\frac n{n-1}$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n9$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n{n-1}=\frac n9\Rightarrow n-1=9\Rightarrow 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First-step analysis: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toss fails and the process restarts), with no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First-step analysis: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$E=1+\frac1nE$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toss fails and the process restarts), with no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expected number of tosses. One toss is always made.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process stops;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toss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starts afresh, needing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tosses on average.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expected number of tosses. One toss is always made.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process stops;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toss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starts afresh, needing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tosses on average.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$E=1+\frac1n\,E\Rightarrow E\left(1-\frac1n\right)=1\Rightarrow E=\frac n{n-1}$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n{n-1}=\frac n9\Rightarrow 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repeated trial with success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'a number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-faced die,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variance of the geometric distribution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First-step (restart)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mean in one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repeated trial with success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'a number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-faced die,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$p=\frac{n-1}n$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$\sum_{r\ge1}rx^{r-1}=\frac1{(1-x)^2}$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variance of the geometric distribution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$\frac{1-p}{p^2}$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First-step (restart)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$E=1+qE$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mean in one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400   (B) 100   (C) 200   (D) 50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$\sum_{i=1}^{20}\left(\frac{{}^{20}C_{i-1}}{{}^{20}C_i+{}^{20}C_{i-1}}\right)^3=\frac k{21}$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400   (B) 100   (C) 200   (D) 50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 and Pascal's rule, Sum of cubes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turns the denominator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fraction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a sum of cubes.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turns the denominator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${}^{21}C_i$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fraction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i{21}$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a sum of cubes.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Pascal's rule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becomes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Pascal's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${}^{20}C_i+{}^{20}C_{i-1}={}^{21}C_i$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${}^{21}C_i=\frac{21}i\,{}^{20}C_{i-1}$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$\frac{{}^{20}C_{i-1}}{{}^{21}C_i}=\frac i{21}$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$\sum_{i=1}^{20}\left(\frac i{21}\right)^3=\frac1{21^3}\sum_{i=1}^{20}i^3$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$\sum_{i=1}^{20}i^3=\left(\frac{20\cdot21}2\right)^2=210^2$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$=\frac1{21^3}\cdot\left(\frac{20\cdot21}2\right)^2=\frac{210^2}{21^3}=\frac{100}{21}$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Counting argument: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probability that a fixed element lies in a random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elements, namely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Counting argument: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${}^{20}C_{i-1}/{}^{21}C_i$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probability that a fixed element lies in a random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-subset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elements, namely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i{21}$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containing a fixed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the proportion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that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${}^{20}C_i+{}^{20}C_{i-1}={}^{21}C_i$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containing a fixed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${}^{20}C_{i-1}$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the proportion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that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every element lies in the same fraction of subsets, and the average subset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every element lies in the same fraction of subsets, and the average subset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i{21}$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$=\frac1{21^3}\sum_{i=1}^{20}i^3=\frac{210^2}{21^3}=\frac{100}{21}$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${}^nC_{r-1}/{}^{n+1}C_r=\frac r{n+1}$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$\frac{{}^2C_1}{{}^3C_2}=\frac23$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$\frac{{}^nC_{r-1}}{{}^nC_r}=\frac r{n-r+1}$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$\frac{{}^nC_{r-1}}{{}^nC_r+{}^nC_{r-1}}=\frac r{n+1}$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$\sum_{i=1}^ni^3=\left(\frac{n(n+1)}2\right)^2=\left(\sum i\right)^2$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12.75   (B) 12.25   (C) 12.50   (D) 12.00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$(x+10)^{50}+(x-10)^{50}=a_0+a_1x+a_2x^2+\dots+a_{50}x^{50}$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12.75   (B) 12.25   (C) 12.50   (D) 12.00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coefficients in an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$a_0=f(0)$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$a_2=\frac{f''(0)}2$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$f(x)=(x+10)^{50}+(x-10)^{50}$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$a_0=10^{50}+(-10)^{50}=2\cdot10^{50}$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$50(x+10)^{49}+50(x-10)^{49}=a_1+2a_2x+\dots$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$50\cdot49(x+10)^{48}+50\cdot49(x-10)^{48}=2a_2+6a_3x+\dots$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$50\cdot49\cdot10^{48}+50\cdot49\cdot10^{48}=2a_2$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$a_2=50\cdot49\cdot10^{48}$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$\frac{a_2}{a_0}=\frac{50\cdot49\cdot10^{48}}{2\cdot10^{50}}=\frac{50\cdot49}{200}=\frac{49}4=12.25$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12.25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coefficients from the binomial theorem: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 twice, odd powers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coefficients from the binomial theorem: even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 twice, odd powers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$(x+10)^{50}$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$\binom{50}2\,10^{48}$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$(x-10)^{50}$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$\binom{50}2(-10)^{48}=\binom{50}2\,10^{48}$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$a_2=2\binom{50}2\,10^{48}$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$a_0=2\cdot10^{50}$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$\frac{a_2}{a_0}=\frac{\binom{50}2}{10^2}=\frac{1225}{100}=12.25$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12.25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even powers survive: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method in general: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$f(x)=(x+c)^n+(x-c)^n$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even powers survive: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$a_k=2\binom nk c^{n-k}$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$\frac{a_k}{a_0}=\frac{\binom nk}{c^k}$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$\frac{\binom{50}2}{100}=12.25$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method in 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$a_k=\frac{f^{(k)}(0)}{k!}$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non-empty subsets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$S=\{1,2,3,\dots,100\}$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non-empty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$2^{50}(2^{50}-1)$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$2^{50}+1$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Combinations: counting subsets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product is odd only when every element is odd, so subtract these subsets from all non-empty subsets.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non-empty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odd iff all elements are odd.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subsets with an odd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Subsets with an even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(all-odd)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non-empty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odd iff all elements are odd.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subsets with an odd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Subsets with an even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(all-odd)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$=2^{100}-1-(2^{50}-1)=2^{100}-2^{50}$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$2^{100}-2^{50}=2^{50}(2^{50}-1)$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$2^{50}(2^{50}-1)$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directly: an even product needs at least one even element, with the odd elements unrestricted.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even iff the subset contains at least one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a non-empty set of evens: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Independently choose any subset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(Non-emptiness is automatic.)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even iff the subset contains at least one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a non-empty set of evens: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Independently choose any subset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$=2^{50}(2^{50}-1)$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(Non-emptiness is automatic.)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$2^{50}(2^{50}-1)$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one even element; product 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elements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elements, subsets with product even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non-empty subsets with product odd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versus direct count: both give the same result,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good self-check.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one even element; product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elements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elements, subsets with product even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$2^o(2^e-1)$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non-empty subsets with product odd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versus direct count: both give the same result,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$2^{100}-2^{50}=2^{50}(2^{50}-1)$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good self-check.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   (B) 14   (C) 12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$\left(\frac{1-t^6}{1-t}\right)^3$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   (B) 14   (C) 12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Coefficient in an expansion (negative index, stars and bars)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only its constant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$(1-t^6)^3$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only its constant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$(1-t)^{-3}$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term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that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$(1-t^6)^3(1-t)^{-3}$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$(1-t^6)^3=1-3t^6+3t^{12}-t^{18}$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term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$\ge6&gt;4$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$\binom{r+2}2$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$\binom{3+4-1}4=\binom64=\binom62=15$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coefficient counts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each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$\frac{1-t^6}{1-t}=1+t+t^2+\dots+t^5$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coefficient counts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each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non-negative integer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$\frac{1-t^6}{1-t}=1+t+t^2+t^3+t^4+t^5$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$(1+t+\dots+t^5)^3$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non-negative 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matters: all solutions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stars and bars the number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matters: all solutions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stars and bars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$\binom{4+2}2=15$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non-negative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ignored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inclusion-exclusion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$\frac{1-t^m}{1-t}=1+t+\dots+t^{m-1}$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$\left(\frac{1-t^m}{1-t}\right)^r$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$(1-t)^{-r}$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$\binom{k+r-1}{r-1}$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non-negative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$x_1+\dots+x_r=k$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$(1-t^m)^r$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ignored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inclusion-exclusion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$-r\binom{\cdot}{\cdot}$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some three consecutive coefficients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average of these three coefficients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625   (B) 964   (C) 232   (D) 227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some three consecutive coefficients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$2:15:70$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average of these three coefficients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625   (B) 964   (C) 232   (D) 227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consecutive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consecutive coefficients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two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consecutive 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$\frac{{}^nC_{r-1}}{{}^nC_r}=\frac r{n-r+1}$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$\frac{{}^nC_r}{{}^nC_{r+1}}=\frac{r+1}{n-r}$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two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$n,r$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coefficients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coefficients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${}^nC_{r-1}:{}^nC_r:{}^nC_{r+1}=2:15:70$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$\frac{{}^nC_{r-1}}{{}^nC_r}=\frac r{n-r+1}=\frac2{15}\Rightarrow15r=2n-2r+2\Rightarrow17r=2n+2$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$\frac{{}^nC_r}{{}^nC_{r+1}}=\frac{r+1}{n-r}=\frac{15}{70}=\frac3{14}\Rightarrow14r+14=3n-3r\Rightarrow17r=3n-14$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Average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$2n+2=3n-14\Rightarrow n=16$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$17r=34\Rightarrow 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${}^{16}C_1=16$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${}^{16}C_2=120$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${}^{16}C_3=560$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$16:120:560=2:15:70$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Average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$=\frac{16+120+560}3=\frac{696}3=232$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consecutive coefficients: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consecutive ones in a given ratio give two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with the actual coefficients: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middle ratio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care to match which pair of terms each ratio compares.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consecutive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$\frac{{}^nC_{r}}{{}^nC_{r-1}}=\frac{n-r+1}r$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consecutive ones in a given ratio give two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with the actual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${}^{16}C_1:{}^{16}C_2:{}^{16}C_3=16:120:560=2:15:70$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middle ratio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care to match which pair of terms each ratio compares.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13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