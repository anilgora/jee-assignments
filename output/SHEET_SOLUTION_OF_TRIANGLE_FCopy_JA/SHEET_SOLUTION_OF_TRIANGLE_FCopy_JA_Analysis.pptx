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CC4125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Sheet1!$A$2:$A$14</c:f>
              <c:strCache>
                <c:ptCount val="1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2.0</c:v>
                </c:pt>
                <c:pt idx="1">
                  <c:v>3.0</c:v>
                </c:pt>
                <c:pt idx="2">
                  <c:v>2.0</c:v>
                </c:pt>
                <c:pt idx="3">
                  <c:v>3.0</c:v>
                </c:pt>
                <c:pt idx="4">
                  <c:v>1.0</c:v>
                </c:pt>
                <c:pt idx="5">
                  <c:v>3.0</c:v>
                </c:pt>
                <c:pt idx="6">
                  <c:v>4.0</c:v>
                </c:pt>
                <c:pt idx="7">
                  <c:v>3.0</c:v>
                </c:pt>
                <c:pt idx="8">
                  <c:v>3.0</c:v>
                </c:pt>
                <c:pt idx="9">
                  <c:v>2.0</c:v>
                </c:pt>
                <c:pt idx="10">
                  <c:v>3.0</c:v>
                </c:pt>
                <c:pt idx="11">
                  <c:v>5.0</c:v>
                </c:pt>
                <c:pt idx="12">
                  <c:v>4.0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prints (a^2+b^2-c^2)/(2ab) = 7/2 where it should be -1/2 (its next line, cos C = -1/2, is right). Its last line, 3ab/(4c(x+c)), uses a+b+c in place of s = (a+b+c)/2, which loses a factor 2; the correct value is 3ab/(2c(x+c)) = option (B), as in the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s-z = k; the given ratio makes it s-z = 2k (its own sum s = 9k and the product 9k*4k*3k*2k use 2k). The PDF also never examines option (D); the half-angle check was added. The key ACD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sine-rule line 10*sqrt3/sin R = 10/sin Q gives sin R = sqrt3/2 and then states angle R = 30 deg, which is wrong; since PR = QR the angles at P and Q are 30 deg each and angle QRP = 120 deg. The PDF also never rules out (A). Corrected; the key BCD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Minor notation fixes: the PDF writes the cosine conditions in (D) with '=' where '&gt;' is meant (cos Q = p/r, cos R = p/q); with '&gt;' the same argument works and is shown. In (C) the printed (q-p)/p was meant to be (q+r)/p. The key AB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applies the sine rule in triangle PRS with RS = 1 without saying why RS = 1; it follows from angle QSR = angle SQR = 55 deg in triangle QRS, which was added (the PDF figure shows the 55 deg marks). Its answer AB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SHEET Solution of Triangle (JA)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Exercise J-A (Solution of Triangle)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correct option; 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639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triangle of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lengths of the sides opposite to the angles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639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triangle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lengths of the sides opposite to the angles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$\frac{2\sin P-\sin2P}{2\sin P+\sin2P}$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$\frac{3}{4\Delta}$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$\frac{45}{4\Delta}$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$\left(\frac{3}{4\Delta}\right)^2$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$\left(\frac{45}{4\Delta}\right)^2$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Half-angle formulae and Heron's formula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half-angle quantity.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$\frac{2\sin P-\sin2P}{2\sin P+\sin2P}=\frac{1-\cos P}{1+\cos P}=\tan^2\frac P2$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half-angle quantity.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$\sin2P=2\sin P\cos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$\frac{2\sin P-\sin2P}{2\sin P+\sin2P}=\frac{2\sin P-2\sin P\cos P}{2\sin P+2\sin P\cos P}=\frac{1-\cos P}{1+\cos 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value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 P}{1+\cos P}=\tan^2\frac P2$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P2=\frac{\Delta}{s(s-a)}$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$\tan^2\frac P2=\frac{\Delta^2}{s^2(s-a)^2}$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$\Delta^2=s(s-a)(s-b)(s-c)$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$\frac{\left((s-b)(s-c)\right)^2}{\Delta^2}$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$s=\frac{2+\frac72+\frac52}{2}=4$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$(s-b)(s-c)=\left(4-\frac72\right)\left(4-\frac52\right)=\frac12\cdot\frac32=\frac34$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$\left(\frac{3/4}{\Delta}\right)^2=\left(\frac{3}{4\Delta}\right)^2$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$\left(\frac{3}{4\Delta}\right)^2$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Skip the half-angle form: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cosine rule,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Heron, and compare the numbers with the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Skip the half-angle form: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cosine rule,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Heron, and compare the numbers with the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P=\frac{b^2+c^2-a^2}{2bc}=\frac{\frac{49}4+\frac{25}4-4}{2\cdot\frac72\cdot\frac52}=\frac{58/4}{35/2}=\frac{29}{35}$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 P}{1+\cos P}=\frac{6/35}{64/35}=\frac3{32}$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$\Delta^2=4\cdot2\cdot\frac12\cdot\frac32=6$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(C):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matches.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options give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 equal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answer is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$\left(\frac3{4\Delta}\right)^2=\frac{9}{16\cdot6}=\frac3{32}$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matches.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options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$\frac3{4\sqrt6}\approx0.31$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$\frac{45}{4\sqrt6}\approx4.6$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$\left(\frac{45}{4\sqrt6}\right)^2\approx21$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answer is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$\left(\frac{3}{4\Delta}\right)^2$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reduce a ratio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half-angle tangent.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written as (number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 to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-form;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$\frac{2\sin A-\sin2A}{2\sin A+\sin2A}=\frac{1-\cos A}{1+\cos A}=\tan^2\frac 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reduce a ratio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half-angle tangent.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A2=\sqrt{\frac{(s-b)(s-c)}{s(s-a)}}=\frac{r}{s-a}=\frac{\Delta}{s(s-a)}$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$\tan^2\frac A2=\frac{\left((s-b)(s-c)\right)^2}{\Delta^2}$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written as (number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$/\Delta$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$\tan^2\frac 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-form;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 A2=\sqrt{\frac{(s-b)(s-c)}{bc}}$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 A2=\sqrt{\frac{s(s-a)}{bc}}$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or more options may be correct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angle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Further the incircle of the triangle touches the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such that the lengths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consecutive even integers. Then possible length(s) of the side(s) of the triangle is (are):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angle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P=\frac13$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Further the incircle of the triangle touches the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such that the lengths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consecutive even integers. Then possible length(s) of the side(s) of the triangle is (are):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Incircle tangent lengths and the cosine rule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Tangent lengths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sides are sums of pairs of them; the largest angle has the smallest tangent length.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Tangent lengths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$s-a,\,s-b,\,s-c$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sides are sums of pairs of them; the largest angle has the smallest tangent length.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tangent lengths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they add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angle,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side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smallest tangent length.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tangent lengths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$PN=s-a$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$QL=s-b$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$RM=s-c$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they add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angle,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side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$PN=s-a$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smallest tangent length.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$PN=2k-2$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$QL=2k$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$RM=2k+2$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$s=6k$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$a=s-PN=4k+2$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$b=s-QL=4k$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$c=s-RM=4k-2$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reads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P=\frac{b^2+c^2-a^2}{2bc}=\frac13\Rightarrow3\left[(4k)^2+(4k-2)^2-(4k+2)^2\right]=2\cdot4k(4k-2)$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$(4k-2)^2-(4k+2)^2=-4(4k)\cdot2$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$3\left[16k^2-4(4k)\cdot2\right]=8k(4k-2)$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$48k^2-96k=32k^2-16k\Rightarrow16k^2=80k\Rightarrow k=5$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opposite the largest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sides of the triangle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of the options,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 are possible lengths.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P=\frac{400+324-484}{2\cdot20\cdot18}=\frac{240}{720}=\frac13$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opposite the largest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sides of the triangle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of the options,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 are possible lengths.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tangent lengths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side is ever squared.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$\tan\frac P2=\frac r{PN}$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$r^2=\frac{xyz}{x+y+z}$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tangent lengths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side is ever squared.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tangent lengths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smallest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angle),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P=\frac13\Rightarrow\tan^2\frac P2=\frac{1-\cos P}{1+\cos P}=\frac{2/3}{4/3}=\frac12$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tangent lengths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smallest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angle),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$s=3t$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$r^2=\frac{(s-a)(s-b)(s-c)}{s}=\frac{(t-2)\,t\,(t+2)}{3t}=\frac{t^2-4}{3}$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lengths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sides are the sums of pairs: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(B)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P2=\frac r{PN}=\frac r{t-2}$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$\frac{t^2-4}{3(t-2)^2}=\frac12\Rightarrow2(t+2)=3(t-2)\Rightarrow t=10$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lengths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$8,10,12$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sides are the sums of pairs: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$10+12=22$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$8+12=20$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$8+10=18$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(B)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tangent lengths from the vertices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sides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largest angle sits at the vertex with the smallest tangent length.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Conditions like 'consecutive integers/even integers' are best put on the tangent lengths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on the sides.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tangent lengths from the vertices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$s=x+y+z$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sides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$y+z,\ z+x,\ 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$r^2=\frac{xyz}{x+y+z}$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A2=\frac rx$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largest angle sits at the vertex with the smallest tangent length.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$x,y,z=8,10,12$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Conditions like 'consecutive integers/even integers' are best put on the tangent lengths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$s-a,\,s-b,\,s-c$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on the sides.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correct option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the sum of two sides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product of the same two sides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third side of the triangle, then the ratio of the in-radius to the circum-radius of the triangle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the sum of two sides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product of the same two sides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$x^2-c^2=y$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third side of the triangle, then the ratio of the in-radius to the circum-radius of the triangle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$\frac{3y}{2x(x+c)}$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$\frac{3y}{2c(x+c)}$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$\frac{3y}{4x(x+c)}$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$\frac{3y}{4c(x+c)}$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Cosine rule; ratio of inradius to circumradius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$a^2+b^2+ab=c^2$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C=-\frac12$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$C=\frac{2\pi}3$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$\sin^2C=\frac34$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two sides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third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two sides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third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$x^2-c^2=y\Rightarrow(a+b)^2-c^2=ab\Rightarrow a^2+b^2+ab=c^2$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$a^2+b^2-c^2=-ab$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C=\frac{a^2+b^2-c^2}{2ab}=\frac{-ab}{2ab}=-\frac12$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rR=\frac{\Delta/s}{abc/(4\Delta)}=\frac{4\Delta^2}{s\cdot abc}$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$\Delta=\frac12ab\sin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$\Delta^2=\frac14a^2b^2\sin^2C=\frac14a^2b^2\cdot\frac34=\frac{3a^2b^2}{16}$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$s=\frac{a+b+c}2=\frac{x+c}2$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rR=\frac{4\cdot\frac{3a^2b^2}{16}}{\frac{x+c}2\cdot abc}=\frac{3ab}{2c(x+c)}$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rR=\frac{3y}{2c(x+c)}$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$\frac{3y}{2c(x+c)}$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directly, avoiding the area.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$C=120^\circ$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$r=(s-c)\tan\frac C2$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$R=\frac c{2\sin C}$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directly, avoiding the area.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$a^2+b^2+ab=c^2$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$r=(s-c)\tan\frac C2=\frac{x+c-2c}{2}\tan60^\circ=\frac{\sqrt3\,(x-c)}2$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 c{2\sin C}=\frac c{2\cdot\frac{\sqrt3}2}=\frac c{\sqrt3}$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 (Check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forms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0.2321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rR=\frac{\sqrt3(x-c)}2\cdot\frac{\sqrt3}c=\frac{3(x-c)}{2c}$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$x^2-c^2=y$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$x-c=\frac{y}{x+c}$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rR=\frac{3y}{2c(x+c)}$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 (Check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forms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$0.2321$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$\frac{3y}{2c(x+c)}$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read the angle off any relation of this shape.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(equilateral: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where factors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get lost; recheck with a simple numerical triangle.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$a^2+b^2+ab=c^2\iff C=120^\circ$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$a^2+b^2-ab=c^2\iff C=60^\circ$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read the angle off any relation of this shape.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$r=(s-c)\tan\frac C2$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 c{2\sin 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rR=4\sin\frac A2\sin\frac B2\sin\frac C2=\cos A+\cos B+\cos C-1$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(equilateral: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$s=\frac{a+b+c}2$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$r=\frac{\Delta}{s}$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where factors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get lost; recheck with a simple numerical triangle.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or more options may be correct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88950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lengths of the sides opposite to the 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area of the incircle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area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radius of the circumcircle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88950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lengths of the sides opposite to the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$2s=x+y+z$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$\frac{s-x}4=\frac{s-y}3=\frac{s-z}2$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area of the incircle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$6\sqrt6$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radius of the circumcircle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$\frac{35}6\sqrt6$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 X2\sin\frac Y2\sin\frac Z2=\frac4{35}$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$\sin^2\left(\frac{X+Y}2\right)=\frac35$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Heron's formula, inradius, circumradius and half-angle formulae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sides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incircle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$s-x,\,s-y,\,s-z$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$4k,3k,2k$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$s=9k$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sides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$5k,6k,7k$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incircle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$\frac{s-x}4=\frac{s-y}3=\frac{s-z}2=k$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$s-x=4k$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$s-y=3k$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$s-z=2k$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$3s-(x+y+z)=3s-2s=s=9k$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$x=s-4k=5k$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$y=s-3k=6k$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$z=s-2k=7k$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Incircle area: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$r=\frac\Delta s=\frac{\sqrt{9k\cdot4k\cdot3k\cdot2k}}{9k}=\frac{6\sqrt6\,k^2}{9k}=\frac{2k}3\sqrt6$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Incircle area: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r^2=\pi\cdot\frac{24k^2}{9}=\frac{8\pi}3\Rightarrow 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$\Delta=6\sqrt6$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wrong.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$R=\frac{xyz}{4\Delta}=\frac{5\cdot6\cdot7}{4\cdot6\sqrt6}=\frac{35}{4\sqrt6}=\frac{35\sqrt6}{24}$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$\frac{35}6\sqrt6$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wrong.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$r=4R\sin\frac X2\sin\frac Y2\sin\frac Z2\Rightarrow\prod\sin\frac X2=\frac r{4R}=\frac{2\sqrt6/3}{35/\sqrt6}=\frac{12}{105}=\frac4{35}$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$\sin^2\frac{X+Y}2=\cos^2\frac Z2=\frac{s(s-z)}{xy}=\frac{9\cdot2}{5\cdot6}=\frac35$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tangent lengths: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everything with no side squared.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$u=s-x,\ v=s-y,\ w=s-z$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tangent lengths: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$r^2=\frac{uvw}{u+v+w}$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$\tan\frac X2=\frac ru$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everything with no side squared.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incircle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holds. The sides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$u:v:w=4:3:2$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$u=4k$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$v=3k$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$s=u+v+w=9k$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$r^2=\frac{uvw}{s}=\frac{24k^3}{9k}=\frac{8k^2}3$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incircle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r^2=\frac{8\pi}3$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$r=\frac{2\sqrt6}3$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$\Delta=rs=\frac{2\sqrt6}3\cdot9=6\sqrt6$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holds. The sides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$x=v+w=5$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$y=u+w=6$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$z=u+v=7$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X2=\frac ru=\frac{\sqrt6}6$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Y2=\frac{2\sqrt6}9$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Z2=\frac{\sqrt6}3$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$\sin^2\frac X2=\frac{1/6}{7/6}=\frac17$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$\sin^2\frac Y2=\frac{8/27}{35/27}=\frac8{35}$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$\sin^2\frac Z2=\frac{2/3}{5/3}=\frac25$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$\prod\sin^2\frac X2=\frac17\cdot\frac8{35}\cdot\frac25=\frac{16}{1225}$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$\prod\sin\frac X2=\frac4{35}$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(B):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fails.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$\sin^2\frac{X+Y}2=\cos^2\frac Z2=\frac1{1+\tan^2\frac Z2}=\frac1{1+\frac23}=\frac35$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Z=\frac{25+36-49}{60}=\frac15$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Z=\frac{2\sqrt6}5$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$2R=\frac z{\sin Z}=\frac{35}{2\sqrt6}$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$R=\frac{35\sqrt6}{24}\neq\frac{35\sqrt6}6$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fails.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these give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$r^2=\frac{(s-x)(s-y)(s-z)}s$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X2=\frac r{s-x}$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X2:\tan\frac Y2:\tan\frac Z2=\frac1{s-x}:\frac1{s-y}:\frac1{s-z}$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$s-x:s-y:s-z=u:v:w$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$x:y:z=(v+w):(u+w):(u+v)$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$4:3:2$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$5:6:7$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$\prod\sin\frac X2=\frac r{4R}$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$\cos^2\frac Z2=\frac{s(s-z)}{xy}$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$R=\frac{xyz}{4\Delta}$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$5,6,7$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these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$\frac4{35}$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$\frac{35\sqrt6}{24}$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sides of a right angled triangle are in arithmetic progression. If the triangle has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what is the length of its smallest side?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sides of a right angled triangle are in arithmetic progression. If the triangle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what is the length of its smallest side?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 progression, Right-angled triangle: Pythagoras theorem and area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hypotenuse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triangle is similar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Sides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$a-d,\,a,\,a+d$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hypotenuse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$a=4d$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triangle is similar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$3:4:5$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sides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hypotenuse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Pythagoras: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sides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smallest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sides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hypotenuse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Pythagoras: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$(a-d)^2+a^2=(a+d)^2\Rightarrow a^2=4ad\Rightarrow d=\frac a4$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sides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$\frac{3a}4,\ a,\ \frac{5a}4$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$\frac12\cdot\frac{3a}4\cdot a=24\Rightarrow a^2=64\Rightarrow 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$6,\ 8,\ 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smallest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the angle in: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hypotenuse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A.P.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solving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the angle in: legs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$h\sin\theta,\,h\cos\theta$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hypotenuse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A.P.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$\sin\theta=\frac35$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solving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hypotenuse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smaller acute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sides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A.P. condition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hypotenuse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smaller acute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sides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$h\sin\theta&lt;h\cos\theta&lt;h$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A.P.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$\sin\theta+1=2\cos\theta$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$\frac{2t}{1+t^2}+1=\frac{2(1-t^2)}{1+t^2}\Rightarrow3t^2+2t-1=0\Rightarrow t=\frac13$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$\sin\theta=\frac{2t}{1+t^2}=\frac{2/3}{10/9}=\frac35$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$=\frac12h\sin\theta\cdot h\cos\theta=\frac12h^2\cdot\frac{12}{25}=\frac{6h^2}{25}=24\Rightarrow h=10$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$h\sin\theta=10\cdot\frac35=6$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right triangle with sides in A.P. is similar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 (the only one: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triangle with sides in A.P.,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middle side); 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triangle: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hypotenuse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right triangle with sides in A.P. is similar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$3:4:5$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 (the only one: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$(a-d)^2+a^2=(a+d)^2\Rightarrow a=4d$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triangle with sides in A.P.,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$s=\frac{3b}2$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$r=\frac{h_b}3$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middle side);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$r=2=\frac{6+8-10}2$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triangle: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$r=\frac{p+q-h}2$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hypotenuse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$3k,4k,5k$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Q06 – Q09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or more options may be correct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lengths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Then, which of the following statement(s)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area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radius of the incircle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area of the circumcircle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PQR=30^\circ$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lengths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Then, which of the following statement(s)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QPR=45^\circ$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QRP=120^\circ$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radius of the incircle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$10\sqrt3-15$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area of the circumcircle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$100\pi$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Cosine rule and sine rule; inradius and circumradius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cosine rule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triangle is isosceles with angles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cosine rule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$PR=10=QR$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triangle is isosceles with angles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$30^\circ,30^\circ,120^\circ$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Cosine rule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Cosine rule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Q=\frac{PQ^2+QR^2-PR^2}{2\,PQ\cdot QR}\Rightarrow\frac{\sqrt3}2=\frac{300+100-PR^2}{2\cdot10\sqrt3\cdot10}$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$300=400-PR^2\Rightarrow PR=10$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angles opposite them are equal: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Sine rule: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circumradius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$PR=QR=10$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angles opposite them are equal: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QPR=\angle PQR=30^\circ$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QRP=180^\circ-60^\circ=120^\circ$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QPR=45^\circ$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$\Delta=\frac12(PQ)(QR)\sin Q=\frac12\cdot10\sqrt3\cdot10\cdot\frac12=25\sqrt3$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QRP=120^\circ$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$s=\frac{10\sqrt3+10+10}2=10+5\sqrt3$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$r=\frac\Delta s=\frac{25\sqrt3\cdot2}{20+10\sqrt3}=\frac{5\sqrt3}{2+\sqrt3}\cdot\frac{2-\sqrt3}{2-\sqrt3}=5\left(2\sqrt3-3\right)=10\sqrt3-15$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Sine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$2R=\frac{PR}{\sin Q}=\frac{10}{1/2}=20$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circumradius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circumcircle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circumcircle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$=\pi R^2=100\pi$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origin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-axis: coordinates show the isosceles shape at once,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finishes (C).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origin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-axis: coordinates show the isosceles shape at once,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$r=(s-c)\tan\frac C2$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finishes (C).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isosceles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(A)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ℎ𝑒𝑖𝑔ℎ𝑡 𝑜𝑓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$R=(10,0)$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$P=10\sqrt3(\cos30^\circ,\sin30^\circ)=(15,\,5\sqrt3)$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$PR^2=(15-10)^2+(5\sqrt3)^2=25+75=100$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$PR=10=QR$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isosceles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P=\angle Q=30^\circ$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R=120^\circ$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(A)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 QR\cdot(\text{height of }P)=\frac12\cdot10\cdot5\sqrt3=25\sqrt3$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QRP=120^\circ$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angle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opposite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Sine rule on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opposite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$s=10+5\sqrt3$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opposite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$PQ=10\sqrt3$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$r=(s-PQ)\tan60^\circ=\left(10-5\sqrt3\right)\sqrt3=10\sqrt3-15$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Sine rule on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$PQ=10\sqrt3$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opposite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R=120^\circ$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$2R_c=\frac{PQ}{\sin120^\circ}=\frac{10\sqrt3}{\sqrt3/2}=20$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$R_c=10$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isosceles triangle with apex angle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circumradius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the cosine rule, compare the new side with the given ones: a repeated length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equal angles at once and settles every angle statement.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sine-rule step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solutions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decide with the angle sum or the larger-side/larger-angle rule.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isosceles triangle with apex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circumradius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$\ell\left(\sqrt3-\frac32\right)$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$\frac{\sqrt3}4\ell^2$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$r=10\sqrt3-15$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the cosine rule, compare the new side with the given ones: a repeated length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$PR=QR$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equal angles at once and settles every angle statement.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sine-rule step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R=\frac{\sqrt3}2$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solutions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decide with the angle sum or the larger-side/larger-angle rule.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93217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non right angled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length of the sides opposite to the angles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 median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radius of the circumcircle of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options is/are correct: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Length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Length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Radius of incircle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93217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non right angled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length of the sides opposite to the angles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 median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radius of the circumcircle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options is/are correct: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Length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$OE=\frac16$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Length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$RS=\frac{\sqrt7}2$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Radius of incircle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PQR=\frac{\sqrt3}2\left(2-\sqrt3\right)$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SOE=\frac{\sqrt3}{12}$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Sine rule with circumradius; median length, inradius and area, Centroid and area ratios of sub-triangles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sine rule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'non-right'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also a median,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centroid.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sine rule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'non-right'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$P=120^\circ$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$Q=R=30^\circ$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also a median,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centroid.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Sine rule with circumradius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Sine rule with circumradius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p{\sin P}=\frac q{\sin Q}=2R=2$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P=\frac{\sqrt3}2$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Q=\frac12$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allowed (the triangle is non-right).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allowed (the triangle is non-right).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$r=2R\sin 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$PQ=PR=1$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$RS=\frac12\sqrt{2p^2+2q^2-r^2}=\frac12\sqrt{2(3)+2(1)-1}=\frac{\sqrt7}2$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$\Delta=\frac12qr\sin P=\frac12\cdot1\cdot1\cdot\frac{\sqrt3}2=\frac{\sqrt3}4$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$s=\frac{1+1+\sqrt3}2=\frac{2+\sqrt3}2$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altitude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apex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the median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medians,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centroid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$\rho=\frac\Delta s=\frac{\sqrt3}{4}\cdot\frac2{2+\sqrt3}=\frac{\sqrt3}2\cdot\frac1{2+\sqrt3}=\frac{\sqrt3}2\left(2-\sqrt3\right)$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$PQ=PR=1$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altitude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apex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the median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$PE=\frac12\sqrt{2(1)+2(1)-3}=\frac12$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medians,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centroid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$OE=\frac13PE=\frac13\cdot\frac12=\frac16$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share the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SOE$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SPE$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share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$OE=\frac13PE$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$[SOE]=\frac13[SPE]$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$[SPE]=\frac12[PQE]$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$[PQE]=\frac12\Delta$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$[SOE]=\frac13\cdot\frac12\cdot\frac12\Delta=\frac1{12}\Delta=\frac{\sqrt3}{48}$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Once the triangle is known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put it on coordinates and read off every length and area.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Once the triangle is known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$PQ=PR=1$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$\angle P=120^\circ$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put it on coordinates and read off every length and area.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required.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$R=(\cos120^\circ,\sin120^\circ)=\left(-\frac12,\frac{\sqrt3}2\right)$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$QR=\sqrt{\frac94+\frac34}=\sqrt3$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required.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$S=\left(\frac12,0\right)$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$E=\left(\frac14,\frac{\sqrt3}4\right)$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$PE\perp 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$RS=\sqrt{(-\frac12-\frac12)^2+\left(\frac{\sqrt3}2\right)^2}=\sqrt{1+\frac34}=\frac{\sqrt7}2$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centroid: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Inradius: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centroid: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$O=\frac{P+Q+R}3=\left(\frac16,\frac{\sqrt3}6\right)$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$OE=\sqrt{\left(\frac1{12}\right)^2+\left(\frac{\sqrt3}{12}\right)^2}=\frac16$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$[SOE]=\frac12\left|(O-S)\times(E-S)\right|=\frac12\left|\left(-\frac13\right)\frac{\sqrt3}4-\frac{\sqrt3}6\left(-\frac14\right)\right|=\frac12\cdot\frac{\sqrt3}{24}=\frac{\sqrt3}{48}$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Inradius: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$\rho=\frac\Delta s=\frac{\sqrt3/4}{(2+\sqrt3)/2}=\frac{\sqrt3}2(2-\sqrt3)$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length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an isosceles triangle the altitude from the apex is also a median, so altitude and median from different vertices meet at the centroid, which divides each median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midpoints of two sides meeting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centroid,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three medians cut the triangle into six equal parts of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angles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the angle sum, larger side opposite larger angle and the 'non-right' hint to discard the extra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sides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$m_c=\frac12\sqrt{2a^2+2b^2-c^2}$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an isosceles triangle the altitude from the apex is also a median, so altitude and median from different vertices meet at the centroid, which divides each median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$S,E$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midpoints of two sides meeting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centroid,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$[SOE]=\frac1{12}[PQR]$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three medians cut the triangle into six equal parts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$\frac\Delta6$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P=\frac{\sqrt3}2$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$60^\circ,120^\circ$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the angle sum, larger side opposite larger angle and the 'non-right' hint to discard the extra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$\sqrt3,1,1$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$\Delta=\frac{abc}{4R}=\frac{\sqrt3}4$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positive real numbers. 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lengths of the sides of a triangle opposite to its 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which of the following statements is/are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positive real numbers. 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lengths of the sides of a triangle opposite to its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X2+\tan\frac Z2=\frac{2y}{x+y+z}$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which of the following statements is/are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$2Y=X+Z$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X2=\frac{x}{y+z}$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$x^2+z^2-y^2=xz$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Half-angle formulae in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condition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$\tan\frac X2=\frac\Delta{s(s-x)}$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condition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$\cot\frac Y2=1$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$Y=90^\circ$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X2+\tan\frac Z2=\frac{2y}{x+y+z}=\frac{2y}{2s}$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X2=\frac{\Delta}{s(s-x)}$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Z2=\frac\Delta{s(s-z)}$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$\frac\Delta{s(s-x)}+\frac\Delta{s(s-z)}=\frac{2y}{2s}$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$\Delta\left(\frac1{s-x}+\frac1{s-z}\right)=y$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$\frac{\Delta\left((s-z)+(s-x)\right)}{(s-x)(s-z)}=y$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$(s-z)+(s-x)=2s-x-z=y$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$\frac{\Delta y}{(s-x)(s-z)}=y\Rightarrow\Delta=(s-x)(s-z)$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it and 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and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(sine rule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it and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$\Delta^2=s(s-x)(s-y)(s-z)$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$s(s-y)=(s-x)(s-z)=\Delta$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 Y2=\frac{s(s-y)}{\Delta}=1$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Y2=\frac\pi4$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$X+Z=\frac\pi2=Y$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$2Y=X+Z$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and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$z=y\cos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(sine rule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$Z=90^\circ-X$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x{y+z}=\frac{\sin X}{1+\cos X}=\tan\frac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$x^2+z^2-y^2=xz$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Y=\frac{x^2+z^2-y^2}{2zx}=\frac12$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$Y=\frac\pi3\neq\frac\pi2$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Convert both sides to angles: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Convert both sides to angles: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$\tan\frac X2+\tan\frac Z2=\frac{\cos\frac Y2}{\cos\frac X2\cos\frac Z2}$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$\frac{2y}{x+y+z}=\frac{\sin\frac Y2}{\cos\frac X2\cos\frac Z2}$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Sine rule: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right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Sine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$\frac{2y}{x+y+z}=\frac{2\sin Y}{\sin X+\sin Y+\sin 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X+\sin Y+\sin Z=4\cos\frac X2\cos\frac Y2\cos\frac Z2$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$\frac{4\sin\frac Y2\cos\frac Y2}{4\cos\frac X2\cos\frac Y2\cos\frac Z2}=\frac{\sin\frac Y2}{\cos\frac X2\cos\frac Z2}$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X2+\tan\frac Z2=\frac{\sin\frac{X+Z}2}{\cos\frac X2\cos\frac Z2}=\frac{\cos\frac Y2}{\cos\frac X2\cos\frac Z2}$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$\frac{X+Z}2=\frac\pi2-\frac Y2$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true, (A)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true;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 Y2=\sin\frac Y2$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true, (A)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X2=\frac{\sin X}{1+\cos X}=\frac{x/y}{1+z/y}=\frac x{y+z}$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(C) true;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$x^2+z^2=y^2$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$x^2+z^2-y^2=0\neq xz$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(equilateral: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equal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a 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leg over hypotenuse plus the other leg).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A+\sin B+\sin C=4\cos\frac A2\cos\frac B2\cos\frac C2$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(equilateral: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A2+\tan\frac B2=\frac{\cos\frac C2}{\cos\frac A2\cos\frac B2}$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$60^\circ,60^\circ,60^\circ$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X2+\tan\frac Z2=\frac{2y}{x+y+z}\iff Y=90^\circ$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a right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X2=\frac x{y+z}$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leg over hypotenuse plus the other leg).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66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sides of lengths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opposite to the 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Then which of the following statement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66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sides of lengths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opposite to the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Then which of the following statement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P\ge1-\frac{p^2}{2qr}$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R\ge\left(\frac{q-r}{p+q}\right)\cos P+\left(\frac{p-r}{p+q}\right)\cos Q$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$\frac{q+r}p&lt;2\frac{\sqrt{\sin Q\sin R}}{\sin P}$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$p&lt;q$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$p&lt;r$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Q&gt;\frac 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R&gt;\frac pq$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Projection formulae, sine rule and triangle inequality, A.M.-G.M. inequality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(B) and, for (C),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A.M.-G.M.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$a=b\cos C+c\cos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(B) and, for (C),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Q+\sin R\ge2\sqrt{\sin Q\sin 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A.M.-G.M.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P=\frac{q^2+r^2-p^2}{2qr}=\frac12\left(\frac qr+\frac rq\right)-\frac{p^2}{2qr}\ge1-\frac{p^2}{2qr}$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qr+\frac rq\ge2$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Projection formulae: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 side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triangle inequality: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says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A.M.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G.M.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PDF's 'AM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GM' cannot hold): (C)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Projection formulae: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$q=p\cos R+r\cos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$p=q\cos R+r\cos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$r=q\cos P+p\cos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$(p+q)\cos R\ge(q-r)\cos P+(p-r)\cos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$(p\cos R+r\cos P)+(q\cos R+r\cos Q)\ge q\cos P+p\cos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$q+p$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 side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$p+q\ge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triangle inequality: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$\frac{q+r}p=\frac{\sin Q+\sin R}{\sin 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Q+\sin R&lt;2\sqrt{\sin Q\sin 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A.M.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G.M.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Q+\sin R\ge2\sqrt{\sin Q\sin 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PDF's 'AM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GM' cannot hold): (C)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these two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impossible; so the two conclusions cannot hold together and (D)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Q&gt;\frac pr\iff p^2+r^2-q^2&gt;2p^2\iff r^2&gt;p^2+q^2$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R&gt;\frac pq\iff q^2&gt;p^2+r^2$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these two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$0&gt;2p^2$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impossible; so the two conclusions cannot hold together and (D)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Elimination by test triangles: one well-chosen triangle kills each false statement, and a tiny degenerate-limit check supports the true ones.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take the equilateral triangle: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false: (C) fails at one triangle, hence not always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2.2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the statement is equivalent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equality (isosceles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occurs, so '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take the equilateral triangle: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$\frac{q+r}p=2$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$2\frac{\sqrt{\sin Q\sin R}}{\sin P}=2\cdot\frac{\sqrt3/2}{\sqrt3/2}=2$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false: (C) fails at one triangle, hence not always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$q=r=1.1$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$p&lt;q$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$p&lt;r$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Q=\frac{p^2+r^2-q^2}{2pr}=\frac1{2.2}\approx0.45&lt;\frac pr\approx0.91$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the statement is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$(q-r)^2\ge0$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equality (isosceles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occurs, so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strictly, the projection-formula argument shows the inequality is strict for every triangle; a numerical test (e.g.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 side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agrees: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(A) and (B) are the correct options.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$p+q&gt;r$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strictly, the projection-formula argument shows the inequality is strict for every triangle; a numerical test (e.g.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R\approx-0.25$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$\frac{3-4}{5}\cdot\frac78+\frac{2-4}5\cdot\frac{11}{16}\approx-0.45$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agrees: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(A) and (B) are the correct options.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Projection formulae: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cyclic); they turn weighted sums of cosines into sides.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any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statements of this kind can never be true together (add them).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Projection formulae: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$a=b\cos C+c\cos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cyclic); they turn weighted sums of cosines into sides.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any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Q+\sin R\ge2\sqrt{\sin Q\sin 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$\sqrt{\sin Q\sin R}\ge\sin Q\sin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Q&gt;\frac pr\iff r^2&gt;p^2+q^2$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R&gt;\frac pq\iff q^2&gt;p^2+r^2$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statements of this kind can never be true together (add them).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$AB=\sqrt{23}$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$\frac{\cot A+\cot C}{\cot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Cotangent expressions via the cosine rule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cosine rule; the numerator collapses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$\cot=\frac{\cos}{\sin}$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A:\sin B:\sin C=a:b:c$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cosine rule; the numerator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Sine rule: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Cosine rule: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$b=CA=4$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$c=AB=\sqrt{23}$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Sine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a{\sin A}=\frac b{\sin B}=\frac c{\sin C}=\lambda$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A=\frac a\lambda$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B=\frac b\lambda$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C=\frac c\lambda$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Cosine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A=\frac{b^2+c^2-a^2}{2bc}$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B=\frac{a^2+c^2-b^2}{2ac}$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C=\frac{a^2+b^2-c^2}{2ab}$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A=\frac{\cos A}{\sin A}=\frac{\lambda\,(b^2+c^2-a^2)}{2abc}$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B=\frac{\lambda\,(a^2+c^2-b^2)}{2abc}$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C=\frac{\lambda\,(a^2+b^2-c^2)}{2abc}$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A+\cot C=\frac{\lambda\left[(b^2+c^2-a^2)+(a^2+b^2-c^2)\right]}{2abc}=\frac{\lambda\cdot2b^2}{2abc}$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$\frac{\cot A+\cot C}{\cot B}=\frac{2b^2}{a^2+c^2-b^2}$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$=\frac{2\cdot16}{9+23-16}=\frac{32}{16}=2$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Drop the altitude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pure geometry fact, so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the cosine rule.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Drop the altitude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 A+\cot C=\frac{AC}{h}$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pure geometry fact, so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the cosine rule.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altitude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A=\frac{16+23-9}{8\sqrt{23}}&gt;0$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C=\frac{9+16-23}{24}&gt;0$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altitude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$BH=h$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$AH=h\cot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$HC=h\cot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$h(\cot A+\cot C)=AC=b$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A+\cot C=\frac bh=\frac{b^2}{2\Delta}$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$h=\frac{2\Delta}b$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cancels, so it never has to be computed.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B=\frac{\cos B}{\sin B}=\frac{(a^2+c^2-b^2)/(2ac)}{2\Delta/(ac)}=\frac{a^2+c^2-b^2}{4\Delta}$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$=\frac{b^2}{2\Delta}\cdot\frac{4\Delta}{a^2+c^2-b^2}=\frac{2b^2}{a^2+c^2-b^2}=\frac{32}{16}=2$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cancels, so it never has to be computed.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cyclic);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equilateral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A.P., i.e.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acute (altitude-foot picture).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A=\frac{b^2+c^2-a^2}{4\Delta}$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cyclic);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A+\cot B+\cot C=\frac{a^2+b^2+c^2}{4\Delta}$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equilateral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$\frac{\cot A+\cot C}{\cot B}=\frac{2b^2}{a^2+c^2-b^2}$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$a^2,b^2,c^2$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A.P., i.e.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A,\cot B,\cot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A+\cot C=\frac{b}{h_b}$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acute (altitude-foot picture).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or more options may be correct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quadrilateral in a plane,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interval(s) that contain(s)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is/are: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quadrilateral in a plane,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PQR=\angle QRS=70^\circ$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PQS=15^\circ$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PRS=40^\circ$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RPS=\theta^\circ$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interval(s) that contain(s)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$4\alpha\beta\sin\theta^\circ$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is/are: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$\left(\sqrt2,3\right)$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$\left(2\sqrt2,3\sqrt2\right)$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695952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Sine rule in a quadrilateral configuration (angle chasing), Values and bounds of trigonometric ratios (cos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695952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Sine rule in a quadrilateral configuration (angle chasing), Values and bounds of trigonometric ratios (cos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Angle chasing shows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two sine rules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Angle chasing shows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$RS=QR=1$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two sine rules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$4\alpha\beta\sin\theta=\frac1{\cos40^\circ}$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Sine rule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Sine rule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opposite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opposite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PQR=70^\circ$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PRQ=\angle QRS-\angle PRS=70^\circ-40^\circ=30^\circ$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QPR=80^\circ$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Sine rule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$\frac\alpha{\sin30^\circ}=\frac1{\sin80^\circ}\Rightarrow\alpha=\frac1{2\sin80^\circ}$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QRS$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SQR=\angle PQR-\angle PQS=70^\circ-15^\circ=55^\circ$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QRS=70^\circ$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QSR=55^\circ=\angle SQR$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$RS=QR=1$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Sine rule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opposite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PRS=40^\circ$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opposite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$\frac\beta{\sin40^\circ}=\frac1{\sin\theta}\Rightarrow\beta\sin\theta=\sin40^\circ$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 and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(cosine decreases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value lies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1.305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is inside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not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options (A) and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 and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$4\alpha\beta\sin\theta=4\cdot\frac1{2\sin80^\circ}\cdot\sin40^\circ=\frac{2\sin40^\circ}{2\sin40^\circ\cos40^\circ}=\frac1{\cos40^\circ}$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$\cos30^\circ=\frac{\sqrt3}2&gt;\cos40^\circ&gt;\cos45^\circ=\frac1{\sqrt2}$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(cosine decreases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$(0^\circ,90^\circ)$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$\frac2{\sqrt3}&lt;\frac1{\cos40^\circ}&lt;\sqrt2$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$\frac1{\cos40^\circ}&gt;1$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value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$1.305$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is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$\left(\sqrt2,3\right)$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$\left(2\sqrt2,3\sqrt2\right)$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options (A) and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Hunt for a hidden isosceles triangle by angle chasing: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feeds the second sine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products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altitudes.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place a trigonometric value in an interval use monotonicity at known angles: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1.305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Hunt for a hidden isosceles triangle by angle chasing: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SQR=\angle QSR=55^\circ$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$RS=RQ=1$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feeds the second sine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$RS\sin\angle PRS=\sin40^\circ$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products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$PS\sin\angle RPS$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altitudes.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place a trigonometric value in an interval use monotonicity at known angles: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$(0^\circ,90^\circ)$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$\cos30^\circ&gt;\cos40^\circ&gt;\cos45^\circ$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$\frac1{\cos40^\circ}\approx1.305\in(1,\sqrt2)$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Paragraph Based 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Q12 – Q13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3 marks each (no marks printed in the paper: JEE Advanced default for paragraph questions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paragraph, two numerical parts (printed as Q14-15 in the PDF)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3 Marks</a:t>
            </a:r>
            <a:endParaRPr sz="240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an obtuse angled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which the difference between the largest and the smallest angle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whose sides are in arithmetic progression. Suppose that the vertices of this triangle lie on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an obtuse angled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which the difference between the largest and the smallest 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whose sides are in arithmetic progression. Suppose that the vertices of this triangle lie on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$(64a)^2$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Sides in A.P. and angle condition: sine rule with circumradius, Area of a triangle in terms of sides and circumradius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5(Very difficult than JEE Advanced)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3 Marks</a:t>
            </a:r>
            <a:endParaRPr sz="240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sine rule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yields two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side and the common difference).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$A-C=\frac\pi2$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A=\cos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sine rule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yields two equations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side and the common difference).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sides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largest angle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smallest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Sine rule: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sides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$m-d,\ m,\ m+d$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largest 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smallest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$A-C=\frac\pi2$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Sine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$\frac{m+d}{\sin A}=\frac m{\sin B}=\frac{m-d}{\sin C}=2R=2$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$A=\frac\pi2+C\Rightarrow\sin A=\cos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$\frac{m+d}2=\cos C=\sqrt{1-\sin^2C}=\sqrt{1-\left(\frac{m-d}2\right)^2}$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3 Marks</a:t>
            </a:r>
            <a:endParaRPr sz="240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$\frac{(m+d)^2+(m-d)^2}4=1\Rightarrow m^2+d^2=2$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B=\frac{(m-d)^2+(m+d)^2-m^2}{2(m-d)(m+d)}=\frac{2(m^2+d^2)-m^2}{2(m^2-d^2)}=\frac{4-m^2}{2(m^2-d^2)}$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B=\frac 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$1-\frac{m^2}4=\cos^2B$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$\frac{4-m^2}4=\frac{(4-m^2)^2}{4(m^2-d^2)^2}$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$(m^2-d^2)^2=4-m^2$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3 Marks</a:t>
            </a:r>
            <a:endParaRPr sz="240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(2)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$d^2=2-m^2$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(2)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$(2m^2-2)^2=4-m^2\Rightarrow4m^4-7m^2=0\Rightarrow m^2=\frac74$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$=\frac{abc}{4R}=\frac{(m-d)\,m\,(m+d)}4=\frac{m\,(m^2-d^2)}4=\frac{\frac{\sqrt7}2\cdot\frac32}4=\frac{3\sqrt7}{16}$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$(64a)^2=\left(64\cdot\frac{3\sqrt7}{16}\right)^2=(12\sqrt7)^2=1008$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1008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$1008$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3 Marks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angles only: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A.P. condition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angles only: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$C=\gamma$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$A=\gamma+\frac\pi2$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$B=\frac\pi2-2\gamma$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A.P. condition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$\cos\gamma-\sin\gamma=\frac12$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area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$2R^2\sin A\sin B\sin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its angle, so 'sides in A.P.'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$A=\gamma+\frac\pi2$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$B=\pi-A-C=\frac\pi2-2\gamma$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A=\cos\gamma$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B=\cos2\gamma$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C=\sin\gamma$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its angle, so 'sides in A.P.'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A+\sin C=2\sin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$\cos\gamma+\sin\gamma=2\cos2\gamma=2(\cos\gamma-\sin\gamma)(\cos\gamma+\sin\gamma)$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$\cos\gamma+\sin\gamma\neq0$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$\cos\gamma-\sin\gamma=\frac12$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3 Marks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$1-\sin2\gamma=\frac14$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$\sin2\gamma=\frac34$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$\cos2\gamma=\sqrt{1-\frac9{16}}=\frac{\sqrt7}4$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$B=\frac\pi2-2\gamma&gt;0$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$=2R^2\sin A\sin B\sin C=2\cos\gamma\cdot\cos2\gamma\cdot\sin\gamma=\sin2\gamma\cos2\gamma=\frac34\cdot\frac{\sqrt7}4=\frac{3\sqrt7}{16}$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$(64a)^2=(12\sqrt7)^2=1008$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1008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$1008$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3 Marks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in terms of angles: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Sides in A.P.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obtuse triangle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sides in A.P. has sides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in terms of angles: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$\Delta=2R^2\sin A\sin B\sin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$\frac{abc}{4R}$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Sides in A.P.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$\iff\sin A+\sin C=2\sin B\iff\cos\frac{A-C}2=2\cos\frac{A+C}2=2\sin\frac B2$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$A-C=\frac\pi2$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 B2=\frac{\sqrt2}4$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obtuse triangle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$A-C=\frac\pi2$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sides in A.P. has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$\frac{\sqrt7-1}2,\ \frac{\sqrt7}2,\ \frac{\sqrt7+1}2$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$\frac{3\sqrt7}{16}$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$\frac{abc}{4R}$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$abc=\frac{3\sqrt7}{4}$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an obtuse angled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which the difference between the largest and the smallest angle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whose sides are in arithmetic progression. Suppose that the vertices of this triangle lie on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inradius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an obtuse angled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which the difference between the largest and the smallest 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whose sides are in arithmetic progression. Suppose that the vertices of this triangle lie on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inradius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Inradius of a triangle (sides in A.P.)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Reuse the sides and area from the previous part: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sides in A.P.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Reuse the sides and area from the previous part: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$r=\frac\Delta 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$s=\frac{3m}2$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sides in A.P.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previous question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sides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previous question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$m=\frac{\sqrt7}2$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sides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$\frac{\sqrt7-1}2,\ \frac{\sqrt7}2,\ \frac{\sqrt7+1}2$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$s=\frac{(m-d)+m+(m+d)}2=\frac{3m}2=\frac{3\sqrt7}4$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$\Delta=\frac{3\sqrt7}{16}$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$r=\frac\Delta s=\frac{3\sqrt7/16}{3\sqrt7/4}=\frac14=0.25$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0.25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$0.25$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sides in A.P. the middle side cancels: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 product of the extreme sides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sides in A.P. the middle side cancels: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$r=\frac{\Delta}{s}=\frac{abc/4R}{3b/2}=\frac{ac}{6R}$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 product of the extreme sides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Sides in A.P. with middle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Sides in A.P. with middle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$s=\frac{a+b+c}2=\frac{3b}2$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$\Delta=\frac{abc}{4R}$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$r=\frac\Delta s=\frac{abc/4R}{3b/2}=\frac{ac}{6R}$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in the previous part: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in the previous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$ac=4\sin A\sin C=4\cos\gamma\sin\gamma=2\sin2\gamma=\frac32$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$r=\frac{3/2}{6}=\frac14=0.25$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0.25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$0.25$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sides in A.P.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sides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part of a stem often needs the previous part's results: keep exact forms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avoid decimals.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sides in A.P.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$2b=a+c$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$s=\frac{3b}2$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$r=\frac{ac}{6R}=\frac{h_b}3$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A2\tan\frac C2=\frac{s-b}s=\frac13$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sides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$\frac{\sqrt7-1}2,\frac{\sqrt7}2,\frac{\sqrt7+1}2$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$ac=\frac{7-1}4=\frac32$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$\Delta=\frac{3\sqrt7}{16}$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$s=\frac{3\sqrt7}4$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part of a stem often needs the previous part's results: keep exact forms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$m^2=\frac74$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avoid decimals.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91440" marR="91440"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FFFFFF"/>
                          </a:solidFill>
                          <a:latin typeface="Arial"/>
                        </a:rPr>
                        <a:t>Very difficult than JEE Advanced</a:t>
                      </a:r>
                    </a:p>
                  </a:txBody>
                  <a:tcPr anchor="ctr" marL="91440" marR="91440">
                    <a:solidFill>
                      <a:srgbClr val="CC412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2.86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1 question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13 questions, 50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Solution of Triangle Sheet JA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2.86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