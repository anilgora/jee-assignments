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$x=\pm\frac{\sqrt6}{5}$; the correct value is $x=\pm\frac{\sqrt6}{\sqrt5}$ (from $x^2=\frac65$). The PDF's area line already uses $\frac{\sqrt6}{\sqrt5}$ (and the figure shows it), so the answer $\frac{24\sqrt6}{5}$ is unchanged. The PDF also skips the factor $\frac49$ in the line for $aB$; written out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question as printed in the PDF says $B(\beta,0)$, but the PDF's own solution (and the original JEE Main 2024 question) uses $B(0,\beta)$ (a second point on the $y$-axis); the statement is corrected here. The working itself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$e^2=\frac{\sqrt{117}}{21}=\frac{\sqrt{13}}{7}$ in its last line; it should read $e=\frac{\sqrt{117}}{21}=\frac{\sqrt{13}}{7}$ (the previous line is $e^2=\frac{117}{21^2}$). The PDF also omits the section-formula step $R=\frac{3P+4Q}{7}$;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'Putting $y^2=2x^2$ in both the conics'; it should be $y^2=3x^2$ (the given curve), as its next lines ($x^2=b$ from $x^2+3x^2=4b$ and the term $\frac3b$) use. Answer unchanged. The reason for rejecting $b=4$ is spelled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lines read $xy-2\sqrt3x+3\sqrt3y-6=0$, i.e. $\gamma=-6$. From $4\sqrt3x-12=y(2x+6\sqrt3)$ one gets $xy-2\sqrt3x+3\sqrt3y+6=0$, so $\gamma=+6$ (checked numerically: the points satisfy the $+6$ equation to $10^{-15}$; the $-6$ equation fails by $12$). Since only $\gamma^2$ is used, the answer $75$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Coordinate Geometry 06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Ellipse and Hyperbola (PDF Q101–Q120, numbered 1–20)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midpoint of a chord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midpoint of a chord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$\frac{2\sqrt{\alpha}}{3}$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chord with given midpoint (T = S1), Length of a chord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it with the ellipse and use the two ends.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with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it with the ellipse and use the two ends.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midpoint of the chord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chord with a given midpoint: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midpoint of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$(x_1,y_1)=\left(\sqrt2,\frac43\right)$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chord with a given midpoint: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$\frac{xx_1}{9}+\frac{yy_1}{4}=\frac{x_1^2}{9}+\frac{y_1^2}{4}$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$\frac{\sqrt2x}{9}+\frac{4y}{3\cdot4}=\frac{2}{9}+\frac{16/9}{4}$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$\frac{\sqrt2x+3y}{9}=\frac29+\frac49$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$\sqrt2x+3y=6$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the ellipse: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ends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the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$x=\frac{6-3y}{\sqrt2}$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$\frac{(6-3y)^2}{2\cdot9}+\frac{y^2}{4}=1$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$\frac{(2-y)^2}{2}+\frac{y^2}{4}=1$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$\frac{2(4+y^2-4y)+y^2}{4}=1\Rightarrow 8+2y^2-8y+y^2=4\Rightarrow3y^2-8y+4=0$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$3y^2-6y-2y+4=0\Rightarrow3y(y-2)-2(y-2)=0\Rightarrow(y-2)(3y-2)=0$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ends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$x=\frac{6-3y}{\sqrt2}$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$x_1-x_2=\frac{-3y_1+3y_2}{\sqrt2}$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$=\sqrt{(x_1-x_2)^2+(y_1-y_2)^2}=\sqrt{\left(\frac{3}{\sqrt2}\right)^2(y_1-y_2)^2+(y_1-y_2)^2}=\sqrt{\frac{11}{2}(y_1-y_2)^2}$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$y_1-y_2=2-\frac23=\frac43$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$=\sqrt{\frac{11}{2}\cdot\frac{16}{9}}=\sqrt{\frac{88}{9}}=\frac23\sqrt{22}$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$\frac{2\sqrt\alpha}{3}$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parametric (distance) form of the line through the midpoint: the linear term vanishes, so the half-length comes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parametric (distance) form of the line through the midpoint: the linear term vanishes, so the half-length comes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chord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end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midpoint, so the two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chord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$M\left(\sqrt2,\frac43\right)$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$(\cos\varphi,\sin\varphi)$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end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$M\pm r(\cos\varphi,\sin\varphi)$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$x=\sqrt2+r\cos\varphi$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$y=\frac43+r\sin\varphi$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$4x^2+9y^2=36$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$r^2(4\cos^2\varphi+9\sin^2\varphi)+r(8\sqrt2\cos\varphi+24\sin\varphi)+(8+16-36)=0$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midpoint, so the two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$\tan\varphi=-\frac{8\sqrt2}{24}=-\frac{\sqrt2}{3}$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$\cos^2\varphi=\frac{1}{1+2/9}=\frac{9}{11}$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$\sin^2\varphi=\frac{2}{11}$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$4\cos^2\varphi+9\sin^2\varphi=\frac{36+18}{11}=\frac{54}{11}$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$-r^2=\frac{-12}{54/11}=-\frac{22}{9}$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$r^2=\frac{22}{9}$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$=2r=\frac{2\sqrt{22}}{3}$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form: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linear term must vanish; this fixes the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Half-chord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$-\frac{b^2x_1}{a^2y_1}$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$-\frac{4\sqrt2}{9\cdot4/3}=-\frac{\sqrt2}{3}$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form: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$M+r(\cos\varphi,\sin\varphi)$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linear term must vanish; this fixes the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Half-chord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$^{\,2}=\dfrac{1-S_1}{\frac{\cos^2\varphi}{a^2}+\frac{\sin^2\varphi}{b^2}}$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$S_1=\frac{x_1^2}{a^2}+\frac{y_1^2}{b^2}$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$1-S_1=\frac13$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ellipses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have the same eccentricity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product of their lengths of latus rectum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distance between the foci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ellipses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have the same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product of their lengths of latus rectum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distance between the foci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$\frac{18\sqrt6}{5}$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Eccentricity and latus rectum of an ellipse, Intersection of two ellipses and area of the quadrilateral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Same eccentricity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four meeting points form a rectangle symmetric about both axes.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Same eccentricity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$b^2=\frac{2a^2}{3}$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$A^2=\frac{2B^2}{3}$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four meeting points form a rectangle symmetric about both axes.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$\frac13=1-\frac{b^2}{a^2}$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$b^2=\frac{2a^2}{3}$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latus rectums: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$\frac13=1-\frac{A^2}{B^2}$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$\frac{A^2}{B^2}=\frac23$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$A^2=\frac{2B^2}{3}$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latus rectums: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$\frac{2b^2}{a}\times\frac{2A^2}{B}=\frac{32}{\sqrt3}$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$\frac{b^2A^2}{aB}=\frac{8}{\sqrt3}$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$b^2=\frac{2a^2}{3}$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$A^2=\frac{2B^2}{3}$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$\frac{2a^2}{3}\times\frac{2B^2}{3}\times\frac{1}{aB}=\frac{4aB}{9}=\frac{8}{\sqrt3}$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 a\times\frac{1}{\sqrt3}=4$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$b^2=\frac{2a^2}{3}=\frac{2\times12}{3}=8$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$2\sqrt3\,B=6\sqrt3$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integer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$A^2=\frac{2\times9}{3}=6$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$E_1:\frac{x^2}{12}+\frac{y^2}{8}=1$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$E_2:\frac{x^2}{6}+\frac{y^2}{9}=1$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integer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$2x^2+3y^2=24$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$3x^2+2y^2=18$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$6x^2+9y^2=72$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$6x^2+4y^2=36$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$y^2=\frac{36}{5}$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$y=\pm\frac{6}{\sqrt5}$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rectangle with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$2x^2+\frac{108}{5}=24\Rightarrow2x^2=\frac{120-108}{5}=\frac{12}{5}\Rightarrow x^2=\frac65$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$x=\pm\frac{\sqrt6}{\sqrt5}$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$\left(\pm\frac{\sqrt6}{\sqrt5},\pm\frac{6}{\sqrt5}\right)$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rectangle with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$=\frac{12}{\sqrt5}\times\frac{2\sqrt6}{\sqrt5}=\frac{24\sqrt6}{5}$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$\frac{24\sqrt6}{5}$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unknowns: the two ellipses become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linear system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unknowns: the two ellipses become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linear system symmetric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system is symmetric under swapping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$E_1:2u+3v=24$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$E_2:3u+2v=18$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system is symmetric under swapping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$5(u+v)=42$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$u+v=\frac{42}{5}$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$u=\frac12\left(\frac{42}{5}-6\right)=\frac65$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$v=\frac12\left(\frac{42}{5}+6\right)=\frac{36}{5}$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sign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intersection point, so the four points form a rectangle of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sign combination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$y=\pm\sqrt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intersection point, so the four points form a rectangle of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$=4\sqrt{uv}=4\sqrt{\frac{6\cdot36}{25}}=\frac{4\cdot6\sqrt6}{5}=\frac{24\sqrt6}{5}$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$\frac{24\sqrt6}{5}$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central conics with axes along the coordinate axes meet in points symmetric about both axes: solve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linear system; at most four points, forming a rectangle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with eccentricity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Ellipses of the same eccentricity are similar (scaled copies);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axes swapped here,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central conics with axes along the coordinate axes meet in points symmetric about both axes: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$(x^2,y^2)$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linear system; at most four points, forming a rectangle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$4\sqrt{x^2y^2}$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with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$\frac{2b^2}{a}=2a(1-e^2)$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Ellipses of the same eccentricity are similar (scaled copies);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axes swapped here,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$\frac{b}{a}=\frac{A}{B}$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the equation of the circle having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of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the equation of the circle having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$x^2+9y^2=k^2$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on a given diameter, Latus rectum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Match the circle on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given circle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write the ellipse in standard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Match the circle on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given circle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write the ellipse in standard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 k2,0\right)$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$B\left(0,\frac k3\right)$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 k2\right)(x-0)+(y-0)\left(y-\frac k3\right)=0$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 k2x-\frac k3y=0$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k2=3\Rightarrow 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$x^2+9y^2=k^2$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$x^2+\frac{y^2}{1/9}=k^2$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$\frac{x^2}{k^2}+\frac{y^2}{k^2/9}=1$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$=\frac{2(k^2/9)}{k}=\frac{2k}{9}=\frac{12}{9}=\frac43$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$2m+n=11$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passes through the origin,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reads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from the circle's intercepts.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passes through the origin,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AOB=90^\circ$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reads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from the circle's intercepts.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origin,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axes, so the circle's intercepts on the axes are its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origin,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axes, so the circle's intercepts on the axes are its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x3+\frac y2=1$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$\frac{2b^2}{a}=\frac{2\cdot4}{6}=\frac43$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$2m+n=11$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origin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again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read intercepts straight off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latus rectum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rewrite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origin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$(g',f')$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$(2g',0)$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$(0,2f')$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read intercepts straight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$x^2+py^2=k^2$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$\frac{x^2}{k^2}+\frac{y^2}{k^2/p}=1$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square units) of the region enclosed by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square units) of the region enclosed by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$x^2+3y^2=18$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$\sqrt3\pi-\frac34$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$\sqrt3\pi+\frac34$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$\sqrt3\pi+1$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an ellipse and a line, Definite integration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an ellipse and a line, Definite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$\sqrt{a^2-x^2}$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(strips from the line to the ellipse),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meeting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(strips from the line to the ellipse),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meeting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Meeting point: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horizontal strips: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$\frac{x^2}{18}+\frac{y^2}{6}=1$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Meeting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$\frac{x^2}{18}+\frac{x^2}{6}=1\Rightarrow4x^2=18$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horizontal strips: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$x=\sqrt{18\left(1-\frac{y^2}{6}\right)}=\sqrt{18-3y^2}$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$=\int_0^{3/\sqrt2}\sqrt{18-3y^2}\,dy-\int_0^{3/\sqrt2}y\,dy$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$\frac12\left(\frac{3}{\sqrt2}\right)^2=\frac12\cdot\frac92=\frac94$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first integral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$\sqrt3\int_0^{3/\sqrt2}\sqrt{6-y^2}\,dy=\sqrt3\left[\frac y2\sqrt{6-y^2}+3\sin^{-1}\frac{y}{\sqrt6}\right]_0^{3/\sqrt2}$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$\sqrt{6-\frac92}=\sqrt{\frac32}$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y2\sqrt{6-y^2}=\frac{3}{2\sqrt2}\cdot\frac{\sqrt3}{\sqrt2}=\frac{3\sqrt3}{4}$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$\sin^{-1}\frac{3/\sqrt2}{\sqrt6}=\sin^{-1}\frac{\sqrt3}{2}=\frac\pi3$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first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$\sqrt3\left(\frac{3\sqrt3}{4}+\pi\right)=\frac94+\sqrt3\pi$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$=\frac94+\sqrt3\pi-\frac94=\sqrt3\pi$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Stretch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ellipse becomes a circle, areas scale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required region becomes a circular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Stretch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ellipse becomes a circle, areas scale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required region becomes a circular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 the region (first quadrant, below the line) is the sector between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 of slope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$Y=\sqrt3\,y$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$x^2+3y^2=18$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 the region (first quadrant, below the line) is the sector between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Sector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areas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original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Sector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$=\frac12r^2\theta=\frac12\cdot18\cdot\frac\pi3=3\pi$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$(x,y)\to(x,\sqrt3y)$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areas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original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$\frac{3\pi}{\sqrt3}=\sqrt3\pi$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Affine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multiplies every area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(lines stay lines).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whole ellipse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sector of the ellipse swept by the eccentric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Affine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$(x,y)\mapsto\left(x,\frac ab 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multiplies every area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(lines stay lines).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whole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sector of the ellipse swept by the eccentric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$\frac{ab\theta}{2}$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$\frac{\sqrt{18}\sqrt6\,(\pi/3)}{2}=\sqrt3\pi$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$\int\sqrt{a^2-y^2}\,dy=\frac y2\sqrt{a^2-y^2}+\frac{a^2}{2}\sin^{-1}\frac ya$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directrix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corresponding focus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perpendicular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latus rectum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$5x+7y=50$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directrix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corresponding focus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perpendicular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Section formula, Focus, directrix and latus rectum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abscissa of the focus: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abscissa of the focus: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ae=\frac{25}{3}$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$5x+7y=50$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$y=\frac{50}{7}$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$B=\left(0,\frac{50}{7}\right)$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the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abscissa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$P=\left(\frac{0+3\times10}{10},\frac{7\times\frac{50}{7}+0}{10}\right)=(3,5)$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abscissa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ae=\frac{25}{3}$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$a^2=3\cdot\frac{25}{3}=25$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$b^2=a^2(1-e^2)=25-9=16$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$=\frac{2b^2}{a}=\frac{32}{5}$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focus–directrix distance: the semi-latus rectum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distance from the focus to its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focus–directrix distance: the semi-latus rectum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distance from the focus to its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focus–directrix distance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ellipse, the focus–directrix distance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focus–directrix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$\frac{25}{3}-3=\frac{16}{3}$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ellipse, the focus–directrix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ae-ae=\frac{b^2}{ae}$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$ae\cdot\frac ae=a^2=25$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(focus–directrix distance)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(focus–directrix distance)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$=\frac35\cdot\frac{16}{3}=\frac{16}{5}$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$=2\times\frac{16}{5}=\frac{32}{5}$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product of the focus and directrix abscissae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𝑓𝑜𝑐𝑢𝑠-𝑡𝑜-𝑑𝑖𝑟𝑒𝑐𝑡𝑟𝑖𝑥 𝑑𝑖𝑠𝑡𝑎𝑛𝑐𝑒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end of the latus rectum is at the focal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to the directrix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$a^2=(ae)\cdot\left(\frac ae\right)$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product of the focus and directrix abscissae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$=\frac{b^2}{a}=e\times(\text{focus-to-directrix distance})$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end of the latus rectum is at the 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to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$\frac{nA+mB}{m+n}$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parabola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an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eccentricity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focus of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length of the latus rectum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focus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length of 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$\frac{656}{25}$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$\frac{374}{8}$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$\frac{385}{8}$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$\frac{512}{25}$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Focus of a parabola from vertex and directrix, Latus rectum of an ellipse with given eccentricity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focus is the reflection (in the vertex) of the foot of the perpendicular from the vertex to the directrix.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of the parabola is the line through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meets the directrix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 The 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the midpoint of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this foot: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of the parabola is the line through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meets the directrix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$(1.6,2.8)$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$2(1.6)+2.8=6$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$y-3=\frac12(x-2)$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the midpoint of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this foot: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$\frac{\alpha+1.6}{2}=2\Rightarrow\alpha=2.4$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$\frac{\beta+2.8}{2}=3\Rightarrow\beta=3.2$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ellipse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Eccentricity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ellipse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$(2.4,3.2)$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$\frac{(24/10)^2}{a^2}+\frac{(32/10)^2}{b^2}=1$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$1-\frac{b^2}{a^2}=\frac12$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5.76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10.24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10.24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13.12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the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$\frac{5.76}{2b^2}+\frac{10.24}{b^2}=1\Rightarrow b^2=2.88+10.24=13.12=\frac{328}{25}$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the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$=\left(\frac{2b^2}{a}\right)^2=\frac{4b^4}{a^2}=4\cdot\frac{b^2}{a^2}\cdot b^2=4\cdot\frac12\cdot\frac{328}{25}=\frac{656}{25}$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$\frac{656}{25}$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latus rectum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itself, so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 and the ellipse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latus rectum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 and the ellipse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$x^2+2y^2=a^2$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latus rectum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of the parabola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of the directrix foot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$\frac{2b^2}{a}=\frac{a^2}{a}=a$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$\frac{x^2}{a^2}+\frac{2y^2}{a^2}=1$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of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$(2.4,3.2)$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of the directrix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$(1.6,2.8)$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20.48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26.24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(latus rectum)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$a^2=2.4^2+2(3.2)^2=5.76+20.48=26.24=\frac{656}{25}$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(latus rectum)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$^2=a^2=\frac{656}{25}$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$\frac{656}{25}$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of a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vertex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 (the vertex bisects the focus–foot segment);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ellipse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of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$=2V-F_d$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vertex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 (the vertex bisects the focus–foot segment);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$\ell=2a(1-e^2)$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$2a\cdot\frac12=a$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meet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same side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Then, the eccentricity of the locus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the ellipse,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same side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Then, the eccentricity of the locus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$PR:RQ=4:3$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the ellipse,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$\frac{\sqrt{139}}{23}$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$\frac{\sqrt{13}}{7}$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Parametric form of an ellipse and its auxiliary circle, Locus and eccentricity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auxiliary circle and apply the section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$P=(3\cos\theta,2\sin\theta)$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$Q=(3\cos\theta,3\sin\theta)$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auxiliary circle and apply the section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ellipse; the vertical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(same side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$P=(3\cos\theta,2\sin\theta)$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ellipse; the vertical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(same side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$Q=(3\cos\theta,3\sin\theta)$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$PR:RQ=4:3$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$R=\frac{3P+4Q}{7}$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$h=\frac{9\cos\theta+12\cos\theta}{7}=3\cos\theta$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$k=\frac{6\sin\theta+12\sin\theta}{7}=\frac{18\sin\theta}{7}$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 h3=\frac{7h}{21}$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$\sin\theta=\frac{7k}{18}$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$\left(\frac{7h}{21}\right)^2+\left(\frac{7k}{18}\right)^2=1$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is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semi-axes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(major,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is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$\frac{h^2}{3^2}+\frac{k^2}{(18/7)^2}=1$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semi-axes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(major,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$e^2=1-\frac{18^2}{21^2}=\frac{21^2-18^2}{21^2}=\frac{117}{441}$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$e=\frac{\sqrt{117}}{21}=\frac{3\sqrt{13}}{21}=\frac{\sqrt{13}}{7}$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$\frac{\sqrt{13}}{7}$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Vertical scaling: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fixed fraction of the way between two points that are already images of each other under a vertical scaling, so the locus is another vertical scaling of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Vertical scaling: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fixed fraction of the way between two points that are already images of each other under a vertical scaling, so the locus is another vertical scaling of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abscissa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$(x,y)\mapsto\left(x,\frac23y\right)$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$y_P=\frac23y_Q$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$x_P=x_Q$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$R=\frac{3P+4Q}{7}$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abscissa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$y_R=\frac{3\cdot\frac23y_Q+4y_Q}{7}=\frac67y_Q$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traces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locus is the ellipse with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compressed by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direction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traces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$(x,y)\mapsto\left(x,\frac67y\right)$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locus is the ellipse with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compressed by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direction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$e^2=1-k^2=1-\frac{36}{49}=\frac{13}{49}$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$e=\frac{\sqrt{13}}{7}$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$\frac{\sqrt{13}}{7}$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its auxiliary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same vertical line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𝑐𝑖𝑟𝑐𝑙𝑒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squeezed by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one axis is an ellipse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the vertical chord in a fixed ratio traces another ellipse (same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locus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its auxiliary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same vertical line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$y_{\text{ellipse}}=\frac bay_{\text{circle}}$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squeezed by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one axis is an ellipse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the vertical chord in a fixed ratio traces another ellipse (same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$\frac{mQ+nP}{m+n}$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$y=\frac{m+n\,b/a}{m+n}\,y_Q$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ellipses whose centres lie at the origin and major axes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respectively. Let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 point of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ellipses whose centres lie at the origin and major axes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respectively. Let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$R(x_3,y_3)$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 point of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$9(x_1y_1+x_2y_2+x_3y_3)$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circle and to ellipses, Equation of a tangent and the section/midpoint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contact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line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directly; no ellipse equation is needed to get the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contact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line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directly; no ellipse equation is needed to get the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$E_2:\frac{x^2}{c^2}+\frac{y^2}{d^2}=1$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$C:x^2+(y-1)^2=2$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form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points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these two points. The tangent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$xx_1+y(y_1-1)=y_1+1$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form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$\frac{x-1}{-1/\sqrt2}=\frac{y-2}{1/\sqrt2}=\pm\frac{2\sqrt2}{3}$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$x=1\mp\frac23$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$y=2\pm\frac23$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points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$\left(\frac53,\frac43\right)$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$\left(\frac13,\frac83\right)$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these two points.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$\frac{xx_2}{a^2}+\frac{yy_2}{b^2}=1$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$\frac{x_2}{a^2}=\frac{y_2}{b^2}=\frac13$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 The other assignment would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$Q=\left(\frac53,\frac43\right)$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$a^2=5&gt;b^2=4$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$R=\left(\frac13,\frac83\right)$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$c^2=1&lt;d^2=8$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 The other assignment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$a^2=1&lt;b^2=8$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$Q=\left(\frac53,\frac43\right)$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$R=\left(\frac13,\frac83\right)$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$9(x_1y_1+x_2y_2+x_3y_3)=9\left[2+\frac53\cdot\frac43+\frac13\cdot\frac83\right]=9\left[2+\frac{20}{9}+\frac89\right]=18+20+8=46$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tangency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contact points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product of two denominators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tangency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$a^2l^2+b^2m^2=n^2$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contact points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$\left(\frac{a^2}{3},\frac{b^2}{3}\right)$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$x_iy_i$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product of two denominators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contact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$lx+my=n$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$a^2l^2+b^2m^2=n^2$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$\left(\frac{a^2l}{n},\frac{b^2m}{n}\right)$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$\left(\frac{a^2}{3},\frac{b^2}{3}\right)$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$x_2y_2=\frac{a^2b^2}{9}$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$x_3y_3=\frac{c^2d^2}{9}$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$9(x_2y_2+x_3y_3)=a^2b^2+c^2d^2$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line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$Q+R=2P=(2,4)$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$\frac{a^2+c^2}{3}=2$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$\frac{b^2+d^2}{3}=4$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$a^2+c^2=6$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$b^2+d^2=12$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$9+9=18$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$|x_2-1|=\frac23$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$\frac{a^2}{3}=1\pm\frac23$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$9(x_1y_1+x_2y_2+x_3y_3)=18+a^2b^2+c^2d^2=18+20+8=46$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contact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contact point with a central ellipse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changes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use it to move a given distance along a tangent.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$lx+my=n$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$a^2l^2+b^2m^2=n^2$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$\left(\frac{a^2l}{n},\frac{b^2m}{n}\right)$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contact point with a central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$\left(\frac{a^2}{c},\frac{b^2}{c}\right)$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changes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$\frac{d}{\sqrt{1+m^2}}$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use it to move a given distance along a tangent.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ellipse. Ellipses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are constructed such that their centres and eccentricities are same as that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length of minor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major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ellipse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$E_1:\frac{x^2}{9}+\frac{y^2}{4}=1$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ellipse. Ellipses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are constructed such that their centres and eccentricities are same as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length of minor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major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$(i\ge1)$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$\frac5\pi\left(\sum_{i=1}^{\infty}A_i\right)$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179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Eccentricity and area of an ellipse, Infinite 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Each ellipse is a scaled copy of the previous one, so the areas form a geometric series.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eccentricity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major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major axis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$E_1:\frac{x^2}{9}+\frac{y^2}{4}=1$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$e=\sqrt{1-\frac49}=\frac{\sqrt5}{3}$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major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$E_2:\frac{x^2}{a^2}+\frac{y^2}{4}=1$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major axis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$\frac{\sqrt5}{3}=\sqrt{1-\frac{a^2}{4}}\Rightarrow\frac59=1-\frac{a^2}{4}\Rightarrow a^2=\frac{16}{9}$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$E_2:\frac{x^2}{16/9}+\frac{y^2}{4}=1$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major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major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$E_3:\frac{x^2}{16/9}+\frac{y^2}{b^2}=1$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$\frac{\sqrt5}{3}=\sqrt{1-\frac{b^2}{16/9}}\Rightarrow b^2=\frac{64}{81}$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$A_1=\pi(3)(2)=6\pi$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$A_2=\pi\left(\frac43\right)(2)=\frac{8\pi}{3}$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$A_3=\pi\left(\frac43\right)\left(\frac89\right)=\frac{32\pi}{27}$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$\frac{A_2}{A_1}=\frac{A_3}{A_2}=\frac49$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A_i=6\pi+\frac{8\pi}{3}+\frac{32\pi}{27}+\cdots=\frac{6\pi}{1-\frac49}=\frac{54\pi}{5}$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$\frac5\pi\sum A_i=\frac5\pi\cdot\frac{54\pi}{5}=54$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eccentricity means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similar; the linear scale factor between successive ellipses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ratio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computation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eccentricity means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similar; the linear scale factor between successive ellipses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ba=\frac23$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ratio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$\left(\frac23\right)^2$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computation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$E_2,E_3$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with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next ellipse has semi-major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shape, so its semi-minor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semi-axis is multiplied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by the common eccentricity).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(about the centre, with the axes swapped),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with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next ellipse has semi-major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shape, so its semi-minor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$q\cdot\frac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semi-axis is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qp=\frac23$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by the common eccentricity).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(about the centre, with the axes swapped),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$A_{i+1}=\left(\frac23\right)^2A_i=\frac49A_i$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$A_1=\pi\cdot3\cdot2=6\pi$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A_i=\frac{6\pi}{1-4/9}=\frac{54\pi}{5}$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$\frac5\pi\sum A_i=54$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conic family with the same eccentricity, shape is fixed: if each member's length scale is multiplied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areas are multiplied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conic family with the same eccentricity, shape is fixed: if each member's length scale is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areas are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ba=\sqrt{1-e^2}$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$\sum_{i\ge1}A_1r^{2(i-1)}=\frac{A_1}{1-r^2}$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of intersection of two distinct conics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area of the rectangle formed by the intersection points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of intersection of two distinct conics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area of the rectangle formed by the intersection points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two conics lying on a given curve, Area of a rectangle from symmetric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both conics; two equations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(reject the value that makes the conics coincide).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both conics; two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(reject the value that makes the conics coincide).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conics.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rejected: then 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same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conics must be distinct).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conics.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$x^2+3x^2=4b$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$\frac{x^2}{16}+\frac{3x^2}{b^2}=1$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$\frac{b}{16}+\frac3b=1$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$b^2-16b+48=0$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rejected: then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same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conics must be distinct).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of intersection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rectangle has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of intersection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$\left(\pm\sqrt{12},\pm6\right)$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rectangle has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$=12\times2\sqrt{12}=48\sqrt3$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$=3\sqrt3\times48\sqrt3=432$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pencil of conics: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pair of lines through the four common points; it must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pencil of conics: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$S_2+\mu S_1=0$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pair of lines through the four common points; it must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Every conic through their four common points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a homogeneous (pair of lines through the origin), kill the constant: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must be the pair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$S_1:x^2+y^2-4b=0$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$S_2:\frac{x^2}{16}+\frac{y^2}{b^2}-1=0$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Every conic through their four common points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$S_2+\mu 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a homogeneous (pair of lines through the origin), kill the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$-1-4b\mu=0$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$\mu=-\frac{1}{4b}$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$\left(\frac1{16}-\frac1{4b}\right)x^2+\left(\frac1{b^2}-\frac1{4b}\right)y^2=0$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must be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$y^2=-\frac{\frac1{16}-\frac1{4b}}{\frac1{b^2}-\frac1{4b}}x^2=3x^2$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$\frac1{16}-\frac1{4b}=-3\left(\frac1{b^2}-\frac1{4b}\right)$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$b^2-4b=-48+12b$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$b^2-16b+48=0$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$=4|x||y|=4\sqrt{12}\cdot6=48\sqrt3$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$3\sqrt3\cdot48\sqrt3=432$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common points of two conics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every member of the pencil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cancel the constant term gives the pair of lines through the origin that contains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common points of two central conics are symmetric about both axes, they form a rectangle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conics from the same family can coincide for special parameters — always check a root for degeneracy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common points of two conics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every member of the pencil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$S_2+\mu 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cancel the constant term gives the pair of lines through the origin that contains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common points of two central conics are symmetric about both axes, they form a rectangle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$4|x||y|$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conics from the same family can coincide for special parameters — always check a root for degeneracy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one focus of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corresponding directrix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the eccentricity and the length of the latus rectum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one focus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$(\sqrt{10},0)$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corresponding directrix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$x=\frac{9}{\sqrt{10}}$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the eccentricity and the length of 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$9(e^2+l)$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Focus, directrix and eccentricity of a hyperbola, Latus rectum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Focus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directrix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Focus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$ae=\sqrt{10}$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directrix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ae=\frac9{\sqrt{10}}$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the two: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$(ae,0)=(\sqrt{10},0)$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ae=\frac{9}{\sqrt{10}}$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the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$e^2=\frac{10}{9}$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$e=\frac{\sqrt{10}}{3}$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$(ae)^2=a^2+b^2$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$10=9+b^2$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$l=\frac{2b^2}{a}=\frac{2(1)}{3}=\frac23$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$9(e^2+l)=9\left(\frac{10}{9}+\frac23\right)=10+6=16$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semi-latus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focus–directrix distance,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without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semi-latus rectum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focus–directrix distance,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without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Focus–directrix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Eccentricity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Focus–directrix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$=\sqrt{10}-\frac{9}{\sqrt{10}}=\frac{1}{\sqrt{10}}$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$e=\frac{\sqrt{10}}{3}$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$=e\times\frac1{\sqrt{10}}=\frac13$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$9(e^2+l)=9\cdot\frac{10}{9}+9\cdot\frac23=10+6=16$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focus–directrix identity holds for the ellipse: 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(focus–directrix distance).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Focus–directrix distance of a hyperbola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$a^2=(ae)\cdot\frac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$=\frac{2b^2}{a}=2a(e^2-1)$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focus–directrix identity holds for the ellipse: 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(focus–directrix distance).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Focus–directrix distance of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$=ae-\frac ae=\frac{b^2}{ae}$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sum of the focal distances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of the focal distances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sum of the focal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$8\sqrt{\frac53}$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of the focal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$9l^2+6m$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distances of a point on a hyperbola, Latus rectum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focal distances of a point of a hyperbola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focal distances of a point of a hyperbola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$ex\pm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their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$2ex$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$PS_1=ex+a$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$PS_2=ex-a$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$PS_1+PS_2=8\sqrt{\frac53}$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$(ex+a)+(ex-a)=8\sqrt{\frac53}$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$2e(4)=8\sqrt{\frac53}$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$e=\sqrt{\frac53}$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$b^2=a^2(e^2-1)=a^2\left(\frac53-1\right)=\frac23a^2$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$\frac{16}{a^2}-\frac{9}{\frac23a^2}=1\Rightarrow\frac{16}{a^2}-\frac{27}{2a^2}=1\Rightarrow\frac{5}{2a^2}=1$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$l^2=\left(\frac{2b^2}{a}\right)^2=\frac{4b^4}{a^2}=\frac{4\cdot\frac{25}{9}}{\frac52}=\frac{40}{9}$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$m=(ex+a)(ex-a)=e^2x^2-a^2=\frac53\cdot16-\frac52=\frac{145}{6}$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$9l^2+6m=9\cdot\frac{40}{9}+6\cdot\frac{145}{6}=40+145=185$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185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hyperbola,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$d_1+d_2=S$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$|d_1-d_2|=2a$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hyperbola,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$m=d_1d_2=\frac{S^2-4a^2}{4}$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$S=d_1+d_2=8\sqrt{\frac53}$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$S^2=\frac{320}{3}$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$|d_1-d_2|=2a$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$m=d_1d_2=\frac{S^2-(d_1-d_2)^2}{4}=\frac{\frac{320}{3}-4a^2}{4}=\frac{80}{3}-a^2$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$S=2ex=8e$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$m=\frac{80}{3}-\frac52=\frac{145}{6}$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$l^2=\frac{4b^4}{a^2}=\frac{40}{9}$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$9l^2+6m=40+145=185$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185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branch)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analogue: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known, one point on the curve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$|PS_1-PS_2|=2a$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branch)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$PS_1+PS_2=2ex$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$PS_1\cdot PS_2=e^2x^2-a^2$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analogue: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$PS_1+PS_2=2a$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$PS_1\cdot PS_2=a^2-e^2x^2$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known, one point on the curve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$\theta\in\left[-\frac\pi3,0\right]$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$(x,y)=\left(3\tan\left(\theta+\frac\pi3\right),2\tan\left(\theta+\frac\pi6\right)\right)$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$xy+\alpha x+\beta y+\gamma=0$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Addition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elimination of a parameter, Parametric to Cartesian form of a curve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Addition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elimination of a parameter, Parametric to Cartesian form of a curve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both tangents with the addition formula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both tangents with the addition formula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(1) in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$x=3\tan\left(\theta+\frac\pi3\right)=3\cdot\frac{\tan\theta+\sqrt3}{1-\sqrt3\tan\theta}$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$x-\sqrt3x\tan\theta=3\tan\theta+3\sqrt3\Rightarrow\tan\theta=\frac{x-3\sqrt3}{3+\sqrt3x}$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$y=2\tan\left(\theta+\frac\pi6\right)=2\cdot\frac{\tan\theta+\frac1{\sqrt3}}{1-\frac{\tan\theta}{\sqrt3}}$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$2\left(\sqrt3\tan\theta+1\right)=y\left(\sqrt3-\tan\theta\right)$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(1) in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$2\left(\frac{x-3\sqrt3}{\sqrt3+x}+1\right)=y\left(\sqrt3-\frac{x-3\sqrt3}{\sqrt3(\sqrt3+x)}\right)$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$3+\sqrt3x=\sqrt3(\sqrt3+x)$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 denominators: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 denominators: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$2\sqrt3\left(x-3\sqrt3+x+\sqrt3\right)=y\left(3(\sqrt3+x)-x+3\sqrt3\right)$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$4\sqrt3x-12=y\left(2x+6\sqrt3\right)$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$2xy+6\sqrt3y-4\sqrt3x+12=0$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$xy-2\sqrt3x+3\sqrt3y+6=0$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$\alpha^2+\beta^2+\gamma^2=12+27+36=75$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bilinear (Möbius) relation,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fixed by three special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$\tan\left(A+\frac\pi6\right)$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bilinear (Möbius) relation,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$xy+\alpha x+\beta y+\gamma=0$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fixed by three special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Möbius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relation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three convenient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Möbius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relation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$xy+\alpha x+\beta y+\gamma=0$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three convenient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$(x,y)=(3\tan\frac\pi6,\,2\tan0)=(\sqrt3,0)$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$\sqrt3\alpha+\gamma=0$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$(x,y)=(0,\,2\tan(-\frac\pi6))=\left(0,-\frac2{\sqrt3}\right)$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$-\frac{2}{\sqrt3}\beta+\gamma=0$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$(x,y)=\left(3\sqrt3,\frac2{\sqrt3}\right)$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$6+3\sqrt3\alpha+\frac2{\sqrt3}\beta+\gamma=0$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$\alpha=-\frac{\gamma}{\sqrt3}$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$\beta=\frac{\sqrt3\gamma}{2}$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$6-3\gamma+\gamma+\gamma=0$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$\alpha^2+\beta^2+\gamma^2=12+27+36=75$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linear-fractional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a bilinear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rectangular hyperbola with axes parallel to the coordinate axes).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Such a relation with three unknown ratios is pinned down by three parameter values — often the ones where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or is undefined.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Möbius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linear-fractional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a bilinear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$Axy+Bx+Cy+D=0$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rectangular hyperbola with axes parallel to the coordinate axes).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Such a relation with three unknown ratios is pinned down by three parameter values — often the ones where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or is undefined.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$\tan(A+B)=\frac{\tan A+\tan B}{1-\tan A\tan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$\tan(\theta+c)$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Möbius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eccentricities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of the ellipse having its axes along the coordinate axes and passing through all four foci (two of the ellipse and two of the hyperbola)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eccentricities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$\frac{x^2}{b^2}+\frac{y^2}{25}=1$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of the ellipse having its axes along the coordinate axes and passing through all four foci (two of the ellipse and two of the hyperbola)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Eccentricity of an ellipse and of a hyperbola, Ellipse through given points (foci)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new ellipse has the foci as its axis end points, so its semi-axes are the two focal distances.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$e_1e_2=1$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new ellipse has the foci as its axis end points, so its semi-axes are the two focal distances.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 (major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 hyperbola: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 (major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$e_1^2=1-\frac{b^2}{25}$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$e_2^2=1+\frac{b^2}{16}$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$e_1e_2=1\Rightarrow e_1^2e_2^2=1\Rightarrow\left(\frac{25-b^2}{25}\right)\left(\frac{16+b^2}{16}\right)=1$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$400+9b^2-b^4=400$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$e_1^2=\frac{16}{25}$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$e_2^2=\frac{25}{16}$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of the ellipse: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Foci of the hyperbola: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ellipse has axes along the coordinate axes and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semi-axes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of the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$F_1,F_2=(0,\pm ae_1)=(0,\pm4)$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$F_1F_2=2\cdot5\cdot\frac45=8$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Foci of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$(\pm4e_2,0)=(\pm5,0)$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$F_3F_4=2\cdot4\cdot\frac54=10$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ellipse has axes along the coordinate axes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semi-axes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$e=\sqrt{1-\frac{64}{100}}=\sqrt{\frac{36}{100}}=\frac{6}{10}=\frac35$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focal half-distances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focal half-distances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$c_1^2+c_2^2=41$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$c_1c_2=20$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Hyperbola: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$c_1^2=25-b^2$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$e_1=\frac{c_1}{5}$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$c_2^2=16+b^2$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$e_2=\frac{c_2}{4}$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$e_1e_2=1\Rightarrow c_1c_2=20$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$c_1^2+c_2^2=41$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$(c_1+c_2)^2=41+40=81$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$(c_2-c_1)^2=41-40=1$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$\{c_1,c_2\}=\{4,5\}$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ellipse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ellipse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c_1)=(0,\pm4)$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c_2,0)=(\pm5,0)$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$e=\frac{\sqrt{25-16}}{5}=\frac35$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unknowns often removes the shared parameter (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axes-aligned ellipse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limUp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lim>
                            </m:limUpp>
                          </m:num>
                          <m:den>
                            <m:limUp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lim>
                            </m:limUp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$\frac{x^2}{b^2}+\frac{y^2}{a^2}=1$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unknowns often removes the shared parameter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$c_1^2+c_2^2=a^2+a'^2$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axes-aligned ellipse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p,0)$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$e=\sqrt{1-\frac{\min^2}{\max^2}}$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product of the focal distances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length of the conjugate axis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its latus rectum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product of the focal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$P\left(4,2\sqrt3\right)$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length of the conjugate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its latus rectum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distances of a point on a hyperbola, Conjugate axis and latus rectum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squared distances from the foci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$|PS_1-PS_2|=2a$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$PS_1\cdot PS_2=32$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squared distances from the foci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$P\left(4,2\sqrt3\right)$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$\frac{16}{a^2}-\frac{12}{b^2}=1$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$16b^2-12a^2=a^2b^2$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$PS_1\cdot PS_2=32$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$|PS_1-PS_2|=2a$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$PS_1^2+PS_2^2-2PS_1\cdot PS_2=4a^2$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$PS_1^2+PS_2^2=(ae-4)^2+12+(ae+4)^2+12=2a^2e^2+56$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$2a^2e^2+56-64=4a^2$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$2a^2e^2-8=4a^2$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$a^2e^2=a^2+b^2$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$2(a^2+b^2)-8=4a^2\Rightarrow b^2-a^2=4$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$16(a^2+4)-12a^2=a^2(a^2+4)\Rightarrow4a^2+64=a^4+4a^2$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$p^2+q^2=4b^2+\frac{4b^4}{a^2}=48+\frac{4\cdot144}{8}=48+72=120$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any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 identity), so the given product directly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any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$PS_1\cdot PS_2=OP^2+b^2-a^2$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 identity), so the given product directly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hyperbola,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hyperbola,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$PS_1\cdot PS_2=e^2x^2-a^2=\frac{a^2+b^2}{a^2}x^2-a^2=x^2+\frac{b^2x^2}{a^2}-a^2$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$\frac{b^2x^2}{a^2}=y^2+b^2$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$PS_1\cdot PS_2=x^2+y^2+b^2-a^2=OP^2+b^2-a^2$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$OP^2=16+12=28$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$32=28+b^2-a^2$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$\frac{16}{a^2}-\frac{12}{a^2+4}=1$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$16a^2+64-12a^2=a^4+4a^2\Rightarrow a^4=64$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$p^2+q^2=4b^2+\frac{4b^4}{a^2}=48+72=120$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analogue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hyperbola identity at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Conjugate axis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$PS_1\cdot PS_2=OP^2+b^2-a^2$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analogue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$PS_1\cdot PS_2=a^2+b^2-OP^2$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hyperbola identity at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$PS_1\cdot PS_2=(ae-a)(ae+a)=a^2(e^2-1)=b^2$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$OP^2+b^2-a^2=a^2+b^2-a^2=b^2$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Conjugate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$p^2+q^2=4b^2+\frac{4b^4}{a^2}$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intersection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intersection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$x^2+y^2-8x=0$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$\frac{x^2}{9}-\frac{y^2}{4}=1$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$x+9y=36$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$6x-9y=20$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$4x-9y=12$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$9x-9y=32$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circle and a hyperbola, Locus of the centroid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(they share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centroid is then a fixed shrinking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(they share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centroid is then a fixed shrinking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from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from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$\frac{x^2}{9}-\frac{y^2}{4}=1$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$\frac{x^2}{9}-\frac{8x-x^2}{4}=1$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$4x^2-9(8x-x^2)=36\Rightarrow4x^2-72x+9x^2=36\Rightarrow13x^2-72x-36=0$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$(13x+6)(x-6)=0$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$x_1=-\frac{6}{13}$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$x=-\frac6{13}$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$y^2=4\left(\frac{x^2}{9}-1\right)=4\left(\frac{4}{169}-1\right)&lt;0$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centroid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$y^2=4\left(\frac{36}{9}-1\right)=12$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$A=(6,2\sqrt3)$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$B=(6,-2\sqrt3)$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$P=(x_3,y_3)$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$2x_3-3y_3+4=0$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$h=\frac{6+6+x_3}{3}\Rightarrow x_3=3h-12$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$k=\frac{2\sqrt3-2\sqrt3+y_3}{3}\Rightarrow y_3=3k$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$2(3h-12)-3(3k)+4=0\Rightarrow6h-24-9k+4=0\Rightarrow6h-9k-20=0$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centroid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$6x-9y=20$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$6x-9y=20$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the homothety with centre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maps a line to a parallel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is the image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the homothety with centre the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maps a line to a parallel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so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image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the homothety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a line parallel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image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$A=(6,2\sqrt3)$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$B=(6,-2\sqrt3)$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so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$G=\frac{P+A+B}{3}=\frac{P+2M}{3}$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$G-M=\frac{P-M}{3}$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image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the homothety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a line parallel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image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$M+\frac{(-2,0)-M}{3}=\left(6-\frac83,0\right)=\left(\frac{10}{3},0\right)$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line has the same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line has the same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$\left(\frac{10}3,0\right)$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$y=\frac23\left(x-\frac{10}{3}\right)$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$9y=6x-20$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$6x-9y=20$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$6x-9y=20$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the homothety about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similar (here parallel) copy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locus.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centroid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intersecting two conics, eliminate one variable and check each root for reality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$G=\frac{P+A+B}{3}$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the homothety about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similar (here parallel) copy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locus.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$A+B=(s,t)$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centroid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$a(3h-s)+b(3k-t)+c=0$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intersecting two conics, eliminate one variable and check each root for reality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centre at the origin and foci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touching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having the centre at the origin.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touching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vertex and having the centre at one of its foci. If areas (in sq. units)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the length (in units) of latus rectum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centre at the origin and foci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touching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having the centre at the origin.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touching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vertex and having the centre at one of its foci. If areas (in sq. units)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the length (in units) of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$\frac{28}{3}$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 touching a hyperbola at its vertices, Latus rectum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centred at the origin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at its vertices, so its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centred at the origin touches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at its vertices, so its radius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at the origin,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at the origin,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at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and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$C_2:(x-ae)^2+y^2=(ae-a)^2$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at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and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$C_1=\pi a^2=36\pi\Rightarrow 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$C_2=\pi a^2(e-1)^2=4\pi\Rightarrow a(e-1)=2$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$e-1=\frac13$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$=\frac{2b^2}{a}=2a(e^2-1)$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$e^2-1=\frac{16}{9}-1=\frac79$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$=2\cdot6\cdot\frac79=12\cdot\frac79=\frac{28}{3}$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$\frac{28}{3}$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the vertex–focus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radius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the vertex–focus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$c-a=2$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$b^2=c^2-a^2$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vertices);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the distance from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vertices);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the distance from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$b^2=c^2-a^2=64-36=28$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$=\frac{2b^2}{a}=\frac{56}{6}=\frac{28}{3}$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$\frac{28}{3}$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centred at the centre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hyperbola only if its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the vertices); a circle centred at a focus touching at a vertex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vertex–focus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directly; translate geometry (touching at a vertex) into a distance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centred at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hyperbola only if its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the vertices); a circle centred at a focus touching at a vertex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$ae-a=c-a$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vertex–focus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directly; translate geometry (touching at a vertex) into a distance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foci of a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with the foci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eccentricity of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reciprocal of the eccentricity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transverse axis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its conjugate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foci of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with the foci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$E:\frac{(x-1)^2}{100}+\frac{(y-1)^2}{75}=1$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eccentricity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reciprocal of the eccentricity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transverse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its conjugate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$3\alpha^2+2\beta^2$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Foci of an ellipse with shifted centre, Hyperbola with given foci and eccentricity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hyperbola has the same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hyperbola has the same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same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 ce_2$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$a_E^2=100$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$b_E^2=75$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$e_1=\sqrt{1-\frac{75}{100}}=\sqrt{\frac14}=\frac12$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hyperbola's eccentricity is the reciprocal: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transverse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hyperbola's eccentricity is the reciprocal: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$(1\pm a_Ee_1,1)=(1\pm5,1)$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$F_1=(6,1)$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$F_2=(-4,1)$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$F_1F_2=10$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$2ae_2=10$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conjugate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$e_2^2=1+\frac{b^2}{a^2}\Rightarrow4=1+\frac{b^2}{a^2}\Rightarrow b^2=3a^2=\frac{75}{4}$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$b=\frac{5\sqrt3}{2}$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conjugate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$\beta=2b=5\sqrt3$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$3\alpha^2+2\beta^2=3\cdot25+2\cdot25\cdot3=75+150=225$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foci as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foci as given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$c=ae$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$\alpha^2=\frac{4c^2}{e^2}$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$\beta^2=4c^2\frac{e^2-1}{e^2}$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 the distance between the foci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shared by the ellipse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 the distance between the foci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shared by the ellipse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ce=\frac52$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$\alpha^2=4a^2=25$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$b^2=c^2-a^2=25-\frac{25}{4}=\frac{75}{4}$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$\beta^2=4b^2=75$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$3\alpha^2+2\beta^2=75+150=225$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Conics with the same foci share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(confocal):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Translating the centre does not change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only the position of the foci.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Transverse axis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conjugate axis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Conics with the same foci share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(confocal):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Translating the centre does not change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$a,b,e,c$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only the position of the foci.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$=2a=\frac{2c}{e}$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conjugate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$=2b=2c\frac{\sqrt{e^2-1}}{e}$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the foci of the hyperbola.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length of the chord of the ellipse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$\frac{x^2}{16}-\frac{y^2}{9}=1$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the foci of the hyperbola.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length of the chord of the ellipse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$\frac{8\sqrt5}{3}$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Foci and eccentricity of a hyperbola and an ellipse, Chord of an ellipse parallel to an 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 passes through the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its major 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 passes through the foci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$(\pm5,0)$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its major axis,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$e_2=\frac45$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$e_1=\sqrt{1+\frac{9}{16}}=\frac54$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$e_1e_2=1\Rightarrow e_2=\frac45=\sqrt{1-\frac{b^2}{25}}\Rightarrow\frac{16}{25}=\frac{25-b^2}{25}$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$\frac{x^2}{25}+\frac{y^2}{9}=1$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$\frac{x^2}{25}=1-\frac49=\frac59$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$x=\pm\frac{5\sqrt5}{3}$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$\frac{10\sqrt5}{3}$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auxiliary circle: the ellipse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squeezed vertically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chord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circle's chord at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auxiliary circle: the ellipse is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squeezed vertically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chord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circle's chord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$\frac{10}{3}$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ellipse is the image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ellipse is the image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Half-chord of the circle at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 lengths are unchanged by the squeeze).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Half-chord of the circle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$\sqrt{25-\frac{100}{9}}=\frac{\sqrt{125}}{3}=\frac{5\sqrt5}{3}$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 lengths are unchanged by the squeeze).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$=2\cdot\frac{5\sqrt5}{3}=\frac{10\sqrt5}{3}$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$\frac{10\sqrt5}{3}$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conic through a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hyperbola, with its axes along the coordinate axes and major axis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point is a vertex of the ellipse.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ellipse: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handy for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conic through a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hyperbola, with its axes along the coordinate axes and major axis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point is a vertex of the ellipse.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$2a\sqrt{1-\frac{k^2}{b^2}}$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$\frac{x^2}{a_1^2}-\frac{y^2}{b_1^2}=1$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$e_2=\frac{a_1}{c_1}$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handy for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first quadrant such that the area of triangle formed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foci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square of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$H:\frac{x^2}{9}-\frac{y^2}{4}=1$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first quadrant such that the area of triangle formed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foci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square of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Foci of a hyperbola and the area of the focal triangle, Parametric form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focal triangle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height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the hyperbola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focal triangle has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$2ae=2\sqrt{13}$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height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$y_P=2$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the hyperbola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$H:\frac{x^2}{9}-\frac{y^2}{4}=1$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$e^2=1+\frac{b^2}{a^2}=1+\frac49=\frac{13}{9}$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$S_1,S_2=(\pm 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$S_1S_2=2ae=2\times3\times\frac{\sqrt{13}}{3}=2\sqrt{13}$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PS_1S_2=\frac12\times\beta\times S_1S_2=\frac12\beta\cdot2\sqrt{13}=2\sqrt{13}$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$\frac{\alpha^2}{9}-\frac{\beta^2}{4}=1\Rightarrow\frac{\alpha^2}{9}-1=1\Rightarrow\alpha^2=18$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$=\sqrt{\alpha^2+\beta^2}=\sqrt{18+4}=\sqrt{22}$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area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 off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$P=(3\sec t,2\tan 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area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t=1$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$OP^2=9\sec^2t+4\tan^2t$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 off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focal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$P=(3\sec t,2\tan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focal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$=\frac12\cdot2\sqrt{13}\cdot2\tan t=2\sqrt{13}\tan t=2\sqrt{13}$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$OP^2=9\sec^2t+4\tan^2t=18+4=22$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parametrises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focal triangle of a hyperbola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an ellipse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focal triangle area can also be written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hyperbola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ellipse.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$P=(a\sec t,b\tan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parametrises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$OP^2=a^2\sec^2t+b^2\tan^2t$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focal triangle of a hyperbola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an ellipse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focal triangle area can also be written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hyperbola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$\theta=\angle S_1PS_2$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ellipse.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Coordinate Geometry 06 Ellipse and Hyperbola (PDF Q101–Q120, numbered 1–20)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