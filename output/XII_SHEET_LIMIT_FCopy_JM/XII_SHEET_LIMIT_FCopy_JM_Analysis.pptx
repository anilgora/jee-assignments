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Sheet1!$A$2:$A$23</c:f>
              <c:strCache>
                <c:ptCount val="2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1.0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1.0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3.0</c:v>
                </c:pt>
                <c:pt idx="19">
                  <c:v>2.0</c:v>
                </c:pt>
                <c:pt idx="20">
                  <c:v>2.0</c:v>
                </c:pt>
                <c:pt idx="21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the expansions with sign slips: $\beta\left(x+\frac{x^2}{2}+\frac{x^3}{3}\right)$ for $\ln(1+x)$ (should alternate: $x-\frac{x^2}2+\frac{x^3}3$) and $-\gamma x^2(1+x+\cdots)$ for $+\gamma x^2e^{-x}=\gamma x^2(1-x+\cdots)$. The three coefficient equations it then writes are the correct ones, so only the expansion line is fixed; answer 3 unchanged. It also mistypes 'β - 6' for 'β = 6'.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mixes up the symbols: it uses $x$ for both the variable and the summation index (lines like 'x(x+1)x^2+2(2x+1)x+2', 'hx+2' and 'lim x-&gt;2 sum x=1 to 9'), and the factorisation is printed with these slips. Rewritten with $n$ as the index; the factorisation, telescoping and final value $\frac{9}{44}$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the $[x]=6$ side (x tends to 7 from the left) as R.H.L. and the $[x]=7$ side as L.H.L.; the labels are swapped. The equation $\frac{24}{6-3a}=\frac{25}{7-3a}$ and the answer $a=-6$ are unaffected. The cross-multiplication step, skipped in the PDF, is written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lines are mis-typed: 'tan(cot^{-2} 2)' appears where $\tan(\cot^{-1}2)$ is meant, and the factor 6 is dropped/restored inconsistently between lines. Rewritten cleanly as $6\tan\left(\frac\pi2-\tan^{-1}2\right)=6\tan(\cot^{-1}2)=6\cdot\frac12$; answer 3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is a long, hard-to-follow simplification of the combined fraction (with a stray line such as '12 - 3(4) + 8x1 - 8 + 3cos2 - 3cos2' that does not follow from the previous line) and ends with 'Using L'H rule = e^0 = 1'. The answer 1 is right, but the intermediate algebra is not verifiable, so the working is rewritten with the substitution $g(y)=y^3+2y^2+3\sin y$ (same 1^infinity + L'Hopital route).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Limits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XII SHEET LIMIT · Exercise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g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g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July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$\lim_{x\to0}\left(\frac{x}{\sqrt[8]{1-\sin x}-\sqrt[8]{1+\sin x}}\right)$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July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using binomial series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even powers cancel, leaving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leading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$(1-\sin x)^{1/8}-(1+\sin x)^{1/8}$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even powers cancel,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$-\frac14\sin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leading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denominator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 both terms by the binomial series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the even-power terms cancel and the odd-power terms double, so 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denominator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$(1-\sin x)^{1/8}-(1+\sin x)^{1/8}$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 both terms by the binomial series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$(1\mp\sin x)^{1/8}=1\mp\frac18\sin x+\frac{\frac18\left(\frac18-1\right)}{2!}\sin^2x\mp\frac{\frac18\left(\frac18-1\right)\left(\frac18-2\right)}{3!}\sin^3x+\cdots$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the even-power terms cancel and the odd-power terms double, so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$-\frac28\sin x-\frac{2\cdot\frac18\left(\frac18-1\right)\left(\frac18-2\right)}{3!}\sin^3x-\cdots$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common: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$-\frac28\sin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common: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$=-\frac28\sin x\left[1+\frac{\left(\frac18-1\right)\left(\frac18-2\right)}{3!}\sin^2x+\cdots\right]$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$\frac{x}{-\frac28\sin x\,[1+\cdots]}$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$\frac{x}{\sin 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$=\frac{1}{-\frac28}\cdot[1+0]=-4$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$a^8-b^8=(a-b)(a^7+a^6b+\cdots+b^7)$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$a=(1-\sin x)^{1/8}$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$b=(1+\sin x)^{1/8}$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eight-term sum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$a=(1-\sin x)^{1/8}$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$b=(1+\sin x)^{1/8}$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$a^8-b^8=-2\sin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$a^8-b^8=(a-b)\left(a^7+a^6b+\cdots+b^7\right)$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$a-b=\frac{-2\sin x}{a^7+a^6b+\cdots+b^7}$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eight-term sum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$a-b\sim-\frac{2\sin x}{8}=-\frac{\sin 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$\frac{x}{a-b}\to\frac{x}{-\frac14\sin x}=-4$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bracket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terms double, even terms cancel);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limit whose denominator is a difference of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(small) is a derivative in disguise.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$a-b\approx\frac{a^n-b^n}{n}$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$a^n-b^n=(a-b)(a^{n-1}+\cdots+b^{n-1})$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bracket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$(1-u)^p-(1+u)^p\approx-2pu$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terms double, even terms cancel);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u4$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limit whose denominator is a difference of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(small) is a derivative in disguise.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 [JEE(Main) July 2021]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$\lim_{x\to0}\left(2-\cos x\sqrt{\cos2x}\right)^{\left(\frac{x+2}{x^2}\right)}$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 [JEE(Main) July 2021]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the form 1^∞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rationalise and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$\lim f^g=e^{\lim g(f-1)}$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rationalise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$\sin^2x\sim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$2-\cos x\sqrt{\cos2x}\to1$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$\frac{x+2}{x^2}\to\infty$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f^g=e^{\lim g(f-1)}$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$a=\lim_{x\to0}\frac{x+2}{x^2}\left(1-\cos x\sqrt{\cos2x}\right)$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x\sqrt{\cos2x}=\frac{1-\cos^2x\cos2x}{1+\cos x\sqrt{\cos2x}}$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$a=\lim\frac{2\left(1-\cos^2x\cos2x\right)}{x^2\left(1+\cos x\sqrt{\cos2x}\right)}=\lim\frac{2\left(1-\cos^2x\cos2x\right)}{2x^2}$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$\cos2x=2\cos^2x-1$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$1-\cos^2x(2\cos^2x-1)=1+\cos^2x-2\cos^4x$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$a=\lim\frac{1+\cos^2x-2\cos^4x}{x^2}$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$1+\cos^2x-2\cos^4x=(1-\cos^2x)(1+2\cos^2x)$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$a=\lim\frac{(1-\cos^2x)(1+2\cos^2x)}{x^2}=\lim\frac{3\sin^2x}{x^2}=3$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$1+2\cos^2x\to3$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so no rationalising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x\sqrt{\cos2x}$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so no rationalising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x=1-\frac{x^2}{2}+\cdots$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$\cos2x=1-2x^2+\cdots$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$\sqrt{\cos2x}=1-x^2+\cdots$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x\sqrt{\cos2x}=\left(1-\frac{x^2}2\right)(1-x^2)+\cdots=1-\frac32x^2+\cdots$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$2-\cos x\sqrt{\cos2x}=1+\frac32x^2+\cdots$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$f-1\approx\frac32x^2$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$a=\lim\frac{x+2}{x^2}\cdot\frac32x^2=\lim\frac32(x+2)=3$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expansions to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∏"/>
                                <m:limLoc m:val="undOvr"/>
                                <m:subHide m:val="off"/>
                                <m:sup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</m:nary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doubles it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f^g=e^{\lim g(f-1)}$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expansions to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x\approx1-\frac{x^2}2$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$\sqrt{\cos kx}\approx1-\frac{k^2x^2}{4}$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x\sqrt{\cos2x}\approx1-\frac32x^2$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$\lim_{x\to0}\left(2-\prod_i\cos k_ix\right)^{1/x^2}=e^{\frac12\sum k_i^2}$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$\sqrt{\cos2x}\approx\cos(\sqrt2x)$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doubles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 [JEE(Main) July 2021]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$\lim_{x\to0}\frac{\alpha xe^x-\beta\log_e(1+x)+\gamma x^2e^{-x}}{x\sin^2x}=10$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 [JEE(Main) July 2021]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using Maclaurin series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must vanish and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$\sim 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must vanish and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expand the numerator in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be finite,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$x\sin^2x\sim 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expand the numerator in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xe^x=\alpha\left(x+x^2+\frac{x^3}{2}+\cdots\right)$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\beta\ln(1+x)=\beta\left(x-\frac{x^2}2+\frac{x^3}3-\cdots\right)$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\gamma x^2e^{-x}=\gamma\left(x^2-x^3+\cdots\right)$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$=(\alpha-\beta)x+\left(\alpha+\frac\beta2+\gamma\right)x^2+\left(\frac\alpha2-\frac\beta3-\gamma\right)x^3+\cdots$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be finite,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$\alpha-\beta=0\Rightarrow\alpha=\beta$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limit: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$\alpha+\frac\beta2+\gamma=0\Rightarrow\gamma=-\frac{3\beta}{2}$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$\frac\alpha2-\frac\beta3-\gamma=10$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$\gamma=-\frac{3\beta}2$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$\frac\beta2-\frac\beta3+\frac{3\beta}2=\frac{10\beta}{6}=10$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derivatives: the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to third order,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derivatives: the numerator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to third order,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$N(0)=N'(0)=N''(0)=0$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$\frac{N'''(0)}{3!}=10$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$N(x)=\alpha xe^x-\beta\ln(1+x)+\gamma x^2e^{-x}$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$x\sin^2x\sim 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$\frac{N'''(0)}{6}$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$N(0)=N'(0)=N''(0)=0$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$N'(x)=\alpha e^x(1+x)-\frac{\beta}{1+x}+\gamma(2x-x^2)e^{-x}$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$N'(0)=\alpha-\beta=0$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$N''(0)=2\alpha+\beta+2\gamma=0$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$\gamma=-\frac{3\alpha}2$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$N'''(0)=3\alpha-2\beta-6\gamma$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$3\alpha-2\alpha+9\alpha=10\alpha$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$\frac{10\alpha}{6}=10\Rightarrow\alpha=6=\beta$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denominator behaves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finite limit forces the numerator's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vanish; the limit is then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to keep handy: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(alternating signs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derivative test: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denominator behaves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finite limit forces the numerator's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$x^0,\dots,x^{k-1}$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vanish; the limit is then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to keep handy: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$e^x=1+x+\frac{x^2}2+\cdots$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\ln(1+x)=x-\frac{x^2}2+\frac{x^3}3-\cdots$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e^{-x}=1-x+\frac{x^2}2-\cdots$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(alternating signs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derivative test: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$\frac{N^{(k)}(0)}{k!}$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$x\sin^2x\sim 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$\lim_{x\to2}\left(\sum_{n=1}^{9}\frac{x}{n(n+1)x^2+2(2n+1)x+4}\right)$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$\frac{7}{36}$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finite sum and telescoping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a difference and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$n(n+1)x^2+2(2n+1)x+4=(nx+2)\left((n+1)x+2\right)$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a difference and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(summation index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the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the difference of the two denominators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(summation index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$\frac{x}{n(n+1)x^2+2(2n+1)x+4}$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$n(n+1)x^2+2(2n+1)x+4=(nx+2)\left((n+1)x+2\right)$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$\frac{x}{(nx+2)\left((n+1)x+2\right)}=\frac{1}{nx+2}-\frac{1}{(n+1)x+2}$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the difference of the two denominators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terms telescope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terms telescope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$\frac{1}{x+2}-\frac{1}{10x+2}$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$\frac14-\frac1{22}=\frac{11-2}{44}=\frac{9}{44}$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$\frac{9}{44}$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has finitely many continuous terms, so simply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has finitely many continuous terms, so simply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nine terms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(denominators are positive), so the limit equals the sum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nine terms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(denominators are positive), so the limit equals the sum evaluated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$\frac{2}{4n(n+1)+4(2n+1)+4}=\frac{2}{4n^2+12n+8}=\frac{1}{2(n+1)(n+2)}$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$\frac{1}{(n+1)(n+2)}=\frac1{n+1}-\frac1{n+2}$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$\sum_{n=1}^{9}=\frac12\left(\frac12-\frac1{11}\right)$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$=\frac12\cdot\frac{9}{22}=\frac{9}{44}$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$\frac{9}{44}$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denominators differ by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the standard telescoping pattern.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doing any limit algebra, check whether the expression is continuous at the point; if so, just substitute.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always factors over the rationals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$\frac{x}{(ax+c)\left((a+1)x+c\right)}=\frac1{ax+c}-\frac1{(a+1)x+c}$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denominators differ by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the standard telescoping pattern.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doing any limit algebra, check whether the expression is continuous at the point; if so, just substitute.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$n(n+1)x^2+(4n+2)x+4$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$(4n+2)^2-16n(n+1)=4$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always factors over the rationals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$(nx+2)((n+1)x+2)$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distinct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distinct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$\lim_{x\to\beta}\frac{e^{2(x^2+bx+c)}-1-2(x^2+bx+c)}{(x-\beta)^2}$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$2(b^2+4c)$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$2(b^2-4c)$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using exponential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$t=(x-\alpha)(x-\beta)$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$e^{2t}-1-2t\sim2t^2$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$(x-\beta)^2$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higher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vanish faster).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$t=x^2+bx+c=(x-\alpha)(x-\beta)$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$e^{2t}=1+2t+\frac{(2t)^2}{2!}+\cdots$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$e^{2t}-1-2t=\frac{(2t)^2}{2!}+\frac{(2t)^3}{3!}+\cdots=2t^2+\cdots$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$\lim\frac{2t^2}{(x-\beta)^2}$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higher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$t\cdot t^2\cdots$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vanish faster).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$\frac{2t^2}{(x-\beta)^2}=\frac{2(x-\alpha)^2(x-\beta)^2}{(x-\beta)^2}=2(x-\alpha)^2$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$2(\beta-\alpha)^2$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$(\beta-\alpha)^2=(\alpha+\beta)^2-4\alpha\beta=b^2-4c$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$2(b^2-4c)$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$2(b^2-4c)$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zero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$\frac{F''(\beta)}2$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double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$F(x)=e^{2t}-1-2t$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$t'=2x+b$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$F'(x)=2t'\left(e^{2t}-1\right)$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double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$F''(x)=2t''\left(e^{2t}-1\right)+4t'^2e^{2t}$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$F''(\beta)=4t'(\beta)^2=4(2\beta+b)^2$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$=\frac{F''(\beta)}{2}=2(2\beta+b)^2$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$2\beta+b=\beta-\alpha$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$2(\beta-\alpha)^2=2(b^2-4c)$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$2(b^2-4c)$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(second-order Taylor).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discriminant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$\lim_{u\to0}\frac{e^{ku}-1-ku}{u^2}=\frac{k^2}{2}$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a}\frac{F(x)}{(x-a)^2}=\frac{F''(a)}2$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(second-order Taylor).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$t=(x-\alpha)(x-\beta)$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$\frac{t}{x-\beta}\to\beta-\alpha$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$(\beta-\alpha)^2=b^2-4c$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discriminant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$\lim_{x\to\infty}\left(\sqrt{x^2-x+1}-ax\right)=b$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$\left(1,-\frac12\right)$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at infinity by rationalisation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rationalising, a finite limit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numerator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rationalising, a finite limit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numerator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a finite limit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numerator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$\sqrt{x^2-x+1}-ax=\frac{x^2-x+1-a^2x^2}{\sqrt{x^2-x+1}+ax}=\frac{x^2(1-a^2)+1-x}{\sqrt{x^2-x+1}+ax}$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a finite limit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numerator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$b=\lim\frac{1-x}{\sqrt{x^2-x+1}+ax}$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finite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infinite: reject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$b=\lim\frac{\frac1x-1}{\sqrt{1-\frac1x+\frac1{x^2}}+a}=\frac{-1}{1+a}$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$\sqrt{x^2-x+1}-x\to-\frac12$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finite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infinite: reject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$b=\frac{-1}{1+1}=-\frac12$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$(a,b)=\left(1,-\frac12\right)$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$\left(1,-\frac12\right)$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limit becomes a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limit becomes a 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finite limit the numerator must vanish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(definition of the derivative).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$\sqrt{x^2-x+1}-ax=\frac{\sqrt{1-t+t^2}-a}{t}$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finite limit the numerator must vanish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$\sqrt1-a=0$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$b=\lim\frac{\sqrt{1-t+t^2}-1}{t}=\frac{d}{dt}\sqrt{1-t+t^2}\Big|_{t=0}$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(definition of the derivative).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$\frac{d}{dt}\sqrt{1-t+t^2}=\frac{-1+2t}{2\sqrt{1-t+t^2}}\to-\frac12$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$(a,b)=\left(1,-\frac12\right)$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$\left(1,-\frac12\right)$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turned into a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often equals a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$\lim_{x\to+\infty}\left(\sqrt{x^2+px+q}-x\right)=\frac p2$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turned into a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often equals a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$\sqrt{x^2+px+q}-ax$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$\lim_{x\to0}\frac{\sin^2(\pi\cos^4x)}{x^4}$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$\sin(\pi\cos^4x)=\sin\left(\pi-\pi\cos^4x\right)$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$1-\cos^4x=\sin^2x(1+\cos^2x)$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$\sin(\pi\cos^4x)=\sin(\pi-\pi\cos^4x)$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$\lim\frac{\sin^2(\pi-\pi\cos^4x)}{x^4}$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$\sin\theta\sim\theta$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$\lim\frac{(\pi-\pi\cos^4x)^2}{x^4}$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$\pi-\pi\cos^4x=\pi(1-\cos^2x)(1+\cos^2x)=\pi\sin^2x\left(1+\cos^2x\right)$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$\lim\frac{\pi^2\sin^4x(1+\cos^2x)^2}{x^4}=\pi^2\cdot1\cdot(1+1)^2=4\pi^2$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$4\pi^2$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orders of vanishing: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orders of vanishing: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$\pi(1-\cos^4x)\approx2\pi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y\approx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$\sin^2(\pi\cos^4x)=\sin^2\left(\pi(1-\cos^4x)\right)$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$\sin(\pi-y)=\sin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$y=\pi(1-\cos^4x)$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y\sim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x\approx1-\frac{x^2}2$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$\cos^4x\approx1-2x^2$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$y\approx2\pi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$\frac{\sin^2y}{x^4}\approx\frac{(2\pi x^2)^2}{x^4}=4\pi^2$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$4\pi^2$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removes the sign,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$\sin(\pi-y)=\sin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$\sin(\pi+y)=-\sin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removes the sign,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$\sin^2(\pi f)\approx\pi^2(1-f)^2$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$\lim_{x\to0}\frac{\sin^2(\pi\cos^kx)}{x^4}=\frac{k^2\pi^2}{4}$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$1-\cos^kx\approx\frac{kx^2}2$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$1-\cos^4x=(1-\cos^2x)(1+\cos^2x)=\sin^2x\,(1+\cos^2x)$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$\alpha=\lim_{x\to\pi/4}\frac{\tan^3x-\tan x}{\cos\left(x+\frac\pi4\right)}$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$\beta=\lim_{x\to0}(\cos x)^{\cot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[JEE(Main) Aug. 2021]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$(-1,3)$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L'Hôpital's rule and 1^∞ form, Relations between roots and coefficients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sum and product of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$\beta=e^{\lim\cot x(\cos x-1)}=1$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sum and product of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form; apply L'Hôpital's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$\alpha=\lim_{x\to\pi/4}\frac{\tan^3x-\tan x}{\cos\left(x+\frac\pi4\right)}$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form; apply L'Hôpital's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$\alpha=\lim\frac{3\tan^2x\sec^2x-\sec^2x}{-\sin\left(x+\frac\pi4\right)}$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$\alpha=\frac{3\cdot1\cdot2-2}{-1}=-4$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$\beta=\lim_{x\to0}(\cos x)^{\cot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$\beta=e^{\lim\cot x(\cos x-1)}$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Sum of roots: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x(\cos x-1)=-\frac{1-\cos x}{\tan x}=-x\cdot\frac{1-\cos x}{x^2}\cdot\frac{x}{\tan x}\to0\cdot\frac12\cdot1=0$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ba=-4+1=-3$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$-\frac4a=-4\times1$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$(1,3)$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$x=\frac\pi4+h$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$\tan^3x-\tan x=-\frac{2\tan^2x}{\tan2x}$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$\tan2x=\frac{2\tan x}{1-\tan^2x}$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$\tan^3x-\tan x=\tan x(\tan^2x-1)=-\frac{2\tan^2x}{\tan2x}$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$\tan2x=\tan\left(\frac\pi2+2h\right)=-\cot2h$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$\tan^3x-\tan x=2\tan^2x\tan2h$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$\cos\left(\frac\pi2+h\right)=-\sin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$\alpha=\lim\frac{2\tan^2x\tan2h}{-\sin h}=-2\cdot1\cdot\lim\frac{\tan2h}{\sin h}=-2\cdot2=-4$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$\ln\beta=\lim\cot x\ln\cos x=\lim\frac{\ln\left(1-\frac{x^2}2+\cdots\right)}{\tan x}=\lim\frac{-x^2/2}{x}=0$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$\alpha+\beta=-3=-\frac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$\alpha\beta=-4=-\frac4a$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$(1,3)$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handy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two equations fix two unknown coefficients.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$\tan^3x-\tan x=-\frac{2\tan^2x}{\tan2x}$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$\tan2x=\frac{2\tan x}{1-\tan^2x}$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handy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$\lim_{x\to0}(\cos x)^{\cot 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x\,(\cos x-1)\sim\frac1x\cdot\left(-\frac{x^2}2\right)\to0$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 x)^{1/x^2}\to e^{-1/2}$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two equations fix two unknown coefficients.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$\lim_{x\to\frac\pi2}\left(\tan^2x\left(\left(2\sin^2x+3\sin x+4\right)^{\frac12}-\left(\sin^2x+6\sin x+2\right)^{\frac12}\right)\right)$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by rationalisation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Rationalising makes the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zero that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balanced against.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Rationalising makes the numerator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 x-1)(\sin x-2)$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zero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$\tan^2x\to\infty$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balanced against.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square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$\tan^2x\cdot\frac{\left(2\sin^2x+3\sin x+4\right)-\left(\sin^2x+6\sin x+2\right)}{\sqrt{2\sin^2x+3\sin x+4}+\sqrt{\sin^2x+6\sin x+2}}$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$\sin^2x-3\sin x+2=(\sin x-1)(\sin 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square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$\to\sqrt9=3$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$\to3+3=6$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$\frac{\tan^2x(\sin x-1)(\sin x-2)}{6}$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x-2\to-1$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$-\frac16\tan^2x(\sin 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$\tan^2x=\cot^2h$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$\frac16\cot^2h(1-\cos h)=\frac16\cdot\frac{1-\cos h}{\tan^2h}$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h}{\tan^2h}=\frac{1-\cos h}{h^2}\cdot\frac{h^2}{\tan^2h}\to\frac12$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$\frac16\cdot\frac12=\frac1{12}$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$s=\sin x\to1$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$F(s)=\sqrt{2s^2+3s+4}-\sqrt{s^2+6s+2}$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$F\approx F'(1)(s-1)$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$\tan^2x=\frac{s^2}{1-s^2}$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$\frac{s^2}{1-s^2}F(s)$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$F'(s)=\frac{4s+3}{2\sqrt{2s^2+3s+4}}-\frac{2s+6}{2\sqrt{s^2+6s+2}}$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$F'(1)=\frac76-\frac86=-\frac16$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$F(s)\approx-\frac16(s-1)=\frac{1-s}{6}$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$\approx\frac{s^2}{(1-s)(1+s)}\cdot\frac{1-s}6=\frac{s^2}{6(1+s)}\to\frac1{12}$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whenever two roots take the same value at the limit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substitute for rationalising.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A-\sqrt B=\frac{A-B}{\sqrt A+\sqrt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whenever two roots take the same value at the limit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x=\cot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h}{h^2}\to\frac12$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$F(s)\approx F'(a)(s-a)$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substitute for rationalising.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$\lim_{x\to\frac1{\sqrt2}}\frac{\sin\left(\cos^{-1}x\right)-x}{1-\tan\left(\cos^{-1}x\right)}$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by algebraic simplification, Composition of trigonometric and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the fraction collapse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$\sin(\cos^{-1}x)=\sqrt{1-x^2}$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$\tan(\cos^{-1}x)=\frac{\sqrt{1-x^2}}{x}$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the fraction collapse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$\cos^{-1}x=\sin^{-1}\sqrt{1-x^2}=\tan^{-1}\frac{\sqrt{1-x^2}}{x}$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$\sin(\cos^{-1}x)=\sqrt{1-x^2}$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$\tan(\cos^{-1}x)=\frac{\sqrt{1-x^2}}{x}$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$\frac{\sqrt{1-x^2}-x}{1-\frac{\sqrt{1-x^2}}{x}}$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(cancelling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$\frac{x\left(\sqrt{1-x^2}-x\right)}{x-\sqrt{1-x^2}}=-x$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$\sqrt{1-x^2}-x\ne0$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$\lim_{x\to1/\sqrt2}(-x)=-\frac1{\sqrt2}$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fraction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angle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$\theta=\cos^{-1}x$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fraction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angle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(cancelling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$\frac{\sin\theta-\cos\theta}{1-\tan\theta}=\frac{\sin\theta-\cos\theta}{\frac{\cos\theta-\sin\theta}{\cos\theta}}$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$\sin\theta-\cos\theta\ne0$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$\theta\ne\frac\pi4$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$-\cos\frac\pi4=-\frac1{\sqrt2}$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spot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limit with inverse trigonometric functions,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removes the inverse function entirely.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$\sin(\cos^{-1}x)=\sqrt{1-x^2}$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\tan(\cos^{-1}x)=\frac{\sqrt{1-x^2}}{x}$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\cos(\sin^{-1}x)=\sqrt{1-x^2}$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$\frac{\sin\theta-\cos\theta}{1-\tan\theta}=-\cos\theta$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spot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limit with inverse trigonometric functions,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removes the inverse function entirely.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$\lim_{x\to0}\frac{\cos(\sin x)-\cos x}{x^4}$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trigonometric functions using L'Hôpital's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Sum-to-product turns the numerator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Sum-to-product turns the numerator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$-2\sin\frac{\sin x+x}2\sin\frac{\sin x-x}2\approx-\frac{\sin^2x-x^2}2$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sine ratios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both arguments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 x)-\cos x=-2\sin\left(\frac{x+\sin x}{2}\right)\sin\left(\frac{\sin x-x}{2}\right)$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x+x}{2}$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x-x}{2}$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sine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both arguments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$-2\lim\frac{\sin x+x}{2}\cdot\frac{\sin x-x}{2}\cdot\frac1{x^4}=-\frac12\lim\frac{\sin^2x-x^2}{x^4}$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L'Hôpital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L'Hôpital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L'Hôpital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$-\frac12\lim\frac{\sin2x-2x}{4x^3}$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L'Hôpital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$-\frac12\lim\frac{2\cos2x-2}{12x^2}$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$2\cos2x-2=-4\sin^2x$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$-\frac12\lim\frac{-4\sin^2x}{12x^2}=\frac16\lim\frac{\sin^2x}{x^2}=\frac16$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mean value theorem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mean value theorem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mean value theorem,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squeezing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mean value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 x)-\cos x=-\sin\xi\,(\sin x-x)=\sin\xi\,(x-\sin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x\le\xi\le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squeezing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$\frac\xi 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$\frac{\sin\xi}{x}\to1$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$\frac{\cos(\sin x)-\cos x}{x^4}=\frac{\sin\xi}{x}\cdot\frac{x-\sin x}{x^3}$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standard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standard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$\frac{x-\sin x}{x^3}\to\frac16$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$1\cdot\frac16=\frac16$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difference of cosines into a product of small sines.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(series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value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clean way to handle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B=-2\sin\frac{A+B}2\sin\frac{A-B}2$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difference of cosines into a product of small sines.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x\sim\frac{x^3}{6}$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 x)-\cos x\sim\frac{x^4}{6}$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(series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 x)=1-\frac{x^2}{2}+\frac{5x^4}{24}-\cdots$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x=1-\frac{x^2}2+\frac{x^4}{24}-\cdots$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value theorem: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$f(u)-f(v)=f'(\xi)(u-v)$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clean way to handle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integer such that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integer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$\lim_{x\to7}\frac{18-[1-x]}{[x-3a]}$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left and right limits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agree.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$[x-3a]=[x]-3a$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left and right limits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agree.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just above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$[x-3a]=[x]-3a$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$[1-x]=1+[-x]$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$\frac{17-[-x]}{[x]-3a}$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$x\to7^-$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just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$=\frac{17+7}{6-3a}=\frac{24}{6-3a}$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$x\to7^+$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$=\frac{17+8}{7-3a}=\frac{25}{7-3a}$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exists iff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limits then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exists iff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$\frac{24}{6-3a}=\frac{25}{7-3a}$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$24(7-3a)=25(6-3a)\Rightarrow168-72a=150-75a\Rightarrow3a=-18$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limits then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non-integer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$[-x]=-[x]-1$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depends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$1+\frac{18+3a}{n-3a}$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exists iff the values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$18-[1-x]=17-[-x]=17+[x]+1=18+[x]$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$[x-3a]=[x]-3a$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$\frac{n+18}{n-3a}=1+\frac{18+3a}{n-3a}$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$x\to7^-$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$x\to7^+$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exists iff the values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$\frac{18+3a}{6-3a}=\frac{18+3a}{7-3a}$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expression is then identically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$\frac1{6-3a}\ne\frac1{7-3a}$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$18+3a=0$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expression is then identically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and just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the two one-sided values of the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step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limit at an integer iff its values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- rewrite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to see this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$[n+t]=n+[t]$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$[-t]=-[t]-1$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and just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the two one-sided values of the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step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limit at an integer iff its values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- 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$1+\frac{p}{n-q}$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to see this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$\lim_{n\to\infty}6\tan\left\{\sum_{r=1}^{n}\tan^{-1}\left(\frac{1}{r^2+3r+3}\right)\right\}$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an infinite series by telescoping, Sum of inverse tangent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$r^2+3r+3=1+(r+1)(r+2)$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$\tan^{-1}(r+2)-\tan^{-1}(r+1)$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$r^2+3r+3=1+(r+1)(r+2)$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$(r+1)(r+2)=r^2+3r+2$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$\tan^{-1}\frac{1}{1+(r+1)(r+2)}=\tan^{-1}\frac{(r+2)-(r+1)}{1+(r+2)(r+1)}$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$\tan^{-1}(r+2)-\tan^{-1}(r+1)$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$\sum_{r=1}^{n}=\tan^{-1}(n+2)-\tan^{-1}2$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$\tan^{-1}(n+2)\to\frac\pi2$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$\to\frac\pi2-\tan^{-1}2=\cot^{-1}2=\tan^{-1}\frac12$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$6\tan\left(\tan^{-1}\frac12\right)=6\cdot\frac12=3$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closed form by the addition formula, guess the pattern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S_n$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closed form by the addition formula, guess the pattern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$\frac{n}{2n+5}$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fits both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$S_n=\sum_{r=1}^{n}\tan^{-1}\frac1{r^2+3r+3}$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S_1=\frac17$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S_2=\frac{\frac17+\frac1{13}}{1-\frac1{91}}=\frac29$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S_n=\frac{n}{2n+5}$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fits both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S_{n+1}=\frac{\frac{n}{2n+5}+\frac1{n^2+5n+7}}{1-\frac{n}{(2n+5)(n^2+5n+7)}}=\frac{n^3+5n^2+9n+5}{2n^3+15n^2+38n+35}$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pattern is proved.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$=(n+1)(n^2+4n+5)$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$=(2n+7)(n^2+4n+5)$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S_{n+1}=\frac{n+1}{2(n+1)+5}$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pattern is proved.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S_n=\frac{n}{2n+5}\to\frac12$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$6\cdot\frac12=3$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𝑝𝑟𝑜𝑑𝑢𝑐𝑡 𝑜𝑓 𝑡𝑤𝑜 𝑓𝑎𝑐𝑡𝑜𝑟𝑠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infinite sum of such differences telescopes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first term starting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can be taken inside: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$\tan^{-1}\frac{d}{1+r(r+d)}=\tan^{-1}(r+d)-\tan^{-1}r$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$1+(\text{product of two factors})$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infinite sum of such differences telescopes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first term starting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$\frac\pi2-\tan^{-1}a=\tan^{-1}\frac1a$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can be taken inside: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$\lim\tan S_n=\tan\lim 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$\lim_{x\to1}\frac{\left(x^2-1\right)\sin^2(\pi x)}{x^4-2x^3+2x-1}$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June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everything except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$x^4-2x^3+2x-1=(x-1)^3(x+1)$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everything except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$\frac{\sin^2\pi x}{(x-1)^2}$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$x^2-1=(x-1)(x+1)$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$x^4-2x^3+2x-1=(x^2-1)(x-1)^2=(x-1)^3(x+1)$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$\frac{(x-1)(x+1)\sin^2\pi x}{(x-1)^3(x+1)}=\frac{\sin^2\pi x}{(x-1)^2}$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$\sin^2\pi x=\sin^2(\pi+\pi t)=\sin^2\pi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$\lim\frac{\sin^2\pi t}{t^2}=\pi^2\lim\left(\frac{\sin\pi t}{\pi t}\right)^2=\pi^2$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orders of vanishing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derivatives of the denominator: both parts behave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orders of vanishing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derivatives of the denominator: both parts behave like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$c\,(x-1)^3$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$x^2-1=t(t+2)\sim2t$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$\sin^2\pi x=\sin^2\pi t\sim\pi^2t^2$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$\sim2\pi^2t^3$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$D=x^4-2x^3+2x-1$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$D'=4x^3-6x^2+2\to0$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$D''=12x^2-12x\to0$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$D'''=24x-12\to12$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$D\sim\frac{12}{3!}t^3=2t^3$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$\to\frac{2\pi^2t^3}{2t^3}=\pi^2$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repeated roots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checking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at a point where the polynomial parts have a common root: factor first, then use the standard sine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$x^4-2x^3+2x-1=(x-1)^3(x+1)$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$x^2-1=(x-1)(x+1)$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repeated roots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checking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$D(1)=D'(1)=D''(1)=0$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$\sin^2(\pi x)=\sin^2\left(\pi(x-k)\right)$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k}\frac{\sin^2\pi x}{(x-k)^2}=\pi^2$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at a point where the polynomial parts have a common root: factor first, then use the standard sine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left hand limit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________. [JEE(Main) June 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left hand limit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$f(x)=[1+x]+\frac{\alpha^{2[x]+\{x\}}+[x]-1}{2[x]+\{x\}}$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________. [JEE(Main) June 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greatest integer and fractional part functions, Left-hand limit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$[1+x]=0$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exponent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$2[x]+\{x\}\to-1$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and the denominator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$\{x\}=x+1\to1$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$[1+x]=0$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$0&lt;1+x&lt;1$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and the denominator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$2[x]+\{x\}\to-2+1=-1$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$=0+\frac{\alpha^{-1}+(-1)-1}{-1}=\frac{\alpha^{-1}-2}{-1}=2-\frac1\alpha$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$=\alpha-\frac43$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$2-\frac1\alpha=\alpha-\frac43\Rightarrow\alpha+\frac1\alpha=\frac{10}3$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$3\alpha^2-10\alpha+3=0\Rightarrow(3\alpha-1)(\alpha-3)=0$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quadratic: for a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squeezes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tiny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quadratic: for a positive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$0&lt;\frac1\alpha\le1$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squeezes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tiny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LHL condition reduces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power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LHL condition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$\frac1\alpha=\frac{10}3-\alpha$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$\alpha^{(\cdot)}$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$0&lt;\frac1\alpha\le1$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only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$0&lt;\frac{10}3-\alpha\le1$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$\frac73\le\alpha&lt;\frac{10}3$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only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$\frac13=\frac{10}3-3$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the left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the right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two sides of a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usually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(reciprocals); a real power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the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the right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two sides of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$[x],\{x\}$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usually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$[1+x]=0$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$\alpha+\frac1\alpha=s$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(reciprocals); a real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 [JEE(Main) June 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$\lim_{x\to1}\frac{\sin\left(3x^2-4x+1\right)-x^2+1}{2x^3-7x^2+ax+b}=-2$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 [JEE(Main) June 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Determination of unknown constants using limits (0/0 form)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finite non-zero limit of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forces the denominator, and then its derivative, to vanish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finite non-zero limit of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forces the denominator, and then its derivative, to vanish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 is finite only if the denominator also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L'Hôpital's rule: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must vanish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$\sin0-1+1=0$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 is finite only if the denominator also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$2-7+a+b=0$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$a+b=5\quad(1)$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L'Hôpital's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$\lim_{x\to1}\frac{\cos\left(3x^2-4x+1\right)(6x-4)-2x}{6x^2-14x+a}$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$\cos0\cdot2-2=0$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must vanish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$6-14+a=0\Rightarrow 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a second L'Hôpital: numerator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$b=5-8=-3$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a second L'Hôpital: numerator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$'\to-\sin0\cdot4+6\cos0-2=4$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$'=12x-14\to-2$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$a-b=8-(-3)=11$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numerator and denominator must have a double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numerator and denominator must have a double zero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$D(x)=(x-1)^2(2x+c)$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finite non-zero limit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have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$N=\sin(3x^2-4x+1)-x^2+1$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$N'(1)=\cos0\cdot2-2=0$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$N''(1)=6-2=4\ne0$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$N\approx2(x-1)^2$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finite non-zero limit 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$D=2x^3-7x^2+ax+b$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have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$D=(x-1)^2(2x+c)=2x^3+(c-4)x^2+(2-2c)x+c$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$c-4=-7\Rightarrow 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$a=2-2c=8$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$\frac{2(x-1)^2}{(x-1)^2(2x-3)}\to\frac{2}{-1}=-2$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$a-b=8+3=11$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 and non-zero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Order-of-zero principle: the numerator and denominator must vanish to the same order; here both are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a polynomial with a prescribed double root: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quick way to find the unknown constants.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$\lim\frac{N}{D}$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 and non-zero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$\frac{N''(x_0)}{D''(x_0)}$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Order-of-zero principle: the numerator and denominator must vanish to the same order; here both are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$D\propto(x-1)^2$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a polynomial with a prescribed double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$(x-1)^2(2x+c)$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quick way to find the unknown constants.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$\lim_{n\to\infty}\left(\sqrt{n^2-n-1}+n\alpha+\beta\right)=0$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at infinity - determination of constants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Finite limit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of the binomial expansion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Finite limit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$1+\alpha=0$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of the binomial expansion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expression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be finite, the bracket must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expression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$n\left(\sqrt{1-\frac1n-\frac1{n^2}}+\alpha+\frac\beta 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be finite, the bracket must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n\left[\left(1-\left(\frac1n+\frac1{n^2}\right)\right)^{1/2}+\frac\beta n-1\right]=0$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expansion: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$\left(1-\left(\frac1n+\frac1{n^2}\right)\right)^{1/2}=1-\frac12\left(\frac1n+\frac1{n^2}\right)+\cdots$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$-\frac1{2n}+\frac\beta n+O\left(\frac1{n^2}\right)$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$8(\alpha+\beta)=8\left(-1+\frac12\right)=-4$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its conjugate.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$\sqrt{n^2-n-1}-(n-\beta)$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its conjugate.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must cancel: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must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$\sqrt{n^2-n-1}\sim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$\sqrt{n^2-n-1}-(n-\beta)=\frac{(n^2-n-1)-(n-\beta)^2}{\sqrt{n^2-n-1}+(n-\beta)}$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$=(2\beta-1)n-1-\beta^2$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$\frac{2\beta-1}{2}$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$8(\alpha+\beta)=8\left(-\frac12\right)=-4$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terms),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Two-stage determination of constants: kill the highest order term first, then the next.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$\sqrt{n^2+pn+q}-n\to\frac p2$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$\sqrt{n^2+pn+q}+\alpha n+\beta\to0$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terms),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 p2$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Two-stage determination of constants: kill the highest order term first, then the next.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$\lim_{x\to\frac\pi4}\frac{8\sqrt2-(\cos x+\sin x)^7}{\sqrt2-\sqrt2\sin2x}$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 the problem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x+\sin x=\sqrt2\cos\left(x-\frac\pi4\right)$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$8\sqrt2=(\sqrt2)^7$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 the problem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$\frac{1-\cos^7h}{1-\cos2h}$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x+\sin x=\sqrt2\cos\left(x-\frac\pi4\right)$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 x+\sin x)^7=(\sqrt2)^7\cos^7\left(x-\frac\pi4\right)$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$8\sqrt2=(\sqrt2)^7$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$\sin2x=\sin\left(\frac\pi2+2h\right)=\cos2h$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$\lim_{h\to0}\frac{8\sqrt2\left(1-\cos^7h\right)}{\sqrt2(1-\cos2h)}=\lim\frac{8\left(1-\cos^7h\right)}{1-\cos2h}$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L'Hôpital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L'Hôpital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$\lim\frac{8\cdot7\cos^6h\sin h}{2\sin2h}$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$\sin2h=2\sin h\cos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$\frac{8\cdot7\sin h\cos^6h}{4\sin h\cos h}=14\cos^5h$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quotient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$u=\cos x+\sin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$\sqrt2(2-u^2)$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quotient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$\frac{a^7-u^7}{a^2-u^2}$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 x+\sin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$u^2=1+\sin2x$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$\sqrt2-\sqrt2\sin2x=\sqrt2(2-u^2)$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$8\sqrt2=(\sqrt2)^7=a^7$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$u\to\sqrt2=a$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$\frac1{\sqrt2}\cdot\frac{a^7-u^7}{a^2-u^2}=\frac1{\sqrt2}\cdot\frac{a^7-u^7}{a-u}\cdot\frac1{a+u}$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$\frac{a^7-u^7}{a-u}\to7a^6$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$\frac1{a+u}\to\frac1{2a}$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$\frac1{\sqrt2}\cdot\frac{7a^5}{2}$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$\frac1{\sqrt2}\cdot\frac{7\cdot4\sqrt2}{2}=14$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x=\sqrt2\sin\left(x+\frac\pi4\right)=\sqrt2\cos\left(x-\frac\pi4\right)$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$1+\sin2x=(\sin x+\cos 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 a}\frac{a^n-u^n}{a^m-u^m}=\frac nm\,a^{n-m}$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$\lim_{h\to0}\frac{1-\cos^nh}{1-\cos mh}=\frac{n}{m^2}$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$8\cdot\frac74=14$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$f(3x)-f(x)=x$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functional equations, Sum of an infinite 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 and use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$f(x)-f\left(\frac x3\right)=\frac x3$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 and use continuity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$f\left(\frac{x}{3^n}\right)\to 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all: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$f(3x)-f(x)=x$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$f(x)-f\left(\frac x3\right)=\frac x3$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x3\right)-f\left(\frac x{3^2}\right)=\frac x{3^2}$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x{3^{n-1}}\right)-f\left(\frac x{3^n}\right)=\frac x{3^n}$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all: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$f(x)-f\left(\frac x{3^n}\right)=x\left(\frac13+\frac1{3^2}+\cdots+\frac1{3^n}\right)$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by continuity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series sums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by continuity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x{3^n}\right)\to 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series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$\frac{1/3}{1-1/3}=\frac12$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$f(x)-f(0)=\frac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$7=4+f(0)$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x2+3$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$f(14)=7+3=10$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a particular solution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continuity makes it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a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$g=f-\frac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$g(3x)=g(x)$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continuity makes it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 the equations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continuity,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$f_p(x)=kx$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$3kx-kx=x$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$g=f-\frac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 the equations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$g(x)=g\left(\frac x{3^n}\right)\to 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continuity,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x2+c$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$f(14)=7+3=10$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Functional equations: find one particular solution, then show the homogeneous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by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Iterating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geometric series;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what lets us drop the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$f(kx)-f(x)=x$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$f(x)=\frac{x}{k-1}+c$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Functional equations: find one particular solution, then show the homogeneous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$g(kx)=g(x)$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by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Iterating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 x{k}$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geometric series;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what lets us drop the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x{k^n}\right)\to 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$\beta=\lim_{x\to0}\frac{\alpha x-\left(e^{3x}-1\right)}{\alpha x\left(e^{3x}-1\right)}$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using exponential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numerator must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$\sim3\alpha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$(\alpha-3)x$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numerator must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$e^{3x}-1=3x+\frac{9x^2}{2!}+\cdots$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$\beta=\lim\frac{\alpha x-\left(e^{3x}-1\right)}{\alpha x\left(e^{3x}-1\right)}$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$=\alpha x-3x-\frac{9x^2}2-\cdots=(\alpha-3)x-\frac{9x^2}{2}-\cdots$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$=\alpha x\left(3x+\cdots\right)\sim3\alpha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exist, the term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exist, the term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$\beta=\lim\frac{-\frac92x^2}{3\alpha x^2}=\frac{-3}{2\alpha}=-\frac12$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$\alpha+\beta=3-\frac12=\frac52$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fraction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fraction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$\frac1E-\frac1{\alpha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$E=e^{3x}-1$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$\frac1{e^t-1}=\frac1t-\frac12+\cdots$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$E=e^{3x}-1$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 x-E}{\alpha xE}=\frac1E-\frac1{\alpha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$\frac1{e^t-1}=\frac1t-\frac12+\frac t{12}-\cdots$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$\frac1E=\frac1{3x}-\frac12+\frac x4+\cdots$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$\frac1E-\frac1{\alpha x}=\left(\frac13-\frac1\alpha\right)\frac1x-\frac12+\cdots$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needs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$\frac13=\frac1\alpha$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turning a quotient into a difference of reciprocals often exposes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singularity to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(Bernoulli numbers):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two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has a finite limit iff the coefficients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$\frac{A-B}{AB}=\frac1B-\frac1A$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turning a quotient into a difference of reciprocals often exposes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singularity to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$\frac1{e^t-1}=\frac1t-\frac12+\frac t{12}-\cdots$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(Bernoulli numbers):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$\frac1{e^t-1}-\frac1t\to-\frac12$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has a finite limit iff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is NOT correct?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$\lim_{x\to0}\frac{\alpha e^x+\beta e^{-x}+\gamma\sin x}{x\sin^2x}=\frac23$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is NOT correct? [JEE(Main) July 2022]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$\alpha\beta+\beta\gamma+\gamma\alpha+1=0$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$\alpha\beta^2+\beta\gamma^2+\gamma\alpha^2+3=6$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$\alpha^2-\beta^2+\gamma^2=4$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Determination of constants using series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numerator's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 and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$\sim 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numerator's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$x^0,x^1,x^2$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 and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$(\alpha+\beta)+(\alpha-\beta+\gamma)x+\frac{\alpha+\beta}{2!}x^2+\frac{\alpha-\beta-\gamma}{3!}x^3+\cdots$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 repeats the first).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equals the limit: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$x\sin^2x\sim 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 repeats the first).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equals the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$\frac{\alpha-\beta-\gamma}{6}=\frac23$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$\alpha-\beta-\gamma=\alpha+\alpha+2\alpha=4\alpha$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$\frac{4\alpha}{6}=\frac23$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the one that is NOT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\beta=-1,\ \gamma=-2$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$\alpha\beta+\beta\gamma+\gamma\alpha+1=-1+2-2+1=0$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$\alpha^2-\beta^2+\gamma^2=1-1+4=4$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$\alpha\beta^2+\beta\gamma^2+\gamma\alpha^2+3=1-4-2+3=-2\ne6$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the one that is NOT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odd, so the numerator must be odd: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odd, so the numerator must be odd: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 e^x+\beta 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$\cosh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$\sinh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finite limit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e^x+\beta e^{-x}=(\alpha+\beta)\cosh x+(\alpha-\beta)\sinh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finite limit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$2\alpha\sinh x+\gamma\sin x=(2\alpha+\gamma)x+\frac{2\alpha-\gamma}{6}x^3+\cdots$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(C)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not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$\sim\frac{4\alpha}{6}x^3$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$\frac{2\alpha}{3}=\frac23$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$(\alpha,\beta,\gamma)=(1,-1,-2)$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(C)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$-2\ne6$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not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denominator is odd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is finite and non-zero, the numerator must be odd too (its even part must vanish).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finding unknown constants, verify each option by substitution - NOT-correct questions need all four checked.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denominator is odd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is finite and non-zero, the numerator must be odd too (its even part must vanish).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e^x+\beta e^{-x}=(\alpha+\beta)\cosh x+(\alpha-\beta)\sinh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x-\sin x\sim\frac{x^3}{3}$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finding unknown constants, verify each option by substitution - NOT-correct questions need all four checked.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 [JEE(Main) July 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$\lim_{x\to0}\left(\frac{(x+2\cos x)^3+2(x+2\cos x)^2+3\sin(x+2\cos x)}{(x+2)^3+2(x+2)^2+3\sin(x+2)}\right)^{\frac{100}{x}}$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 [JEE(Main) July 2022]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the form 1^∞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arguments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the same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exponent's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arguments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the same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exponent's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base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and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apply L'Hôpital's rule.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$g(y)=y^3+2y^2+3\sin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base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$\frac{g(x+2\cos x)}{g(x+2)}\to\frac{g(2)}{g(2)}=1$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$\frac{100}{x}\to\infty$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$L=\lim\frac{100}{x}\left[\frac{g(x+2\cos x)}{g(x+2)}-1\right]=100\lim\frac{g(x+2\cos x)-g(x+2)}{x\,g(x+2)}$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and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apply L'Hôpital's rule.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the numerator: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Derivative of the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$g'(x+2\cos x)(1-2\sin x)-g'(x+2)$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Derivative of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$g(x+2)+x\,g'(x+2)$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$=g'(2)\cdot1-g'(2)=0$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$=g(2)=16+3\sin2\ne0$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$L=100\cdot\frac{0}{16+3\sin2}=0$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both arguments have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$H=\ln(\text{base})$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$\frac{100H(x)}{x}\to100H'(0)$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both arguments have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base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definition of the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$g(y)=y^3+2y^2+3\sin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$a(x)=x+2\cos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base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$\frac{g(a)}{g(b)}$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$H(x)=\ln g(a(x))-\ln g(b(x))$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$\exp\left(\lim\frac{100H(x)}{x}\right)=e^{100H'(0)}$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definition of the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$H'(x)=\frac{g'(a)a'}{g(a)}-\frac{g'(b)b'}{g(b)}$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$a'(0)=1-2\sin0=1$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$H'(0)=\frac{g'(2)}{g(2)}(1-1)=0$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$g(2)=16+3\sin2\ne0$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one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evaluated at two nearby arguments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derivative in disguise.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$\lim\left(\frac{F}{G}\right)^{c/x}=\exp\left(c\lim\frac{F-G}{x\,G}\right)$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FG\to1$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one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evaluated at two nearby arguments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$a(x),b(x)$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$a(0)=b(0)$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$a'(0)=b'(0)$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$\frac{g(a)}{g(b)}=1+O(x^2)$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$\left(1+O(x^2)\right)^{c/x}\to1$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$\lim_{x\to0}\frac{\ln u(x)}{x}=u'(0)/u(0)$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$u(0)&gt;0$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derivative in disguise.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22 questions, 88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Limits (Exercise J-M) XII SHEET LIMIT · Exercise J-M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