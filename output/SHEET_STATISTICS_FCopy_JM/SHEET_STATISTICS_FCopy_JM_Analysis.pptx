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43" r:id="rId595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852" r:id="rId604"/>
    <p:sldId id="853" r:id="rId605"/>
    <p:sldId id="854" r:id="rId606"/>
    <p:sldId id="855" r:id="rId607"/>
    <p:sldId id="856" r:id="rId608"/>
    <p:sldId id="857" r:id="rId609"/>
    <p:sldId id="858" r:id="rId610"/>
    <p:sldId id="859" r:id="rId611"/>
    <p:sldId id="860" r:id="rId612"/>
    <p:sldId id="861" r:id="rId613"/>
    <p:sldId id="862" r:id="rId614"/>
    <p:sldId id="863" r:id="rId615"/>
    <p:sldId id="864" r:id="rId616"/>
    <p:sldId id="865" r:id="rId617"/>
    <p:sldId id="866" r:id="rId618"/>
    <p:sldId id="867" r:id="rId619"/>
    <p:sldId id="868" r:id="rId620"/>
    <p:sldId id="869" r:id="rId621"/>
    <p:sldId id="870" r:id="rId622"/>
    <p:sldId id="871" r:id="rId623"/>
    <p:sldId id="872" r:id="rId624"/>
    <p:sldId id="873" r:id="rId625"/>
    <p:sldId id="874" r:id="rId626"/>
    <p:sldId id="875" r:id="rId627"/>
    <p:sldId id="876" r:id="rId628"/>
    <p:sldId id="877" r:id="rId629"/>
    <p:sldId id="878" r:id="rId630"/>
    <p:sldId id="879" r:id="rId631"/>
    <p:sldId id="880" r:id="rId632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Relationship Id="rId542" Type="http://schemas.openxmlformats.org/officeDocument/2006/relationships/slide" Target="slides/slide535.xml"/><Relationship Id="rId543" Type="http://schemas.openxmlformats.org/officeDocument/2006/relationships/slide" Target="slides/slide536.xml"/><Relationship Id="rId544" Type="http://schemas.openxmlformats.org/officeDocument/2006/relationships/slide" Target="slides/slide537.xml"/><Relationship Id="rId545" Type="http://schemas.openxmlformats.org/officeDocument/2006/relationships/slide" Target="slides/slide538.xml"/><Relationship Id="rId546" Type="http://schemas.openxmlformats.org/officeDocument/2006/relationships/slide" Target="slides/slide539.xml"/><Relationship Id="rId547" Type="http://schemas.openxmlformats.org/officeDocument/2006/relationships/slide" Target="slides/slide540.xml"/><Relationship Id="rId548" Type="http://schemas.openxmlformats.org/officeDocument/2006/relationships/slide" Target="slides/slide541.xml"/><Relationship Id="rId549" Type="http://schemas.openxmlformats.org/officeDocument/2006/relationships/slide" Target="slides/slide542.xml"/><Relationship Id="rId550" Type="http://schemas.openxmlformats.org/officeDocument/2006/relationships/slide" Target="slides/slide543.xml"/><Relationship Id="rId551" Type="http://schemas.openxmlformats.org/officeDocument/2006/relationships/slide" Target="slides/slide544.xml"/><Relationship Id="rId552" Type="http://schemas.openxmlformats.org/officeDocument/2006/relationships/slide" Target="slides/slide545.xml"/><Relationship Id="rId553" Type="http://schemas.openxmlformats.org/officeDocument/2006/relationships/slide" Target="slides/slide546.xml"/><Relationship Id="rId554" Type="http://schemas.openxmlformats.org/officeDocument/2006/relationships/slide" Target="slides/slide547.xml"/><Relationship Id="rId555" Type="http://schemas.openxmlformats.org/officeDocument/2006/relationships/slide" Target="slides/slide548.xml"/><Relationship Id="rId556" Type="http://schemas.openxmlformats.org/officeDocument/2006/relationships/slide" Target="slides/slide549.xml"/><Relationship Id="rId557" Type="http://schemas.openxmlformats.org/officeDocument/2006/relationships/slide" Target="slides/slide550.xml"/><Relationship Id="rId558" Type="http://schemas.openxmlformats.org/officeDocument/2006/relationships/slide" Target="slides/slide551.xml"/><Relationship Id="rId559" Type="http://schemas.openxmlformats.org/officeDocument/2006/relationships/slide" Target="slides/slide552.xml"/><Relationship Id="rId560" Type="http://schemas.openxmlformats.org/officeDocument/2006/relationships/slide" Target="slides/slide553.xml"/><Relationship Id="rId561" Type="http://schemas.openxmlformats.org/officeDocument/2006/relationships/slide" Target="slides/slide554.xml"/><Relationship Id="rId562" Type="http://schemas.openxmlformats.org/officeDocument/2006/relationships/slide" Target="slides/slide555.xml"/><Relationship Id="rId563" Type="http://schemas.openxmlformats.org/officeDocument/2006/relationships/slide" Target="slides/slide556.xml"/><Relationship Id="rId564" Type="http://schemas.openxmlformats.org/officeDocument/2006/relationships/slide" Target="slides/slide557.xml"/><Relationship Id="rId565" Type="http://schemas.openxmlformats.org/officeDocument/2006/relationships/slide" Target="slides/slide558.xml"/><Relationship Id="rId566" Type="http://schemas.openxmlformats.org/officeDocument/2006/relationships/slide" Target="slides/slide559.xml"/><Relationship Id="rId567" Type="http://schemas.openxmlformats.org/officeDocument/2006/relationships/slide" Target="slides/slide560.xml"/><Relationship Id="rId568" Type="http://schemas.openxmlformats.org/officeDocument/2006/relationships/slide" Target="slides/slide561.xml"/><Relationship Id="rId569" Type="http://schemas.openxmlformats.org/officeDocument/2006/relationships/slide" Target="slides/slide562.xml"/><Relationship Id="rId570" Type="http://schemas.openxmlformats.org/officeDocument/2006/relationships/slide" Target="slides/slide563.xml"/><Relationship Id="rId571" Type="http://schemas.openxmlformats.org/officeDocument/2006/relationships/slide" Target="slides/slide564.xml"/><Relationship Id="rId572" Type="http://schemas.openxmlformats.org/officeDocument/2006/relationships/slide" Target="slides/slide565.xml"/><Relationship Id="rId573" Type="http://schemas.openxmlformats.org/officeDocument/2006/relationships/slide" Target="slides/slide566.xml"/><Relationship Id="rId574" Type="http://schemas.openxmlformats.org/officeDocument/2006/relationships/slide" Target="slides/slide567.xml"/><Relationship Id="rId575" Type="http://schemas.openxmlformats.org/officeDocument/2006/relationships/slide" Target="slides/slide568.xml"/><Relationship Id="rId576" Type="http://schemas.openxmlformats.org/officeDocument/2006/relationships/slide" Target="slides/slide569.xml"/><Relationship Id="rId577" Type="http://schemas.openxmlformats.org/officeDocument/2006/relationships/slide" Target="slides/slide570.xml"/><Relationship Id="rId578" Type="http://schemas.openxmlformats.org/officeDocument/2006/relationships/slide" Target="slides/slide571.xml"/><Relationship Id="rId579" Type="http://schemas.openxmlformats.org/officeDocument/2006/relationships/slide" Target="slides/slide572.xml"/><Relationship Id="rId580" Type="http://schemas.openxmlformats.org/officeDocument/2006/relationships/slide" Target="slides/slide573.xml"/><Relationship Id="rId581" Type="http://schemas.openxmlformats.org/officeDocument/2006/relationships/slide" Target="slides/slide574.xml"/><Relationship Id="rId582" Type="http://schemas.openxmlformats.org/officeDocument/2006/relationships/slide" Target="slides/slide575.xml"/><Relationship Id="rId583" Type="http://schemas.openxmlformats.org/officeDocument/2006/relationships/slide" Target="slides/slide576.xml"/><Relationship Id="rId584" Type="http://schemas.openxmlformats.org/officeDocument/2006/relationships/slide" Target="slides/slide577.xml"/><Relationship Id="rId585" Type="http://schemas.openxmlformats.org/officeDocument/2006/relationships/slide" Target="slides/slide578.xml"/><Relationship Id="rId586" Type="http://schemas.openxmlformats.org/officeDocument/2006/relationships/slide" Target="slides/slide579.xml"/><Relationship Id="rId587" Type="http://schemas.openxmlformats.org/officeDocument/2006/relationships/slide" Target="slides/slide580.xml"/><Relationship Id="rId588" Type="http://schemas.openxmlformats.org/officeDocument/2006/relationships/slide" Target="slides/slide581.xml"/><Relationship Id="rId589" Type="http://schemas.openxmlformats.org/officeDocument/2006/relationships/slide" Target="slides/slide582.xml"/><Relationship Id="rId590" Type="http://schemas.openxmlformats.org/officeDocument/2006/relationships/slide" Target="slides/slide583.xml"/><Relationship Id="rId591" Type="http://schemas.openxmlformats.org/officeDocument/2006/relationships/slide" Target="slides/slide584.xml"/><Relationship Id="rId592" Type="http://schemas.openxmlformats.org/officeDocument/2006/relationships/slide" Target="slides/slide585.xml"/><Relationship Id="rId593" Type="http://schemas.openxmlformats.org/officeDocument/2006/relationships/slide" Target="slides/slide586.xml"/><Relationship Id="rId594" Type="http://schemas.openxmlformats.org/officeDocument/2006/relationships/slide" Target="slides/slide587.xml"/><Relationship Id="rId595" Type="http://schemas.openxmlformats.org/officeDocument/2006/relationships/slide" Target="slides/slide588.xml"/><Relationship Id="rId596" Type="http://schemas.openxmlformats.org/officeDocument/2006/relationships/slide" Target="slides/slide589.xml"/><Relationship Id="rId597" Type="http://schemas.openxmlformats.org/officeDocument/2006/relationships/slide" Target="slides/slide590.xml"/><Relationship Id="rId598" Type="http://schemas.openxmlformats.org/officeDocument/2006/relationships/slide" Target="slides/slide591.xml"/><Relationship Id="rId599" Type="http://schemas.openxmlformats.org/officeDocument/2006/relationships/slide" Target="slides/slide592.xml"/><Relationship Id="rId600" Type="http://schemas.openxmlformats.org/officeDocument/2006/relationships/slide" Target="slides/slide593.xml"/><Relationship Id="rId601" Type="http://schemas.openxmlformats.org/officeDocument/2006/relationships/slide" Target="slides/slide594.xml"/><Relationship Id="rId602" Type="http://schemas.openxmlformats.org/officeDocument/2006/relationships/slide" Target="slides/slide595.xml"/><Relationship Id="rId603" Type="http://schemas.openxmlformats.org/officeDocument/2006/relationships/slide" Target="slides/slide596.xml"/><Relationship Id="rId604" Type="http://schemas.openxmlformats.org/officeDocument/2006/relationships/slide" Target="slides/slide597.xml"/><Relationship Id="rId605" Type="http://schemas.openxmlformats.org/officeDocument/2006/relationships/slide" Target="slides/slide598.xml"/><Relationship Id="rId606" Type="http://schemas.openxmlformats.org/officeDocument/2006/relationships/slide" Target="slides/slide599.xml"/><Relationship Id="rId607" Type="http://schemas.openxmlformats.org/officeDocument/2006/relationships/slide" Target="slides/slide600.xml"/><Relationship Id="rId608" Type="http://schemas.openxmlformats.org/officeDocument/2006/relationships/slide" Target="slides/slide601.xml"/><Relationship Id="rId609" Type="http://schemas.openxmlformats.org/officeDocument/2006/relationships/slide" Target="slides/slide602.xml"/><Relationship Id="rId610" Type="http://schemas.openxmlformats.org/officeDocument/2006/relationships/slide" Target="slides/slide603.xml"/><Relationship Id="rId611" Type="http://schemas.openxmlformats.org/officeDocument/2006/relationships/slide" Target="slides/slide604.xml"/><Relationship Id="rId612" Type="http://schemas.openxmlformats.org/officeDocument/2006/relationships/slide" Target="slides/slide605.xml"/><Relationship Id="rId613" Type="http://schemas.openxmlformats.org/officeDocument/2006/relationships/slide" Target="slides/slide606.xml"/><Relationship Id="rId614" Type="http://schemas.openxmlformats.org/officeDocument/2006/relationships/slide" Target="slides/slide607.xml"/><Relationship Id="rId615" Type="http://schemas.openxmlformats.org/officeDocument/2006/relationships/slide" Target="slides/slide608.xml"/><Relationship Id="rId616" Type="http://schemas.openxmlformats.org/officeDocument/2006/relationships/slide" Target="slides/slide609.xml"/><Relationship Id="rId617" Type="http://schemas.openxmlformats.org/officeDocument/2006/relationships/slide" Target="slides/slide610.xml"/><Relationship Id="rId618" Type="http://schemas.openxmlformats.org/officeDocument/2006/relationships/slide" Target="slides/slide611.xml"/><Relationship Id="rId619" Type="http://schemas.openxmlformats.org/officeDocument/2006/relationships/slide" Target="slides/slide612.xml"/><Relationship Id="rId620" Type="http://schemas.openxmlformats.org/officeDocument/2006/relationships/slide" Target="slides/slide613.xml"/><Relationship Id="rId621" Type="http://schemas.openxmlformats.org/officeDocument/2006/relationships/slide" Target="slides/slide614.xml"/><Relationship Id="rId622" Type="http://schemas.openxmlformats.org/officeDocument/2006/relationships/slide" Target="slides/slide615.xml"/><Relationship Id="rId623" Type="http://schemas.openxmlformats.org/officeDocument/2006/relationships/slide" Target="slides/slide616.xml"/><Relationship Id="rId624" Type="http://schemas.openxmlformats.org/officeDocument/2006/relationships/slide" Target="slides/slide617.xml"/><Relationship Id="rId625" Type="http://schemas.openxmlformats.org/officeDocument/2006/relationships/slide" Target="slides/slide618.xml"/><Relationship Id="rId626" Type="http://schemas.openxmlformats.org/officeDocument/2006/relationships/slide" Target="slides/slide619.xml"/><Relationship Id="rId627" Type="http://schemas.openxmlformats.org/officeDocument/2006/relationships/slide" Target="slides/slide620.xml"/><Relationship Id="rId628" Type="http://schemas.openxmlformats.org/officeDocument/2006/relationships/slide" Target="slides/slide621.xml"/><Relationship Id="rId629" Type="http://schemas.openxmlformats.org/officeDocument/2006/relationships/slide" Target="slides/slide622.xml"/><Relationship Id="rId630" Type="http://schemas.openxmlformats.org/officeDocument/2006/relationships/slide" Target="slides/slide623.xml"/><Relationship Id="rId631" Type="http://schemas.openxmlformats.org/officeDocument/2006/relationships/slide" Target="slides/slide624.xml"/><Relationship Id="rId632" Type="http://schemas.openxmlformats.org/officeDocument/2006/relationships/slide" Target="slides/slide625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6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9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Sheet1!$A$2:$A$109</c:f>
              <c:strCache>
                <c:ptCount val="108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  <c:pt idx="80">
                  <c:v>Q81</c:v>
                </c:pt>
                <c:pt idx="81">
                  <c:v>Q82</c:v>
                </c:pt>
                <c:pt idx="82">
                  <c:v>Q83</c:v>
                </c:pt>
                <c:pt idx="83">
                  <c:v>Q84</c:v>
                </c:pt>
                <c:pt idx="84">
                  <c:v>Q85</c:v>
                </c:pt>
                <c:pt idx="85">
                  <c:v>Q86</c:v>
                </c:pt>
                <c:pt idx="86">
                  <c:v>Q87</c:v>
                </c:pt>
                <c:pt idx="87">
                  <c:v>Q88</c:v>
                </c:pt>
                <c:pt idx="88">
                  <c:v>Q89</c:v>
                </c:pt>
                <c:pt idx="89">
                  <c:v>Q90</c:v>
                </c:pt>
                <c:pt idx="90">
                  <c:v>Q91</c:v>
                </c:pt>
                <c:pt idx="91">
                  <c:v>Q92</c:v>
                </c:pt>
                <c:pt idx="92">
                  <c:v>Q93</c:v>
                </c:pt>
                <c:pt idx="93">
                  <c:v>Q94</c:v>
                </c:pt>
                <c:pt idx="94">
                  <c:v>Q95</c:v>
                </c:pt>
                <c:pt idx="95">
                  <c:v>Q96</c:v>
                </c:pt>
                <c:pt idx="96">
                  <c:v>Q97</c:v>
                </c:pt>
                <c:pt idx="97">
                  <c:v>Q98</c:v>
                </c:pt>
                <c:pt idx="98">
                  <c:v>Q99</c:v>
                </c:pt>
                <c:pt idx="99">
                  <c:v>Q100</c:v>
                </c:pt>
                <c:pt idx="100">
                  <c:v>Q101</c:v>
                </c:pt>
                <c:pt idx="101">
                  <c:v>Q102</c:v>
                </c:pt>
                <c:pt idx="102">
                  <c:v>Q103</c:v>
                </c:pt>
                <c:pt idx="103">
                  <c:v>Q104</c:v>
                </c:pt>
                <c:pt idx="104">
                  <c:v>Q105</c:v>
                </c:pt>
                <c:pt idx="105">
                  <c:v>Q106</c:v>
                </c:pt>
                <c:pt idx="106">
                  <c:v>Q107</c:v>
                </c:pt>
                <c:pt idx="107">
                  <c:v>Q108</c:v>
                </c:pt>
              </c:strCache>
            </c:strRef>
          </c:cat>
          <c:val>
            <c:numRef>
              <c:f>Sheet1!$B$2:$B$109</c:f>
              <c:numCache>
                <c:formatCode>General</c:formatCode>
                <c:ptCount val="108"/>
                <c:pt idx="0">
                  <c:v>1.0</c:v>
                </c:pt>
                <c:pt idx="1">
                  <c:v>1.0</c:v>
                </c:pt>
                <c:pt idx="2">
                  <c:v>1.0</c:v>
                </c:pt>
                <c:pt idx="3">
                  <c:v>1.0</c:v>
                </c:pt>
                <c:pt idx="4">
                  <c:v>1.0</c:v>
                </c:pt>
                <c:pt idx="5">
                  <c:v>0.0</c:v>
                </c:pt>
                <c:pt idx="6">
                  <c:v>1.0</c:v>
                </c:pt>
                <c:pt idx="7">
                  <c:v>1.0</c:v>
                </c:pt>
                <c:pt idx="8">
                  <c:v>0.0</c:v>
                </c:pt>
                <c:pt idx="9">
                  <c:v>2.0</c:v>
                </c:pt>
                <c:pt idx="10">
                  <c:v>2.0</c:v>
                </c:pt>
                <c:pt idx="11">
                  <c:v>2.0</c:v>
                </c:pt>
                <c:pt idx="12">
                  <c:v>2.0</c:v>
                </c:pt>
                <c:pt idx="13">
                  <c:v>2.0</c:v>
                </c:pt>
                <c:pt idx="14">
                  <c:v>0.0</c:v>
                </c:pt>
                <c:pt idx="15">
                  <c:v>1.0</c:v>
                </c:pt>
                <c:pt idx="16">
                  <c:v>0.0</c:v>
                </c:pt>
                <c:pt idx="17">
                  <c:v>1.0</c:v>
                </c:pt>
                <c:pt idx="18">
                  <c:v>1.0</c:v>
                </c:pt>
                <c:pt idx="19">
                  <c:v>1.0</c:v>
                </c:pt>
                <c:pt idx="20">
                  <c:v>1.0</c:v>
                </c:pt>
                <c:pt idx="21">
                  <c:v>2.0</c:v>
                </c:pt>
                <c:pt idx="22">
                  <c:v>1.0</c:v>
                </c:pt>
                <c:pt idx="23">
                  <c:v>1.0</c:v>
                </c:pt>
                <c:pt idx="24">
                  <c:v>2.0</c:v>
                </c:pt>
                <c:pt idx="25">
                  <c:v>2.0</c:v>
                </c:pt>
                <c:pt idx="26">
                  <c:v>2.0</c:v>
                </c:pt>
                <c:pt idx="27">
                  <c:v>2.0</c:v>
                </c:pt>
                <c:pt idx="28">
                  <c:v>3.0</c:v>
                </c:pt>
                <c:pt idx="29">
                  <c:v>1.0</c:v>
                </c:pt>
                <c:pt idx="30">
                  <c:v>2.0</c:v>
                </c:pt>
                <c:pt idx="31">
                  <c:v>2.0</c:v>
                </c:pt>
                <c:pt idx="32">
                  <c:v>2.0</c:v>
                </c:pt>
                <c:pt idx="33">
                  <c:v>2.0</c:v>
                </c:pt>
                <c:pt idx="34">
                  <c:v>1.0</c:v>
                </c:pt>
                <c:pt idx="35">
                  <c:v>2.0</c:v>
                </c:pt>
                <c:pt idx="36">
                  <c:v>2.0</c:v>
                </c:pt>
                <c:pt idx="37">
                  <c:v>3.0</c:v>
                </c:pt>
                <c:pt idx="38">
                  <c:v>1.0</c:v>
                </c:pt>
                <c:pt idx="39">
                  <c:v>0.0</c:v>
                </c:pt>
                <c:pt idx="40">
                  <c:v>3.0</c:v>
                </c:pt>
                <c:pt idx="41">
                  <c:v>2.0</c:v>
                </c:pt>
                <c:pt idx="42">
                  <c:v>2.0</c:v>
                </c:pt>
                <c:pt idx="43">
                  <c:v>2.0</c:v>
                </c:pt>
                <c:pt idx="44">
                  <c:v>2.0</c:v>
                </c:pt>
                <c:pt idx="45">
                  <c:v>2.0</c:v>
                </c:pt>
                <c:pt idx="46">
                  <c:v>2.0</c:v>
                </c:pt>
                <c:pt idx="47">
                  <c:v>3.0</c:v>
                </c:pt>
                <c:pt idx="48">
                  <c:v>3.0</c:v>
                </c:pt>
                <c:pt idx="49">
                  <c:v>2.0</c:v>
                </c:pt>
                <c:pt idx="50">
                  <c:v>2.0</c:v>
                </c:pt>
                <c:pt idx="51">
                  <c:v>2.0</c:v>
                </c:pt>
                <c:pt idx="52">
                  <c:v>3.0</c:v>
                </c:pt>
                <c:pt idx="53">
                  <c:v>1.0</c:v>
                </c:pt>
                <c:pt idx="54">
                  <c:v>3.0</c:v>
                </c:pt>
                <c:pt idx="55">
                  <c:v>2.0</c:v>
                </c:pt>
                <c:pt idx="56">
                  <c:v>3.0</c:v>
                </c:pt>
                <c:pt idx="57">
                  <c:v>3.0</c:v>
                </c:pt>
                <c:pt idx="58">
                  <c:v>2.0</c:v>
                </c:pt>
                <c:pt idx="59">
                  <c:v>2.0</c:v>
                </c:pt>
                <c:pt idx="60">
                  <c:v>2.0</c:v>
                </c:pt>
                <c:pt idx="61">
                  <c:v>3.0</c:v>
                </c:pt>
                <c:pt idx="62">
                  <c:v>3.0</c:v>
                </c:pt>
                <c:pt idx="63">
                  <c:v>2.0</c:v>
                </c:pt>
                <c:pt idx="64">
                  <c:v>3.0</c:v>
                </c:pt>
                <c:pt idx="65">
                  <c:v>2.0</c:v>
                </c:pt>
                <c:pt idx="66">
                  <c:v>2.0</c:v>
                </c:pt>
                <c:pt idx="67">
                  <c:v>2.0</c:v>
                </c:pt>
                <c:pt idx="68">
                  <c:v>2.0</c:v>
                </c:pt>
                <c:pt idx="69">
                  <c:v>4.0</c:v>
                </c:pt>
                <c:pt idx="70">
                  <c:v>2.0</c:v>
                </c:pt>
                <c:pt idx="71">
                  <c:v>2.0</c:v>
                </c:pt>
                <c:pt idx="72">
                  <c:v>2.0</c:v>
                </c:pt>
                <c:pt idx="73">
                  <c:v>1.0</c:v>
                </c:pt>
                <c:pt idx="74">
                  <c:v>1.0</c:v>
                </c:pt>
                <c:pt idx="75">
                  <c:v>3.0</c:v>
                </c:pt>
                <c:pt idx="76">
                  <c:v>2.0</c:v>
                </c:pt>
                <c:pt idx="77">
                  <c:v>1.0</c:v>
                </c:pt>
                <c:pt idx="78">
                  <c:v>2.0</c:v>
                </c:pt>
                <c:pt idx="79">
                  <c:v>2.0</c:v>
                </c:pt>
                <c:pt idx="80">
                  <c:v>2.0</c:v>
                </c:pt>
                <c:pt idx="81">
                  <c:v>1.0</c:v>
                </c:pt>
                <c:pt idx="82">
                  <c:v>2.0</c:v>
                </c:pt>
                <c:pt idx="83">
                  <c:v>2.0</c:v>
                </c:pt>
                <c:pt idx="84">
                  <c:v>2.0</c:v>
                </c:pt>
                <c:pt idx="85">
                  <c:v>2.0</c:v>
                </c:pt>
                <c:pt idx="86">
                  <c:v>1.0</c:v>
                </c:pt>
                <c:pt idx="87">
                  <c:v>3.0</c:v>
                </c:pt>
                <c:pt idx="88">
                  <c:v>3.0</c:v>
                </c:pt>
                <c:pt idx="89">
                  <c:v>2.0</c:v>
                </c:pt>
                <c:pt idx="90">
                  <c:v>2.0</c:v>
                </c:pt>
                <c:pt idx="91">
                  <c:v>3.0</c:v>
                </c:pt>
                <c:pt idx="92">
                  <c:v>3.0</c:v>
                </c:pt>
                <c:pt idx="93">
                  <c:v>2.0</c:v>
                </c:pt>
                <c:pt idx="94">
                  <c:v>2.0</c:v>
                </c:pt>
                <c:pt idx="95">
                  <c:v>2.0</c:v>
                </c:pt>
                <c:pt idx="96">
                  <c:v>0.0</c:v>
                </c:pt>
                <c:pt idx="97">
                  <c:v>1.0</c:v>
                </c:pt>
                <c:pt idx="98">
                  <c:v>2.0</c:v>
                </c:pt>
                <c:pt idx="99">
                  <c:v>2.0</c:v>
                </c:pt>
                <c:pt idx="100">
                  <c:v>2.0</c:v>
                </c:pt>
                <c:pt idx="101">
                  <c:v>1.0</c:v>
                </c:pt>
                <c:pt idx="102">
                  <c:v>1.0</c:v>
                </c:pt>
                <c:pt idx="103">
                  <c:v>2.0</c:v>
                </c:pt>
                <c:pt idx="104">
                  <c:v>1.0</c:v>
                </c:pt>
                <c:pt idx="105">
                  <c:v>2.0</c:v>
                </c:pt>
                <c:pt idx="106">
                  <c:v>1.0</c:v>
                </c:pt>
                <c:pt idx="107">
                  <c:v>3.0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4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9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8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3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9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5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0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6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2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2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7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2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8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3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0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7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4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0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5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1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7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2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8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5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0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1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9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4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7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8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3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7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1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4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7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9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4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2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8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4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8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4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8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0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7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3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0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6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6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0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6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solves $2|p|=1$ to get $p=\pm\frac12$ but then takes only $p=-\frac12$ without showing why $p=+\frac12$ (which gives $q=0$) is rejected by $q\neq0$; the rejection step was added. Answer $q=-20$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'n = x = 11' (a stray x for n); corrected to n = 11. Everything else is as printed.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says 'hence sum x_i = 3 and sum x_i^2 = 9', which is false (those are the sums of (x_i - p), not of x_i). The SD is unchanged under the shift, so the working should be done on y_i = x_i - p; answer 9/10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table uses 5,15,25 as class marks (true marks are 15,25,35; shift by 10 is harmless for variance) and writes the numerator as 225x + 1250, whereas sum f x^2 = 1300 + 225x (2*25 + 225x + 2*625). The printed equation does not give x = 4 as written; fixed.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expands $\sum(a+1)^2$ as $\sum a^2+n+2\sum a$ (should be $2n$ since there are $2n$ terms) and, in the combined step, writes $(16/3)^3$ (should be squared); the totals $3n$ and $68/9$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line '4 + b = 17' is a typo for 'a + b = 17' (7+10+11+15=43, 60-43=17); the working is otherwise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last step shows only the square root of (40800/150 - (x_II)^2) = 256 = 4 with the mean and 272 not shown; made explicit (mean 16, 40800/150=272, 272-256=16). Answer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first equation is printed as $2\alpha+8\beta=16$; the correct one is $2\alpha+3\beta=16$ (from $48+6\alpha+6\beta=32+8\alpha+9\beta$). Later equations and $\alpha=5,\beta=2$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equation (1) reads $18a+37b=1018$; the correct equation from the mean condition is $81a+37b=1018$ (with the PDF's $18a$ one would not get $a=8,b=10$). The printed key 'D' is a stray option letter; the question is numerical and the value 4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formula line shows the class width as $\times4$ on one line and omits it on the next ($45=40+[\frac{292-(\alpha+164)}{30}]$); the width is $10$, i.e. the factor must be $\times10$. With it $\alpha=113$, $\beta=277$ as the PDF states.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$6.25=\frac{\sum x_i^2}{10}-100$ (denominator should be $20$) and $\sum\bar x=n\bar x$ (should be $\sum x$); the next line $\frac{\sum x_i^2}{20}=106.25$ and the final answer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right-hand column for $a=4,b=3$ writes $M=\frac{2+3+2+1+7}{5}$; the last term is $|10-6|=4$, so it should be $\frac{2+3+2+1+4}{5}=\frac{12}{5}$ (the PDF still states $\frac{12}{5}$).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gives variance as (2a^2-a+1)/5; the true variance is (2a^2-86a+1206)/5 (2a^2-a+1 is only its remainder pattern mod 5), and the 'discriminant cannot be a perfect square of form 4k or 4k+1' argument is unjustified. Replaced by a residue check mod 5.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expands (x_i - i)^2 as (x_i)^2 + (i) - 2 x_i i; the middle term must be i^2. The sum of i^2 used (2870) is already correct. Also the AGP value is 12 - 132/2^20 = 6(2 - 22/2^20); final answer 142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sum of squares shows '11^3' (a typo for 11^2). The sum 4+25+64+121+196+289=699 and the final answer 210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discards alpha = 30 as 'not possible', but its own answer key (B, D) needs it. alpha = 30 gives sigma_B = 0 (all 200 students of B scored 55), which is allowed because only alpha &gt; 0 is stated; it satisfies the combined data (mean 50, variance 350) and gives sum of variances 900 = option (D). So both (B) and (D)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computed b = 364/6 - 7^2 = 25/3 and a+3b-5 = 27. Actually 364/6 = 182/3, so b = 182/3 - 49 = 35/3 and a+3b-5 = 7+35-5 = 37, which matches the printed answer key 37.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solves for k = 4, but with the printed frequencies sum f = 3k^2+4k = 62 gives k = (-2+sqrt190)/3 = 3.93 (k=4 gives sum f = 64). Its sums (156 and 500) do not follow from the table either (k=4 would give 166 and 550). Correct: mu^2+sigma^2 = sum f x^2 / 62 = (1732-35k)/186 = 8.57, so the floor is 8; the key 8 stands.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printed the terms as '1/2, 1, 2.4, 8' (should be 1/2, 1, 2, 4, 8) and wrote 'r = 2' from r+1/r = 5/2 without using a3+a4+a5 = 14 to reject r = 1/2. Added that step; the answer 211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defined the variance as sum f_i|x_i-5| / sum f_i (square missing) although its numbers use squares; mean equation also had a stray '28x' typo (28*5=140). Values 8/5, 22/5, 16, 8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working is garbled and inconsistent (it writes the variance step with an unexplained '131 - 64/225 (x_r-12)' line and never states the corrected variance). The final answer 2521 is right; the solution has been rewritten step by step with the corrected values 182, 2339 and 1961/225.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table gives $f_ix_i^2=75$ for $x=6$; correct value is $2\times36=72$. With 75 the column adds to 2051, not the printed 2048, so the printed total 2048 is right but one table entry is a typo. The key 29 is the rounded value of 320/11.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the variance formula with a typo ($(\bar x/n)^2$ instead of $\bar x^2$) and jumps to 'we get alpha and beta as 4 and 6' without the step. Final answer 13/3 is correct; the missing steps ($\alpha\beta=24$) were supplied.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picks the sign pattern from 'a&lt;b&lt;c' alone and only verifies a+b+c=56 afterwards. The ordering also allows a=16,b=17,c=19 (deviations 2,1,-1), which fails only the sum condition, so the sum condition must be used to choose. Answer 33 is right; the sum condition was added as a step.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1.xml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2.xml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3.xml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4.xml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5.xml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6.xml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7.xml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8.xml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6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Statistics Sheet (Exercise III)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SHEET STATISTICS · FCopy JM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Q24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geometric means of two series of observations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geometric mean of the ratios of the corresponding observations,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[AIEEE-2002]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$G_1, G_2$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geometric means of two series of observations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geometric mean of the ratios of the corresponding observations,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[AIEEE-2002]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$\frac{G_1}{G_2}$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G_1}{\log 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$\log(G_1 G_2)$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G_1-\log G_2$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geometric mean of a ratio is the ratio of geometric means, because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root and the product both split over a quotient.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geometric mean of a ratio is the ratio of geometric means, because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root and the product both split over a quotient.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observations of the first series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corresponding observations of the second series.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ratios of corresponding observations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$x_1,\dots,x_n$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observations of the first series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$y_1,\dots,y_n$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corresponding observations of the second series.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$G_1=(x_1x_2\cdots x_n)^{1/n}$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$G_2=(y_1y_2\cdots y_n)^{1/n}$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ratios of corresponding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$\frac{x_1}{y_1},\frac{x_2}{y_2},\dots,\frac{x_n}{y_n}$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geometric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numerator and denominator: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geometric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$G=\left(\frac{x_1}{y_1}\cdot\frac{x_2}{y_2}\cdots\frac{x_n}{y_n}\right)^{1/n}$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numerator and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$G=\frac{(x_1x_2\cdots x_n)^{1/n}}{(y_1y_2\cdots y_n)^{1/n}}$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$G=\frac{G_1}{G_2}$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$\frac{G_1}{G_2}$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logarithms: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arithmetic 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observations,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a ratio into a difference.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logarithms: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 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arithmetic mean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observations,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a ratio into a difference.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positive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positive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G_1=\frac1n\sum\log 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G_2=\frac1n\sum\log y_i$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G=\frac1n\sum\log\frac{x_i}{y_i}=\frac1n\sum(\log x_i-\log y_i)$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G=\log G_1-\log G_2=\log\frac{G_1}{G_2}$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(A); note option (D)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$G=\frac{G_1}{G_2}$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(A); note option (D)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$x=(1,4),y=(2,8)$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$G_1=2,G_2=4$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$(\frac12,\frac12)$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$G=\frac12=\frac{G_1}{G_2}$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$\frac{G_1}{G_2}$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 for positive observations only,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arithmetic 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AM-GM-HM: for positive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only when all observations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 mean is the right average for ratios, growth factors and index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$G=(x_1\cdots x_n)^{1/n}$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defined for positive observations only,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G=$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arithmetic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 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$GM(x_i y_i)=GM(x)\cdot GM(y)$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$GM\left(\frac{x_i}{y_i}\right)=\frac{GM(x)}{GM(y)}$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$GM(x_i^k)=GM(x)^k$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AM-GM-HM: for positive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$AM\ge GM\ge HM$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only when all observations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 mean is the right average for ratios, growth factors and index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median of a set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each of the largest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of the set is increased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median of the new set: [AIEEE-2003]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remains the same as that of the original set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is increased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is decreased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is two times the original median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median of a set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each of the largest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of the set is increased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median of the new set: [AIEEE-2003]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remains the same as that of the original set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is increased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is decreased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is two times the original median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8864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Median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is the middle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th) value, and raising only the top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values leaves the order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value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is the middle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th) value, and raising only the top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values leaves the order and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value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median is the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of the data arranged in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values;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is not among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median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$\left(\frac{n+1}{2}\right)$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$=\left(\frac{9+1}{2}\right)$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of the data arranged in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values;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is not among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these four is increased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stay larger than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and the ascending order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are untouched,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is still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median of the new set is the same as that of the original set.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these four is increased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stay larger than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and the ascending order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are untouched,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 is still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median of the new set is the same as that of the original set.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remains the same as that of the original set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median is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ordered value;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the mean of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depends only on the middle value(s): changing extreme values (without crossing the middle) does not change it, unlike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changes with scale and origin like the data: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mean would increase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the median stays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median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ordered value;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the mean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$(\frac n2+1)$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depends only on the middle value(s): changing extreme values (without crossing the middle) does not change it, unlike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changes with scale and origin like the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$\text{Med}(ax+b)=a\,\text{Med}(x)+b$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mean would increase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$\frac{4\times2}{9}=\frac89$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the median stays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experiment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following results were available: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One observation that was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found to be wrong and was replaced by the correct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corrected variance is: [AIEEE-2003]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78.00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188.66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177.33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experiment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following results were available: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x^2=2830$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One observation that was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found to be wrong and was replaced by the correct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corrected variance is: [AIEEE-2003]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$78.00$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$188.66$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$177.33$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Measures of central tendency and dispersion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removing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removing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$\sigma^2=\frac{\sum x^2}{n}-\left(\frac{\sum x}{n}\right)^2$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x^2=2830$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x=170-20+30=180$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x^2=2830-(20)^2+(30)^2=2830-400+900=3330$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180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corrected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x^2}{n}-\left(\frac{\sum x}{n}\right)^2$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$=\frac{3330}{15}-\left(\frac{180}{15}\right)^2=222-144=78$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corrected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78.00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an assumed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corrected mean), so the corrected deviations sum to zero and the variance is just the mean square deviation.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an assumed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corrected mean), so the corrected deviations sum to zero and the variance is just the mean square deviation.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remove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change adds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$\sum(x-12)^2=\sum x^2-24\sum x+144\cdot15=2830-4080+2160=910$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remove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$(20-12)^2=64$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$(30-12)^2=324$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$\sum(x-12)^2=910-64+324=1170$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$\sum(x-12)=170-180=-10$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change adds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$(30-20)=10$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corrected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agrees with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corrected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$\frac{1170}{15}=78$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agrees with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78.00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correct a wrong entry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the least mean square deviation: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correct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 if an observation is added or deleted rather than replaced.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moved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x^2}{n}-\bar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correct a wrong entry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$b^2-a^2$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the least mean square deviation: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$\frac1n\sum(x-c)^2=\sigma^2+(\bar 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 if an observation is added or deleted rather than replaced.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$\frac{170}{15}$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$\frac{2830}{15}-\left(\frac{170}{15}\right)^2\approx60.2$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2815335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5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Consider the following statements: (a) Mode can be computed from histogram. (b) Median is not independent of change of scale. (c) Variance is independent of change of origin and scale. Which of these is/are correct? [AIEEE-2004]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5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(A) only (a)   (B) only (b)   (C) only (a) and (b)   (D) (a), (b) and (c)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mean, median, mode and variance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independent of origin but NOT of scale: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independent of origin but NOT of scale: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$\text{Var}(ax+b)=a^2\text{Var}(x)$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(a): mode of grouped data can be found from a histogram (modal bar and its neighbours), so (a)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(b): if every observation is multiplied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median is multiplied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depends on scale; (b)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(a): mode of grouped data can be found from a histogram (modal bar and its neighbours), so (a)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(b): if every observation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median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depends on scale; (b)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(c):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is unchanged by a change of origin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but changes with scale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(c) is incorrect, and only (a) and (b) are correct: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$\text{Var}(ax+b)=a^2\,\text{Var}(x)$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is unchanged by a change of origin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but changes with scale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(c) is incorrect, and only (a) and (b) are correct: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only (a) and (b)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mean, median and mode all transform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and range also scale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 unaffected by origin shift.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variation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num>
                      <m:den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scale (not of origin).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Mode from a histogram: join the top corners of the modal bar to the adjacent bars' corners; the intersection gives the mode.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$\text{Var}(ax+b)=a^2\text{Var}(x)$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$\text{SD}(ax+b)=|a|\,\text{SD}(x)$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mean, median and mode all transform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and range also scale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 unaffected by origin shift.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variation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$\frac{\sigma}{\bar x}\times100$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independent of scale (not of origin).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Mode from a histogram: join the top corners of the modal bar to the adjacent bars' corners; the intersection gives the mode.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series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half of them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remaining half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the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[AIEEE-2004]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series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half of them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remaining half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the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[AIEEE-2004]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$\frac{\sqrt2}{n}$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Standard deviation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 deviation from the mean has magnitude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 deviation from the mean has magnitude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$\sigma=|a|$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half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Half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half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x=\frac{na+n(-a)}{2n}=0$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$\sigma=\sqrt{\frac{\sum(x_i-\bar x)^2}{2n}}$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$(x_i-0)^2=a^2$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x)^2=2na^2$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$2=\sqrt{\frac{2na^2}{2n}}=\sqrt{a^2}=|a|$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observation lies exactly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standard deviation (root mean square deviation)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observation lies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standard deviation (root mean square deviation)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28895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symmetry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root-mean-square deviation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28895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symmetry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$|x_i-0|$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root-mean-square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$\sigma=|a|=2$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all deviations from the mean have the same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two-valued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(proportions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SD of a symmetric set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all deviations from the mean have the same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two-valued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(proportions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$\sigma^2=pq(x_1-x_2)^2$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$x_1-x_2=2a$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SD of a symmetric set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in a frequency distribution, the mean and median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its mode is approximately: [AIEEE-2005]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24.0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in a frequency distribution, the mean and median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its mode is approximately: [AIEEE-2005]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$24.0$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Empirical relation between mean, median and mode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empirical relation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𝑀𝑜𝑑𝑒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𝑀𝑒𝑑𝑖𝑎𝑛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𝑀𝑒𝑎𝑛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empirical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$\text{Mode}=3\,\text{Median}-2\,\text{Mean}$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moderately skewed distribution,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𝑀𝑜𝑑𝑒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𝑀𝑒𝑑𝑖𝑎𝑛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𝑀𝑒𝑎𝑛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𝑀𝑜𝑑𝑒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𝑀𝑜𝑑𝑒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moderately skewed distribution,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$\text{Mode}=3\,\text{Median}-2\,\text{Mean}$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$\text{Mode}=3(22)-2(21)=66-42$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$\text{Mode}=24$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24.0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Karl Pearson's empirical relation: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𝑀𝑜𝑑𝑒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𝑀𝑒𝑑𝑖𝑎𝑛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for moderately skewed unimodal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mode indicates negative skew;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mode indicates positive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symmetric distribution all three coincide.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Karl Pearson's empirical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$\text{Mean}-\text{Mode}=3(\text{Mean}-\text{Median})$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for moderately skewed unimodal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mode indicates negative skew;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mode indicates positive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symmetric distribution all three coincide.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a possible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the following is: [AIEEE-2005]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$x_1,x_2,\dots,x_n$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a possible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the following is: [AIEEE-2005]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and Cauchy-Schwarz / RMS-AM inequality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𝑅𝑀𝑆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(equivalently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$\text{RMS}\ge\text{AM}$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(equivalently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$n\ge16$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numbers,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𝑅𝑀𝑆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numbers,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$\text{RMS}\ge\text{AM}$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$\sqrt{\frac{\sum x_i^2}{n}}\ge\left|\frac{\sum x_i}{n}\right|$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$\frac{400}{n}\ge\frac{6400}{n^2}$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$\frac{400}{n}&gt;0$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$1\ge\frac{16}{n}$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$\frac{n-16}{n}\ge0$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 possible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when all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a possible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when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cannot be negative: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cannot be negative: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$\sigma^2=\frac{\sum x_i^2}{n}-\left(\frac{\sum x_i}{n}\right)^2\ge0$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options: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negative variance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26.67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28.44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19.75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$\sigma^2=\frac{400}{n}-\frac{6400}{n^2}\ge0$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$400n-6400\ge0$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$15,9,12$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negative variance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$26.67-28.44&lt;0$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$22.2-19.75=2.47\ge0$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all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minimum number of observations compatible with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larger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attainable, since one can adjust the values to keep both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Cauchy-Schwarz: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$\left(\sum x_i\right)^2\le n\sum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equality iff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$n\ge\frac{(\sum x_i)^2}{\sum x_i^2}$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minimum number of observations compatible with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x_i,\sum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larger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attainable, since one can adjust the values to keep both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a population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another population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variances of the two populations, respectively,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[AIEEE-2006]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a population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$101,102,\dots,200$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another population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$151,152,\dots,250$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the variances of the two populations,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$\frac{V_A}{V_B}$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[AIEEE-2006]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and standard deviation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independent of change of origin,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shifted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independent of change of origin,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shifted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deviations from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consists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and so does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are always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for both sets.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d_i^2}{n}$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deviations from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consists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and so does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are always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$\pm\frac12,\pm\frac32,\dots,\pm\frac{99}2$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for both sets.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same variance (and standard deviation).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same variance (and standard deviation).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$\frac{V_A}{V_B}=1$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have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independent of the starting value.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have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independent of the starting value.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(Equivalently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$V_A=V_B=\frac{100^2-1}{12}=\frac{9999}{12}=833.25$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$\frac{V_A}{V_B}=1$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$B_i=A_i+50$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$\text{Var}(x+c)=\text{Var}(x)$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integers)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$\text{Var}(x+c)=\text{Var}(x)$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$\text{Var}(kx)=k^2\text{Var}(x)$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average marks of boys in a class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that of girls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average marks of boys and girls combined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percentage of boys in the class is: [AIEEE-2007]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average marks of boys in a class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that of girls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average marks of boys and girls combined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percentage of boys in the class is: [AIEEE-2007]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Combined (weighted)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mean is the weighted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mean is the weighted mean: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$52x+42y=50(x+y)$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numbers of boys and girls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marks of boys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girls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combined average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total number of students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Percentage of boys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numbers of boys and girls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marks of boys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girls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combined average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$52x+42y=50(x+y)$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$52x+42y=50x+50y$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$52x-50x=50y-42y\Rightarrow 2x=8y$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total number of students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$x+y=5y$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Percentage of boys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$=\frac{x}{x+y}\times100=\frac{4y}{4y+y}\times100=80\%$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Alligation: the combined mean divides the gap between the two means in the inverse ratio of the group sizes.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combined mean from the girls'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the boys'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 : girls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the combined mean lies nearer the larger group's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class,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combined mean from the girls'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$50-42=8$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the boys'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$52-50=2$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 : girls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$=8:2=4:1$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the combined mean lies nearer the larger group's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class,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$80\%$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Alligation: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magnitude; the combined mean lies nearer the larger group's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also needs the between-group term: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x=\frac{n_1\bar x_1+n_2\bar x_2}{n_1+n_2}$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Alligation: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$\frac{n_1}{n_2}=\frac{\bar x_2-\bar x}{\bar x-\bar x_1}$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magnitude; the combined mean lies nearer the larger group's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also needs the between-group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$\sigma^2=\frac{n_1\sigma_1^2+n_2\sigma_2^2}{n_1+n_2}+\frac{n_1n_2(\bar x_1-\bar x_2)^2}{(n_1+n_2)^2}$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gives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 [AIEEE-2008]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$a,b,8,5,10$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gives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 [AIEEE-2008]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$a=5,\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$a=1,\ 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$a=3,\ 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$a=0,\ b=7$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$a^2+b^2=25$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$ab=12$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$\frac{a+b+8+5+10}{5}=6\Rightarrow a+b=7$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$b=7-a$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$\frac{(a-6)^2+(b-6)^2+(8-6)^2+(5-6)^2+(10-6)^2}{5}=6.8$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$(a-6)^2+(b-6)^2+4+1+16=34$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$a^2+b^2-12a-12b+36+36+4+1+16=34$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$a^2+b^2-12(a+b)=-59$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correspondingly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present: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$b=7-a$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$a^2+(7-a)^2-84=-59$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$2a^2-14a+49-84+59=0\Rightarrow 2a^2-14a+24=0\Rightarrow a^2-7a+12=0$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$(a-3)(a-4)=0$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correspondingly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$b=4,3$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options,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present: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$a=3,\ b=4$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the options (all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$a^2+b^2=25$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the options (all have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terms contribute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(C)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x_i^2=5(6.8+36)=214$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terms contribute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$64+25+100=189$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$25+4=29$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$1+36=37$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$9+16=25$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$0+49=49$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(C)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$3,4,8,5,10$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$\frac{34}{5}=6.8$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$a=3,\ b=4$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options, check the cheaper invariant first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eliminate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$ab=\frac{s^2-t}{2}$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$z^2-sz+ab=0$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options, check the cheaper invariant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eliminate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their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[AIEEE-2009]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$1,1+d,1+2d,\dots,1+100d$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their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[AIEEE-2009]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is the middle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deviations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absolute value.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is the middle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$1+50d$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deviations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$d\times(50,49,\dots,0,\dots,49,50)$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absolute value.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AP, 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middle (51st)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$1,1+d,\dots,1+100d$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AP, 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$=\frac{101}{2}\left(1+1+100d\right)=101(1+50d)$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$=\frac{101(1+50d)}{101}=1+50d$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middle (51st)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$=\frac{\sum|x_i-\bar x|}{101}=\frac{|{-50d}|+|{-49d}|+\dots+|{-d}|+0+d+2d+\dots+50d}{101}$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25755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$=\frac{2d(1+2+\dots+50)}{101}=\frac{2d\cdot\frac{50\cdot51}{2}}{101}=\frac{50\cdot51\,d}{101}$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$\frac{50\cdot51\,d}{101}=255$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$d=\frac{101\times255}{50\times51}=\frac{25755}{2550}=10.1$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10.1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and scale: the mean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the mean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and scale: the mean deviation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$a+kx_i$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$|k|$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the mean deviation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$0,1,\dots,100$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mean deviation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odd,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$1+d\cdot(0,1,\dots,100)$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mean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$d\times\text{MD}(0,1,\dots,100)$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$\text{MD}=\frac{n^2-1}{4n}$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$\frac{101^2-1}{404}=\frac{10200}{404}$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the direct method.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$d\cdot\frac{10200}{404}=255$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$d=\frac{255\times404}{10200}=10.1$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$\frac{10200}{404}=\frac{50\cdot51}{101}$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the direct method.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10.1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unaffected by origin, scaled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with an odd number of terms the mean is the middle term; deviations are symmetric and pair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$\text{MD}(a+kx)=|k|\,\text{MD}(x)$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unaffected by origin, scaled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with an odd number of terms the mean is the middle term; deviations are symmetric and pair 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224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Statement-1: The variance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Statement-2: The sum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[AIEEE-2009]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Statement-1 is true, Statement-2 is true; Statement-2 is a correct explanation for Statement-1.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Statement-1 is true, Statement-2 is true; Statement-2 is not a correct explanation for Statement-1.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Statement-1 is true, Statement-2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Statement-1 is false, Statement-2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8224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Statement-1: The variance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Statement-2: The sum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[AIEEE-2009]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Statement-1 is true, Statement-2 is true; Statement-2 is a correct explanation for Statement-1.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Statement-1 is true, Statement-2 is true; Statement-2 is not a correct explanation for Statement-1.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Statement-1 is true, Statement-2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Statement-1 is false, Statement-2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first n natural numbers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Computing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Computing the 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$2,4,\dots,2n$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 is the standard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 is the standard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Statement-1: the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variance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Statement-1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Statement-1: the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$2+4+\dots+2n=2(1+2+\dots+n)=n(n+1)$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x=\frac{n(n+1)}{n}=n+1$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$=\frac1n\sum x_i^2-\bar x^2=\frac1n\left(2^2+4^2+\dots+(2n)^2\right)-(n+1)^2$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$=\frac1n\cdot4\cdot\frac{n(n+1)(2n+1)}{6}-(n+1)^2=\frac{2(n+1)(2n+1)}{3}-(n+1)^2$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$=(n+1)\cdot\frac{2(2n+1)-3(n+1)}{3}=\frac{(n+1)(n-1)}{3}$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Statement-1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Statement-1 is false and Statement-2 is true: option (D).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Statement-1 is false, Statement-2 is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rule: the even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rule: the even numbers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$2\times(1,2,\dots,n)$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$\frac{n(n+1)(2n+1)}{6n}-\left(\frac{n+1}{2}\right)^2=\frac{n^2-1}{12}$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$\text{Var}(2x)=4\,\text{Var}(x)$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$2,4,\dots,2n$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$\frac{4(n^2-1)}{12}=\frac{n^2-1}{3}$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Statement-1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 is true,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$\frac{9-1}{3}=\frac83$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$\frac{9-1}{4}=2$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Statement-1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 is true,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Statement-1 is false, Statement-2 is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an AP with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naturals: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naturals: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Assertion-reason questions: verify each statement independently with a small case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judging the explanation.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an AP with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naturals: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naturals: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Assertion-reason questions: verify each statement independently with a small case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judging the explanation.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data sets each of size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variances are given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corresponding means are given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variance of the combined data set is: [AIEEE-2010]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data sets each of size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variances are given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corresponding means are given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variance of the combined data set is: [AIEEE-2010]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and standard deviation of combined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each set from its mean and variance, then pool the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each set from its mean and variance, then pool the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first set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 set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first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$\sigma_x^2=4$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x_i^2}{5}-\bar{x}^2=4$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x_i^2}{5}=4+4=8$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$\bar{y}=4$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y_i^2}{5}=5+16=21$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combined data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x_i^2+\sum y_i^2=40+105=145$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x_i+\sum y_i=10+20=30$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combined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x_i^2+\sum y_i^2}{10}-\left(\frac{\sum x_i+\sum y_i}{10}\right)^2$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$=\frac{145}{10}-\left(\frac{30}{10}\right)^2=\frac{145}{10}-9=\frac{11}{2}$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the pooled-variance formula: mean of the variances plus the variance of the two means.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sizes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combined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(within-group plus between-group part).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sizes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$n_1=n_2$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combined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$\frac{2+4}{2}=3$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$=\frac{\sigma_1^2+\sigma_2^2}{2}+\frac{(\bar{x}_1-\bar{x}_2)^2}{4}$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(within-group plus between-group part).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each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between-group part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$=\frac{4+5}{2}+\frac{(2-4)^2}{4}=4.5+1=\frac{11}{2}$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each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between-group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$\frac{1^2+1^2}{2}=1$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(combined mean).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whole is NOT the average of the variances; the spread of the group means must be added.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raw sums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sizes,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extra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$\sigma^2=\frac{n_1(\sigma_1^2+d_1^2)+n_2(\sigma_2^2+d_2^2)}{n_1+n_2}$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$d_i=\bar{x}_i-\bar{x}$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(combined mean).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whole is NOT the average of the variances; the spread of the group means must be added.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x_i^2=n(\sigma^2+\bar{x}^2)$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raw sums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sizes,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$m_1,m_2$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extra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$\frac{(m_1-m_2)^2}{4}$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[AIEEE-2011]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 2a, \ldots, 50a$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[AIEEE-2011]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median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median pair up symmetrically,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median pair up symmetrically,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$2|a|(0.5+1.5+\cdots+24.5)$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in AP), so the median is the mean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value twice.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$a,2a,\ldots,50a$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in AP), so the median is the mean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$M=\frac{25a+26a}{2}=25.5a$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$\text{M.D.}(M)=\frac{\sum|x_i-M|}{N}$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$|ka-25.5a|=|a|\,|k-25.5|$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$0.5|a|,1.5|a|,\ldots,24.5|a|$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each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value twice.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$50=\frac{1}{50}\left[2\times|a|\times(0.5+1.5+2.5+\cdots+24.5)\right]$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$0.5,1.5,\ldots,24.5$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$\frac{25}{2}(0.5+24.5)=312.5$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$625|a|$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$2500=|a|\times 25\times 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Scaling: mean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(data)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the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Scaling: mean deviation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$a\cdot$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(data)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that of the data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$1,2,\ldots,50$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every observation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median and every deviation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median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twice,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M.D.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every observation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median and every deviation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$\text{M.D.}=|a|\times\text{M.D.}(1,2,\ldots,50)$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$1,\ldots,50$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median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$0.5,1.5,\ldots,24.5$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twice,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M.D.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$1,\ldots,50$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$\frac{625}{50}=12.5$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$12.5|a|=50\Rightarrow|a|=4$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the median (and about the mean).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 the mean deviation about the median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absolute deviations is least about the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an even number of terms is the average of the two middle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$\text{M.D.}(ka_1,\ldots,ka_n)=|k|\,\text{M.D.}(a_1,\ldots,a_n)$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the median (and about the mean).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 the mean deviation about the median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$\frac{50}{4}=12.5$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absolute deviations is least about the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an even number of terms is the average of the two middle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scientist is weighing each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fishes. Their mean weight worked out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 and a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 Later, it was found that the measuring scale was misaligned and always under reported every fish weight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 The correct mean and standard deviation (in gm) of fishes are respectively: [AIEEE-2011]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scientist is weighing each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fishes. Their mean weight worked out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 and a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 Later, it was found that the measuring scale was misaligned and always under reported every fish weight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 The correct mean and standard deviation (in gm) of fishes are respectively: [AIEEE-2011]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$32,\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$28,\ 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Effect of change of origin on mean and standard deviation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constant added to every observation shifts the mean by that constant but leaves the standard deviation unchanged.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scale under-reported every weight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gm, so each true weight is the recorded weight plus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Recorded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gm, so the correct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not affected by adding a constant to every observation (all deviations from the mean stay the same).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scale under-reported every weight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gm, so each true weight is the recorded weight 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Recorded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gm, so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$30+2=32$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not affected by adding a constant to every observation (all deviations from the mean stay the same).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standard deviation remains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 and standard deviation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standard deviation remains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 and standard deviation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$32,\ 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every observation: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and S.D.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Dispersion measures (variance, S.D., range, M.D.) are origin independent but scale dependent.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every observation: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$\to\bar{x}+c$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and S.D.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 k\bar{x}$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$\to|k|\sigma$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 k^2\sigma^2$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$\bar{y}=k\bar{x}+c$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$\sigma_y=|k|\sigma_x$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Dispersion measures (variance, S.D., range, M.D.) are origin independent but scale dependent.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921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and let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their arithmetic mean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their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Statement-1: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Statement-2: Arithmetic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[AIEEE-2012]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Statement-1 is true, Statement-2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Statement-2 is false, Statement-2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Statement-1 is true, Statement-2 is true; Statement-2 is a correct explanation for Statement-1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Statement-1 is true, Statement-2 is true; Statement-2 is not a correct explanation for Statement-1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921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$x_1,x_2,\ldots,x_n$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their arithmetic mean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their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Statement-1: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$2x_1,2x_2,\ldots,2x_n$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Statement-2: Arithmetic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$2x_1,2x_2,\ldots,2x_n$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[AIEEE-2012]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Statement-1 is true, Statement-2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Statement-2 is false, Statement-2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Statement-1 is true, Statement-2 is true; Statement-2 is a correct explanation for Statement-1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Statement-1 is true, Statement-2 is true; Statement-2 is not a correct explanation for Statement-1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Effect of scaling on mean and variance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multiplies the mean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multiplies the mean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x_i^2}{n}-\left(\frac{\sum x_i}{n}\right)^2$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$=\frac{\sum(2x_i)^2}{n}-\left(\frac{\sum 2x_i}{n}\right)^2$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∑</m:t>
                                    </m:r>
                                    <m:sSub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b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𝑖</m:t>
                                        </m:r>
                                      </m:sub>
                                    </m:sSub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Statement-1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Statement-2 is false;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$=4\frac{\sum x_i^2}{n}-4\left(\frac{\sum x_i}{n}\right)^2=4\left[\frac{\sum x_i^2}{n}-\left(\frac{\sum x_i}{n}\right)^2\right]=4\sigma^2$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Statement-1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$2x_1,\ldots,2x_n$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$\frac{2x_1+\cdots+2x_n}{n}=2\cdot\frac{x_1+\cdots+x_n}{n}=2\bar{x}$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Statement-2 is false;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working form for every transformation proof.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 the trap: 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belongs to the variance,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mean.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$\text{Var}(x)=E(x^2)-[E(x)]^2$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working form for every transformation proof.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 the trap: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belongs to the variance,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mean.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the students of a class performed poorly in Mathematics. The teacher decided to give grace marks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of the students. Which of the following statistical measures will not change even after the grace marks were given? [JEE(Main)-2013]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mean   (B) median   (C) mode   (D) variance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the students of a class performed poorly in Mathematics. The teacher decided to give grace marks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of the students. Which of the following statistical measures will not change even after the grace marks were given? [JEE(Main)-2013]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mean   (B) median   (C) mode   (D) variance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Effect of change of origin on measures of central tendency and dispersion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Variance depends only on deviations from the mean, which do not change when a constant is added.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grace marks to every student adds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every observation.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mean, median and mode are measures of location: each increases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measures the spread about the mean; every deviation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because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rise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grace marks to every student adds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every observation.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mean, median and mode are measures of location: each increases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measures the spread about the mean; every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$x_i-\bar{x}$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because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rise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353312"/>
            <a:ext cx="10725912" cy="443484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So variance (and standard deviation) do not change.</a:t>
            </a:r>
            <a:endParaRPr sz="2400">
              <a:solidFill>
                <a:srgbClr val="111827"/>
              </a:solidFill>
            </a:endParaRPr>
          </a:p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Answer: (D) variance.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variance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Measures unaffected by a shift: variance, S.D., range, mean deviation, quartile deviation.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Measures that shift with the data: mean, median, mode, quartiles.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dispersion measures scale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ignore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Measures unaffected by a shift: variance, S.D., range, mean deviation, quartile deviation.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Measures that shift with the data: mean, median, mode, quartiles.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dispersion measures scale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ignore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is: [JEE(Main)2014]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is: [JEE(Main)2014]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$\frac{437}{4}$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$\frac{833}{4}$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$833$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first n natural numbers / even numbers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 numbers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$2,4,\ldots,100$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$2\times(1,\ldots,50)$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$2,4,6,\ldots,100$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$\bar{x}=\frac{2+4+6+\cdots+100}{50}=\frac{2\cdot1275}{50}=51$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x_i^2}{n}-(\bar{x})^2$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42925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x_i^2=4(1^2+2^2+\cdots+50^2)=4\cdot\frac{50\cdot51\cdot101}{6}$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$\sigma^2=\frac{4(1^2+2^2+\cdots+50^2)}{50}-(51)^2=\frac{4\cdot 42925}{50}-2601=3434-2601$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$\sigma^2=833$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833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$833$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doubling every value multiplies variance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$1,\ldots,n$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doubling every value multiplies variance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$2\times(1,2,\ldots,50)$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$\frac{2499}{12}$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$=4\cdot\frac{2499}{12}=\frac{2499}{3}=833$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833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$833$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(and S.D.)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naturals: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naturals: 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AP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(and S.D.)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$\sqrt{\frac{n^2-1}{12}}$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naturals: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naturals: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data set comprising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one of the observation valued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deleted and three new observations valued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added to the data, then the mean of the resultant data is: [JEE(Main)-2015]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14.0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data set comprising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one of the observation valued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deleted and three new observations valued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added to the data, then the mean of the resultant data is: [JEE(Main)-2015]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$14.0$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of data after deletion and insertion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total: remove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divide by the new count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total: remove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add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$3+4+5$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divide by the new count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Initial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deleting the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Initial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$=16\times16=256$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deleting the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$256-16+3+4+5=252$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$=16-1+3=18$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$=\frac{252}{18}=14$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14.0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$14.0$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Track only the change in deviations from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Track only the change in deviations from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Deleted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values have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count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36332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Deleted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values have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$3-16=-13$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$4-16=-12$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$5-16=-11$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count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$=16+\frac{0+(-36)}{18}=16-2=14$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14.0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$14.0$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after changes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𝑜𝑙𝑑 𝑠𝑢𝑚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𝑟𝑒𝑚𝑜𝑣𝑒𝑑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𝑎𝑑𝑑𝑒𝑑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𝑛𝑒𝑤 𝑐𝑜𝑢𝑛𝑡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𝑎𝑑𝑑𝑒𝑑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𝑟𝑒𝑚𝑜𝑣𝑒𝑑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 (𝑎𝑠 𝑑𝑒𝑣𝑖𝑎𝑡𝑖𝑜𝑛𝑠 𝑓𝑟𝑜𝑚 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Deleting an observation equal to the mean leaves the mean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after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$=\frac{\text{old sum}-\text{removed}+\text{added}}{\text{new count}}$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$=\bar{x}+\frac{\sum(\text{added})-\sum(\text{removed})\text{ (as deviations from }\bar{x})}{N_{new}}$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Deleting an observation equal to the mean leaves the mean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standard deviation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true? [JEE(Main)-2016]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standard deviation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 3,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true? [JEE(Main)-2016]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$3a^2-34a+91=0$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$3a^2-23a+44=0$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$3a^2-26a+55=0$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$3a^2-32a+84=0$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Standard deviation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variance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clear denominators.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variance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$\frac{\sum x_i^2}{n}-\left(\frac{\sum x_i}{n}\right)^2$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clear denominators.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x_i^2}{n}-\left(\frac{\sum x_i}{n}\right)^2$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x_i^2=4+9+a^2+121=a^2+134$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x_i=16+a$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$(3.5)^2=\frac{4+9+a^2+121}{4}-\left(\frac{16+a}{4}\right)^2$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$4(a^2+134)-(16+a)^2=16\times\frac{49}{4}=196$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$3a^2-32a+536-256=196$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$3a^2-32a+280=196$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$3a^2-32a+84=0$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$3a^2-32a+84=0$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variance in terms of pairwise differences.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$n^2\sigma^2=\sum_{i&lt;j}(x_i-x_j)^2$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variance in terms of pairwise differences.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$n\sum x_i^2-(\sum x_i)^2=\sum_{i&lt;j}(x_i-x_j)^2$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$n^2\sigma^2=16\times12.25=196$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$1^2+9^2+8^2=146$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$(a-2)^2+(a-3)^2+(a-11)^2=3a^2-32a+134$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$146+3a^2-32a+134=196$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$3a^2-32a+84=0$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$3a^2-32a+84=0$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assumed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Unknown values from a given S.D. give a quadratic; both roots are valid unless the question restricts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$n^2\sigma^2=n\sum x_i^2-(\sum x_i)^2=\sum_{i&lt;j}(x_i-x_j)^2$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$\sigma^2=\frac{\sum(x_i-A)^2}{n}-(\bar{x}-A)^2$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assumed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Unknown values from a given S.D. give a quadratic; both roots are valid unless the question restricts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[JEE(Main)-2018]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$\sum_{i=1}^{9}(x_i-5)=9$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$\sum_{i=1}^{9}(x_i-5)^2=45$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$x_1,x_2,\ldots,x_9$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[JEE(Main)-2018]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Standard deviation from sums of deviations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S.D. is unchanged by shifting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apply the variance formula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S.D. is unchanged by shifting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apply the variance formula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$x_i-5$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unaffected by a shift, so S.D.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S.D.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∑</m:t>
                                    </m:r>
                                    <m:sSub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  <m:sub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𝑖</m:t>
                                        </m:r>
                                      </m:sub>
                                    </m:sSub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d_i^2=45$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unaffected by a shift, so S.D.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S.D.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$=\sqrt{\frac{\sum d_i^2}{n}-\left(\frac{\sum d_i}{n}\right)^2}$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$=\sqrt{\frac{45}{9}-\left(\frac{9}{9}\right)^2}$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$=\sqrt{5-1}=2$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Step-deviation: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does not change variance, so the assumed mean needs no correction at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itself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Step-deviation: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d_i^2}{n}-\left(\frac{\sum d_i}{n}\right)^2$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does not change variance, so the assumed mean needs no correction at the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itself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$A+\frac{\sum d_i}{n}$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the standard deviation (s.d.)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Each of these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multiplied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reduced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new mean and new s.d. become half of their original values,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the standard deviation (s.d.)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Each of these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reduced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new mean and new s.d. become half of their original values,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Effect of linear transformation on mean and standard deviation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S.D. scales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rules 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S.D. scales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$|p|$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$p=\pm\frac{1}{2}$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$q\neq0$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rules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$p=+\frac12$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observations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is half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is half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$y_i=px_i-q$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$=p\bar{x}-q=20p-q$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is half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$20p-q=10$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$=|p|\sigma=2|p|$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 is half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rejected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$2|p|=1\Rightarrow p=\pm\frac12$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rejected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$-10-q=10$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S.D. depends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on the S.D. alone fixes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come from other conditions.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both signs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the extra conditions in the question.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$y=px+q'$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$\bar{y}=p\bar{x}+q'$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$\sigma_y=|p|\sigma_x$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S.D.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on the S.D. alone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come from other conditions.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both signs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the extra conditions in the question.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On rechecking, it was found that an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incorrect and the correct observation was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On rechecking, it was found that an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incorrect and the correct observation was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$4.02$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Corrected variance after changing one observation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102.01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x_i^2}{20}-(\bar{x})^2=4$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x_i^2=20\times104=2080$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x_i=200-9+11=202$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x_i^2=2080-9^2+11^2=2120$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$\sigma^2=\frac{2120}{20}-\left(\frac{202}{20}\right)^2$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$=106-102.01=3.99$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3.99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$3.99$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the swap changes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the swap changes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$\sum(x-10)^2$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this sum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stays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Old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$\sum(x_i-10)^2=20\times4=80$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this sum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$(11-10)^2-(9-10)^2=1-1=0$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stays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$=10+\frac{2}{20}=10.1$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$=\frac{\sum(x_i-10)^2}{20}-(10.1-10)^2=4-0.01=3.99$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3.99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$3.99$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Fix an error by updating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just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mean makes the arithmetic light.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replacement symmetric about the mean (like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leaves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Fix an error by updating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just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$\sigma^2=\frac{\sum(x_i-A)^2}{n}-(\bar{x}-A)^2$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mean makes the arithmetic light.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replacement symmetric about the mean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$9\to11$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$\sum(x-\bar{x}_{old})^2$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mean and the variance of the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$x_i\ (1\le i\le10)$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$\sum_{i=1}^{10}(x_i-5)=10$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$\sum_{i=1}^{10}(x_i-5)^2=40$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mean and the variance of the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$x_1-3,x_2-3,\ldots,x_{10}-3$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under change of origin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mean shifts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$x_i-3=(x_i-5)+2$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mean shifts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unchanged.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variance is unchanged by adding a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$(x_i-5)=\frac{10}{10}=1$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$(x_i-3)=$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$(x_i-5+2)=1+2=3$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$\lambda=\text{var}(x_i-3)=\text{var}(x_i-5)$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variance is unchanged by adding a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$\text{var}(x_i-5)=\frac{\sum(x_i-5)^2}{10}-\left(\frac{\sum(x_i-5)}{10}\right)^2$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$=\frac{40}{10}-1=4-1=3$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$(\mu,\lambda)=(3,3)$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$(3,3)$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any shift of the data equals variance of the step-deviations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as JEE Main 2018 (Q21):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follows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any shift of the data equals variance of the step-deviations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d_i^2}{n}-\left(\frac{\sum d_i}{n}\right)^2$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$\bar{x}=6$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as JEE Main 2018 (Q21):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S.D. follows at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[JEE(Main)Jan-2020]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[JEE(Main)Jan-2020]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natural numbers and of scaled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doubling the data multiplies the variance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doubling the data multiplies the variance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k^2}{n}-\left(\frac{\sum k}{n}\right)^2=\frac{(n+1)(2n+1)}{6}-\frac{(n+1)^2}{4}$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$\frac{2(2n^2+3n+1)-3(n^2+2n+1)}{12}=\frac{n^2-1}{12}$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$n^2=121$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every observation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variance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natural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$2\times(1,2,\dots,m)$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every observation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variance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$4\cdot\frac{m^2-1}{12}=16$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$\frac{m^2-1}{12}=4$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$m+n=7+11=18$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variance of any AP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V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V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shifting does not change variance, scaling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it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SD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variance of any AP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$\mathrm{Var}(aX+b)=a^2\mathrm{Var}(X)$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shifting does not change variance, scaling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it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SD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$\frac{120}{12}=10$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$4\cdot\frac{48}{12}=16$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eight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[JEE(Main)Jan-2020]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eight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 7, 9, 12, 13, 20,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$x\cdot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[JEE(Main)Jan-2020]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from sums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eight numbers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eight numbers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$xy=\frac{(x+y)^2-(x^2+y^2)}{2}$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eight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𝑚𝑒𝑎𝑛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eight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$3+7+9+12+13+20+x+y=80$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$64+x+y=80$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x_i^2}{8}-(\text{mean})^2=25$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$9+49+81+144+169+400=852$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$\frac{x^2+y^2+852}{8}-100=25$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$\frac{x^2+y^2+852}{8}=125$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$x^2+y^2+852=1000$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$x^2+y^2=148$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$(x+y)^2=x^2+y^2+2xy$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$256=148+2xy$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condition becomes a zero-sum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condition becomes a zero-sum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numbers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from the mean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numbers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$-7,-3,-1,2,3,10$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$49+9+1+4+9+100=172$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$v=y-10$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from the mean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$4+u+v=0$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$\sum(\text{dev})^2=8\times25=200$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$u^2+v^2=200-172=28$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$uv=\frac{(u+v)^2-(u^2+v^2)}{2}=\frac{16-28}{2}=-6$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$xy=(u+10)(v+10)=uv+10(u+v)+100=-6-40+100=54$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working with deviations from the mean keeps the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two unknown observations are left, you get their sum and sum of squares;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working with deviations from the mean keeps the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two unknown observations are left, you get their sum and sum of squares;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$xy=\frac{(x+y)^2-(x^2+y^2)}{2}$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$|x-y|=\sqrt{2(x^2+y^2)-(x+y)^2}$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$t^2-16t+54=0$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$256&gt;216$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$t=8\pm\sqrt{10}$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 𝑎𝑛𝑑 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and variance of the elements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$X=\{x\in\mathbb{N}: 1\le x\le 17\}$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$Y=\{ax+b: x\in X \text{ and } a,b\in\mathbb{R},\ a&gt;0\}$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and variance of the elements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Effect of linear transformation on mean and variance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and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and mean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$ax+b$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$a\bar x+b$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$X=\{1,2,\dots,17\}$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$\frac{1+2+\dots+17}{17}=9$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$=\frac{1}{17}\sum x^2-\bar x^2=\frac{17\cdot18\cdot35/6}{17}-81=105-81=24$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$Y=\{ax+b\}$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$9a+b=17$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$24a^2=216$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$27+b=17$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$a+b=3-10=-7$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-7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long calculation.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fixes the sign: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y=a\bar 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$\sigma_y^2=a^2\sigma_x^2$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$\sigma_y=|a|\sigma_x$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$\frac{288}{12}=24$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long calculation.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fixes the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terms in an increasing A.P.,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common difference of this A.P. is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terms in an increasing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$b_1, b_2, b_3, \dots, b_{11}$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common difference of this A.P. is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an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terms of an AP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terms of an AP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$a+(i-1)d$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$d^2\times$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$1,\dots,11$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$=10d^2$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AP be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AP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$b_i=a+(i-1)d$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$i=1,\dots,11$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$=\frac{11}{2}\cdot\frac{2a+10d}{11}=a+5d$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$=\frac{1}{11}\sum_{i=1}^{11}(b_i-\bar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$b_i-\bar b=a+(i-1)d-a-5d=(i-6)d$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$=\frac{d^2}{11}\left[5^2+4^2+3^2+2^2+1^2+0+1^2+2^2+3^2+4^2+5^2\right]$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is increasing,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$=\frac{2d^2}{11}\left[1^2+2^2+3^2+4^2+5^2\right]$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$1^2+\dots+5^2=\frac{5\cdot6\cdot11}{6}=55$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$=\frac{2d^2\cdot55}{11}=10d^2$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$10d^2=90$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is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AP is an affine image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V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AP is an affine image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$b_i=d\,i+(a-d)$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$1,2,\dots,11$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$\mathrm{Var}=d^2\cdot\frac{n^2-1}{12}$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linear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$b_i=d\cdot i+(a-d)$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linear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$=d^2\times$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$\frac{n^2-1}{12}=\frac{121-1}{12}=10$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$10d^2=90$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AP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(independent of the first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of an AP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'increasing' hint only fixes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(independent of the first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$\frac{33d^2}{4}$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of an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$|d|\sqrt{\frac{n^2-1}{12}}$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'increasing' hint only fixes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Q29 – Q31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frequency distribution: Variate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standard deviation cannot be: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frequency distribution: Variate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 x_2, x_3, \dots, x_{15}$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$f_1, f_2, f_3, \dots, f_{15}$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$0&lt;x_1&lt;x_2&lt;x_3&lt;\dots&lt;x_{15}=10$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$\sum_{i=1}^{15}f_i&gt;0$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standard deviation cannot be: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Standard deviation of a frequency distribution (bound on spread)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standard deviation of data in an interval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at most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strictly less here 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standard deviation of data in an interval of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at most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$\frac{L}{2}$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strictly less here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$x_1&gt;0$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observations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observation is within the range of length less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spread is largest when the data is split between the two extremes, half the weight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half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mean is the middle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the smallest mean square deviation about any point,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the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observations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$[x_1,10]\subset(0,10]$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every observation is within the range of length less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spread is largest when the data is split between the two extremes, half the weight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half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mean is the middle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the smallest mean square deviation about any point,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$\sigma^2\le\frac{\sum f_i(x_i-5)^2}{\sum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the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impossible,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attainable (for example, two-point data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suitable weights gives any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$x_i\in(0,10]$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$|x_i-5|&lt;5$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$(x_i-5)^2&lt;25$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$\sigma^2&lt;25$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attainable (for example, two-point data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suitable weights gives any value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$(0,4.5)$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Bhatia-Davis bound: for data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Bhatia-Davis bound: for data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$[m,M]$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$\sigma^2\le(M-\mu)(\mu-m)$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weighted mean of both sides: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$(x_i-m)(M-x_i)\ge0$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$m=x_1$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$x_i^2\le(m+M)x_i-mM$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weighted mean of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$\overline{x^2}\le(m+M)\mu-mM$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$\sigma^2=\overline{x^2}-\mu^2\le(M-\mu)(\mu-m)$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AM-GM,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𝑀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AM-GM,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$(M-\mu)(\mu-m)\le\left(\frac{M-m}{2}\right)^2&lt;\left(\frac{10}{2}\right)^2=25$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$m=x_1&gt;0$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data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(Popoviciu), with equality only when half the weight sits at each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Sharper form (Bhatia-Davis):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'standard deviation cannot be' with a bounded variate means bound the spread by half the range.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range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option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violates this.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data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$[m,M]$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$\sigma\le\frac{M-m}{2}$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(Popoviciu), with equality only when half the weight sits at each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Sharper form (Bhatia-Davis):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$\sigma^2\le(M-\mu)(\mu-m)$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'standard deviation cannot be' with a bounded variate means bound the spread by half the range.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option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violates this.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ten observations of a random variable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these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$x_i\ (1\le i\le10)$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ten observations of a random variable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$\sum_{i=1}^{10}(x_i-p)=3$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$\sum_{i=1}^{10}(x_i-p)^2=9$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$0\neq p\in\mathbb{R}$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these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$\sqrt{\frac{3}{5}}$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$\frac{7}{10}$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and standard deviation (effect of shifting the origin)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Standard deviation is unchanged by a shift, so treat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data.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Standard deviation is unchanged by a shift, so 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$y_i=x_i-p$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data.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Shifting every observation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the standard deviation unchanged,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$y_i=x_i-p$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Shifting every observation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the standard deviation unchanged,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$\sigma_x=\sigma_y$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y=\frac{3}{10}$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$\sigma^2=\frac{1}{10}\sum y_i^2-\bar y^2=\frac{9}{10}-\frac{9}{100}$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$\sigma^2=\frac{90-9}{100}=\frac{81}{100}$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$\sigma=\frac{9}{10}$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9/10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(parallel-axis identity);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usual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data does not change variance or SD; only scaling does.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$\sigma^2=\frac{1}{n}\sum(x_i-p)^2-(\bar x-p)^2$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(parallel-axis identity);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usual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data does not change variance or SD; only scaling does.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$\frac{9}{10}-\left(\frac{3}{10}\right)^2=\frac{81}{100}$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these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absolute difference of the remaining two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these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 7, 10, 12, 14, 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absolute difference of the remaining two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from sums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From the mean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from the variance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From the mean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from the variance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$(a-b)^2=2(a^2+b^2)-(a+b)^2$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$\frac{5+7+10+12+14+15+a+b}{8}=10$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$63+a+b=80$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x_i^2}{8}-\bar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$13.5=\frac{25+49+100+144+196+225+a^2+b^2}{8}-100$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$108=739+a^2+b^2-800$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$(a+b)^2-2ab=169$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$289-169=2ab$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$(a-b)^2=(a+b)^2-4ab=289-240=49$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sum to zero and their squares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sum to zero and their squares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six given numbers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six given numbers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$-5,-3,0,2,4,5$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$=25+9+0+4+16+25=79$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$v=b-10$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$3+u+v=0$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$\sum(\text{dev})^2=8\times13.5=108$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$u^2+v^2=108-79=29$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$(u-v)^2=2(u^2+v^2)-(u+v)^2=58-9=49$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$|a-b|=|u-v|=7$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two unknown observations,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deviations from the mean makes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large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two unknown observations,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$|a-b|=\sqrt{2(a^2+b^2)-(a+b)^2}$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deviations from the mean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large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$u,v=\frac{-3\pm7}{2}=2,-5$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$a,b=12,5$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following frequency distribution: 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following frequency distribution: 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$30-40$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a grouped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unchanged by shifting the origin, so use class marks (or shifted marks) and solve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unchanged by shifting the origin, so use class marks (or shifted marks) and 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class marks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Variance does not change if every mark is reduced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the PDF's table).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(shifted)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class marks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$15,25,35$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Variance does not change if every mark is reduced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$x_i=5,15,25$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$2,x,2$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the PDF's table).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f_i=4+x$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f_ix_i=10+15x+50=60+15x$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(shifted)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$=\frac{60+15x}{4+x}=\frac{15(4+x)}{4+x}=15$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f_ix_i^2=2(25)+225x+2(625)=1300+225x$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f_ix_i^2}{\sum f_i}-\bar x^2=\frac{1300+225x}{4+x}-225=50$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$\frac{1300+225x}{4+x}=275$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$1300+225x=1100+275x$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$50x=200$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data is symmetric about the middle class mark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just the mean squared deviation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data is symmetric about the middle class mark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just the mean squared deviation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marks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$15,25,35$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$2,x,2$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$-10,0,10$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$2,x,2$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$=\frac{2(100)+0\cdot x+2(100)}{4+x}=\frac{400}{4+x}$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$\frac{400}{4+x}=50$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symmetric data the mean is the centre, 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centre: no mean calculation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unaffected by shifting class marks; with class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step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bar>
                          <m:barPr>
                            <m:pos m:val="top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bar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ba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symmetric data the mean is the centre, 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 d^2}{\sum 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centre: no mean calculation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unaffected by shifting class marks; with class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step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$d=\frac{x-A}{h}$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$\sigma^2=h^2\left[\overline{d^2}-\bar d^2\right]$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$d=-1,0,1$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$\sigma^2=100\cdot\frac{4}{4+x}$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Q33 – Q35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five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absolute difference of the remaining two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five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 4, 10, 12, 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absolute difference of the remaining two observations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from sums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solve the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solve the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$\frac{2+4+10+12+14+x+y}{7}=8$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$42+x+y=56$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x_i^2}{7}-\bar x^2=16$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$\frac{4+16+100+144+196+x^2+y^2}{7}-64=16$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$460+x^2+y^2=560$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$196=x^2+y^2+2xy=100+2xy$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$x\left(14-x\right)=48$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$x^2-14x+48=0$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$|x-y|=2$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sum to zero and their squares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sum to zero and their squares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five given numbers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of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pair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five given numbers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$-6,-4,2,4,6$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$=36+16+4+16+36=108$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$v=y-8$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$2+u+v=0$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$\sum(\text{dev})^2=7\times16=112$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$(u-v)^2=2(4)-(-2)^2=4$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$|u-v|=2$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$|x-y|=|u-v|=2$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$u,v=0,-2$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the sum and sum of squares of the two unknowns are 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unknowns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$|x-y|=\sqrt{2(x^2+y^2)-(x+y)^2}$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the sum and sum of squares of the two unknowns are 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unknowns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$\frac{56}{7}=8$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$\frac{560}{7}-64=16$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the standard deviation of the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the standard deviation of the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 5, 7, a,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$x^2-10x+19=0$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$2x^2-20x+19=0$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$x^2-20x+18=0$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$x^2-10x+18=0$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standard deviation from sums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SD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SD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$x^2-(a+b)x+ab=0$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(Equivalently, as in the PDF,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$\frac{3+5+7+a+b}{5}=5$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$\frac{3^2+5^2+7^2+a^2+b^2}{5}-5^2=4$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$\frac{83+a^2+b^2}{5}-25=4$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$83+a^2+b^2=145$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(Equivalently, as in the PDF,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$83+(a+b)^2-2ab-125=20$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$2ab=(a+b)^2-(a^2+b^2)=100-62=38$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$x^2-(a+b)x+ab=0$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$x^2-10x+19=0$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x^2-10x+19=0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fixed by the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$-2,0,2,u,v$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$u+v=0$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$a,b=5\pm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fixed by the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𝑑𝑒𝑣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$3,5,7$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$-2,0,2$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$v=b-5$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$a,b=5+u,5-u$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$\sum(\text{dev})^2=5\times4=20$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$4+0+4+2u^2=20$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$ab=(5+u)(5-u)=25-u^2=19$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$x^2-10x+19=0$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$5\pm\sqrt6$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x^2-10x+19=0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 data points with a known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symmetric known part, the unknowns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 data points with a known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$x^2-sx+p=0$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symmetric known part, the unknowns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$\mu\pm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$ab=\mu^2-u^2$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$a,b=5\pm\sqrt6$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$\sum_{i=1}^{n}(x_i-a)=n$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$\sum_{i=1}^{n}(x_i-a)^2=na$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$(n,a&gt;1)$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$x_1,x_2,\dots,x_n$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[JEE(Main)Sept-2020]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$\sqrt{n(a-1)}$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$n\sqrt{a-1}$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$\sqrt{a-1}$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and standard deviation (effect of shifting the origin)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shift-invariant: compute it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shift-invariant: compute it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$y_i=x_i-a$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$\overline{y^2}-\bar 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standard deviation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that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$y_i=x_i-a$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y_i^2=na$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y_i^2}{n}-\left(\frac{\sum y_i}{n}\right)^2$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sign: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square root is 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$\sigma^2=\frac{na}{n}-\left(\frac{n}{n}\right)^2=a-1$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square root is real.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$\sigma=\sqrt{a-1}$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$\sqrt{a-1}$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never changes SD; use it whenever sums are given about a point other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as Q30, where the given sums were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$\sigma^2=\frac{1}{n}\sum(x_i-a)^2-\left(\frac{1}{n}\sum(x_i-a)\right)^2$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never changes SD; use it whenever sums are given about a point other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as Q30, where the given sums were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data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taking the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of this data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data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taking the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 2, 4, 8, \dots, 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$\binom{n}{0},\binom{n}{1},\binom{n}{2},\dots,\binom{n}{n}$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of this data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$\frac{728}{2^n}$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_____. [JEE(Main)Sept-2020]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of a frequency distribution with binomial coefficients as frequencies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weighted sum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binomial expansion,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frequencies sum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weighted sum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$2^r\binom{n}{r}$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binomial expansion,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$3^n-1$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frequencies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frequencies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binomial theorem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$x_r=2^r$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$\binom{n}{r}$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$r=0,1,\dots,n$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$=\sum_{r=0}^{n}\binom{n}{r}=2^n$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f_ix_i=0\cdot\binom{n}{0}+\sum_{r=1}^{n}2^r\binom{n}{r}$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binomial theorem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$\sum_{r=0}^{n}2^r\binom{n}{r}=(1+2)^n=3^n$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$\sum_{r=1}^{n}2^r\binom{n}{r}=3^n-1$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$=\frac{3^n-1}{2^n}$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$=\frac{728}{2^n}$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$3^n-1=728$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$3^n=729$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sums with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weights collapse by choosing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suitably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binomial-weighted mean has denominator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11.375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$\sum_{r=0}^{n}\binom{n}{r}t^r=(1+t)^n$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$\binom{n}{r}$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weights collapse by choosing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suitably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$\sum\binom{n}{r}=2^n$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binomial-weighted mean has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$\frac{3^6-1}{2^6}=\frac{728}{64}=11.375$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less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possible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[JEE(Main)Feb-2021]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$1,1,1,\dots,1,k$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less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possible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[JEE(Main)Feb-2021]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nine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's and 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nine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's and one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$\sigma^2=\frac{\sum x_i^2}{n}-\left(\frac{\sum x_i}{n}\right)^2$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$\frac{9(k-1)^2}{100}$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$(k-1)^2&lt;\frac{1000}{9}$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nine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and 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nine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and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x_i^2}{n}-\left(\frac{\sum x_i}{n}\right)^2$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x_i^2=9+k^2$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x_i=9+k$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$\frac{9+k^2}{10}-\left(\frac{9+k}{10}\right)^2&lt;10$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$10(9+k^2)-(9+k)^2&lt;1000$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$90+10k^2-81-18k-k^2&lt;1000$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natural number, so the largest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$9k^2-18k-991&lt;0$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$k^2-2k&lt;\frac{991}{9}$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$(k-1)^2&lt;\frac{991}{9}+1=\frac{1000}{9}$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$-\frac{10\sqrt{10}}{3}&lt;k-1&lt;\frac{10\sqrt{10}}{3}$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$k&lt;1+\frac{10\sqrt{10}}{3}\approx 11.54$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natural number, so the largest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only the pairs containing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$\sigma^2=\frac{1}{n^2}\sum_{i&lt;j}(x_i-x_j)^2$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only the pairs containing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contribute.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data the nine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differ from each other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contribute, each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$\sigma^2=\frac{1}{n^2}\sum_{i&lt;j}(x_i-x_j)^2$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Among the data the nine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differ from each other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contribute,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$\sigma^2=\frac{9(k-1)^2}{100}$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Maximum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$\frac{9(k-1)^2}{100}&lt;10\Rightarrow (k-1)^2&lt;\frac{1000}{9}\approx111.1$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$k-1&lt;10.54$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 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$100&lt;111.1$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$121&gt;111.1$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Pairwise form: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every observation; it is multiplied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every observation is multiplied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inequality conditions on variance into a bound on one unknown, then pick the extreme integer; test the endpoint.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Pairwise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$\sigma^2=\frac{1}{n^2}\sum_{i&lt;j}(x_i-x_j)^2$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$\frac14\cdot4=1$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$\sigma^2=\frac{n-1}{n^2}(a-b)^2$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every observation; it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every observation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inequality conditions on variance into a bound on one unknown, then pick the extreme integer; test the endpoint.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eighteen observations such that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distinct real numbers. If the standard deviation of these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[JEE(Main)Feb-2021]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$X_1,X_2,\dots,X_{18}$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eighteen observations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$\sum_{i=1}^{18}(X_i-\alpha)=36$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$\sum_{i=1}^{18}(X_i-\beta)^2=90$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distinct real numbers. If the standard deviation of these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[JEE(Main)Feb-2021]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both given sums into the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relation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both given sums into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$\bar X=\alpha+2$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$(\bar X-\beta)^2$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$\sum(X_i-\beta)^2=\sum(X_i-\bar X)^2+18(\bar X-\beta)^2$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18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$\sum(x_i-\alpha)=36\Rightarrow\sum x_i-18\alpha=36\Rightarrow\sum x_i=36+18\alpha$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x=2+\alpha$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$\sum(x_i-\beta)^2=90\Rightarrow\sum x_i^2-2\beta\sum x_i+18\beta^2=90$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x_i^2=90+2\beta(36+18\alpha)-18\beta^2$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$1^2=\frac{1}{18}\sum x_i^2-\left(\frac{\sum x_i}{18}\right)^2$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$1=\frac{1}{18}\left(90+2\beta(36+18\alpha)-18\beta^2\right)-(2+\alpha)^2$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$1=5+2\beta(2+\alpha)-\beta^2-(\alpha+2)^2$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$(\alpha+2)^2+\beta^2-2\beta(\alpha+2)=4\Rightarrow(\alpha+2-\beta)^2=4$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$(\alpha-\beta+2)^2-4=0\Rightarrow(\alpha-\beta+4)(\alpha-\beta)=0$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second given sum splits at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$\sum(x_i-\beta)^2=n\sigma^2+n(\bar x-\beta)^2$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second given sum splits at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distinctness rejects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$\sum(x_i-\alpha)=36$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x-\alpha=\frac{36}{18}=2$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x=\alpha+2$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$\sum(x_i-\beta)^2=\sum(x_i-\bar x)^2+18(\bar x-\beta)^2=18\sigma^2+18(\bar x-\beta)^2$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$90=18+18(\bar x-\beta)^2$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$(\bar x-\beta)^2=4$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$(\alpha+2-\beta)^2=4\Rightarrow\alpha-\beta=0$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distinctness rejects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(parallel-axis / Huygens form); it is minimal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given sum of 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square deviation about any point exceeds the variance by the squared offset.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$\sum(x_i-c)^2=\sum(x_i-\bar x)^2+n(\bar 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(parallel-axis / Huygens form); it is minimal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$\sum(x_i-c)=n(\bar x-c)$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given sum of 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$\frac{1}{n}\sum(x_i-c)^2=\sigma^2+(\bar 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square deviation about any point exceeds the variance by the squared offset.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$\frac{1+9}{2}=5=1+2^2$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in a series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half of them are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remaining half are equal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by adding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each of these observations, the mean and standard deviation of the new set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[JEE(Main)March-2021]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in a series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half of them are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remaining half are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by adding a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each of these observations, the mean and standard deviation of the new set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[JEE(Main)March-2021]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Adding a constant shifts the mean but leaves the standard deviation unchanged;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data have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Adding a constant shifts the mean but leaves the standard deviation unchanged;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$\pm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data have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equal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x=\frac{na-na}{2n}=0$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$\sigma_x^2=\frac{\sum x_i^2}{2n}-\bar x^2=\frac{2n\,a^2}{2n}-0=a^2$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$\sigma_x=|a|$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observation: new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does not change on adding a constant: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observation: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y=\bar x+b=5$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does not change on adding a constant: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$\sigma_y=\sigma_x=|a|=20$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$a^2+b^2=400+25=425$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425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all data: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unchanged. 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Data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numbers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have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frequency: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all data: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$\to\bar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unchanged.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 c\bar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$\to|c|\sigma$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Data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numbers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have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frequency: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$=\frac{p+q}{2}$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$=\frac{|p-q|}{2}$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teachers in a school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 A teacher retires at the 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 and a new teacher is appointed in his place. If the mean age of the teachers in this school now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years, then the age (in years) of the newly appointed teacher is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teachers in a school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 A teacher retires at the 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 and a new teacher is appointed in his place. If the mean age of the teachers in this school now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years, then the age (in years) of the newly appointed teacher is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total, so replacing one value changes the total by (new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old).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total, so replacing one value changes the total by (new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old).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age of the new teacher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new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$=25\times40=1000$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age of the new teacher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years.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$=1000-60+x$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new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$\frac{1000-60+x}{25}=39$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$940+x=975\Rightarrow x=35$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convert a mean into a total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one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the mean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an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with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convert a mean into a total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one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the mean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$\frac{q-p}{n}$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$\frac{35-60}{25}=-1$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an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$=\frac{n\bar x+x}{n+1}$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set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having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this set, the mean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of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new set is constructed by 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each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numbers, and subtracting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each of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 If the variance of the new set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set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having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this set, the mean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of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new set is constructed by 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each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numbers, and subtracting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each of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 If the variance of the new set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needs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whole set: recover it from the old variance, then update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mean separately for the two groups.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needs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whole set: recover it from the old variance, then update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mean separately for the two groups.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be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set: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set: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$a_1,\dots,a_{2n}$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$b_1,\dots,b_n$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set: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x=\frac{2n\cdot6+n\cdot3}{3n}=5$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$4=\frac{\sum a^2+\sum b^2}{3n}-5^2\Rightarrow\frac{\sum a^2+\sum b^2}{3n}=29$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a^2+\sum b^2=87n$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a=12n$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b=3n$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set: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$=\frac{2n\cdot7+n\cdot2}{3n}=\frac{16}{3}$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$\sum(a+1)^2=\sum a^2+2\sum a+2n$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$\sum(b-1)^2=\sum b^2-2\sum b+n$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x^2=87n+2(12n)-2(3n)+3n=108n$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$k=\frac{108n}{3n}-\left(\frac{16}{3}\right)^2=36-\frac{256}{9}=\frac{68}{9}$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$9k=68$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Total variance = within-group variance + between-group variance; the shifts change only the group means.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weights: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overall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Between-group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between, so the average within-group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𝑊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or subtracting a constant inside a group leaves that group's own spread unchanged,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𝑊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stays.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weights: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overall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Between-group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$=\frac23(6-5)^2+\frac13(3-5)^2=\frac23+\frac43=2$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between, so the average within-group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$W=4-2=2$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or subtracting a constant inside a group leaves that group's own spread unchanged,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stays.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group means: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new overall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between-group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group means: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new overall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$\frac23\cdot7+\frac13\cdot2=\frac{16}{3}$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between-group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$=\frac23\left(7-\frac{16}{3}\right)^2+\frac13\left(2-\frac{16}{3}\right)^2=\frac23\cdot\frac{25}{9}+\frac13\cdot\frac{100}{9}=\frac{50}{9}$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$k=2+\frac{50}{9}=\frac{68}{9}$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$9k=68$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 plus between),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group proportions.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 group by a constant moves only its mean, never its internal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forget that a group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when each term is shifted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$=\sum_j w_j\sigma_j^2+\sum_j w_j(\mu_j-\mu)^2$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 plus between),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group proportions.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 group by a constant moves only its mean, never its internal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$\sigma^2=\frac{n_1\sigma_1^2+n_2\sigma_2^2}{n_1+n_2}+\frac{n_1n_2(\mu_1-\mu_2)^2}{(n_1+n_2)^2}$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forget that a group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$2n\cdot 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$n\,c^2$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when each term is shifted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$\sum(x+c)^2$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statistics of two sets of observations as follows: Observation I: size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Observation II: size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variance of the combined set of these two observations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statistics of two sets of observations as follows: Observation I: size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Observation II: size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variance of the combined set of these two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[JEE(Main)March-2021]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each set from its mean and variance, add them, and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each set from its mean and variance, add them, and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Observation I: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Observation II: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Observation I: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x_i=10\times2=20$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x_i^2}{10}-2^2=2\Rightarrow\sum x_i^2=60$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Observation II: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x_i^2}{n}-3^2=1\Rightarrow\sum x_i^2=10n$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x_i=20+3n$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x_i^2=60+10n$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$\sigma^2=\frac{60+10n}{n+10}-\left(\frac{20+3n}{n+10}\right)^2=\frac{17}{9}$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$\frac{110}{15}-\left(\frac{35}{15}\right)^2=\frac{22}{3}-\frac{49}{9}=\frac{17}{9}$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formula with the between-group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formula with the between-group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$\frac{n_1n_2(\mu_1-\mu_2)^2}{(n_1+n_2)^2}$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$=\frac{n_1\sigma_1^2+n_2\sigma_2^2}{n_1+n_2}+\frac{n_1n_2(\mu_1-\mu_2)^2}{(n_1+n_2)^2}$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$n_2=n$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$\sigma_2^2=1$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$(\mu_1-\mu_2)^2=1$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$\frac{20+n}{n+10}+\frac{10n}{(n+10)^2}=\frac{17}{9}$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$9(n+10)^2$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$9(20+n)(n+10)+90n=17(n+10)^2$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negative root is rejected).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$9(n^2+30n+200)+90n=17(n^2+20n+100)$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$9n^2+360n+1800=17n^2+340n+1700$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$8n^2-20n-100=0\Rightarrow2n^2-5n-25=0$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$(2n+5)(n-5)=0$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negative root is rejected).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sets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combined variance is never less than the weighted average of the variances.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group, then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$\frac{n_1\sigma_1^2+n_2\sigma_2^2}{n_1+n_2}+\frac{n_1n_2(\mu_1-\mu_2)^2}{(n_1+n_2)^2}$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$\{0\},\{2\}$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$0+\frac{4}{4}=1$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$=\frac{n_1\mu_1+n_2\mu_2}{n_1+n_2}$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combined variance is never less than the weighted average of the variances.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x=n\mu$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x^2=n(\sigma^2+\mu^2)$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group, then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Q43 – Q48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three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true? [JEE(Main)March-2021]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three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$a+2,\ b+2,\ c+2$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true? [JEE(Main)March-2021]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$b^2=a^2+c^2+3d^2$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$b^2=3(a^2+c^2)-9d^2$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$b^2=3(a^2+c^2)+9d^2$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$b^2=3(a^2+c^2+d^2)$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SD does not change on 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SD does not change on adding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$a+b+c=2b$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$b=a+c$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 invariance),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$a+2,b+2,c+2$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 invariance),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x=\frac{a+b+c}{3}=\frac{2b}{3}$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$d^2=\frac{a^2+b^2+c^2}{3}-\left(\frac{2b}{3}\right)^2$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$9d^2=3(a^2+b^2+c^2)-4b^2$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$9d^2=3a^2+3c^2-b^2$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$b^2=3a^2+3c^2-9d^2=3(a^2+c^2)-9d^2$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$b^2=3(a^2+c^2)-9d^2$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one admissible triple,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one admissible triple, e.g.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$a=c=1,b=2$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Pick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Pick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$d^2=\frac{1+4+1}{3}-\frac{16}{9}=2-\frac{16}{9}=\frac29$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$1+1+3\cdot\frac29=\frac83\neq4$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option (D):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(B) holds; this agrees with the algebraic derivation.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$3(2)-9\cdot\frac29=6-2=4$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$6+2=8\neq4$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option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$3(2+\frac29)=\frac{20}{3}\neq4$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(B) holds; this agrees with the algebraic derivation.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$b^2=3(a^2+c^2)-9d^2$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shifting all values leaves it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identity-type options, one well-chosen numerical triple eliminates all wrong options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$\sigma^2=\frac{a^2+b^2+c^2}{3}-\left(\frac{a+b+c}{3}\right)^2$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shifting all values leaves it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identity-type options, one well-chosen numerical triple eliminates all wrong options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remaining two observations are: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remaining two observations are: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$8,13$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variance fixes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221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pair follow.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$x+y=21$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variance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$x^2+y^2=221$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pair follow.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observations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$=\frac{18+x+y}{6}=6.5$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$18+x+y=39\Rightarrow x+y=21$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x_i^2}{6}-(6.5)^2=10.25$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x_i^2=6(10.25+42.25)=315$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remaining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$\frac{94+x^2+y^2}{6}=52.5$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$4+16+25+49=94$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$x^2+y^2=221$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$(x+y)^2-2xy=221\Rightarrow441-2xy=221\Rightarrow xy=110$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$t^2-21t+110=0$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$(t-10)(t-11)=0$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remaining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10,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sum of squared deviations is fixed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10.25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$6.5$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sum of squared deviations is fixed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$6\times10.25$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values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two unknown deviations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$=6\times10.25=61.5$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values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$-4.5,-2.5,-1.5,0.5$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$20.25+6.25+2.25+0.25=29$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two unknown deviations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$u^2+v^2=61.5-29=32.5$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sum to zero; the known ones sum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sum to zero; the known ones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$v=4-t$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$u^2+v^2=32+2t^2=32.5\Rightarrow t=\pm\frac12$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$u,v=4.5,3.5$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$6.5+4.5=11$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$6.5+3.5=10$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10,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deviations always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unknowns with known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of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options are given, the mean condition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alone holds for every option here, so the second condition must decide.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deviations always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unknowns with known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$xy=\frac{s^2-q}{2}$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$t^2-st+xy=0$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options are given, the mean condition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alone holds for every option here, so the second condition must decide.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six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six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$7,10,11,15,a,b$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$a+b=17$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$a^2+b^2=145$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$(a-b)^2=2(a^2+b^2)-(a+b)^2$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$=\frac{7+10+11+15+a+b}{6}=10\Rightarrow43+a+b=60\Rightarrow a+b=17$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$\frac{7^2+10^2+11^2+15^2+a^2+b^2}{6}-10^2=\frac{20}{3}$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$\frac{495+a^2+b^2}{6}=100+\frac{20}{3}=\frac{320}{3}$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$495+a^2+b^2=640$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$(a+b)^2-2ab=145\Rightarrow289-2ab=145\Rightarrow ab=72$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$(a-b)^2=(a+b)^2-4ab=289-288=1$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$\sum(x_i-10)=0$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$\sum(x_i-10)^2=6\sigma^2=40$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$-3,0,1,5$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squares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$9+0+1+25=35$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$u=a-10,\ v=b-10$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$=6\cdot\frac{20}{3}=40$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$u^2+v^2=40-35=5$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$uv=\frac{(u+v)^2-(u^2+v^2)}{2}=\frac{9-5}{2}=2$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$(a-b)^2=(u-v)^2=(u+v)^2-4uv=9-8=1$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$a,b=8,9$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method: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the answer: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$|a-b|=\sqrt{2(a^2+b^2)-(a+b)^2}$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method: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the answer: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$a,b=8,9$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$\frac{60}{6}=10$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$\frac{40}{6}=\frac{20}{3}$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of the two samples in a group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whole group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13.44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 second sample is: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of the two samples in a group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whole group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$15.6$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$\sqrt{13.44}$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standard deviation of the second sample is: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second sample's mean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totals, then take its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second sample's mean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totals, then take its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items; let its mean be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243.36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whole group.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$250-100=150$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items; let its mean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$15.6=\frac{100\cdot15+150\bar x}{250}\Rightarrow1500+150\bar x=3900\Rightarrow\bar x=16$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$13.44=\frac{\sum x_i^2}{250}-(15.6)^2=\frac{\sum x_i^2}{250}-243.36$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x_i^2=250\times256.8=64200$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whole group.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sample: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second sample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40800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$9=\frac{\sum x_I^2}{100}-225\Rightarrow\sum x_I^2=23400$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x_{II}^2=64200-23400=40800$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second sample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$=\frac{40800}{150}-16^2=272-256=16$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$=\sqrt{16}=4$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the combined-variance formula: pooled variance = weighted variances + weighted squared mean offsets.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$n_2=150$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$250\cdot15.6=100\cdot15+150\mu_2$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$\times250=n_1\sigma_1^2+n_2\sigma_2^2+n_1(\mu_1-\mu)^2+n_2(\mu_2-\mu)^2$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$250\times13.44=3360=100\cdot9+150\sigma_2^2+100(0.6)^2+150(0.4)^2$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$3360=900+150\sigma_2^2+36+24\Rightarrow150\sigma_2^2=2400$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$\sigma_2^2=16$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Pooled sum of squared deviations: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to get the missing group's mean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sample II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above.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Pooled sum of squared deviations: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$N\sigma^2=\sum_j n_j\sigma_j^2+\sum_j n_j(\mu_j-\mu)^2$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$\mu=\frac{\sum n_j\mu_j}{\sum n_j}$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to get the missing group's mean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sample II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x^2=150(16+256)=40800$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above.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following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following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$6,10,7,13,a,12,b,12$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$a^2+b^2=80$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$(a-b)^2=2(a^2+b^2)-(a+b)^2$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$=\frac{6+10+7+13+a+12+b+12}{8}=9\Rightarrow60+a+b=72\Rightarrow a+b=12$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x_i^2}{8}-(\bar x)^2=\frac{37}{4}$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$\frac{6^2+10^2+7^2+13^2+a^2+12^2+b^2+12^2}{8}-81=\frac{37}{4}$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known squares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$36+100+49+169+144+144=642$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$\frac{642+a^2+b^2}{8}=81+\frac{37}{4}=\frac{361}{4}$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$642+a^2+b^2=722\Rightarrow a^2+b^2=80$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$(a-b)^2+(a+b)^2=2(a^2+b^2)$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$(a-b)^2=160-144=16$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squares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squares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$8\sigma^2=74$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$-3,1,-2,4,3,3$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$=9+1+4+16+9+9=48$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$u=a-9,\ v=b-9$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Deviations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$u^2+v^2=8\cdot\frac{37}{4}-48=74-48=26$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$uv=\frac{36-26}{2}=5$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$(a-b)^2=(u-v)^2=(u+v)^2-4uv=36-20=16$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template as Q44, Q45: 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template as Q44, Q45: mean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$(a-b)^2=2(a^2+b^2)-(a+b)^2$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$\frac{72}{8}=9$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$\frac{74}{8}=\frac{37}{4}$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the frequency distribution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changed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mean for the new data will be: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the frequency distribution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 x_1=2,\ x_2=6,\ x_3=8,\ x_4=9$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 4,\ 4,\ \alpha,\ 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changed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mean for the new data will be: [JEE(Main)July-2021]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standard deviation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linear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second linear relation, fixing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linear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$2\alpha+3\beta=16$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second linear relation, fixing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$\alpha=5,\beta=2$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$\mu=\frac{\sum f_ix_i}{\sum f_i}=\frac{8+24+8\alpha+9\beta}{8+\alpha+\beta}=6$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$32+8\alpha+9\beta=48+6\alpha+6\beta$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$2\alpha+3\beta=16$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f_i(x_i-\mu)^2}{\sum f_i}=6.8$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data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$6.8=\frac{4\cdot16+4\cdot0+\alpha\cdot4+\beta\cdot9}{8+\alpha+\beta}=\frac{64+4\alpha+9\beta}{8+\alpha+\beta}$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$\frac{34}{5}(8+\alpha+\beta)=64+4\alpha+9\beta\Rightarrow14\alpha-11\beta=48$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$\alpha=5,\ 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$10+6=16$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$70-22=48$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data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$=\frac{4\cdot2+4\cdot6+5\cdot7+2\cdot9}{8+5+2}=\frac{8+24+35+18}{15}=\frac{85}{15}=\frac{17}{3}$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$\frac{17}{3}$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non-negative integer frequencies there are only three cases; the variance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$2\alpha+3\beta=16$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non-negative integer frequencies there are only three cases; the variance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condition: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non-negative integers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each,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7.71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$2\alpha+3\beta=16$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non-negative integers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$(\alpha,\beta)=(8,0),(5,2),(2,4)$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each,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$=\frac{64+4\alpha+9\beta}{8+\alpha+\beta}$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(deviations from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$\frac{96}{16}=6\neq6.8$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$\frac{108}{14}\approx7.71\neq6.8$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(Shortcut: only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drops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items, so the mean falls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$\frac{64+20+18}{15}=\frac{102}{15}=6.8$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$\alpha=5,\beta=2$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$=\frac{85}{15}=\frac{17}{3}$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(Shortcut: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drops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items, so the mean falls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$\frac{5}{15}=\frac13$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$\frac{17}{3}$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frequency distribution, work with deviations from the given mean: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linear in the unknown frequencies.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one value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changes the mean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Frequencies are non-negative integers, which often limits a linear mean condition to a few cases.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frequency distribution, work with deviations from the given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f_i(x_i-\mu)=0$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f_i(x_i-\mu)^2=N\sigma^2$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linear in the unknown frequencies.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one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items changes the mean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$\frac{f_j\delta}{N}$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$-\frac{5}{15}$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Frequencies are non-negative integers, which often limits a linear mean condition to a few cases.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following frequency distribution: 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July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following frequency distribution: 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$0-6,\ 6-12,\ 12-18,\ 18-24,\ 24-30$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$a,\ b,\ 12,\ 9,\ 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$=\frac{309}{22}$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July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median of a grouped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lies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directly; the mean then gives a second linear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lies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$12-18$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directly; the mean then gives a second linear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marks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(cumulative frequency before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marks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$3,9,15,21,27$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$a,b,12,9,5$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f_ix_i=3a+9b+180+189+135$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$N=a+b+26$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$\frac{3a+9b+504}{a+b+26}=\frac{309}{22}$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$66a+198b+11088=309a+309b+8034$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$81a+37b=1018$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(cumulative frequency before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$=12+\frac{\frac{a+b+26}{2}-(a+b)}{12}\times6=14$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$\frac{13-\frac{a+b}{2}}{12}\times6=2$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$13-\frac{a+b}{2}=4$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$b=18-a$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$81a+666-37a=1018\Rightarrow44a=352\Rightarrow 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fx=24+90+504=618$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$\frac{618}{44}=\frac{309}{22}$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$(a-b)^2=(8-10)^2=4$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(class mark of the median class) and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(class mark of the median class)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as before,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as before,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$-12,-6,0,6,12$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$a,b,12,9,5$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fd=-12a-6b+54+60$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$-15=\frac{309}{22}-15=-\frac{21}{22}$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fd=-\frac{21}{22}\times44=-42$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$-12a-6b+114=-42\Rightarrow2a+b=26$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Grouped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class mark;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convenient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cut arithmetic.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cumulative frequency before the median class; always check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in the class you used.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given median that falls in a class with no unknown frequency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turns the unknowns into the single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f_ix_i}{\sum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class mark;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f_i(x_i-A)$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convenient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cut arithmetic.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$=l+\frac{\frac N2-F}{f}\,h$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cumulative frequency before the median class; always check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in the class you used.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given median that falls in a class with no unknown frequency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turns the unknowns into the single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following frequency distribution: 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all frequencies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median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July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following frequency distribution: 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$10-20,\ 20-30,\ 30-40,\ 40-50,\ 50-60$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Frequency: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 110,\ 54,\ 30,\ 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all frequencies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median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July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Median of a grouped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middle of the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cumulative frequency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half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middle of the class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$40-50$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cumulative frequency up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half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Cumulative frequencies: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Cumulative frequencies: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 \alpha+110,\ \alpha+164,\ \alpha+194,\ \alpha+\beta+194=584$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N2=292$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$40-50$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$F=\alpha+164$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$=l+\frac{\frac N2-F}{f}\times 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$45=40+\frac{292-(\alpha+164)}{30}\times10$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median class is correct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$5=\frac{128-\alpha}{3}$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$128-\alpha=15$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$\beta=390-113=277$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median class is correct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$\alpha+164=277&lt;292&lt;\alpha+194=307$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$|\alpha-\beta|=|113-277|=164$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164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equals the mid-point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half of that class lies below the median.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equals the mid-point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class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$40-50$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half of that class lies below the median.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frequencies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mid-point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$40-50$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frequencies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$\frac{30}{2}$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$(\alpha+164)+15=292$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$\beta=584-113-110-54-30=277$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$|\alpha-\beta|=164$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164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grouped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class width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used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median equals a class mid-point, then exactly half of that class's frequency is needed: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class chosen.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grouped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$l+\frac{\frac N2-F}{f}h$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class width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used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median equals a class mid-point, then exactly half of that class's frequency is needed: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$F+\frac f2=\frac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$F&lt;\frac N2\le F+f$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class chosen.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Q51 – Q52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calculated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found that by mistake one data value was taken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mean and standard deviation respectively for correct data,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Aug 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calculated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found that by mistake one data value was taken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mean and standard deviation respectively for correct data,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Aug 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$(10.5,25)$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$(11,26)$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$(10.5,26)$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standard deviation of discrete data with a corrected observation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swap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swap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106.25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data: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x=n\bar x=200$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x_i^2}{n}-\bar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$6.25=\frac{\sum x_i^2}{20}-100$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x_i^2}{20}=106.25$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x_i=200-25+35=210$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$\alpha=\bar x=\frac{210}{20}=10.5$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x_i^2=2125-25^2+35^2=2125-625+1225=2725$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$\beta=\sigma^2=\frac{2725}{20}-(10.5)^2=136.25-110.25=26$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$(\alpha,\beta)=(10.5,26)$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$(10.5,26)$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Update the mean of squares and the square of the mean by their changes instead of recomputing the sums.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goes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106.25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changes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 goes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$\frac{35^2-25^2}{20}=\frac{600}{20}=30$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$106.25$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$\frac{35-25}{20}=0.5$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 goes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$110.25$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$=136.25-110.25=26$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$(\alpha,\beta)=(10.5,26)$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$(10.5,26)$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rebuild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the square root of the variance; do not confuse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$=\bar x+\frac{q-p}{n}$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x^2=\sum x^2+q^2-p^2$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rebuild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$n,\ \bar x,\ 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is the square root of the variance; do not confuse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two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variance of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Aug 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two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variance of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Aug 2021]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$\frac{536}{25}$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$\frac{92}{5}$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subset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Remove the two known values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all seven, then take the variance of the rest.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Remove the two known values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all seven, then take the variance of the rest.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observations be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seven observations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$x_1,\dots,x_5$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seven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$x_1,\dots,x_5,8,6$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$\frac{x_1+\dots+x_5+14}{7}=8$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$x_1+\dots+x_5=56-14=42$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$\frac{x_1^2+\dots+x_5^2+8^2+6^2}{7}-64=16$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five: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$x_1^2+\dots+x_5^2+100=560$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$x_1^2+\dots+x_5^2=460$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$\frac{460}{5}-\left(\frac{42}{5}\right)^2=92-\frac{1764}{25}$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$=\frac{2300-1764}{25}=\frac{536}{25}$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536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$\frac{536}{25}$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their squares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they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their squares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$7\times16$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all seven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known values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the other five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all seven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d^2=7\times16=112$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known values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the other five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d^2=112-4-0=108$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$\frac{108}{5}-\left(\frac25\right)^2=\frac{540-4}{25}=\frac{536}{25}$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536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$\frac{536}{25}$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you add or remove observations from a data 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a shift of origin, so working with deviations from the mean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all-seven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you add or remove observations from a data 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a shift of origin, so working with deviations from the mean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all-seven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x^2=7(16+64)=560$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the four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mean of the four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the four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7,\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$(x&gt;y)$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mean of the four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$3+2x,\ 7+2y,\ 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discrete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$\frac{3+7+x+y}{4}=5$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$10=\frac{3^2+7^2+x^2+y^2}{4}-5^2$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$\frac{58+x^2+y^2}{4}=35$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$xy=\frac{100-82}{2}=9$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$t^2-10t+9=0$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four new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four new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$3+18=21,\ 7+2=9,\ 10,\ 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$=\frac{21+9+10+8}{4}=\frac{48}{4}=12$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linearity of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$(x-y)^2=2(x^2+y^2)-(x+y)^2$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linearity of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new numbers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$(x-y)^2=2(82)-100=64$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new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$=\frac{(3+2x)+(7+2y)+(x+y)+(x-y)}{4}=\frac{10+4x+2y}{4}=\frac{10+36+2}{4}=12$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and variance: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requested mean of linear combinations needs only the linear data: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and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$xy=\frac{s^2-q}{2}$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$(x-y)^2=2q-s^2$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requested mean of linear combinations needs only the linear data: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$\frac{10+4x+2y}{4}$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odd natural number such that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odd natural number such that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$1,2,3,4,\dots,n$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Mean and 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Mean and 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natural numbers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35234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(positive, odd).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35234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x^2}{n}-\left(\frac{\sum x}{n}\right)^2=14$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$\frac{(n+1)(2n+1)}{6}-\frac{(n+1)^2}{4}=14$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$(n+1)\cdot\frac{2(2n+1)-3(n+1)}{12}=\frac{(n+1)(n-1)}{12}=14$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$n^2-1=168$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(positive, odd).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shift-invariant: use deviations from the middle term,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shift-invariant: use deviations from the middle term,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$-m,\dots,m$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$n=2m+1$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deviations from the mean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$n=2m+1$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deviations from the mean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$-m,\dots,-1,0,1,\dots,m$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d^2=2\cdot\frac{m(m+1)(2m+1)}{6}$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$=\frac{m(m+1)(2m+1)}{3n}=\frac{m(m+1)}{3}$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$\frac{m(m+1)}{3}=14\Rightarrow m(m+1)=42\Rightarrow m=6$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(or AP with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(or AP with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$\frac{8}{12}=\frac23$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online exam is attempted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 out of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boys. The average marks obtained by boys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variance of marks obtained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girls is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average marks of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average marks of girls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marks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236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online exam is attempted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 out of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boys. The average marks obtained by boys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variance of marks obtained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girls is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average marks of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average marks of girls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marks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candidates,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$\mu+\sigma^2$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324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Combined mean and variance of two groups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weighted within-group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spread of the group means about the overall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weighted within-group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spread of the group means about the overall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(boys),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(girls),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overall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(boys),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x_b=12$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$\sigma_b^2=2$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$n_2=30$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(girls),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x_g=\mu$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$\sigma_g^2=2$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overall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$15=\frac{12\cdot20+\mu\cdot30}{50}$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$750-240=30\mu$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$\sigma^2=\frac{n_1\sigma_b^2+n_2\sigma_g^2}{n_1+n_2}+\frac{n_1n_2}{(n_1+n_2)^2}(\bar x_b-\bar x_g)^2$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$\sigma^2=\frac{20\cdot2+30\cdot2}{50}+\frac{20\cdot30}{50^2}(12-17)^2$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$=2+\frac{600}{2500}\times25=2+6=8$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$\mu+\sigma^2=17+8=25$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raw sums: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group, then add.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raw sums: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group, then add.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Girls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mean of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11650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Boys: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x^2=20(2+144)=2920$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Girls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x^2=30(2+289)=8730$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x^2=11650$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mean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$=\frac{11650}{50}=233$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$\sigma^2=233-15^2=8$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$\mu+\sigma^2=25$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law of total variance,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average within-group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group means.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is the weighted average of the group means; the overall mean lies between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$\frac{n_1\sigma_1^2+n_2\sigma_2^2}{n_1+n_2}+\frac{n_1n_2(\bar x_1-\bar x_2)^2}{(n_1+n_2)^2}$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law of total variance,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average within-group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group means.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is the weighted average of the group means; the overall mean lies between them.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$7\times8,\ 10\times10,\ 13\times12,\ 16\times14,\ 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of a sequence; sums of natural numbers and their squares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general term as a product of two arithmetic progressions and sum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general term as a product of two arithmetic progressions and sum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$7,10,13,16,\dots$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$T_r=3r+4$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$8,10,12,14,\dots$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$T_r=(3r+4)(2r+6)=6r^2+26r+24$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$\sum_{r=1}^{10}T_r=6\sum r^2+26\sum r+24\cdot10$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$\sum_{r=1}^{10}r^2=\frac{10\cdot11\cdot21}{6}=385$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$\sum_{r=1}^{10}r=55$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T_r=6\cdot385+26\cdot55+240=2310+1430+240=3980$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$=\frac{3980}{10}=398$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398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𝑣𝑎𝑟𝑖𝑎𝑛𝑐𝑒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evaluate the product at the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5.5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a variance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$\bar r^2+\text{variance}$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evaluate the product at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$\bar r=5.5$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a variance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348.5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$T_r=(3r+4)(2r+6)$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r=5.5$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$\frac{10^2-1}{12}=8.25$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$T_r=(3\bar r+4)(2\bar r+6)+6\cdot\text{Var}(r)$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$=(20.5)(17)+6(8.25)=348.5+49.5=398$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398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$T_r=(pr+q)(sr+t)$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$r=1..n$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$ps\,\overline{r^2}+(pt+qs)\bar r+qt$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r=\frac{n+1}{2}$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$\overline{r^2}=\frac{(n+1)(2n+1)}{6}$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$\sum_{r=1}^n r=\frac{n(n+1)}{2}$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r^2=\frac{n(n+1)(2n+1)}{6}$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$\overline{r^2}=\bar r^2+\frac{n^2-1}{12}$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random variable with distribution: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random variable with distribution: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$x=-2,\,-1,\,3,\,4,\,6$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$P(X=x)=\frac15,\ a,\ \frac13,\ \frac15,\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to. [JEE(Main) Aug 2021]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random variable (probability distribution)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Total probability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given mean give two linear equations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Total probability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given mean give two linear equations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$\sigma^2=E(X^2)-\mu^2$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(2) from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P_i=1$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$\frac15+a+\frac13+\frac15+b=1$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$a+b=1-\frac{11}{15}=\frac{4}{15}$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$\mu=\sum p_ix_i$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$2.3=-\frac25-a+1+\frac45+6b$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$a-6b=1+\frac25-\frac{23}{10}=-\frac{9}{10}$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(2) from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$7b=\frac{4}{15}+\frac{9}{10}=\frac76$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$E(X^2)=\frac15(4)+\frac1{10}(1)+\frac13(9)+\frac15(16)+\frac16(36)$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$=\frac45+\frac1{10}+3+\frac{16}{5}+6=13.1$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$\sigma^2=E(X^2)-\mu^2=13.1-(2.3)^2=13.1-5.29=7.81$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$100\sigma^2=781$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781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distribution: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Unknown probabilities need as many conditions as unknowns: total probability plus the given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probabilities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solving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valid).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distribution: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p_i=1$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$\mu=\sum p_ix_i$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$\sigma^2=\sum p_ix_i^2-\mu^2$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Unknown probabilities need as many conditions as unknowns: total probability plus the given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probabilities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solving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valid).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Q58 – Q62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deviation of the numbers about the mean,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$a,\ b,\ 8,\ 5,\ 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deviation of the numbers about the mean,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mean deviation about the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quadratic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roots just swap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quadratic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roots just swap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$\frac{a+b+8+5+10}{5}=6$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$b=7-a$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$6.8=\frac{(a-6)^2+(b-6)^2+(8-6)^2+(5-6)^2+(10-6)^2}{5}$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$34=(a-6)^2+(1-a)^2+4+1+16$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$(a-6)^2+(a-1)^2=13$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$2a^2-14a+24=0$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$a^2-7a+12=0$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give the same 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give the same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$\{3,4,5,8,10\}$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$M=\frac{|a-6|+|b-6|+|8-6|+|5-6|+|10-6|}{5}$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$M=\frac{3+2+2+1+4}{5}=\frac{12}{5}$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$a=4,b=3$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$M=\frac{2+3+2+1+4}{5}=\frac{12}{5}$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$25M=25\times\frac{12}{5}=60$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$u=a-6$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$v=b-6$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mean: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$u+v$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$u^2+v^2$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$8,5,10$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$2,-1,4$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u=0\Rightarrow u+v=-5$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u^2=5\times6.8=34\Rightarrow u^2+v^2=13$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$uv=\frac{25-13}{2}=6$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$\{a,b\}=\{4,3\}$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$M=\frac{2+3+2+1+4}{5}=\frac{12}{5}$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$25M=60$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unlike variance it uses absolute values, so list each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mean and variance are given with two unknowns, the two solutions are symmetric (swap), so the data set is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with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$=\frac{\sum|x_i-\bar x|}{n}$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unlike variance it uses absolute values, so list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mean and variance are given with two unknowns, the two solutions are symmetric (swap), so the data set is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with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u^2=n\sigma^2$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found that one incorrect observation was taken such that the sum of correct and incorrect observations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correct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correct variance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found that one incorrect observation was taken such that the sum of correct and incorrect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correct variance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Correction of mean and variance of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mean fixes (correct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incorrect), the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pair; then replace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mean fixes (correct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incorrect), the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pair; then replace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correct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incorrect observation: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x=15\times50=750$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$4=\frac{\sum x^2}{50}-225$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x^2=50\times229=11450$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correct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incorrect observation: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$16=\frac{750-b+a}{50}$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11450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11450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14950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14950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x^2=11450+60^2-10^2=11450+3600-100=14950$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$=\frac{14950}{50}-16^2=299-256=43$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replacing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(deviation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$a=60$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(deviation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mean rises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d^2=50\times4=200$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mean rises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d^2=200-(-5)^2+45^2=200-25+2025=2200$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$=\frac{2200}{50}-1^2=44-1=43$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rebuilds the square sum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changes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x=\sum x+(a-b)$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x^2=\sum x^2+a^2-b^2$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rebuilds the square sum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$\frac{a-b}{n}$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$\frac{a-b}{50}=1$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the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the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$4,5,6,6,7,8,x,y$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discrete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picks the order.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$x&lt;y$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picks the order.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six known squares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$\frac{36+x+y}{8}=6$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$\frac94=\frac{16+25+36+36+49+64+x^2+y^2}{8}-6^2$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six known squares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$\frac{226+x^2+y^2}{8}=\frac94+36=\frac{153}{4}$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$226+x^2+y^2=306$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$xy=\frac{144-80}{2}=32$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$t^2-12t+32=0$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$x^4+y^2=256+64=320$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$320$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squares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squares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$8\times\frac94=18$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data deviate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all deviations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data deviate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$-2,-1,0,0,1,2$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$x-6=-t$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$y-6=t$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all deviations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$10+2t^2=18\Rightarrow 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$x^4+y^2=320$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$320$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Quadratic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two numbers from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$t^2-st+p=0$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two numbers from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$\{4,5,6,6,7,8,4,8\}$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and 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$x_1,x_2,x_3,x_4,x_5$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mean and 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$(4a+x_5)$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grouped and combined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mean and variance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for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subtract to get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mean and variance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for the first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subtract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  <m:e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nary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$x_1+x_2+x_3+x_4+x_5=24$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$x_1+x_2+x_3+x_4=14$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$x_5=24-14=10$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$\frac{\sum_{i=1}^{5}x_i^2}{5}-\left(\frac{24}{5}\right)^2=\frac{194}{25}$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576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$\sum_{i=1}^{5}x_i^2=5\left(\frac{194}{25}+\frac{576}{25}\right)=154$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$x_1^2+x_2^2+x_3^2+x_4^2=154-x_5^2=154-100=54$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$a=\frac{54}{4}-\left(\frac72\right)^2=\frac{27}{2}-\frac{49}{4}=\frac54$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$4a+x_5=5+10=15$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(between/within) identity: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𝑔𝑟𝑜𝑢𝑝𝑠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𝑔𝑟𝑜𝑢𝑝𝑠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(between/within) identity: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$n\sigma^2=\sum_{\text{groups}} n_j\sigma_j^2+\sum_{\text{groups}} n_j(\mu_j-\mu)^2$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into group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four: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group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sums,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Overall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into 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four: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sums,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$x_5=24-4\cdot\frac72=10$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Overall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$\mu=\frac{24}{5}$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$5\cdot\frac{194}{25}=4a+0+4\left(\frac72-\frac{24}{5}\right)^2+1\cdot\left(10-\frac{24}{5}\right)^2$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$\frac72-\frac{24}{5}=-\frac{13}{10}$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$4\cdot\frac{169}{100}=\frac{169}{25}$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$\left(10-\frac{24}{5}\right)^2=\frac{676}{25}$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$\frac{194}{5}=4a+\frac{169+676}{25}=4a+\frac{169}{5}$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$4a=\frac{194-169}{5}=5$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$4a+x_5=5+10=15$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convert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groups: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 plus between).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Removing one observation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changes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exactly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x_i^2}{n}-\bar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convert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$n\sigma^2=\sum n_j\sigma_j^2+\sum n_j(\mu_j-\mu)^2$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(within plus between).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Removing one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natural number is: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infinite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$3,7,12,a,43-a$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natural number is: [JEE(Main) June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infinite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a data set and divisibility (natural number conditions)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86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1206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integrality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no residue satisfies.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$\frac{2a^2-86a+1206}{5}$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integrality needs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$2a^2-a+1\equiv0\pmod 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no residue satisfies.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2051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variance to be an integer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$\frac{3+7+12+a+(43-a)}{5}=\frac{65}{5}=13$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$=\frac{9+49+144+a^2+(43-a)^2}{5}-13^2$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$a^2+(43-a)^2=2a^2-86a+1849$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$2a^2-86a+2051$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$=\frac{2a^2-86a+2051-845}{5}=\frac{2a^2-86a+1206}{5}$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variance to be an integer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$5\mid 2a^2-86a+1206$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the PDF's expression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residues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variance is never an integer.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number of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$-86\equiv-1$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$1206\equiv1$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$2a^2-a+1\equiv0\pmod 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the PDF's 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residues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$a\equiv0,1,2,3,4$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$2a^2-a+1\equiv1,2,7\equiv2,16\equiv1,29\equiv4$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$5\nmid(2a^2-86a+1206)$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variance is never an integer.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number of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integrality condition on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test residues mod the denominator: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checks decide infinitely many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data set has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mean is free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working formula;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squares,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integrality condition on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test residues mod the denominator: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$a\bmod5$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checks decide infinitely many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data set has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its mean is free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x_i^2}{n}-\bar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working formula;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$\sigma^2=\frac1n\sum(x_i-\bar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squares,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mean of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mean of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$\frac{5(n+1)}{n}$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deviations from the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symmetric integers,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odd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$\frac{n+1}{2}$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symmetric integers,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$\sum|x_i-\bar x|=\frac{n^2-1}{4}$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itself a term of the list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middle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pair up symmetrically about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x=\frac{1+2+\cdots+n}{n}=\frac{n+1}{2}$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itself a term of the list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x|=|1-\bar x|+|2-\bar x|+\cdots+\left|\frac{n+1}{2}-\bar x\right|+\cdots+|n-\bar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middle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pair up symmetrically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x|=2\left\{|1-\bar x|+|2-\bar x|+\cdots+\left|\frac{n-1}{2}-\bar x\right|\right\}$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these terms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these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x&gt;k$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$2\left\{\left(\bar x-1\right)+\left(\bar x-2\right)+\cdots+\left(\bar x-\frac{n-1}{2}\right)\right\}$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$=2\left\{\frac{n-1}{2}\bar x-\frac{\frac{n-1}{2}\cdot\frac{n+1}{2}}{2}\right\}=\frac{(n-1)(n+1)}{2}-\frac{(n-1)(n+1)}{4}=\frac{n^2-1}{4}$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$=\frac{n^2-1}{4n}$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$\frac{n^2-1}{4n}=\frac{5(n+1)}{n}$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$n^2-1=20n+20$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$n^2-20n-21=0\Rightarrow(n+1)(n-21)=0$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deviations from the mean are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$n=2m+1$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deviations from the mean are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$0,\pm1,\pm2,\ldots,\pm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numbers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deviations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value: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$n=2m+1$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$(m+1)+j$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$j=-m,\ldots,m$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$|j|$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x|=2(1+2+\cdots+m)=m(m+1)$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$=\frac{m(m+1)}{2m+1}$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value: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$\frac{5(n+1)}{n}=\frac{5(2m+2)}{2m+1}=\frac{10(m+1)}{2m+1}$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$m(m+1)=10(m+1)\Rightarrow m=10$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$n=2m+1=21$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odd: mean deviation about the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set symmetric about its mean,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only half the terms are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is minimum about the median, not the mean: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deviation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odd: mean deviation about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set symmetric about its mean,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x|=2\sum_{x_i&gt;\bar x}(x_i-\bar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only half the terms are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is minimum about the median, not the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$\frac23=\frac{9-1}{12}$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On rechecking it was found that, in the observations,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misread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 equal to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On rechecking it was found that, in the observations,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misread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 equal to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(correcting wrong observations)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then 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both.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then 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both.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sum: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X_r^2}{15}-\left(\frac{\sum X_r}{15}\right)^2$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X_r^2}{15}-8^2=3^2$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X_r^2=15\times73=1095$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X_r=15\times8=120$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135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X_r=120-5+20=135$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X_r^2=1095-5^2+20^2=1095-25+400=1470$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$=\frac{1470}{15}-\left(\frac{135}{15}\right)^2=98-81=17$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old mean: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$d=x-8$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old mean: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d^2=15\times9=135$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since the (wrong) mean is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since the (wrong) mean is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d_i^2=15\cdot3^2=135$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d=0+3+12=15$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d^2=135-9+144=270$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$\sigma^2=\frac{270}{15}-\left(\frac{15}{15}\right)^2=18-1=17$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one reading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recompute the mean before the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all data, so take deviations from a convenient number (here the given mean) to keep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one reading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$a\to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x=\sum x-a+b$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x^2=\sum x^2-a^2+b^2$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recompute the mean before the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all data, so take deviations from a convenient number (here the given mean) to keep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d_i^2}{n}-\left(\frac{\sum d_i}{n}\right)^2$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a class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students. The average marks of these students in the mathematics examination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student fails in the examination if he/she gets less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marks. Then in the worst case, the number of students who can fail is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a class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students. The average marks of these students in the mathematics examination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student fails in the examination if he/she gets less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marks. Then in the worst case, the number of students who can fail is ______. [JEE(Main) June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(bounds on a single observation)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One student's squared deviation cannot exceed the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but failing needs deviation more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One student's squared deviation cannot exceed the total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$\sum(x_i-62)^2=7\times20=140$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but failing needs deviation more than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$144&gt;140$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some student fails: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example, even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$\sum(x_i-62)^2=7\times20=140$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some student fails: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$x_i&lt;50$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$62-x_i&gt;12$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$(x_i-62)^2&gt;144$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example,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$(49-62)^2=169$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every squared deviation is non-negative and the total of all seven is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single term cannot exceed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impossible: no student can score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in the worst case the number of failing students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every squared deviation is non-negative and the total of all seven is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single term cannot exceed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$144&gt;140$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$(x_i-62)^2&gt;144$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impossible: no student can score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in the worst case the number of failing students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Sharper bound (Samuelson's inequality): every observation lies within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σ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Sharper bound (Samuelson's inequality): every observation lies within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$\sigma\sqrt{n-1}$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share the rest of the sum).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$|x_i-\mu|\le\sigma\sqrt{n-1}$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share the rest of the sum).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$\sigma\sqrt{n-1}=\sqrt{20\times6}=\sqrt{120}\approx10.95$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every mark is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 student can fall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number of failing students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bound is attained: one mark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six marks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every mark is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$62-10.95\approx51.05&gt;50$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 student can fall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number of failing students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bound is attained: one mark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$62-\sqrt{120}$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six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$62+\frac{\sqrt{120}}{6}$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single deviation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(crude) and in fact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(Samuelson).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Worst-case questions: put the extreme value on one observation and the others equal; equality in the bound is reached then.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Chebyshev: the number of observations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most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exceeds the Samuelson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single deviation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$(x_i-\mu)^2\le 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(crude) and in fact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$(x_i-\mu)^2\le(n-1)\sigma^2$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(Samuelson).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Worst-case questions: put the extreme value on one observation and the others equal; equality in the bound is reached then.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Chebyshev: the number of observations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$|x_i-\mu|\ge k\sigma$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most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$k\sigma&gt;12$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$k&gt;\frac{12}{\sqrt{20}}\approx2.68&gt;\sqrt{6}\approx2.45$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exceeds the Samuelson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Q66 – Q67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for 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arranged in ascending order,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median is: [JEE(Main) July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for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$3,5,7,2k,12,16,21,24$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arranged in ascending order,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median is: [JEE(Main) July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median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numbers is the average of the 4th and 5th, so the mean deviation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median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numbers is the average of the 4th and 5th, so the mean deviation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$\frac{\sum|x_i-M|}{8}=6$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in ascending order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is the mean of the 4th and 5th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in ascending order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is the mean of the 4th and 5th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$M=\frac{2k+12}{2}=k+6$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$=\frac{\sum|x_i-M|}{n}=6$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$|3-M|=k+3$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$|5-M|=k+1$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$|7-M|=k-1$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$|2k-M|=6-k$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$|12-M|=6-k$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$|16-M|=10-k$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$|21-M|=15-k$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$|24-M|=18-k$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$(k+3)+(k+1)+(k-1)+(6-k)+(6-k)+(10-k)+(15-k)+(18-k)=58-2k$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ordering: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ascending, as assumed.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$\frac{58-2k}{8}=6$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$58-2k=48$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ordering: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$3,5,7,10,12,16,21,24$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ascending, as assumed.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$=k+6=5+6=11$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numbers lie above the median and four below,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𝑠𝑢𝑚 𝑜𝑓 𝑢𝑝𝑝𝑒𝑟 𝑓𝑜𝑢𝑟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𝑠𝑢𝑚 𝑜𝑓 𝑙𝑜𝑤𝑒𝑟 𝑓𝑜𝑢𝑟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numbers lie above the median and four below,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$\sum|x_i-M|=(\text{sum of upper four})-(\text{sum of lower four})$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independent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the 4th and 5th terms, the upper four terms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lower four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the 4th and 5th terms, the upper four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lower four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$\sum|x_i-M|=(12+16+21+24)-(3+5+7+2k)=73-15-2k=58-2k$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$4M-4M=0$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$\frac{58-2k}{8}=6$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$=\frac{2k+12}{2}=\frac{10+12}{2}=11$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even number of observations,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(sum of upper half) minus (sum of lower half)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two middle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is the smallest possible mean absolute deviation about any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number, the median term itself is dropped from both halves, since its deviation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even number of observations,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(sum of upper half) minus (sum of lower half)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two middle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is the smallest possible mean absolute deviation about any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number, the median term itself is dropped from both halves, since its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a binomial distribution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 𝑜𝑟 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July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a binomial distribution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$P(X=1)=\frac{4}{243}$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$P(X=4\text{ or }5)$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July 2022]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$\frac{64}{81}$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$\frac{145}{243}$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Binomial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𝑣𝑎𝑟𝑖𝑎𝑛𝑐𝑒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𝑚𝑒𝑎𝑛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$\frac{\text{variance}}{\text{mean}}=q=\frac13$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$p=\frac23$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$P(X=1)$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(2) by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$np=\alpha$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$npq=\frac{\alpha}{3}$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(2) by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$P(X=1)={}^nC_1\,q^{n-1}p=n\left(\frac13\right)^{n-1}\cdot\frac23=\frac{2n}{3^n}=\frac{4}{243}$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$\frac{n}{3^n}=\frac{2}{243}$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$\frac{6}{729}=\frac{2}{243}$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 𝑜𝑟 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$P(X=4)={}^6C_4\left(\frac23\right)^4\left(\frac13\right)^2=15\cdot\frac{16}{3^6}=\frac{240}{729}$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$P(X=5)={}^6C_5\left(\frac23\right)^5\left(\frac13\right)=6\cdot\frac{32}{3^6}=\frac{192}{729}$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$P(X=4\text{ or }5)=\frac{240+192}{729}=\frac{432}{729}=\frac{16}{27}$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16/27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𝑣𝑎𝑟𝑖𝑎𝑛𝑐𝑒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𝑚𝑒𝑎𝑛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mutually exclusive values are added for 'or'.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less than the mean for a binomial distribution, always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$B(n,p)$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$\frac{\text{variance}}{\text{mean}}=q$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$P(X=r)={}^nC_r\,p^rq^{n-r}$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mutually exclusive values are added for 'or'.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less than the mean for a binomial distribution, always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noticed that two of these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wrongly recorded.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standard deviation of the data after omitting the two wrong observations from the data,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It was noticed that two of these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wrongly recorded.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standard deviation of the data after omitting the two wrong observations from the data,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standard deviation (removing observations)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delete the two wrong values from both, and recompute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delete the two wrong values from both, and recompute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omitting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x_i}{40}=30$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x_i^2}{40}-30^2=5^2$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x_i^2=40\times925=37000$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omitting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x_i'=1200-10-12=1178$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$=\frac{1178}{38}=31$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36756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36756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36756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36756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36518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x_i'^2=37000-10^2-12^2=37000-244=36756$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$\sigma^2=\frac{36756}{38}-31^2$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$38\sigma^2=36756-38\times961=36756-36518=238$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delete the two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d^2=40\cdot25=1000$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delete the two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deleted observations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38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38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d^2=40\times5^2=1000$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deleted observations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$d=12-30=-18$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$d=10-30=-20$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d=0+18+20=38$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d^2=1000-324-400=276$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$\sigma^2=\frac{276}{38}-\left(\frac{38}{38}\right)^2=\frac{276}{38}-1$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$38\sigma^2=276-38=238$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Deleting or replacing observations: update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use the new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given mean makes the old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new set,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Deleting or replacing observations: update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use the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given mean makes the old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new set,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$n\sigma^2=\sum d_i^2-\frac{(\sum d_i)^2}{n}$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$38\sigma^2=276-1\cdot38=238$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calculated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by a student who took by mistake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one observation. Then the correct standard deviation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calculated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by a student who took by mistake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one observation. Then the correct standard deviation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standard deviation (correcting a wrong observation)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 removing the observation)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 removing the observation)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includes the wrong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(including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$\sum_{i=1}^{10}x_i=150$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includes the wrong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x_i^2}{10}-15^2=15$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x_i^2=10\times240=2400$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(including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x_i=150-25+15=140$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x_i^2=2400-25^2+15^2=2400-625+225=2000$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$=\frac{2000}{10}-14^2=200-196=4$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wrong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wrong data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mistake is only in one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wrong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wrong data have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d^2=150$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mistake is only in one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wrong data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data: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standard deviation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wrong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d^2=10\times15=150$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d^2=150-100=50$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$=\frac{50}{10}-\left(\frac{-10}{10}\right)^2=5-1=4$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standard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misread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Shift-invariance of variance: compute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given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large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answer asked for: variance or standard deviation (here SD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misread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x\to\sum x-a+b$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x^2\to\sum x^2-a^2+b^2$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Shift-invariance of variance: compute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given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large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answer asked for: variance or standard deviation (here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geometric progression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new data is constructed replacing 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of the new data, then the greatest integer less than or equal to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$x_1,x_2,x_3,\ldots,x_{20}$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geometric progression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new data is constructed replacing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$(x_i-i)^2$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of the new data, then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 and mean of a derived data set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a GP sum, a sum of squares and an arithmetico-geometric sum;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are negligible.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$(x_i-i)^2$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a GP sum, a sum of squares and an arithmetico-geometric sum;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$2^{-20}$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are negligible.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three sums are a GP,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AGP.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40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$x_i=3\left(\frac12\right)^{i-1}$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$\sum_{i=1}^{20}(x_i-i)^2=\sum x_i^2+\sum i^2-2\sum x_ii$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$x_i=3\left(\frac12\right)^{i-1}$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$x_i^2=9\left(\frac14\right)^{i-1}$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$x_ii=3i\left(\frac12\right)^{i-1}$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three sums are a GP,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AGP.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$\frac{9\left(1-\frac1{4^{20}}\right)}{1-\frac14}=12\left(1-\frac1{2^{40}}\right)$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$\sum_{i=1}^{20}i^2=\frac{20\cdot21\cdot41}{6}=2870$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AGP; its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40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142.9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(𝑡𝑖𝑛𝑦 𝑝𝑜𝑠𝑖𝑡𝑖𝑣𝑒)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142.9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 x_ii=3+2\cdot3\cdot\frac12+3\cdot3\cdot\frac1{2^2}+\cdots$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AGP; its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$S=12-\frac{132}{2^{20}}=6\left(2-\frac{22}{2^{20}}\right)$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$\sum(x_i-i)^2=12-\frac{12}{2^{40}}+2870-12\left(2-\frac{22}{2^{20}}\right)=2858-\frac{12}{2^{40}}+\frac{264}{2^{20}}$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x=\frac{2858}{20}+\frac1{20}\left(\frac{264}{2^{20}}-\frac{12}{2^{40}}\right)=142.9+\text{(tiny positive)}\approx142.9$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$\lfloor\bar x\rfloor=142$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AGP sum: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GP with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terms beyond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change the integer part, so estimate and verify the sign of the tail.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Floor of a mean: compute the main part exactly and bound the leftover tiny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AGP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$\sum_{i=1}^{n}i\,r^{i-1}=\frac{1-(n+1)r^n+nr^{n+1}}{(1-r)^2}$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$4-\frac{44}{2^{20}}$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x_ii=12-\frac{132}{2^{20}}$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GP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terms beyond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$2^{-20}$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change the integer part, so estimate and verify the sign of the tail.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$\sum_{i=1}^{n}i^2=\frac{n(n+1)(2n+1)}{6}$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$\sum(a_i-b_i)^2=\sum a_i^2+\sum b_i^2-2\sum a_ib_i$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Floor of a mean: compute the main part exactly and bound the leftover tiny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$x_1,x_2,\ldots,x_{20}$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$(x_1+\alpha)^2,(x_2+\alpha)^2,\ldots,(x_{20}+\alpha)^2$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(effect of shifting)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4680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mean of the squares into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x_i=300$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x_i^2=4680$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mean of the squares into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x_i=15\times20=300$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x_i^2}{20}-15^2=9$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x_i^2=234\times20=4680$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$(x_i+\alpha)^2$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$\sum(x_i+\alpha)^2=3560$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x_i^2+2\alpha\sum x_i+20\alpha^2=3560$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$4680+600\alpha+20\alpha^2=3560$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maximum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$\alpha^2+30\alpha+56=0$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$(\alpha+28)(\alpha+2)=0$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maximum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of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(mean)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shifted data have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of squares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(mean)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shifted data have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$15+\alpha$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all data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the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makes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squares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𝑚𝑒𝑎𝑛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maximum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all data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the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makes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$15+\alpha$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the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$=\sigma^2+(\text{mean})^2=9+(15+\alpha)^2$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$9+(15+\alpha)^2=178$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$(15+\alpha)^2=169$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$15+\alpha=\pm13$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maximum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 'maximum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when roots are negative: the maximum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squares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minimised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it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$\sigma_y^2+\bar 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$y_i=x_i+\alpha$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$\sigma_y^2=\sigma_x^2$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y=\bar x+\alpha$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 'maximum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when roots are negative: the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$\frac{\sum(x_i+\alpha)^2}{n}$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minimised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and product of the mean and variance of a binomial distribution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number of trials in the binomial distribution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and product of the mean and variance of a binomial distribution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number of trials in the binomial distribution is ______. [JEE(Main) July 2022]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Binomial distribution (mean and variance)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82.5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$t^2-82.5t+1350=0$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$v&lt;m$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$q&lt;1$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27225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21600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$v=npq$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$m+v=\frac{165}{2}$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$mv=1350$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$t^2-\frac{165}{2}t+1350=0$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$2t^2-165t+2700=0$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$t=\frac{165\pm\sqrt{27225-21600}}{4}=\frac{165\pm75}{4}=60$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is smaller than the mean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is smaller than the mean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$m=np=60$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$v=npq=\frac{45}{2}$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$q=\frac{v}{m}=\frac{45/2}{60}=\frac38$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$n=\frac{m}{p}=\frac{60}{5/8}=96$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82.5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$m(1+q)=82.5$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$m^2q=1350$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square of the first by the second: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$v=mq$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$=m(1+q)=\frac{165}{2}$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$=m^2q=1350$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the square of the first by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$\frac{(1+q)^2}{q}=\frac{(165/2)^2}{1350}=\frac{121}{24}$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82.5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$24(1+q)^2=121q$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$24q^2-73q+24=0$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$q=\frac{73\pm55}{48}=\frac38$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$m=\frac{82.5}{1+\frac38}=60$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$n=\frac{60}{5/8}=96$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𝑚𝑒𝑎𝑛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𝑣𝑎𝑟𝑖𝑎𝑛𝑐𝑒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𝑣𝑎𝑟𝑖𝑎𝑛𝑐𝑒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𝑚𝑒𝑎𝑛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𝑚𝑒𝑎𝑛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nor/>
                              </m:r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𝑚𝑒𝑎𝑛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𝑚𝑒𝑎𝑛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𝑣𝑎𝑟𝑖𝑎𝑛𝑐𝑒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sum and product, the numbers are roots of a quadratic; the constraint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picks the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22.5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integer as it must be.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Binomial: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$\text{mean}=np$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$\text{variance}=npq$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$q=\frac{\text{variance}}{\text{mean}}$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$n=\frac{\text{mean}}{p}=\frac{\text{mean}^2}{\text{mean}-\text{variance}}$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sum and product, the numbers are roots of a quadratic; the constraint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 picks the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$n=\frac{60^2}{60-22.5}=96$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integer as it must be.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Q73 – Q75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six numbers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of these six numbers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six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$a_1,a_2,a_3,a_4,a_5,a_6$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$a_1+a_3=10$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of these six numbers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the condition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two linear equations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the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$a_1+a_3=10$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two linear equations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$\sigma^2=\frac{\sum a_i^2}{n}-\bar 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A.P. have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(ii) from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A.P. have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$\frac{\frac{6}{2}[2a+5d]}{6}=\frac{19}{2}$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$2a+5d=19$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$a_1+a_3=10$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$a+a+2d=10$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$2a+2d=10$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(ii) from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$3d=9$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$2,5,8,11,14,17$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$\sigma^2=\frac{2^2+5^2+8^2+11^2+14^2+17^2}{6}-\left(\frac{19}{2}\right)^2$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a_i^2=4+25+64+121+196+289=699$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$\sigma^2=\frac{699}{6}-\frac{361}{4}=\frac{233}{2}-\frac{361}{4}$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$\sigma^2=\frac{466-361}{4}=\frac{105}{4}$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$8\sigma^2=8\cdot\frac{105}{4}=210$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variance of an A.P. depends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variance of an A.P. depends only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$\sigma^2=\frac{d^2(n^2-1)}{12}$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all terms, and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two linear conditions: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all terms, and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two linear conditions: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$2a+5d=19$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$2a+2d=10$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$\sigma^2=\frac{9\cdot 35}{12}=\frac{105}{4}$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$8\sigma^2=210$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an A.P. is the average of the first and last term,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does not change when every observation is shifted, and is multiplied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every observation is multiplied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irrelevant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$\frac{8}{3}\cdot\frac{1}{4}\cdot 3=\frac{2}{3}$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an A.P. is the average of the first and last term,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$\frac{2a+(n-1)d}{2}$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does not change when every observation is shifted, and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every observation is multiplied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irrelevant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the marks obtained by the students in a test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Later, the marks of one of the students is increased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new mean of the marks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their new variance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the marks obtained by the students in a test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Later, the marks of one of the students is increased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new mean of the marks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their new variance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$4.08$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change in mean, then update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replacing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change in mean, then update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replacing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number of students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total marks change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original data: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number of students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total marks change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$(10.2)n=10n-8+12$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$(10.2)n=10n+4$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$0.2n=4$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original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x_i^2}{20}-(10)^2=4$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x_i^2}{20}=104$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x_i^2=104\times 20=2080$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change: </a:t>
                </a:r>
                <a14:m>
                  <m:oMath xmlns:m="http://schemas.openxmlformats.org/officeDocument/2006/math">
                    <m:sSub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104.04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change: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$\left(\sum x_i^2\right)_{new}=2080-8^2+12^2=2160$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$=\frac{2160}{20}-(10.2)^2=108-104.04$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$=3.96$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3.96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change formula: 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change formula: new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$=\sigma^2+\frac{12^2-8^2}{n}-(\bar x_{new}^2-\bar 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squares changes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new mean of squares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mean changes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104.04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104.04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$10n+4=10.2n$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squares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$\frac{12^2-8^2}{20}=\frac{80}{20}=4$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new mean of squares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$104+4=108$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mean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$(10.2)^2=104.04$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$=108-104.04=3.96$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$4+4-4.04$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3.96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one observation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track these two sums, not the variance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the old sum of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rise of the mean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change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total identifies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Changing one observation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$b^2-a^2$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track these two sums, not the variance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x_i^2}{n}-\bar x^{\,2}$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x^{\,2})$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the old sum of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rise of the mean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change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total identifies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$n=\frac{4}{0.2}=20$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values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mean deviation about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positive integers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mean deviation about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positive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$a_1,a_2,a_3,\ldots,a_{100}$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$\{99\}$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$\{9\}$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deviation is unchanged by shifting all data, so the value is the same for every starting integer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deviation is unchanged by shifting all data, so the value is the same for every starting integer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observations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mean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 side and again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right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$a_1,a_1+1,a_1+2,\ldots,a_1+99$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x=\frac{a_1+(a_1+1)+\cdots+(a_1+99)}{100}=a_1+49.5$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$49.5,48.5,\ldots,0.5$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 side and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$0.5,\ldots,49.5$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right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x|=2(49.5+48.5+\cdots+0.5)$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50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49.5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involve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it holds for every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50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$49.5,\ldots,0.5$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$50\cdot\frac{49.5+0.5}{2}=1250$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$=\frac{2500}{100}=25$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involve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it holds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$\mathbb{N}$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deviation is translation invariant,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cannot matter; test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deviation is translation invariant,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cannot matter; test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every observation by the same amount shifts the mean by that amount, so every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mean deviation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that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twice: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every observation by the same amount shifts the mean by that amount, so every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mean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$a_1,\ldots,a_1+99$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$0.5,\ldots,49.5$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twice: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 1250=2500$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$\mathbb{N}$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deviation, variance and standard deviation are unchanged when a constant is added to every observation.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 mean deviation about the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deviation, variance and standard deviation are unchanged when a constant is added to every observation.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 mean deviation about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$0.5,1.5,\ldots,(m-0.5)$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$0.5+1.5=2$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One or more than one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or more options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standard deviation of marks of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be respectively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mean and standard deviation of marks of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be respectively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and variance of the marks of the combined class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are respectively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variances of classes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standard deviation of marks of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be respectively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$\alpha(&gt;0)$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mean and standard deviation of marks of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be respectively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mean and variance of the marks of the combined class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are respectively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variances of classes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506780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One or more than one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combined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combined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both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admissible.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Combined mean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combined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$\alpha^2-40\alpha+300=0$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both roots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$\alpha=10,30$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admissible.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Combined: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x_1=40$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x_2=55$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$\sigma_2=30-\alpha$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$n_2=n$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Combined: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$\frac{100\cdot 40+55n}{100+n}=50$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$4000+55n=5000+50n$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x_i^2}{100}-40^2=\alpha^2$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x_i^2=100(1600+\alpha^2)$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y_i^2}{200}-55^2=(30-\alpha)^2$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y_i^2=200\left[3025+(30-\alpha)^2\right]$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855000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855000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x_i^2+\sum y_i^2}{300}-50^2=350$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x_i^2+\sum y_i^2=300\times 2850=855000$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$100(1600+\alpha^2)+200[3025+(30-\alpha)^2]=855000$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$\alpha^2-40\alpha+300=0$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of class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scored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is allowed since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required;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values satisfy all the data, so the sum of variances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(B)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$\sigma_1^2+\sigma_2^2=10^2+20^2=500$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of class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scored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is allowed since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required;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$\sigma_1^2+\sigma_2^2=900+0=900$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values satisfy all the data, so the sum of variances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options (B)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Combined variance = (weighted mean of variances) + (weighted variance of the means about the combined mean).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Between-group part: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within-group part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Between-group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$\frac{100(40-50)^2+200(55-50)^2}{300}=\frac{10000+5000}{300}=50$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within-group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$350-50=300$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$\frac{100\alpha^2+200(30-\alpha)^2}{300}=300$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answer: (B,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$\alpha^2+2(30-\alpha)^2=900$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$3\alpha^2-120\alpha+900=0$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$\alpha^2-40\alpha+300=0$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$100+400=500$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$900+0=900$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Same answer: (B,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(B, D)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acc>
                              <m:accPr>
                                <m:chr m:val="‾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first to find an unknown size.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standard deviation can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values equal); do not discard a root only because it makes some group's spread vanish unless the stem says it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converts group statistics into sums of squares that simply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$\sigma^2=\frac{n_1\sigma_1^2+n_2\sigma_2^2}{n_1+n_2}+\frac{n_1n_2(\bar x_1-\bar x_2)^2}{(n_1+n_2)^2}$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$=\frac{n_1\bar x_1+n_2\bar x_2}{n_1+n_2}$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first to find an unknown size.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standard deviation can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values equal); do not discard a root only because it makes some group's spread vanish unless the stem says it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x^{\,2})$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converts group statistics into sums of squares that simply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Q77 – Q78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sum of cubes of the remaining two observations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sum of cubes of the remaining two observations is: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$1072$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$\alpha^3+\beta^3=(\alpha+\beta)^3-3\alpha\beta(\alpha+\beta)$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remaining two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$\frac{1+3+5+\alpha+\beta}{5}=5$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$\sigma^2=\frac{1+9+25+\alpha^2+\beta^2}{5}-5^2=8$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$\frac{35+\alpha^2+\beta^2}{5}=33$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$\alpha^2+\beta^2=33\times5-35=130$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$(\alpha+\beta)^2=\alpha^2+\beta^2+2\alpha\beta$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$256-130=2\alpha\beta$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$\alpha^3+\beta^3=(\alpha+\beta)^3-3\alpha\beta(\alpha+\beta)$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$=4096-3\cdot63\cdot16=4096-3024=1072$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1072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become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$u=\alpha-5$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$v=\beta-5$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observations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squares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of deviations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of squared deviations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of the known observations from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$-4,-2,0$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squares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of deviations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$u+v=-(-4-2+0)=6$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of squared deviations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$5\cdot 8=40$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$u^2+v^2=40-20=20$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$uv=\frac{36-20}{2}=8$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$\alpha,\beta=7,9$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$7^3+9^3=343+729=1072$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1072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of deviations from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using deviations makes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$\alpha^2+\beta^2=s^2-2p$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$\alpha^3+\beta^3=s^3-3ps$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squared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sum of deviations from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using deviations makes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x_i^2}{n}-\bar x^{\,2}$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x^{\,2})=5\cdot33=165$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$9=x_1&lt;x_2&lt;\cdots&lt;x_7$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$x_1,x_2,\ldots,x_7$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x+x_6$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$2\left(9+\frac{8}{\sqrt7}\right)$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$18\left(1+\frac{1}{\sqrt3}\right)$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of seven A.P. terms is the middle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deviations from the mean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of seven A.P. terms is the middle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deviations from the mean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$0,\pm d,\pm2d,\pm3d$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mean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$a=x_1=9$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x=\frac{\frac{7}{2}[2a+6d]}{7}=a+3d=x_4$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$\frac{\sum(x_i-\bar x)^2}{7}=\frac{\sum(x_i-x_4)^2}{7}=4^2=16$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$-3d,-2d,-d,0,d,2d,3d$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$\frac{(3d)^2+(2d)^2+d^2+0+d^2+(2d)^2+(3d)^2}{7}=16$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$\frac{28d^2}{7}=4d^2=16$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$x_1&lt;x_2$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x=9+3(2)=15$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$x_6=a+5d=9+5(2)=19$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x+x_6=15+19=34$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34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A.P. variance formula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A.P. variance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$\sigma^2=\frac{d^2(n^2-1)}{12}$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since the terms increase).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in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$\sigma^2=\frac{d^2(49-1)}{12}=4d^2$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$4d^2=16$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since the terms increase).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x=x_4=9+6=15$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$x_6=9+10=19$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x+x_6=34$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34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of terms in A.P. the mean equals the middle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A.P.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of terms in A.P. the mean equals the middle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A.P.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$\frac{d^2(n^2-1)}{12}$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$1^2+2^2+3^2=14$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$\sum_{k=-3}^{3}k^2=28$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two sets of observations. If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their respective means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all the observations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$X=\{11,12,13,\ldots,40,41\}$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$Y=\{61,62,63,\ldots,90,91\}$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two sets of observations.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their respective means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all the observations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$X\cup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$|\bar x+\bar y-\sigma^2|$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combined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set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integers, so the within-set parts of the variance are equal and only the gap of the means matters.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set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integers, so the within-set parts of the variance are equal and only the gap of the means matters.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(31 elements) and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(31 elements).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elements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are those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(mean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x=\frac{11+41}{2}=26$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(31 elements)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y=\frac{61+91}{2}=76$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(31 elements).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$\mu=\frac{31\cdot26+31\cdot76}{31+31}=\frac{26+76}{2}=51$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$\sigma^2=\frac{1}{62}\left[\sum_{i=1}^{31}(x_i-\mu)^2+\sum_{i=1}^{31}(y_i-\mu)^2\right]$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elements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are those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(mean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sums equal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21855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21855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$x_i-\mu$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$-40,\ldots,-10$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$y_i-\mu$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$10,\ldots,40$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sums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$10^2+11^2+\cdots+40^2$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$10^2+\cdots+40^2=\frac{40\cdot41\cdot81}{6}-\frac{9\cdot10\cdot19}{6}=22140-285=21855$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$\sigma^2=\frac{2\times21855}{62}=705$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$|\bar x+\bar y-\sigma^2|=|26+76-705|=603$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603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variance = within-group variance + between-group variance, with each block of 31 consecutive integers having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variance = within-group variance + between-group variance, with each block of 31 consecutive integers having variance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$\frac{31^2-1}{12}$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integers: within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sizes, so the combined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away: between-group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integers: within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$\frac{31^2-1}{12}=\frac{960}{12}=80$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 sizes, so the combined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away: between-group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$=25^2=625$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$\sigma^2=80+625=705$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$|26+76-705|=603$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603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Equal-size groups: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𝑎𝑣𝑒𝑟𝑎𝑔𝑒 𝑜𝑓 𝑡ℎ𝑒 𝑔𝑟𝑜𝑢𝑝 𝑣𝑎𝑟𝑖𝑎𝑛𝑐𝑒𝑠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acc>
                                      <m:accPr>
                                        <m:chr m:val="‾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</m:acc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b>
                                  <m:e>
                                    <m:acc>
                                      <m:accPr>
                                        <m:chr m:val="‾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</m:acc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differences of this to sum a block such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Equal-size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$\sigma^2=\text{average of the group variances}+\left(\frac{\bar x_1-\bar x_2}{2}\right)^2$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$\sum_{k=1}^{m}k^2=\frac{m(m+1)(2m+1)}{6}$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differences of this to sum a block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$10^2+\cdots+40^2$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Q80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one observation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omitted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mean and variance of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one observation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omitted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mean and variance of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omitted observation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recompute the mean and variance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omitted observation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recompute the mean and variance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$x_1,\ldots,x_6,14$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$\frac{\sum_{i=1}^{6}x_i+14}{7}=8$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$\sum_{i=1}^{6}x_i=56-14=42$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$a=\frac{42}{6}=7$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  <m:e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$\frac{\sum_{i=1}^{6}x_i^2+14^2}{7}-8^2=16$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$\sum_{i=1}^{6}x_i^2+196=560$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$\sum_{i=1}^{6}x_i^2=560-196=364$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$b=\frac{\sum x_i^2}{6}-a^2=\frac{364}{6}-7^2=\frac{182}{3}-49=\frac{35}{3}$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$a+3b-5=7+3\cdot\frac{35}{3}-5=7+35-5=37$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omitted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above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omitted value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above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7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Omitting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remaining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7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$\sum(x-8)=0$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$\sum(x-8)^2=7\cdot16=112$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Omitting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$\sum(x-8)=-6$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$\sum(x-8)^2=112-36=76$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remaining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$a=8+\frac{-6}{6}=7$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$b=\frac{76}{6}-\left(\frac{-6}{6}\right)^2=\frac{38}{3}-1=\frac{35}{3}$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$a+3b-5=7+35-5=37$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Removing or adding observations: recompute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the variance directly).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about any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old mean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Removing or adding observations: recompute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the variance directly).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about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$\sigma^2=\frac{\sum(x-c)^2}{n}-\left(\frac{\sum(x-c)}{n}\right)^2$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old mean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x^{\,2})$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$7(16+64)=560$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Q81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frequency distribution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corresponding frequencies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frequency distribution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$x_i=2,3,4,5,6,7,8$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corresponding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$f_i=3,6,16,\alpha,9,5,6$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[JEE(Main)Jan.2023]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a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frequency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drops out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frequency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drops out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f_id_i$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f_id_i^2$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f_i$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$d_i=-3,-2,-1,0,1,2,3$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$3,6,16,\alpha,9,5,6$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$f_id_i^2$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$27,24,16,0,9,20,54$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f_id_i^2=150$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$f_id_i$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$-9,-12,-16,0,9,10,18$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f_id_i=0$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f_i=3+6+16+\alpha+9+5+6=45+\alpha$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$\sigma_\alpha^2=\sigma_d^2=\frac{\sum f_id_i^2}{\sum f_i}-\left(\frac{\sum f_id_i}{\sum f_i}\right)^2$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$\sigma^2=\frac{150}{45+\alpha}-0=3$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$150=135+3\alpha$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the origin, so 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middle to make arithmetic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frequency table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value whose frequency is unknown removes that frequency from the numerators.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the origin, so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middle to make arithmetic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frequency table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f_id_i^2}{\sum f_i}-\left(\frac{\sum f_id_i}{\sum f_i}\right)^2$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value whose frequency is unknown removes that frequency from the numerators.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Q82 – Q87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a set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 mean and variance of another set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variance of all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in the two sets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variance of a set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 mean and variance of another set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variance of all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in the two sets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combined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the combined-variance formula for two equal-size sets.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$=\frac{n_1\sigma_1^2+n_2\sigma_2^2}{n_1+n_2}+\frac{n_1n_2(m_1-m_2)^2}{(n_1+n_2)^2}$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$13=\frac{15\cdot14+15\cdot\sigma^2}{30}+\frac{15\cdot15\,(12-14)^2}{30\times30}$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$13=\frac{14+\sigma^2}{2}+\frac{4}{4}$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$\frac{14+\sigma^2}{2}=12$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$14+\sigma^2=24$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Measure squared deviations about the combined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two sets.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Measure squared deviations about the combined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two sets.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total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2: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$\frac{12+14}{2}=13$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total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$\sum(x-13)^2=30\cdot13=390$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$\sum(x-13)^2=15\,(14+(12-13)^2)=15\cdot15=225$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$\sum(x-13)^2=15\,(\sigma^2+(14-13)^2)=15(\sigma^2+1)$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$225+15\sigma^2+15=390$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$15\sigma^2=150$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group,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any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average of variances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the group means about the combined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sizes the second term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group,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$\sum(x-c)^2=n\left[\sigma^2+(\bar x-c)^2\right]$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any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average of variances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variance of the group means about the combined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sizes the second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$\left(\frac{m_1-m_2}{2}\right)^2$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 on, it was observed that two observations were considered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correct variance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 on, it was observed that two observations were considered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correct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removing the wrong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the right ones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removing the wrong values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$9,10$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adding the right ones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$7,14$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x}{12}=\frac{9}{2}$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x^2}{12}-\left(\frac{9}{2}\right)^2=4$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x^2=12\left(4+\frac{81}{4}\right)=291$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x_{new}=54-(9+10)+7+14=56$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x^2_{new}=291-(81+100)+49+196=355$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1065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prime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lowest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$\sigma^2_{new}=\frac{355}{12}-\left(\frac{56}{12}\right)^2=\frac{355}{12}-\frac{196}{9}$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$=\frac{1065-784}{36}=\frac{281}{36}$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prime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$36=2^2\cdot3^2$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$\frac{281}{36}$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lowest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$m+n=281+36=317$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317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wrong observations: adjust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(correct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wrong)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(correct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the sum of squares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reduce the final fraction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wrong observations: adjust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(correct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wrong)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(correct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x^{\,2})$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recovers the sum of squares from mean and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reduce the final fraction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$\gcd(281,36)=1$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mean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standard deviation of the distribution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frequencies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mean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standard deviation of the distribution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$x_i=0,1,2,3,4,5$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$f_i=k+2,\ 2k,\ k^2-1,\ k^2-1,\ k^2+1,\ k-1$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$\left[\mu^2+\sigma^2\right]$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$\mu^2+\sigma^2=\frac{\sum f_ix_i^2}{\sum f_i}$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f_ix_i^2$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positive root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not the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f_i=(k+2)+2k+(k^2-1)+(k^2-1)+(k^2+1)+(k-1)=3k^2+4k=62$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$3k^2+4k-62=0$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positive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$k=\frac{-2+\sqrt{190}}{3}\approx3.93$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not the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$\mu^2+\sigma^2=\frac{\sum f_ix_i^2}{\sum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f_ix_i^2}{\sum f_i}-\mu^2$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f_ix_i^2=2k+4(k^2-1)+9(k^2-1)+16(k^2+1)+25(k-1)=29k^2+27k-22$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137.5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531.5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lies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$3k^2=62-4k$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f_ix_i^2=\frac{29(62-4k)}{3}+27k-22=\frac{1732-35k}{3}$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$k\approx3.928$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f_ix_i^2\approx\frac{1732-137.5}{3}\approx531.5$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$\mu^2+\sigma^2\approx\frac{531.5}{62}\approx8.57$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$3.9&lt;k&lt;4$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$[\mu^2+\sigma^2]=8$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of the squares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 not 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 when only their combination is asked.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Frequencies must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first to fix the parameter and check that all frequencies are non-negative.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greatest-integer answer, a numerical bound on the value is enough (here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$\mu^2+\sigma^2$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mean of the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f_ix_i^2}{\sum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 not 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 when only their combination is asked.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Frequencies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first to fix the parameter and check that all frequencies are non-negative.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greatest-integer answer, a numerical bound on the value is enough (here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sets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elements each. Let the mean of the elements in sets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variance of the elements in sets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A new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elements is formed by subtracting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each element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element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the mean and variance of the elements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90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elements each. Let the mean of the elements in 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variance of the elements in 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A new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elements is formed by subtracting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each element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each element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the mean and variance of the elements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combined and transformed data set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given variances, then find mean and variance of the shifted union.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a_i^2,\sum b_i^2$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given variances, then find mean and variance of the shifted union.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means: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$A=\{a_1,\dots,a_5\}$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$B=\{b_1,\dots,b_5\}$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means: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a_i=25$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b_i=40$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elements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five)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(last five).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a_i^2}{5}-5^2=12\Rightarrow\sum a_i^2=185$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b_i^2}{5}-8^2=20\Rightarrow\sum b_i^2=420$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elements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five)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(last five).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C=\frac{(\sum a_i-15)+(\sum b_i+10)}{10}=\frac{10+50}{10}=6$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$C=\frac{\sum(a_i-3)^2+\sum(b_i+2)^2}{10}-6^2$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$\sum(a_i-3)^2=\sum a_i^2-6\sum a_i+45$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$\sum(b_i+2)^2=\sum b_i^2+4\sum b_i+20$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a_i^2+\sum b_i^2-6\sum a_i+4\sum b_i+65$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$=185+420-150+160+65=680$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+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$C=\frac{680}{10}-36=68-36=32$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+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$=6+32=38$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the combined-variance formula: pooled variance of the two shifted sets plus the between-group term.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change,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shift does not change variance);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the change,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shift does not change variance);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$=\frac{5\cdot2+5\cdot10}{10}=6$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$C=\frac{5(12)+5(20)}{10}+\frac{5\cdot5}{10^2}(2-10)^2$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+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$=16+\frac14\cdot64=16+16=32$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+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$=6+32=38$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the mean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leaves the variance unchanged;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mean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 of sizes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quantity to recover from given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pulled apart from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between-group term grows.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shift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the mean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leaves the variance unchanged;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the mean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two groups of sizes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$n_1,n_2$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$\sigma^2=\frac{n_1\sigma_1^2+n_2\sigma_2^2}{n_1+n_2}+\frac{n_1n_2}{(n_1+n_2)^2}(\bar x_1-\bar x_2)^2$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x^2}{n}-\bar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quantity to recover from given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pulled apart from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between-group term grows.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their mean deviation about the mean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$1,2,4,5,x$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variance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their mean deviation about the mean is equal to: [JEE(Main)April,2023]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variance and mean deviation about the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roots of a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and variance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roots of a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$\frac{1+2+4+5+x+y}{6}=5$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$\frac{1+4+16+25+x^2+y^2}{6}-25=10$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$46+x^2+y^2=210$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$2xy=18^2-164=160$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$t^2-18t+80=0$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six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Absolute deviations from the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six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$1,2,4,5,8,10$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Absolute deviations from the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$4,3,1,0,3,5$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$=\frac{\sum|x_i-\bar x|}{6}=\frac{16}{6}=\frac{8}{3}$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total squared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$d=x-5$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$d_1+d_2=8$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$d_1^2+d_2^2$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total squared deviation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$\sum(x_i-5)^2=60$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$1-5,2-5,4-5,5-5$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$-4,-3,-1,0$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$d_1=x-5,\ d_2=y-5$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$d_1+d_2=0-(-4-3-1+0)=8$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$d_1^2+d_2^2=60-26=34$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$2d_1d_2=64-34=30$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$d_1d_2=15$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$d_1,d_2=3,5$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$=\frac{4+3+1+0+3+5}{6}=\frac{8}{3}$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deviations from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total squared deviation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never more than the standard deviation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Working in deviations from the mean removes the mean from every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deviations from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total squared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$xy=\frac{s^2-q}{2}$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$t^2-st+xy=0$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$\frac{1}{n}\sum|x_i-\bar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never more than the standard deviation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$\frac83&lt;\sqrt{10}$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Working in deviations from the mean removes the mean from every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 on, it was observed that one observation was recorded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is: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 on, it was observed that one observation was recorded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correct variance is: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Correcting mean and variance for a wrongly recorded observation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Rebuild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Rebuild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recompute.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x_i}{10}=20\Rightarrow\sum x_i=200$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x_i=200-50+40=190$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x_i^2}{10}-20^2=64\Rightarrow\sum x_i^2=4640$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190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x_i^2=4640-50^2+40^2=4640-2500+1600=3740$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$=\frac{3740}{10}-\left(\frac{190}{10}\right)^2$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$=374-361=13$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replace the one wrong deviation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replace the one wrong deviation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$\sum(x-c)^2=n\sigma^2+n(\bar x-c)^2$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wrong data (mean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item contributed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true item contributes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$\sum(x_i-20)^2=10\cdot64=640$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wrong data (mean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item contributed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$(50-20)^2=900$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true item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$(40-20)^2=400$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$\sum(x_i-20)^2=640-900+400=140$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$\sum(x_i-20)^2=10\sigma^2+10(19-20)^2$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$140=10\sigma^2+10$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rebuild the raw sums, correct them, and recompute.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one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any convenient origin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rebuild the raw sums, correct them, and recompute.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one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$b^2-a^2$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$\sum(x-c)^2=n\sigma^2+n(\bar 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any convenient origin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Q88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70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70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 4,\ 6,\ 8,\ 10,\ 12,\ 14,\ 16$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$4,\ 4,\ \alpha,\ 15,\ 8,\ \beta,\ 4,\ 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$15.08$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$\alpha^2+\beta^2-\alpha\beta$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79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variance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variance equation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f_i=40+\alpha+\beta$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f_ix_i=8+16+120+80+56+80+6\alpha+12\beta=360+6\alpha+12\beta$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$360+6\alpha+12\beta=9(40+\alpha+\beta)=360+9\alpha+9\beta$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$3\alpha-3\beta=0$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f_i=40+2\alpha$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f_ix_i^2=16+64+36\alpha+960+800+144\beta+784+1280=3904+180\alpha$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3904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96.08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3843.2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192.16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$15.08+81=\frac{3904+180\alpha}{40+2\alpha}$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$96.08(40+2\alpha)=3904+180\alpha$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$3843.2+192.16\alpha=3904+180\alpha$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$12.16\alpha=60.8$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$\alpha^2+\beta^2-\alpha\beta=25+25-25=25$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squared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raw squares, so the numbers stay small.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squared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raw squares, so the numbers stay small.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mean)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classes: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have deviation squared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contribution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mean)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$N=40+2\alpha$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f_i(x_i-9)^2=N\cdot15.08$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classes: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$4\cdot49+4\cdot25+15\cdot1+8\cdot1+4\cdot25+5\cdot49=196+100+15+8+100+245=664$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have deviation squared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$9\alpha+9\beta=18\alpha$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603.2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30.16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60.8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$664+18\alpha=15.08(40+2\alpha)=603.2+30.16\alpha$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$60.8=12.16\alpha$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about the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the mean is given, use it as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linear relation among unknown frequencies; here the known classes cancel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about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f_i(x_i-\bar x)^2}{\sum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the mean is given, use it as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linear relation among unknown frequencies; here the known classes cancel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$-3\alpha+3\beta=0$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$\alpha^2+\beta^2-\alpha\beta=\alpha^2$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Q89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$x,y,10,12,6,12,4,8$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data set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about the known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about the known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$(x-9)^2+(y-9)^2$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their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$\frac{x+y+52}{8}=9$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$x-9,\ y-9,\ 1,3,-3,3,-5,-1$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$10,12,6,12,4,8$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their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$=\frac{(x-9)^2+(y-9)^2+54}{8}-0^2=9.25$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$1+9+9+9+25+1=54$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$(x-9)^2+(y-9)^2=74-54=20$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$y=20-x$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$y-9=11-x$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$(x-9)^2+(11-x)^2=20$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$2x^2-40x+202=20\Rightarrow x^2-20x+91=0$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$x=13,\ 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$3x-2y=39-14=25$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raw sums: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raw sums: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$(x+y)^2$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squares: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x_i^2=8(9.25+81)=722$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$100+144+36+144+16+64=504$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$x^2+y^2=218$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$xy=\frac{400-218}{2}=91$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$t^2-20t+91=0$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$x=13,y=7$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 observations: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mean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from the variance; then solve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the known deviations sum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two unknown observations: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mean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$(x-\bar x)^2+(y-\bar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from the variance; then solve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from the mean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the known deviations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$u=x-9,\ v=y-9$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$u^2+v^2=20$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$(u,v)=(4,-2)$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70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-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-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-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-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-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variance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70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$0\text{-}10,\ 10\text{-}20,\ 20\text{-}30,\ 30\text{-}40,\ 40\text{-}50$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 3,\ x,\ 5,\ 4$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variance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79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a grouped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class mid-points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class mid-points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$5,15,25,35,45$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mean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Mid-points of the classes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Mid-points of the classes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$5,15,25,35,45$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$2,3,x,5,4$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f_i=14+x$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$=28=\frac{5\cdot2+15\cdot3+25x+35\cdot5+45\cdot4}{14+x}=\frac{410+25x}{14+x}$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$392+28x=410+25x$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f_ix_i^2}{\sum f_i}-(\bar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f_ix_i^2=2(25)+3(15)^2+6(25)^2+5(35)^2+4(45)^2=50+675+3750+6125+8100=18700$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$\frac{18700}{20}=935$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$=935-28^2=935-784=151$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Step-deviation: measure from the assumed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numbers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Step-deviation: measure from the assumed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numbers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$-20,-10,0,10,20$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 is unchanged by the shift).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$d=x_i-25$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$-20,-10,0,10,20$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frequencies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$2,3,6,5,4$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 d=-40-30+0+50+80=60$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d=\frac{60}{20}=3$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fd^2=800+300+0+500+1600=3200$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fd^2}{20}=160$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$=160-3^2=151$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 is unchanged by the shift).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grouped distribution use class marks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(mid-points); the mean and variance are then those of the discrete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Step-deviation: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grouped distribution use class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(mid-points); the mean and variance are then those of the discrete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Step-deviation: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$u=\frac{x-a}{h}$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x=a+h\bar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$\sigma_x^2=h^2\sigma_u^2$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the mean.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fd^2}{\sum f}-\left(\frac{\sum fd}{\sum f}\right)^2$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origin.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binomial expansion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the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$x,x^2,\dots,x^7$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binomial expansion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$(2+x)^9$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binomial coefficients, Arithmetic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Coefficients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.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all terms except those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sum is known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Coefficients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$x^1..x^7$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all terms except those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$x^0,x^8,x^9$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sum is known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$(2+1)^9$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(seven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required sum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$(2+x)^9$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$\binom{9}{k}2^{9-k}$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$\binom91 2^8$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$\binom92 2^7,\dots,\binom97 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$=\frac{\binom91 2^8+\binom92 2^7+\dots+\binom97 2^2}{7}$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(seven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$(1+2)^9=3^9$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required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$3^9-\binom90 2^9-\binom98 2^1-\binom99$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19683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19152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19152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$=19683-512-18-1=19152$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$=\frac{19152}{7}=2736$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2736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sum of all coefficients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the unwanted end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a block of coefficients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𝑠𝑢𝑚 𝑜𝑓 𝑡ℎ𝑒 𝑏𝑙𝑜𝑐𝑘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𝑛𝑢𝑚𝑏𝑒𝑟 𝑜𝑓 𝑡𝑒𝑟𝑚𝑠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count terms carefully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$(a+x)^n$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sum of all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$(a+1)^n$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the unwanted end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$(a+x)^n$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$\binom{n}{k}a^{n-k}$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the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a block of coefficients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$=\frac{\text{sum of the block}}{\text{number of terms}}$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count terms carefully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positive numbers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 G.P. Let their mean and variance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co-prime. If the mean of their reciprocals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positive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 G.P. Let their mean and variance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co-prime. If the mean of their reciprocals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$a_3+a_4+a_5=14$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progression, Mean and variance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five terms symmetrically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ratio of the two sums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five terms symmetrically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$\frac{a}{r^2},\frac{a}{r},a,ar,ar^2$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ratio of the two sums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reciprocals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the numbers are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$\frac{a}{r^2},\frac{a}{r},a,ar,ar^2$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$a\left(\frac1{r^2}+\frac1r+1+r+r^2\right)=\frac{31}{2}$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reciprocals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$\frac1a\left(r^2+r+1+\frac1r+\frac1{r^2}\right)=\frac{31}{8}$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$\div$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the numbers are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rejects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(PDF printed this as "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", a typo).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$r^2+\frac1{r^2}+r+\frac1r+1=\frac{31}{4}$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$t=r+\frac1r$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$t^2+t-\frac{35}{4}=0$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$a_3+a_4+a_5=a(1+r+r^2)=2(1+r+r^2)=14$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rejects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$\frac12,1,2,4,8$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(PDF printed this as "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$\frac12,1,2.4,8$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", a typo).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x^2=\frac14+1+4+16+64=\frac{341}{4}$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x^2}{5}=\frac{341}{20}$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$=\frac{341}{20}-\left(\frac{31}{10}\right)^2=\frac{341}{20}-\frac{961}{100}=\frac{1705-961}{100}=\frac{744}{100}=\frac{186}{25}$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$m=186,\ n=25$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$m+n=211$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Reciprocals of a symmetric G.P. are the same terms reversed over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immediately; then use the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Reciprocals of a symmetric G.P. are the same terms reversed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$\sum\frac1{a_k}=\frac{S}{a^2}$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immediately; then use the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 (positive root).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a{r^2},\frac ar,a,ar,ar^2$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$a_k\cdot a_{6-k}=a^2$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$\frac1{a_k}=\frac{a_{6-k}}{a^2}$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$\sum\frac1{a_k}=\frac S{a^2}$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$S=5\cdot\frac{31}{10}=\frac{31}{2}$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$\sum\frac1{a_k}=5\cdot\frac{31}{40}=\frac{31}{8}$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$a^2=\frac{31/2}{31/8}=4$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$a_3+a_4+a_5=a(1+r+r^2)=14$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$1+r+r^2=7$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 (positive root).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$\frac12,1,2,4,8$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$=\frac{341}{20}-\frac{961}{100}=\frac{186}{25}$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$m+n=186+25=211$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reciprocals sum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𝑠𝑢𝑚</m:t>
                        </m:r>
                      </m:num>
                      <m:den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of terms in G.P. use the middle term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set reversed.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every given condition: the 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 extra sum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applies.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$a_1,\dots,a_5$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 a_{6-k}=a_3^2$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reciprocals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$\frac{\text{sum}}{a_3^2}$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of terms in G.P. use the middle term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$\frac{a}{r^2},\frac ar,a,ar,ar^2$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$r+\frac1r=t\Rightarrow r^2+\frac1{r^2}=t^2-2$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set reversed.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every given condition: the mean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$r+\frac1r$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 extra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$a_3+a_4+a_5$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decides which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$r,\frac1r$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applies.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52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of the data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mean deviation about the mean and the variance of the data,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52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of the data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 3,\ 5,\ 7,\ 9$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$4,\ 24,\ 28,\ \alpha,\ 8$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mean deviation about the mean and the variance of the data,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$\frac{3\alpha}{m+\sigma^2}$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608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and variance of a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compute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deviations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compute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deviations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$\frac{4\cdot1+24\cdot3+28\cdot5+7\alpha+8\cdot9}{64+\alpha}=\frac{288+7\alpha}{64+\alpha}=5$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$288+7\alpha=320+5\alpha$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$m=\frac{\sum f_i|x_i-5|}{\sum f_i}=\frac{4\cdot4+24\cdot2+28\cdot0+16\cdot2+8\cdot4}{80}$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$=\frac{16+48+0+32+32}{80}=\frac{128}{80}=\frac85$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the square, but its numbers use the square).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f_i(x_i-5)^2}{\sum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$|x_i-5|$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the square, but its numbers use the square).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$=\frac{4\cdot16+24\cdot4+0+16\cdot4+8\cdot16}{80}=\frac{64+96+64+128}{80}=\frac{352}{80}=\frac{22}{5}$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$m+\sigma^2=\frac85+\frac{22}5=6$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$\frac{3\alpha}{m+\sigma^2}=\frac{3\cdot16}{6}=8$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condition that deviations about the mean add to zero, then work only with 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condition that deviations about the mean add to zero, then work only with deviations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$-4,-2,0,2,4$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f(x-5)=0$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$-16-48+0+2\alpha+32=0$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f|x-5|=16+48+0+32+32=128$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$m=\frac{128}{80}=\frac85$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f(x-5)^2=64+96+0+64+128=352$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$\sigma^2=\frac{352}{80}=\frac{22}5$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$\frac{3\alpha}{m+\sigma^2}=\frac{48}{6}=8$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forget the square for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quickest way to find an unknown frequency when the mean is given.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𝑀.𝐷.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4.4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 quick sanity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f|x-\bar x|}{\sum 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f(x-\bar x)^2}{\sum 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forget the square for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f(x-\bar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quickest way to find an unknown frequency when the mean is given.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$\text{M.D.}\le\sigma$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$\frac85\approx1.6&lt;\sqrt{4.4}\approx2.1$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 quick sanity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the marks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were found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Later, it was observed that two marks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wrongly read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correct variance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the marks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were found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Later, it was observed that two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were wrongly read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correct variance is ________. [JEE(Main)April,2023]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Correcting mean and variance for wrongly recorded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Rebuild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swap the two wrong marks for the right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Rebuild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wrong data, swap the two wrong marks for the right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26440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x_i=10\cdot50=500$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$144=\frac{\sum x_i^2}{10}-50^2$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x_i^2=10(144+2500)=26440$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(wrong data).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x_i=500-45-50+20+25=450$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26440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26440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26440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22940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x_i^2=26440-(45^2+50^2)+(20^2+25^2)=26440-4525+1025=22940$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$26440-3500$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$=\frac{22940}{10}-45^2$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$=2294-2025=269$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269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old mean), where the wrong data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only two deviations change.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old mean), where the wrong data has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d^2=1440$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only two deviations change.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wrong data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marks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marks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$d=x-50$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wrong data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d^2=10\cdot144=1440$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$45,50$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$d=-5,0$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marks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$20,25$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$d=-30,-25$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d=0-(-5)-0+(-30)+(-25)=-50$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d^2=1440-(25+0)+(900+625)=2940$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$=\frac{2940}{10}-\left(\frac{-50}{10}\right)^2=294-25=269$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269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shift-invariant, so choose the origin at the given mean to make the old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values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standard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remember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using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shift-invariant, so choose the origin at the given mean to make the old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$\sum(b_i-a_i)$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$\sum(b_i^2-a_i^2)$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remember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$12\to144$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using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Q95 – Q100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such that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standard deviation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$a_1,a_2,\dots,a_{10}$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$\sum_{k=1}^{10}a_k=50$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$\sum_{k&lt;j}a_ka_j=1100$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$a_1,a_2,\dots,a_{10}$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[JEE(Main)Jan.2024]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from the sum and the sum of pairwise products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 the sum: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 the sum: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$(\sum a_k)^2=\sum a_k^2+2\sum_{k&lt;j}a_ka_j$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a_k^2$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a_k=50$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$\mu=\frac{50}{10}=5$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a_i^2}{n}-\mu^2$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$(a_1+a_2+\dots+a_{10})^2=\sum a_i^2+2\sum_{i&lt;j}a_ia_j$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$50^2=\sum a_i^2+2(1100)$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a_i^2=2500-2200=300$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$=\frac{300}{10}-25=30-25=5$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∑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connects the sum, the sum of squares and the sum of pairwise products.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standard deviation is its square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the index: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 each pair once, while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count it twice.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$\left(\sum a_i\right)^2=\sum a_i^2+2\sum_{i&lt;j}a_ia_j$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connects the sum, the sum of squares and the sum of pairwise products.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a^2}{n}-\left(\frac{\sum a}{n}\right)^2$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standard deviation is its square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the index: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$\sum_{k&lt;j}$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counts each pair once,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$\sum_{k\neq 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count it twice.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five observations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mean of the first four observations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variance of the first four observations is equal to: [JEE(Main)Jan.2024]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five observations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the mean of the first four observations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variance of the first four observations is equal to: [JEE(Main)Jan.2024]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$\frac{105}{4}$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a sub-collection of observations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Sum and sum of squares of all five minus the fifth observation give the sum and sum of squares of the first four.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five: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first four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five: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$\sum_{i=1}^5x_i=5\cdot\frac{24}{5}=24$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first four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$x_1+x_2+x_3+x_4=14$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$x_5=24-14=10$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  <m:e>
                            <m:sSub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bSup>
                          </m:e>
                        </m:nary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four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$\frac{\sum_{i=1}^5x_i^2}{5}-\left(\frac{24}{5}\right)^2=\frac{194}{25}$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x_i^2}{5}=\frac{194+576}{25}=\frac{770}{25}$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$\sum_{i=1}^5x_i^2=154$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$x_1^2+x_2^2+x_3^2+x_4^2=154-10^2=54$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first four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$=\frac{54}{4}-\left(\frac{14}{4}\right)^2=\frac{54}{4}-\frac{49}{4}=\frac54$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formula for the groups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 (the fifth).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combined-variance formula for the groups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observation (the fifth).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(four observations):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$x_5=24-4\cdot\frac72=10$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(four observations):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$x_5=10$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$=\frac{4V+1\cdot0}{5}+\frac{4\cdot1}{25}\left(\frac72-10\right)^2=\frac{4V}{5}+\frac{4}{25}\cdot\frac{169}{4}=\frac{4V}{5}+\frac{169}{25}$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$\frac{4V}5=\frac{25}{25}=1$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sub-collection's sum and sum of squares are obtained by subtracting the removed observation: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additive.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groups: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sub-collection's sum and sum of squares are obtained by subtracting the removed observation: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additive.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Combined variance of groups: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$\frac{n_1\sigma_1^2+n_2\sigma_2^2}{n_1+n_2}+\frac{n_1n_2}{(n_1+n_2)^2}(\bar x_1-\bar x_2)^2$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median of the following frequency distribution.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median of the following frequency distribution.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$0-4,\ 4-8,\ 8-12,\ 12-16,\ 16-20$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9,\ 10,\ 8,\ 6$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Median of a grouped frequency distribution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Locate the class where the cumulative frequency first reaches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apply the median formula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Locate the class where the cumulative frequency first reaches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apply the median formula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Make the cumulative frequency column: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classes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cumulative frequency 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class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median class: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cumulative frequency before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Make the cumulative frequency column: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12,\ 22,\ 30,\ 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classes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$0-4,\ 4-8,\ 8-12,\ 12-16,\ 16-20$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cumulative frequency 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 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class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median class: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cumulative frequency before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$M=l+\frac{\frac N2-C}{f}\times h=8+\frac{18-12}{10}\times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$M=8+\frac{6}{10}\times4=8+2.4=10.4$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$20M=20\times10.4=208$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208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grouped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cumulative frequency before the median class. It assumes the frequency is spread uniformly inside the class.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build the cumulative column first; the median class is the first class with cumulative frequency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Mode of grouped data: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modal class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Empirical relation (moderately skewed data): Mode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grouped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$M=l+\frac{\frac N2-C}{f}h$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cumulative frequency before the median class. It assumes the frequency is spread uniformly inside the class.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build the cumulative column first; the median class is the first class with cumulative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Mode of grouped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$l+\frac{f_1-f_0}{2f_1-f_0-f_2}h$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modal class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$8+\frac{1}{3}\cdot4=\frac{28}{3}$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Empirical relation (moderately skewed data): Mode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 3\,$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$-\,2\,$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mean and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$a,\ b,\ 68,\ 44,\ 48,\ 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together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$(a-55)^2+(b-55)^2$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two together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$\frac{a+b+68+44+48+60}{6}=55$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$220+a+b=330$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$=\frac{\sum(x_i-\bar x)^2}{n}=194$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$\sum(x_i-55)^2=194\times6=1164$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$(68-55)^2+(44-55)^2+(48-55)^2+(60-55)^2=169+121+49+25=364$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$(a-55)^2+(b-55)^2=1164-364=800$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$a^2+b^2-110(a+b)+2\times3025=800$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$a^2+b^2=800+110\times110-6050=6850$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$2ab=(a+b)^2-(a^2+b^2)=12100-6850=5250$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$ab=2625$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$t^2-110t+2625=0$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$a=75,\ b=35$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$a+3b=75+3(35)=180$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unknown pair is symmetric about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$a+b=110=2\times55$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$a=55+t$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$b=55-t$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unknown pair is symmetric about the mean.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mean,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equidistant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observations contribute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mean,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equidistant from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$a=55+t,\ b=55-t$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$=6\times194=1164$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observations contribute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$13^2+11^2+7^2+5^2=169+121+49+25=364$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contributes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$t^2+t^2=2t^2=1164-364=800$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$a+3b=75+105=180$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the data; use deviations from the given mean when the mean is known: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unknowns have a known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known sum of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they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unknowns are symmetric about the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their share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unchanged by shifting the data; use deviations from the given mean when the mean is known: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unknowns have a known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known sum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$ab=\frac{s^2-q}{2}$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they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$t^2-st+ab=0$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unknowns are symmetric about the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$a,b=\bar x\pm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$2t^2=$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their share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median and the mean deviation about the median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mean deviation about the mean of these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median and the mean deviation about the median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$170,\ 125,\ 230,\ 190,\ 210,\ a,\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mean deviation about the mean of these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mean and median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 for every term and the mean deviation about the median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Median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$170$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$a,b&lt;170$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$|x_i-170|$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 for every term and the mean deviation about the median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the 4th term. Since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three observations lie below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purpose of signs).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 the 4th term. Since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three observations lie below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$125,\ a,\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$125,a,b,170,190,210,230$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purpose of signs).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$\frac{(170-125)+(170-a)+(170-b)+0+20+40+60}{7}=\frac{205}{7}$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$45+340-a-b+20+40+60=205$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x=\frac{a+b+125+170+190+210+230}{7}=\frac{1225}{7}=175$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terms below the mean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terms above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$a,b\le170&lt;175$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$125&lt;175$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terms below the mean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$125,\ a,\ b,\ 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terms above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$190,\ 210,\ 230$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$=\frac{(175-125)+(175-a)+(175-b)+(175-170)+(190-175)+(210-175)+(230-175)}{7}$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$=\frac{50+350-300+5+15+35+55}{7}=\frac{210}{7}=30$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Deviations about the mean add to zero, so the total absolute deviation is twice the sum of the positive deviations.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the median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positive and negative deviations cancel,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below).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the median condition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positive and negative deviations cancel,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x|=2\sum_{x_i&gt;\bar x}(x_i-\bar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$190,\ 210,\ 230$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$a,b\le170$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$125,170$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below).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deviations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deviation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$15,\ 35,\ 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x|=2\times105=210$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mean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$\frac{210}{7}=30$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deviation about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least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positive and negative deviations balance.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ordered observations the median is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term; knowing it fixes which terms lie on each 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deviation about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$\frac1n\sum|x_i-c|$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least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median.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$\sum|x_i-\bar x|=2\sum_{x_i&gt;\bar x}(x_i-\bar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positive and negative deviations balance.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odd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ordered observations the median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term; knowing it fixes which terms lie on each 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positive integers. Let the mean and the variance of the observations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$x_1,\ x_2,\ \ldots,\ x_{10}$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$\sum_{i=1}^{10}(x_i-\alpha)=2$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$\sum_{i=1}^{10}(x_i-\beta)^2=40$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 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positive integers. Let the mean and the variance of the observations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Jan.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mean and variance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expand the two given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Convert mean and variance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expand the two given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x_i}{10}=\frac65$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x_i^2}{10}-\left(\frac65\right)^2=\frac{84}{25}$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x_i^2=10\left(\frac{84+36}{25}\right)=48$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$\sum(x_i-\alpha)=2$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x_i-10\alpha=2$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$12-10\alpha=2$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$\sum(x_i-\beta)^2=40$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x_i^2-2\beta\sum x_i+10\beta^2=40$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$48-2\beta(12)+10\beta^2=40$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$10\beta^2-24\beta+8=0$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$5\beta^2-12\beta+4=0$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$(\beta-2)(5\beta-2)=0$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$\frac\beta\alpha=\frac21=2$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which avoids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$\sum(x_i-\beta)^2=n\sigma^2+n(\bar x-\beta)^2$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which avoids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x_i=10\times\frac65=12$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$12-10\alpha=2$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$\sum(x_i-\bar x)^2=10\sigma^2=10\times\frac{84}{25}=\frac{168}{5}$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$\sum(x_i-\beta)^2=\frac{168}{5}+10\left(\frac65-\beta\right)^2=40$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33.6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$\left(\frac65-\beta\right)^2=\frac{40-33.6}{10}=0.64$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$\frac65-\beta=\pm0.8$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$\frac\beta\alpha=2$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of squares about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variance determine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these to expand any sum of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Integrality conditions in such problems are used only to discard one of two quadratic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$\sum(x_i-k)^2=\sum(x_i-\bar x)^2+n(\bar x-k)^2=n\sigma^2+n(\bar x-k)^2$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of squares about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and variance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these to expand any sum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$\sum(x_i-k)^2$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Integrality conditions in such problems are used only to discard one of two quadratic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found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On rechecking it was found that an observation was read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mean and variance of the correct observations respectively,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were found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On rechecking it was found that an observation was read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mean and variance of the correct observations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$15(\mu+\mu^2+\sigma^2)$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the wrong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corrected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the wrong value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$15(\mu^2+\sigma^2)$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corrected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remove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182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35085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x_i=15\times12=180$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x_i^2=15(\sigma^2+\bar x^2)=15(9+144)=2295$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remove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x_i=180-10+12=182$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$\mu=\frac{182}{15}=12+\frac{2}{15}$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x_i^2=2295-10^2+12^2=2295-100+144=2339$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$\sigma^2=\frac{2339}{15}-\left(\frac{182}{15}\right)^2=\frac{35085-33124}{225}=\frac{1961}{225}$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33124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35085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$15\mu=182$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$15\mu^2=\frac{15\times33124}{225}=\frac{33124}{15}$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$15\sigma^2=\frac{15\times1961}{225}=\frac{1961}{15}$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$15(\mu^2+\sigma^2)=\frac{33124+1961}{15}=\frac{35085}{15}=2339$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$15(\mu+\mu^2+\sigma^2)=182+2339=2521$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2521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mean of the squares,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simply the corrected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$\mu^2+\sigma^2$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mean of the squares,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$15(\mu^2+\sigma^2)$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simply the corrected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$15\mu=\sum 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$=15\times12-10+12=182$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$\mu^2+\sigma^2=\frac{\sum x_i^2}{15}$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$15(\mu^2+\sigma^2)=\sum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x_i^2=15(\sigma^2+\bar x^2)=15(9+144)=2295$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x_i^2=2295-100+144=2339$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$15(\mu+\mu^2+\sigma^2)=182+2339=2521$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2521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data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mean of the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one wrong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recompute both, never reuse the old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corrected data is not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simple shift unless the mean is also adjusted; work with raw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data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x^2+\sigma^2=\frac{\sum x_i^2}{n}$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mean of the squares.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Correcting one wrong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x_i=\sum x_i-p+q$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x_i^2=\sum x_i^2-p^2+q^2$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recompute both, never reuse the old variance.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the corrected data is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simple shift unless the mean is also adjusted; work with raw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and variance of the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$65,\ 68,\ 58,\ 44,\ 48,\ 45,\ 60,\ \alpha,\ \beta,\ 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only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only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of the known eight observations: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formula: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25678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25678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3202.2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observations,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$\sigma^2=66.2$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of the known eight observations: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$65^2+68^2+58^2+44^2+48^2+45^2+60^2+60^2=4225+4624+3364+1936+2304+2025+3600+3600=25678$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x_i^2}{10}-\bar x^2=\sigma^2$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$\frac{\alpha^2+\beta^2+25678}{10}-56^2=66.2$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$\frac{\alpha^2+\beta^2+25678}{10}=66.2+3136=3202.2$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$\alpha^2+\beta^2+25678=32022$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$\alpha^2+\beta^2=32022-25678=6344$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mean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$\alpha+\beta=560-448=112$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$\alpha\beta=\frac{112^2-6344}{2}=3100$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$\alpha,\beta=62,\ 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6344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are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the mean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unknowns are symmetric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because the mean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$\alpha+\beta=112$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$\alpha+\beta=560-448=112=2\times56$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$\alpha=56+t$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$\beta=56-t$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squared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$=10\times66.2=662$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Known deviations: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$9,\ 12,\ 2,\ -12,\ -8,\ -11,\ 4,\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$81+144+4+144+64+121+16+16=590$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$2t^2=662-590=72$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$\alpha^2+\beta^2=3844+2500=6344$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6344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a question asks for a sum of squares of unknowns, use it directly instead of solving for the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known mean the unknowns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𝑘𝑛𝑜𝑤𝑛 𝑠𝑢𝑚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together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sanity-check that the recovered numbers are real (discriminant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a question asks for a sum of squares of unknowns, use it directly instead of solving for the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 known mean the unknowns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$\alpha+\beta=n\bar x-(\text{known sum})$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$\alpha\beta=\frac{s^2-q}{2}$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sanity-check that the recovered numbers are real (discriminant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$s^2-2q\ge0$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98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data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98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data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 1,\ 5,\ 6,\ 10,\ 12,\ 17$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2,\ 3,\ 2,\ 6,\ 3,\ 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______. [JEE(Main) Jan.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07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 formula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tabulated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$\sigma^2=\frac{\sum f_ix_i^2}{\sum f_i}-\bar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tabulated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$f_ix_i$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$f_ix_i^2$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$N=\sum f_i=3+2+3+2+6+3+3=22$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$f_ix_i$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 2,\ 15,\ 12,\ 60,\ 36,\ 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f_ix_i=176$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x=\frac{176}{22}=8$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$f_ix_i^2$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 2,\ 75,\ 72,\ 600,\ 432,\ 867$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$2\times36=72$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29.09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f_ix_i^2=0+2+75+72+600+432+867=2048$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$\sigma^2=\frac1N\sum f_ix_i^2-\bar x^2=\frac{2048}{22}-64$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$\sigma^2=\frac{2048-1408}{22}=\frac{640}{22}=\frac{320}{11}=29.09\approx29$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29.09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(printed key: 29)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$\frac{320}{11}\approx29.09$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(printed key: 29)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just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origin to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f_id_i=0$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variance is just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$\frac{\sum f_id_i^2}{N}$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mean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29.09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$-8,\ -7,\ -3,\ -2,\ 2,\ 4,\ 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$f_i=3,\ 2,\ 3,\ 2,\ 6,\ 3,\ 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f_id_i=-24-14-9-4+12+12+27=0$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f_id_i^2=192+98+27+8+24+48+243=640$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$\sigma^2=\frac{640}{22}=\frac{320}{11}\approx29.09$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29.09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(printed key: 29)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$\frac{320}{11}\approx29.09$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(printed key: 29)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 frequency table: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(assumed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leaves variance unchanged: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JEE key accepted the rounded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of a frequency table: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f_ix_i^2}{\sum f_i}-\left(\frac{\sum f_ix_i}{\sum f_i}\right)^2$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the origin (assumed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leaves variance unchanged: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f_id_i^2}{N}-\left(\frac{\sum f_id_i}{N}\right)^2$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$\frac{320}{11}$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JEE key accepted the rounded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Q104 – Q107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mean and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 mean deviation about the mean of these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 \beta\in\mathbb{R}$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mean and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$-3,\ 4,\ 7,\ -6,\ \alpha,\ 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 mean deviation about the mean of these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mean, Mean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$\alpha+\beta=10$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variance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$\alpha^2+\beta^2=52$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$\alpha,\beta=4,6$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$\frac{-3+4+7-6+\alpha+\beta}{6}=2$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$2+\alpha+\beta=12$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x_i^2}{6}-(\bar x)^2=23$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x_i^2=6(23+4)=162$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$9+16+49+36+\alpha^2+\beta^2=162$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$\alpha\beta=\frac{10^2-52}{2}=24$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$t^2-10t+24=0$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$\alpha,\beta=4,\ 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$\frac{|-3-2|+|4-2|+|7-2|+|-6-2|+|4-2|+|6-2|}{6}$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$=\frac{5+2+5+8+2+4}{6}=\frac{26}{6}=\frac{13}{3}$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13/3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the unknown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deviations from the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the unknown 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$p+q=6$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$p^2+q^2=20$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$-5,\ 2,\ 5,\ -8,\ p,\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$p=\alpha-2$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$q=\beta-2$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$-6+p+q=0$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d_i^2=6\times23=138$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$25+4+25+64+p^2+q^2=138$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$p^2+q^2=20$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$pq=\frac{36-20}{2}=8$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$p,q=2,\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$\alpha,\beta=4,6$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$=\frac{5+2+5+8+2+4}{6}=\frac{13}{3}$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13/3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 mean and variance into two equations in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pair with 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uses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does not depend on the order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x_i^2=n(\sigma^2+\bar 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x_i=n\bar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 mean and variance into two equations in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pair with 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$q=\alpha^2+\beta^2$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$\frac{s\pm\sqrt{2q-s^2}}{2}$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$\frac{10\pm2}{2}$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mean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$|x_i-\bar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does not depend on the order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On rechecking, it was found that an observation by mistake was taken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correct standard deviation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3.96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3.86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1.94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and standard deviation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are found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On rechecking, it was found that an observation by mistake was taken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correct standard deviation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$\sqrt{3.96}$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$\sqrt{3.86}$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$1.94$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and standard deviation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recompute the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Correct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x_i^2$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replacing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recompute the variance.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acc>
                          <m:accPr>
                            <m:chr m:val="‾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of the other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 x=10$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x_i^2=20(\sigma^2+\bar x^2)=20(4+100)=2080$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$200-8+12=204$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correct mean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$\frac{204}{20}=10.2$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squares of the other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$2080-8^2=2016$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104.04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3.96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sum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$2016+12^2=2016+144=2160$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$\sigma_{new}^2=\frac{2160}{20}-(10.2)^2=108-104.04=3.96$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$=\sqrt{3.96}\approx1.99$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3.96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$\sqrt{3.96}$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data by the old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change one entry.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data by the old mean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y_i=0$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y_i^2=n\sigma^2$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change one entry.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entry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entry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3.96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$y_i=x_i-10$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y_i^2=20\times4=80$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wrong entry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entry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y_i=0-(-2)+2=4$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y_i^2=80-4+4=80$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is shift-invariant: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$\sigma_{new}^2=\frac{80}{20}-\left(\frac{4}{20}\right)^2=4-0.04=3.96$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Correct SD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$=\sqrt{3.96}$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3.96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$\sqrt{3.96}$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a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𝑣𝑎𝑟𝑖𝑎𝑛𝑐𝑒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whether options are given as variance or SD.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via deviations from the old mean: shifting data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variance unchanged, which keeps numbers small.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Replacing a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x_i\to\sum x_i-p+q$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x_i^2\to\sum x_i^2-p^2+q^2$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$=\sqrt{\text{variance}}$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whether options are given as variance or SD.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 via deviations from the old mean: shifting data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variance unchanged, which keeps numbers small.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frequency distribution of the age of students in a class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is given below.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No. of students: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frequency distribution of the age of students in a class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students is given below.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$15,\ 16,\ 17,\ 18,\ 19,\ 20$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No. of students: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$5,\ 8,\ 5,\ 12,\ x,\ 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mean deviation about the median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$4x+5y$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deviation about the median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students already pass the middle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median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whatever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students already pass the middle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median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whatever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Cumulative frequencies: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$5+8+5+12+x+y=40$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Cumulative frequencies: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$5,\ 13,\ 18,\ 30,\ 30+x,\ 30+x+y$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group with cumulative 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ages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(1) from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group with cumulative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median 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$|x_i-18|$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$15,16,17,18,19,20$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2,\ 1,\ 0,\ 1,\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f_i|x_i-18|=5(3)+8(2)+5(1)+12(0)+x(1)+y(2)=36+x+2y$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$=\frac{36+x+2y}{40}=1.25$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$36+x+2y=50$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(1) 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$4x+5y=24+20=44$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44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a discrete frequency table: the value whose cumulative frequency first reaches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terms are in the same group).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median group is already fixed by the known frequencies, the unknown frequencies enter only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 sum, giving two linear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Median of a discrete frequency table: the value whose cumulative frequency first reaches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check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$(\frac N2+1)$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terms are in the same group).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about the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$=\frac{\sum f_i|x_i-M|}{\sum f_i}$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median group is already fixed by the known frequencies, the unknown frequencies enter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deviation sum, giving two linear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variance of the frequency distribution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$c,\ 2c,\ 3c,\ 4c,\ 5c,\ 6c$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 1,\ 1,\ 1,\ 1,\ 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Variance of 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variance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$1,2,\ldots,6$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variance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f_i=2+1+1+1+1+1=7$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f_ix_i=c(2+2+3+4+5+6)=22c$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f_ix_i^2=c^2(2+4+9+16+25+36)=92c^2$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f_ix_i^2}{\sum f_i}-\left(\frac{\sum f_ix_i}{\sum f_i}\right)^2=\frac{92c^2}{7}-\left(\frac{22c}{7}\right)^2=160$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$\frac{c^2}{49}(92\times7-4\times121)=160$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$\frac{c^2}{49}\times160=160$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scales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find the variance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shifting the origin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equate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Variance scales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find the variance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$1,1,2,3,4,5,6$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shifting the origin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equate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$c^2\sigma_1^2=160$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data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$c\times\{1,1,2,3,4,5,6\}$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$\sigma^2=c^2\sigma_1^2$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variance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$\{1,1,2,3,4,5,6\}$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$d=-2,\ -2,\ -1,\ 0,\ 1,\ 2,\ 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d^2=4+4+1+0+1+4+9=23$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$\sigma_1^2=\frac{23}{7}-\left(\frac17\right)^2=\frac{161-1}{49}=\frac{160}{49}$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$c^2\cdot\frac{160}{49}=160$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𝑉𝑎𝑟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SD scales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 form: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∑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repeated value (frequency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same as listing it twice, so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$\text{Var}(cX)=c^2\,\text{Var}(X)$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$\text{Var}(X+k)=\text{Var}(X)$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SD scales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Frequency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$\sigma^2=\frac{\sum f_ix_i^2}{\sum f_i}-\left(\frac{\sum f_ix_i}{\sum f_i}\right)^2$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repeated value (frequency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same as listing it twice, so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Q108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mean, the mean deviation about the mean and the variance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April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$a,\ b,\ c\in\mathbb{N}$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mean, the mean deviation about the mean and the variance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observations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$9,\ 25,\ a,\ b,\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April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Mean, mean deviation and variance of ungrouped data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subtracting the known terms, the 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integers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subtracting the known terms, the 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$d=x-18$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integers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$\sum|d|=4$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Known terms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Known terms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$\frac{9+25+a+b+c}{5}=18$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deviation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$\sum|x_i-18|=20$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Known terms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$|9-18|+|25-18|=9+7=16$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$|18-a|+|18-b|+|18-c|=4$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$\sum(x_i-18)^2=136$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Known terms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$81+49=130$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$(18-a)^2+(18-b)^2+(18-c)^2=6$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squares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deviations have absolute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(their absolute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decreasing order,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signed deviations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squares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 1,\ 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deviations have absolute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 1,\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(their absolute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$18-a&gt;18-b&gt;18-c$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decreasing order,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signed deviations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$56-54=2$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$18-a=1,\ 18-b=-1,\ 18-c=-2$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$2a+b-c=34+19-20=33$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integers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positives and negatives are then forced,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picks the split.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Deviations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$d=x-18$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integers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$\sum|d|=4$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positives and negatives are then forced,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d^2=6$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picks the split.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deviations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deviation)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(variance),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(total of negative deviations in magnitude), so the negative deviations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Integers: exactly one deviation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positive deviations total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$d_a,d_b,d_c$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deviations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d=56-54=2$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$\sum|d|=4$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(mean deviation)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(variance),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$\sum|d|-\sum d=4-2=2=2\times$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(total of negative deviations in magnitude), so the negative deviations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Integers: exactly one deviation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positive deviations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$\frac{4+2}{2}=3$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part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integers: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three positives).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deviations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Splitting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integers: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three positives).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deviations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$\{-1,1,2\}$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$x=18+d$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$a=17,\ b=19,\ c=20$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$2a+b-c=34+19-20=33$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data with known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work with deviations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MD,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unknowns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have absolute values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way to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sum of three squares).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the sum condition to fix signs; ordering alone leaves more than one sign pattern.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data with known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work with deviations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$d_i=x_i-m$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$\sum|d_i|=n\cdot$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d_i^2=n\sigma^2$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 unknowns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d^2=6$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have absolute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$\{1,1,2\}$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way to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sum of three squares).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the sum condition to fix signs; ordering alone leaves more than one sign pattern.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One or More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(17/22)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(18/22)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(19/22)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(20/22)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(21/22)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(22/22)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1.81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34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55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18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1 question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108 questions, 432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6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Statistics Sheet FCopy JM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1.81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