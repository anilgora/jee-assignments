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factor as (x^2 - 3a + 2a^2); the middle term must be 3ax: f'(x) = 6(x^2 - 3ax + 2a^2). The factorisation (x-a)(x-2a) and the answer (C)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product as a1 a5 a6 = a(a+4d)(a+3d); the product in the question is a1 a4 a5 = a(a+3d)(a+4d) (the expression used afterwards is right). Also, P(d) = -10d^3 + ... tends to +infinity as d -&gt; -infinity, so P has no global maximum; the question means the local maximum d = 8/5. Key (B)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option numbering is inconsistent: after bounding f' and g' it says 'option (4) is incorrect' (it means (C); (D) is the correct option), and it never discusses (B). Corrected so that (A), (B), (C) are shown false and (D) true; answer 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'f(2) = 4 - 16 + 8 = -4 = 4' (the value is -4, not 4) and labels its sketch 'max = 17, min = -17'; the correct values are f(2) = -4, max = 17, min = -7. Final answer 10 unchanged. The decreasing argument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replaces (x^2+x+2)/((x+2)(x+3)) by 1/((x+2)(x+3)), which is not equal; only the sign matters since x^2+x+2&gt;0, so the interval (-3,-2) is right. The justification (x^2+x+2&gt;0, and f''&gt;0 at the local minimum) was added. Answer 39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10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Maxima &amp; Minima, Extreme Values and Roots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the maximum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$f(x)=\left(\frac1x\right)^{2x}$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the maximum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$e^{2\pi}&lt;(2\pi)^e$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$e^{\pi}&gt;\pi^{e}$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$e^{\pi}&lt;\pi^{e}$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$(2e)^{\pi}&gt;\pi^{(2e)}$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of a function and comparison of exponentials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maximum,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maximum,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$f\left(\frac1e\right)&gt;f\left(\frac1\pi\right)$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$e^{\pi}&gt;\pi^{e}$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maximum, as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the greatest value,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$f(x)=\left(\frac1x\right)^{2x}$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f=-2x\ln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$\frac{f'}{f}=-2(\ln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maximum, as given.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the greatest value,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$\frac1\pi\neq\frac1e$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$f\left(\frac1e\right)&gt;f\left(\frac1\pi\right)$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$f\left(\frac1e\right)=e^{2/e}$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$f\left(\frac1\pi\right)=\pi^{2/\pi}$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$e^{2/e}&gt;\pi^{2/\pi}$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square root: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Raise both sides to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others: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 and hence (C) is false;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positive square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$e^{1/e}&gt;\pi^{1/\pi}$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Raise both sides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$e\pi&gt;0$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$e^{\pi}&gt;\pi^{e}$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others: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$e^{2\pi}\approx535&gt;(2\pi)^e\approx148$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 and hence (C) is false;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$(2e)^\pi\approx204&lt;\pi^{2e}\approx504$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$e^{\pi}&gt;\pi^{e}$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Tangent-line inequality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Tangent-line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$e^t\ge et$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$t=\frac\pi 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$e^{\pi/e}&gt;\pi$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convex, so it lies above its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both sides to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holds. Numerically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23.14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22.46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(A), (D) are false by size, as before).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convex, so it lies above its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 e\,t$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$t=\frac{\pi}{e}\neq1$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$e^{\pi/e}&gt;e\cdot\frac{\pi}{e}=\pi$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both sides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$e^{\pi}&gt;\pi^{e}$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holds. 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$e^\pi\approx23.14&gt;\pi^e\approx22.46$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(A), (D) are false by size, as before).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$e^{\pi}&gt;\pi^{e}$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take logarithms and set the derivative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$e^x&gt;x^e$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 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xe$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$e^\pi&gt;\pi^e$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$e^a\ge ea$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$a^b&gt;b^a$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$\left(\frac1x\right)^{x}$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take logarithms and set the derivative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a}{a}$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b}{b}$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of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1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$f(x)=4\cos^3x+3\sqrt3\cos^2x-10$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of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1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by the first derivative test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sign changes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$f'(x)=-6\sin x\cos x\,(2\cos x+\sqrt3)$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sign changes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$f'(x)=-12\cos^2x\sin x+6\sqrt3\cos x\,(-\sin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$f'(x)=-6\sin x\,\left[2\cos^2x+\sqrt3\cos x\right]=-6\sin x\cos x\,(2\cos x+\sqrt3)$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$\frac\pi2,\frac{3\pi}2$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$\frac{5\pi}6,\frac{7\pi}6$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local maxima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points of local maxima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$\left(0,\frac\pi2\right),\left(\frac\pi2,\frac{5\pi}6\right),\left(\frac{5\pi}6,\pi\right),\left(\pi,\frac{7\pi}6\right),\left(\frac{7\pi}6,\frac{3\pi}2\right),\left(\frac{3\pi}2,2\pi\right)$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$-,+,-,+,-,+$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only: local maxima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points of local maxima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interior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pull back to the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$f=g(c)$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interior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pull back to the points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locally, so local maxima/minima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those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$g(c)=4c^3+3\sqrt3c^2-10$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$g'(c)=12c^2+6\sqrt3\,c=6c(2c+\sqrt3)$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$g''(c)=24c+6\sqrt3$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$g''\left(-\frac{\sqrt3}2\right)=-6\sqrt3&lt;0$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$g''(0)=6\sqrt3&gt;0$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locally, so local maxima/minima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local maxima;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minima.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on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 maxima: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local maxima;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minima.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$g'(-1)=6(-1)(\sqrt3-2)&gt;0$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on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 maxima: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critical points come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interior critical value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max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local max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only across factors with odd multiplicity.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$f'=-g'(\cos x)\sin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critical points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range).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interior critical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local 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x\approx-1+\frac{(x-\pi)^2}2$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minimum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only across factors with odd multiplicity.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$f(x)=2x^3-9ax^2+12a^2x+1$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$8x^2+6x-1=0$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$8x^2-6x+1=0$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of a cubic, Quadratic equation with given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maximum comes first,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critical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maximum comes first,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leading coefficient is positive, so the local maximum is at the smaller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$f'(x)=6x^2-18ax+12a^2$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$f'(x)=6\left(x^2-3ax+2a^2\right)=6(x-a)(x-2a)$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$x=a,\,2a$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leading coefficient is positive, so the local maximum is at the smaller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$x^2-6x+8=0$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critical points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$\alpha^2-\alpha=a=\alpha$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maximum at the smaller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gap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given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gap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min is to the right of max).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$f'(x)=6(x-a)(x-2a)$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maximum at the smaller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gap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given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gap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as min is to the right of max).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the maximum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has sum of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the maximum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$\alpha^2-\alpha=a=\alpha$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has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$\alpha+\alpha^2=6$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$x^2-6x+8=0$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positive leading coefficient, the local maximum is at the smaller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the larger; reverse for a negative leading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reject solutions that violate the stated sign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positive leading coefficient, the local maximum is at the smaller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minimum at the larger; reverse for a negative leading coefficient.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$f(x)=2x^3-3(p+q)x^2+6pqx+c$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$f'=6(x-p)(x-q)$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$x^2-(r+s)x+rs=0$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$\alpha+\alpha^2=6$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$\alpha\cdot\alpha^2=\alpha^3=8$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reject solutions that violate the stated sign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the sixth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greatest, then the common difference of the A.P.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the sixth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$a_1a_4a_5$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greatest, then the common difference of the A.P.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Maxima and minima in word problems (arithmetic progression)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maximise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$a_6=2$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$a_1,a_4,a_5$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maximise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$a+5d=2$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$P=a_1a_4a_5=a(a+3d)(a+4d)$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$a+3d=2-2d$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$a+4d=2-d$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$P=(2-5d)(2-d)(2-2d)$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$\frac{dP}{dd}=(2-5d)(2-d)(-2)+(2-5d)(2-2d)(-1)+(-5)(2-d)(2-2d)$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$\frac{dP}{dd}=-2\left[(d-2)(5d-2)+(d-1)(5d-2)+5(d-1)(d-2)\right]$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difference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$=-2\left[(5d^2-12d+4)+(5d^2-7d+2)+(5d^2-15d+10)\right]=-2\left[15d^2-34d+16\right]$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$\frac{dP}{dd}=0\Rightarrow 15d^2-34d+16=0\Rightarrow d=\frac{34\pm14}{30}=\frac85$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$\frac23&lt;d&lt;\frac85$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$P=\frac{72}{25}$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$\frac85$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given, write every term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to a single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negative leading coefficient has its local maximum at the larger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its local minimum at the smaller).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'greatest' for an unbounded cubic: the maximum is local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restricted (e.g. positive terms).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three terms with two moving factors: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factors are 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given, write every term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$a_n+(k-n)d$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to a single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negative leading coefficient has its local maximum at the larger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its local minimum at the smaller).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'greatest' for an unbounded cubic: the maximum is local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restricted (e.g. positive terms).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$P(8/5)=72/25$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three terms with two moving factors: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$\frac{P'}{P}=\sum\frac{c_i}{x_i}$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factors are 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 of local minima and no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point of local maxima and no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$f(x)=2x+3\,x^{2/3}$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 of local minima and no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point of local maxima and no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at a cusp and at a stationary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cusp): check the sign change at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does not exist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cusp): check the sign change at both.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$f(x)=2x+3x^{2/3}$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$f'(x)=2+2x^{-1/3}$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(M)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(m)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local maximum and exactly one local minimum: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$f'(x)=2\left(1+\frac1{x^{1/3}}\right)=2\left(\frac{x^{1/3}+1}{x^{1/3}}\right)$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$+,\,-,\,+$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(M)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(m)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local maximum and exactly one local minimum: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exactly one point of local maxima and exactly one point of local minima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 increasing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cusp becomes an ordinary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 increasing bijection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cusp becomes an ordinary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local maxima/minima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cubic with positive leading coefficient).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local maxima/minima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$F(t)=2t^3+3t^2$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$F'(t)=6t^2+6t=6t(t+1)$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cubic with positive leading coefficient).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local maximum and one local minimum: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local maximum and one local minimum: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exactly one point of local maxima and exactly one point of local minima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these must be tested as candidates (cusp / vertical tangent) along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and one-one)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polynomial and preserves local extrema.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has a cusp pointing down at the origin: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is an extremum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$x^{p/q}$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exist; these must be tested as candidates (cusp / vertical tangent) along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$t=x^{1/q}$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and one-one)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polynomial and preserves local extrema.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graph has a cusp pointing down at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is an extremum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area of a triangle whose one vertex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vertices lie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area of a triangle whose one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vertices lie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$y=-2x^2+54$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area of a triangle (optimisation)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area as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$y=54-2x^2$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area as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$=y=54-2x^2$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$=\frac12(2x)\left(54-2x^2\right)$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$A=54x-2x^3$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$\frac{dA}{dx}=54-6x^2$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maximum;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$\frac{dA}{dx}=0\Rightarrow 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$\frac{d^2A}{dx^2}=-12x&lt;0$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maximum;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$A=(54-18)\cdot3=108$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$4x^2,\ 54-2x^2,\ 54-2x^2$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are positive with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$A=x\left(54-2x^2\right)$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$A^2=x^2\left(54-2x^2\right)^2$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$A^2=\frac14\cdot\left(4x^2\right)\left(54-2x^2\right)\left(54-2x^2\right)$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are positive with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$4x^2+2(54-2x^2)=108$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attainable. Maximum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$\le\left(\frac{108}{3}\right)^3=36^3$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$A^2\le\frac{36^3}{4}=11664$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$4x^2=54-2x^2$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attainable.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 vertex at the origin and the other two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products without calculus by AM-GM: split into pieces whose sum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endpoints of the admissible domain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both give zero area.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 vertex at the origin and the other two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$x^p(c-qx^2)^r$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products without calculus by AM-GM: split into pieces whose sum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$A=ax-bx^3$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$x=\sqrt{\frac{a}{3b}}$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$\frac{2a}{3}\sqrt{\frac a{3b}}$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$a=54,b=2$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endpoints of the admissible domain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both give zero area.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maximum and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392   (B) 600   (C) 108   (D) 608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$f(x)=(x+3)^2(x-2)^3$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392   (B) 600   (C) 108   (D) 608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Absolute extrema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among the endpoints and the 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Absolute extrema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$[-4,4]$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among the endpoints and the critical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$-3,-1,2$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$f'(x)=(x+3)^2\cdot3(x-2)^2+(x-2)^3\cdot2(x+3)$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$f'(x)=(x+3)(x-2)^2\left[3(x+3)+2(x-2)\right]=5(x+3)(x-2)^2(x+1)$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$x=-3,\,-1,\,2$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$(-4,-3),(-3,-1),(-1,2),(2,4)$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$f(-4)=(-1)^2(-6)^3=-216$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$f(4)=7^2\cdot2^3=49\times8=392$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smallest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$f(-1)=4\cdot(-27)=-108$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smallest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$M-m=392+216=608$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608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derivative: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 by piece, using AM-GM for the dip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derivative: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 by piece, using AM-GM for the dip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and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apply AM-GM to the five non-negative numbers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and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f\le f(4)=392$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$[-4,-3]$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$(2-x)^3\le216$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$f=-(x+3)^2(2-x)^3\ge-216$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apply AM-GM to the five non-negative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$\frac{x+3}2,\frac{x+3}2,\frac{2-x}3,\frac{2-x}3,\frac{2-x}3$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$\frac{(x+3)^2}{4}\cdot\frac{(2-x)^3}{27}\le1^5$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$(x+3)^2(2-x)^3\le108$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$f\ge-108&gt;-216$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$M-m=392+216=608$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608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of a continuous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endpoints and at all critical points (including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extra critical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weights: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even power,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stationary point of inflection, not an extremum;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of a continuous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endpoints and at all critical points (including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$f=(x-a)^p(x-b)^q$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$f'=(x-a)^{p-1}(x-b)^{q-1}\left[p(x-b)+q(x-a)\right]$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extra critical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$x=\frac{pb+qa}{p+q}$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$\frac{2\cdot2+3(-3)}{5}=-1$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weights: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$(x-a)^p(b-x)^q\le p^pq^q\left(\frac{b-a}{p+q}\right)^{p+q}$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$x=\frac{pb+qa}{p+q}$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even power,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stationary point of inflection, not an extremum;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$\max_{0\le x\le\pi}\left\{x-2\sin x\cos x+\frac13\sin3x\right\}=$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$\frac{5\pi+2+3\sqrt3}{6}$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$\frac{\pi+2-3\sqrt3}{6}$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of a function on a closed interval, Multiple-angle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simple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maximum with the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$f'=(\cos x-1)(4\cos^2x-3)$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simple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$\frac\pi6,\frac{5\pi}6$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maximum with the endpoint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$f(x)=x-\sin2x+\frac13\sin3x$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x\cos x=\sin2x$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$f'(x)=1-2\cos2x+\cos3x=0$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$(c-1)(4c^2-3)=0$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$x=\frac{5\pi}6,\ 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$f''(x)=4\sin2x-3\sin3x$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$f''\left(\frac{5\pi}6\right)=4\sin\frac{5\pi}3-3\sin\frac{5\pi}2=-2\sqrt3-3&lt;0$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is closed, so compare with the endpoints: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$f\left(\frac{5\pi}6\right)=\frac{5\pi}6-\sin\frac{5\pi}3+\frac13\sin\frac{5\pi}2=\frac{5\pi}6+\frac{\sqrt3}2+\frac13=\frac{5\pi+3\sqrt3+2}6\approx3.82$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is closed, so compare with the endpoints: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$f(\pi)=\pi\approx3.14&lt;3.82$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$\frac{5\pi+2+3\sqrt3}{6}$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$\frac{5\pi+2+3\sqrt3}{6}$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factor trigonometric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compare local extremum values with the endpoint values; here the endpoint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the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and triple-angle formulas: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$1-2\cos2x+\cos3x=(\cos x-1)(4\cos^2x-3)$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$\cos3x=4c^3-3c$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factor trigonometric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$F(x)=x-\sin2x+\frac13\sin3x$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always compare local extremum values with the endpoint values; here the endpoint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the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and triple-angle formulas: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maxima for some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minima for some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$f(x)=2x^3+(2p-7)x^2+3(2p-9)x-6$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maxima for some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minima for some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$\left(\frac92,\infty\right)$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$\left(-\frac92,\frac92\right)$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$\left(0,\frac92\right)$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 for local maximum and minimum of a cubic (roots of the derivative)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with positive leading coefficient has its maximum at the smaller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minimum at the larger,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roots of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with positive leading coefficient has its maximum at the smaller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minimum at the larger,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have roots of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upward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smaller root gives the maximum and its larger root the minimum, so we need the smaller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upward parabola this happens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$f'(x)=6x^2+2(2p-7)x+3(2p-9)$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upward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smaller root gives the maximum and its larger root the minimum, so we need the smaller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upward parabola this happens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$f'(0)=3(2p-9)&lt;0\Rightarrow2p-9&lt;0$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$p\in\left(-\infty,\frac92\right)$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$\left(-\infty,\frac92\right)$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Vieta: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opposite signs iff their product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Vieta: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opposite signs iff their product is negative.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leading coefficient), so 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$f'(x)=6x^2+2(2p-7)x+3(2p-9)=0$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$x_1x_2=\frac{3(2p-9)}{6}=\frac{2p-9}2$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leading coefficient),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$x_1&lt;0&lt;x_2$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negative product also forces real distinct roots, so no discriminant condition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$x_1x_2&lt;0\Rightarrow\frac{2p-9}2&lt;0\Rightarrow p&lt;\frac92$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negative product also forces real distinct roots, so no discriminant condition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$p\in\left(-\infty,\frac92\right)$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$\left(-\infty,\frac92\right)$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positive leading coefficient has roots of opposite signs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alone guarantees real distinct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maximum is required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 the roles for a negative leading coefficient (then the maximum is at the larger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positional conditions on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roots positive iff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positive leading coefficient has roots of opposite signs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alone guarantees real distinct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maximum is required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$\frac{c}{3a}&lt;0$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 the roles for a negative leading coefficient (then the maximum is at the larger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positional conditions on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roots positive iff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extreme point,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6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$f(x)=\frac{x^3}3+2bx+\frac{ax^2}2$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$g(x)=\frac{x^3}3+ax+bx^2$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extreme point,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6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extreme point and common root of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extreme point is a common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forces that root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extreme point is a common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forces that root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extreme point is a common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$f'(x)=x^2+2b+ax$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$g'(x)=x^2+a+2bx$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extreme point is a 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$(2b-a)-x(2b-a)=0$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$(2b-a)(1-x)=0$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$1+2b+a=0$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derivatives are mirror images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special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derivatives are mirror images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$a\leftrightarrow2b$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special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one iff it is a root of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$f'(x)=x^2+ax+2b$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$g'(x)=x^2+2bx+a$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swapping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$f'(1)=1+a+2b=g'(1)$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one iff it is a root of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common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common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common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$f'(r)-g'(r)=(a-2b)(r-1)=0$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common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polynomials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share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of the two equations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to lower the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extreme point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sign change;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Vieta gives the other roots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products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polynomials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$x^2+ax+c$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$x^2+cx+a$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share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difference of the two equations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$P(x)-Q(x)=0$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to lower the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extreme point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sign change;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Vieta gives the other roots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products of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$g(x)=\log_e\left(\sqrt{1+x^2}+x\right)$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f'(x)=1+\max g'(x)$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$0&lt;x_1&lt;x_2&lt;3$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$f(x)&lt;g(x),\ \forall x\in(x_1,x_2)$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$f'(\hat x)&lt;g'(\hat 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f(x)&gt;\max g(x)$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Bounds on derivatives and comparison of functions, Monotonicity of increasing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functions are increasing, so each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both functions are increasing, so each maximum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$f'(x)=2+\frac1{1+x^2}$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$1\le1+x^2\le10$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$2+\frac1{10}\le f'(x)\le3$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$\frac{21}{10}\le f'(x)\le3$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$\frac1{\sqrt{10}}\le g'(x)\le1$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f'=\frac{21}{10}$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$1+\max g'=2$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$f'(x)\ge\frac{21}{10}&gt;1\ge 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$f'(\hat x)&lt;g'(\hat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f=f(3)=6+\tan^{-1}3\approx7.25$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g=g(3)=\ln\left(3+\sqrt{10}\right)\approx1.82$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$6+\tan^{-1}3&gt;\ln\left(3+\sqrt{10}\right)$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$\max f(x)&gt;\max g(x)$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Study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throughout and no logarithm values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Study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$f&gt;g$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throughout and no logarithm values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no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$h'(x)=2+\frac1{1+x^2}-\frac1{\sqrt{1+x^2}}\ge2+\frac1{1+x^2}-1&gt;1&gt;0$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no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$(x_1,x_2)\subset(0,3)$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both functions are increasing,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(D). Same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(Also without logs: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f'=f'(3)=\frac{21}{10}$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g'=g'(0)=1$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f'\neq1+\max g'=2$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both functions are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f=f(3)&gt;g(3)=\max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(D). Same answer.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(Also without logs: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$g(3)\le3&lt;6\le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$\max f(x)&gt;\max g(x)$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increasing functions,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or study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Mean Value Theorem argument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monotone decrease: it ranges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increasing functions,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or study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$\int\frac{dx}{\sqrt{1+x^2}}=\ln\left(x+\sqrt{1+x^2}\right)$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Mean Value Theorem argument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the monotone decrease: it ranges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absolute maximum and minimum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24   (C) 10   (D) 13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absolute maximum and minimum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$f(x)=|x^2-5x+6|-3x+2$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24   (C) 10   (D) 13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of a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 using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extremes are at the ends.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 using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$(x-2)(x-3)$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extremes are at the ends.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pieces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$x^2-5x+6=(x-2)(x-3)\ge0$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$f(x)=x^2-5x+6-3x+2=x^2-8x+8$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$f(x)=-(x^2-5x+6)-3x+2=-x^2+2x-4$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pieces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absolute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$f(2)=4-16+8=-4$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$f(-1)=1+8+8=17$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absolute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$f(3)=-9+6-4=-7$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$=17+(-7)=10$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on each piece: both vertices lie outside their pieces on the right side,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throughout.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on each piece: both vertices lie outside their pieces on the right side,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throughout.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pieces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$f=x^2-8x+8=(x-4)^2-8$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$f=-x^2+2x-4=-(x-1)^2-3$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pieces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$f(-1)=(-5)^2-8=17$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$f(3)=-4-3=-7$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$=17-7=10$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𝑙𝑖𝑛𝑒𝑎𝑟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split at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each piece as a quadratic; the absolute extrema occur at endpoints,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(kinks) or the vertices lying in the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that is decreasing on every piece and continuous is decreasing: its extremes are at the two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kinks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non-differentiable; test them as candidates,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extreme.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with the piece's interval before using the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$|q(x)|+\text{linear}$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split at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each piece as a quadratic; the absolute extrema occur at endpoints,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(kinks) or the vertices lying in the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that is decreasing on every piece and continuous is decreasing: its extremes are at the two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kinks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non-differentiable; test them as candidates,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extreme.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with the piece's interval before using the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roots,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$5x^3-15x-a=0$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roots,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of a cubic by its local extreme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cubic has three distinct real roots iff its local maximum and minimum values have opposite signs.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real roots need the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opposite signs: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$f(x)=5x^3-15x-a$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$f'(x)=15x^2-15=0\Rightarrow 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real roots need the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have opposite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$f(1)f(-1)&lt;0$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$(-10-a)(10-a)&lt;0\Rightarrow(a+10)(a-10)&lt;0$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$-10&lt;a&lt;10$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$\beta-2\alpha=10-2(-10)=30$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discriminant: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three distinct real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discriminant: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$x^3+px+q=0$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three distinct real roots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$4p^3+27q^2&lt;0$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real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$x^3-3x-\frac a5=0$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$q=-\frac a5$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$4p^3+27q^2&lt;0$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$4(-27)+27\cdot\frac{a^2}{25}&lt;0$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$\frac{27a^2}{25}&lt;108\Rightarrow a^2&lt;100\Rightarrow-10&lt;a&lt;10$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$\beta-2\alpha=30$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real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distinct real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repeated root iff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real root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graphical view: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by the horizontal line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points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local min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max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Depressed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distinct real roots iff it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symmetric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distinct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$f(x_1)\cdot f(x_2)&lt;0$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repeated root iff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one real root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graphical view: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$a=5x^3-15x$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by the horizontal line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points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local min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max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Depressed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$-4p^3-27q^2$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distinct real roots iff it is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symmetric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$5x^3-15x$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enclosed by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area of the rectangle inscribed in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enclosed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area of the rectangle inscribed in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area of an inscribed rectangle (optimisation)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rectangle symmetric about the axis with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parabola and the far side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rectangle symmetric about the axis with corners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$(x,\pm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parabola and the far side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rectangle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two vertices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rectangle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$(x,\pm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two vertices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$=(24-x)\,2y$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$=\left(24-\frac{y^2}2\right)2y$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$A=48y-y^3$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$\frac{dA}{dy}=48-3y^2=0\Rightarrow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$\frac{d^2A}{dy^2}=-6y&lt;0$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$=(24-8)(2\times4)=128$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$2y^2,\ 48-y^2,\ 48-y^2$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are positive with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AM-GM gives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$A=y\left(48-y^2\right)$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$0&lt;y&lt;4\sqrt3$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$A^2=y^2\left(48-y^2\right)^2=\frac12\left(2y^2\right)\left(48-y^2\right)\left(48-y^2\right)$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are positive with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$2y^2+2(48-y^2)=96$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AM-GM gives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attainable. Maximum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$A^2\le\frac{32^3}2=16384$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$2y^2=48-y^2$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attainable. 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inscribed in the region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Make the single variable the one that removes the square root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stationary point is the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inscribed in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corners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$(x,\pm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$2y(h-x)$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h3$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$y^2=\frac{4ah}{3}$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$x=\frac{24}3=8$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$2\cdot4\cdot16=128$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Make the single variable the one that removes the square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stationary point is the maximum.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positive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 of local minimum of the function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positive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 of local minimum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$\left(1+x(\lambda^2-x^2)\right)$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$\frac{x^2+x+2}{x^2+5x+6}&lt;0$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minimum of a cubic, Rational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local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inequality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local minimum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$x=-\frac{\lambda}{\sqrt3}$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inequality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$(x+2)(x+3)&lt;0$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$x^2+x+2&gt;0$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of local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must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inequality is equivalent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$f(x)=1+x(\lambda^2-x^2)=-x^3+\lambda^2x+1$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$f'(x)=-3x^2+\lambda^2=0\Rightarrow x=\pm\frac{\lambda}{\sqrt3}$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$x=-\frac\lambda{\sqrt3}$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of local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$\frac{x^2+x+2}{x^2+5x+6}&lt;0$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inequality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$\frac1{(x+2)(x+3)}&lt;0$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$(x+2)(x+3)&lt;0$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$-3&lt;-\frac\lambda{\sqrt3}&lt;-2\Rightarrow-3\sqrt3&lt;-\lambda&lt;-2\sqrt3$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$2\sqrt3&lt;\lambda&lt;3\sqrt3$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$\alpha^2+\beta^2=\left(2\sqrt3\right)^2+\left(3\sqrt3\right)^2=12+27=39$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 critical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taking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 critical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$\left(3\cdot4,\,3\cdot9\right)$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taking square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at the negative 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interval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$f'(x)=-3x^2+\lambda^2=0$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is at the negative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$x=-\frac\lambda{\sqrt3}$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$x^2\in(4,9)$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$\lambda^2=3x^2\in(12,27)$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$\alpha^2+\beta^2=12+27=39$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leading coefficient) the local minimum is at the smaller critical point and the local maximum at the larger;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a rational function: a quadratic with negative discriminant and positive leading coefficient is always positive and can be dropped from a sign analysis.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enters only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work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is negative exactly between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$f=-x^3+kx+c$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leading coefficient) the local minimum is at the smaller critical point and the local maximum at the larger;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a rational function: a quadratic with negative discriminant and positive leading coefficient is always positive and can be dropped from a sign analysis.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enters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work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$x^2+5x+6=(x+2)(x+3)$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is negative exactly between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squares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maxima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minima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$f(x)=\int_{-1}^{x}\left(e^t-1\right)^{11}(2t-1)^5(t-2)^7(t-3)^{12}(2t-10)^{61}dt$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squares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maxima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minima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extrema of an integral function (Leibniz / FTC), Sign scheme of a product with odd and even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integrand; only factors with an odd power change its sign,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neither a maximum nor a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integrand; only factors with an odd power change its sign,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neither a maximum nor a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 of Calculus,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zeros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it does not change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 of Calculus,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$f'(x)=\left(e^x-1\right)^{11}(2x-1)^5(x-2)^7(x-3)^{12}(2x-10)^{61}$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zeros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\frac12,\ 2,\ 3,\ 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$11,5,7,61$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$0,\frac12,2,5$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it does not change sign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factor is positive,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Moving left, the sign alternates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maxima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factor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Moving left, the sign alternates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$5,\,2,\,\frac12,\,0$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not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maxima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$p=0^2+2^2=4$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$q=\frac12+5=\frac{11}2$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$p^2+2q=16+11=27$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extrema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rule: a root of odd multiplicity changes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of even multiplicity does not (no extremum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the factors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replace each factor by the simple linear factor with the same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open: an endpoint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point of local extremum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$f(x)=\int_a^x\varphi(t)\,dt$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local extrema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rule: a root of odd multiplicity changes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of even multiplicity does not (no extremum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$\left(e^x-1\right)^{n}$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replace each factor by the simple linear factor with the same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open: an endpoint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point of local extremum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1.62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16 questions, 64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Maxima &amp; Minima, Extreme Values and Roots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1.62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