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SOLUTION OF TRIANGLE FCopy JM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JEE Main exercise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printed: +4 assumed per question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triangle.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triangle.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on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$\frac{QA}{AR}=\frac{RB}{BP}=\frac{PC}{CQ}=\frac{1}{2}$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$\frac{\text{Area}(\triangle PQR)}{\text{Area}(\triangle ABC)}$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Section formula and area using cross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origin,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section formula, and compare the two cross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origin,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section formula, and compare the two cross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position vectors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position vector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position vector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position vector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position vectors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$PC:CQ=1:2$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position vector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$QA:AR=1:2$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position vector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$\frac{2\vec a+\vec 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$RB:BP=1:2$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position vector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$\frac{2\vec 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$\vec{CA}=\frac{\vec a+\vec 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$\vec{AB}=\frac{\vec b-2\vec 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PQR=\frac{1}{2}|\vec{PQ}\times\vec{PR}|=\frac{1}{2}|\vec a\times\vec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ABC=\frac{1}{2}|\vec{CA}\times\vec{AB}|=\frac{1}{2}\left|\frac{(\vec a+\vec b)}{3}\times\frac{(\vec b-2\vec a)}{3}\right|=\frac{1}{2}\left|\frac{\vec a\times\vec b}{3}\right|$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b)\times(\vec b-2\vec a)=\vec a\times\vec b-2\vec b\times\vec a=3\,\vec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$\frac{\triangle PQR}{\triangle ABC}=3$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three corner triangles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corner is a fixed fraction of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three corner triangles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corner is a fixed fraction of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ratios: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two sides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$\Delta=\text{Area}(\triangle PQR)$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ratios: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$QA=\frac13QR$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$RB=\frac13RP$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$PC=\frac13PQ$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$AR=\frac23QR$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$BP=\frac23RP$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$CQ=\frac23PQ$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CQA$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$QC=\frac23PQ$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$QA=\frac13QR$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two sides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$\frac23\cdot\frac13\Delta=\frac29\Delta$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$RA=\frac23QR$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$RB=\frac13RP$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ARB=\frac29\Delta$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$PB=\frac23RP$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$PC=\frac13PQ$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BPC=\frac29\Delta$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ABC=\Delta-3\cdot\frac29\Delta=\frac13\Delta$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$\frac{\triangle PQR}{\triangle ABC}=3$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divide the three sides cyclically at the same fraction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each side (measured from the same direction),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medial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a vertex at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cross product of two vectors that are combinations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scalar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ratios reduce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sharing an angle: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fastest way to cut off corner areas.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points divide the three sides cyclically at the same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each side (measured from the same direction),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$\frac{\text{Area}(ABC)}{\text{Area}(PQR)}=1-3t+3t^2$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medial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a vertex at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$\frac12|\vec a\times\vec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cross product of two vectors that are combinations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scalar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ratios reduce 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of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Triangles sharing an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$\frac{\text{Area}(\triangle APQ')}{\text{Area}(\triangle ABC)}=\frac{AP\cdot AQ'}{AB\cdot 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fastest way to cut off corner areas.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least. If its inradius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perimeter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$\cos2A+\cos2B+\cos2C$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least. If its inradius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is NOT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$\vec{MA}\cdot\vec{MB}=-18$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perimeter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$18\sqrt3$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$\sin2A+\sin2B+\sin2C=\sin A+\sin B+\sin 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$\frac{27\sqrt3}{2}$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identities in a triangle, Inradius, circumradius and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for the equilateral triangle, so every statement can be tested on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$\cos2A+\cos2B+\cos2C=-1-4\cos A\cos B\cos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least for the equilateral triangle, so every statement can be tested on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$\cos2A+\cos2B+\cos2C$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circumcentre,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$MD=r$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$\tan30^\circ=\frac{MD}{BD}=\frac{r}{a/2}=\frac6a$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$\frac1{\sqrt3}=\frac6a\Rightarrow a=6\sqrt3$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ABC=3a=18\sqrt3$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ABC=\frac{\sqrt3}{4}a^2=\frac{\sqrt3}{4}\cdot108=27\sqrt3$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circumcentre,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$MA=MB=R=2r=6$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AMB=120^\circ$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$\vec{MA}\cdot\vec{MB}=36\cos120^\circ=-18$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(C): both sides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(C): 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$\sin120^\circ=\sin60^\circ=\frac{\sqrt3}{2}$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area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equilateral relations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side length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equilateral relations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$s=3\sqrt3\,r$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$\Delta=rs$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side length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the incentre coincides with the circumcentre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Semi-perimeter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the incentre coincides with the circumcentre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Semi-perimeter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$s=\frac{3a}{2}$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$s=3\sqrt3\,r=9\sqrt3$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Perimeter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$=2s=18\sqrt3$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correct, and (C) holds as both sides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$\Delta=rs=3\cdot9\sqrt3=27\sqrt3\ne\frac{27\sqrt3}{2}$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NOT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$\vec{MA}\cdot\vec{MB}=R^2\cos120^\circ=-18$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is correct, and (C) holds as 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area of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$\frac{27\sqrt3}{2}$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for the equilateral triangle, so the sum has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 of 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sees each pair of vertices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$\cos2A+\cos2B+\cos2C=-1-4\cos A\cos B\cos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B\cos C\le\frac18$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for the equilateral triangle, so the sum has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$\sin2A+\sin2B+\sin2C=4\sin A\sin 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triangle of 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$s=3\sqrt3\,r$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$=3\sqrt3\,r^2$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equilateral triangle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sees each pair of vertices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$\vec{MA}\cdot\vec{MB}=-\frac{R^2}{2}$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lengths of the sides opposite to the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A+2\cos B+\cos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lengths of the sides opposite to the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identities in a triangle, Cosine rule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condition by sum-to-product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condition by sum-to-product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A+\sin C=2\sin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$a+c=2b$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condition,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both sides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condition,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A+\cos C=2(1-\cos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B=2\sin^2\frac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$2\cos\frac{A+C}{2}\cos\frac{A-C}{2}=4\sin^2\frac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$\cos\frac{A+C}{2}=\sin\frac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$\cos\frac{A-C}{2}=2\sin\frac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both sides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 B2\cos\frac{A-C}{2}=4\sin\frac B2\cos\frac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 B2=\sin\frac{A+C}{2}$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$2\sin\frac{A+C}{2}\cos\frac{A-C}{2}=4\sin\frac B2\cos\frac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A+\sin C=2\sin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C=\frac{b^2+c^2-a^2}{2bc}-\frac{a^2+b^2-c^2}{2ab}=\frac{25+49-9}{70}-\frac{9+25-49}{30}$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$=\frac{65}{70}+\frac12=\frac{20}{14}=\frac{10}{7}$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$\frac{10}{7}$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the cosine rule straight into the given condition and solve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rejecting the degenerate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the cosine rule straight into the given condition and solve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rejecting the degenerate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unknown side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Cosine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unknown side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A=\frac{b^2+40}{14b}$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B=\frac{58-b^2}{42}$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C=\frac{b^2-40}{6b}$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A+2\cos B+\cos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$3(b^2+40)+2b(58-b^2)+7(b^2-40)=84b$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$b^3-5b^2-16b+80=0$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$(b-5)(b-4)(b+4)=0$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degenerate triangle,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degenerate triangle,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A=\frac{65}{70}=\frac{13}{14}$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C=\frac{-15}{30}=-\frac12$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C=\frac{13}{14}+\frac12=\frac{10}{7}$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$\frac{10}{7}$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(sides in AP). The hypothesis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a disguised 'sides in AP'.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AP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2.5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7.5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has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 (opposite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standard triple to recognise.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solving for a side, always test the triangle inequality: the cubic above has the degenerate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A+\cos C=2(1-\cos B)\iff \cos\frac{A-C}{2}=2\sin\frac B2\iff \sin A+\sin C=2\sin B\iff a+c=2b$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(sides in AP). The hypothesis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A+2\cos B+\cos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a disguised 'sides in AP'.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AP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A2\tan\frac C2=\frac{s-b}{s}=\frac13$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$s=7.5$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$\frac{2.5}{7.5}=\frac13$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 has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 (opposite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C=\frac{9+25-49}{30}=-\frac12$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standard triple to recognise.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solving for a side, always test the triangle inequality: the cubic above has the degenerate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printed: +4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$AB=\alpha\in\mathbb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$49\cos(3C)+42=\frac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Cosine rule, Multiple angle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Cosine rule, Multiple angle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cosine rule on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selects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after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immediate.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cosine rule on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$\alpha\in\mathbb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selects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after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immediate.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the cosine rule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the cosine rule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A=\frac23=\frac{\alpha^2+8^2-7^2}{2\cdot\alpha\cdot8}$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$\Rightarrow(\alpha^2+15)\cdot3=32\alpha$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$3\alpha^2-32\alpha+45=0$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$\Rightarrow\alpha=\frac53$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C=\frac{7^2+8^2-9^2}{2\cdot7\cdot8}=\frac{32}{112}=\frac27$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$\cos3C=4\cos^3C-3\cos C=\frac{4\times8}{7^3}-\frac67$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$49\cos3C=\frac{32}{7}-42$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$\Rightarrow49\cos3C+42=\frac{32}{7}$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Drop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Pythagoras instead of the cosine rule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Drop the altitude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Pythagoras instead of the cosine rule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being a natural number,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A=\frac{\sqrt5}{3}$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$AD=8\cos A=\frac{16}{3}$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$CD=8\sin A=\frac{8\sqrt5}{3}$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$BC^2=CD^2+BD^2$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$49=\frac{320}{9}+BD^2$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$BD^2=\frac{121}{9}$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$BD=\frac{11}{3}$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$\alpha=AD\pm BD=\frac{16}{3}\pm\frac{11}{3}=9$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being a natural number,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are 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are 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$7,8,9$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C=\frac{49+64-81}{112}=\frac27$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$49\cos3C+42=49\left(\frac{32}{343}-\frac{6}{7}\right)+42=\frac{32}{7}$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 at a known angle with one unknown side gives a quadratic; an integrality or natural-number condition on the side picks the root. Always check the triangle inequality for the chosen side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nice cosines worth remembering.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 at a known angle with one unknown side gives a quadratic; an integrality or natural-number condition on the side picks the root. Always check the triangle inequality for the chosen side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$7,8,9$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$7,8,9$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B=\frac{11}{21}$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nice cosines worth remembering.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finding the angle itself: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Altitude method: from the vertex with known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feet decompose a side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roots of the cosine-rule quadratic).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$\cos3\theta=4\cos^3\theta-3\cos\theta$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finding the angle itself: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$\cos3\theta=-\frac{262}{343}$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Altitude method: from the vertex with known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feet decompose a side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$b\cos A\pm\sqrt{a^2-b^2\sin^2A}$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roots of the cosine-rule quadratic).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2.50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4 questions, 16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SHEET SOLUTION OF TRIANGLE FCopy JM JEE Main exercise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2.50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